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3.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Lst>
  <p:notesMasterIdLst>
    <p:notesMasterId r:id="rId55"/>
  </p:notesMasterIdLst>
  <p:handoutMasterIdLst>
    <p:handoutMasterId r:id="rId56"/>
  </p:handoutMasterIdLst>
  <p:sldIdLst>
    <p:sldId id="4153" r:id="rId6"/>
    <p:sldId id="4087" r:id="rId7"/>
    <p:sldId id="4063" r:id="rId8"/>
    <p:sldId id="4070" r:id="rId9"/>
    <p:sldId id="4154" r:id="rId10"/>
    <p:sldId id="4155" r:id="rId11"/>
    <p:sldId id="4059" r:id="rId12"/>
    <p:sldId id="4156" r:id="rId13"/>
    <p:sldId id="4099" r:id="rId14"/>
    <p:sldId id="4158" r:id="rId15"/>
    <p:sldId id="4157" r:id="rId16"/>
    <p:sldId id="4136" r:id="rId17"/>
    <p:sldId id="4101" r:id="rId18"/>
    <p:sldId id="4137" r:id="rId19"/>
    <p:sldId id="4133" r:id="rId20"/>
    <p:sldId id="4138" r:id="rId21"/>
    <p:sldId id="4097" r:id="rId22"/>
    <p:sldId id="4103" r:id="rId23"/>
    <p:sldId id="4145" r:id="rId24"/>
    <p:sldId id="4142" r:id="rId25"/>
    <p:sldId id="4107" r:id="rId26"/>
    <p:sldId id="4105" r:id="rId27"/>
    <p:sldId id="4134" r:id="rId28"/>
    <p:sldId id="4121" r:id="rId29"/>
    <p:sldId id="4117" r:id="rId30"/>
    <p:sldId id="4139" r:id="rId31"/>
    <p:sldId id="4147" r:id="rId32"/>
    <p:sldId id="4132" r:id="rId33"/>
    <p:sldId id="4141" r:id="rId34"/>
    <p:sldId id="4108" r:id="rId35"/>
    <p:sldId id="4113" r:id="rId36"/>
    <p:sldId id="4114" r:id="rId37"/>
    <p:sldId id="4109" r:id="rId38"/>
    <p:sldId id="4110" r:id="rId39"/>
    <p:sldId id="4146" r:id="rId40"/>
    <p:sldId id="4112" r:id="rId41"/>
    <p:sldId id="4111" r:id="rId42"/>
    <p:sldId id="4127" r:id="rId43"/>
    <p:sldId id="4122" r:id="rId44"/>
    <p:sldId id="4125" r:id="rId45"/>
    <p:sldId id="4126" r:id="rId46"/>
    <p:sldId id="257" r:id="rId47"/>
    <p:sldId id="4129" r:id="rId48"/>
    <p:sldId id="4090" r:id="rId49"/>
    <p:sldId id="4104" r:id="rId50"/>
    <p:sldId id="4116" r:id="rId51"/>
    <p:sldId id="4144" r:id="rId52"/>
    <p:sldId id="4150" r:id="rId53"/>
    <p:sldId id="4152" r:id="rId54"/>
  </p:sldIdLst>
  <p:sldSz cx="12192000" cy="6858000"/>
  <p:notesSz cx="10234613" cy="7104063"/>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Englender, Marc" initials="EM" lastIdx="1" clrIdx="0">
    <p:extLst>
      <p:ext uri="{19B8F6BF-5375-455C-9EA6-DF929625EA0E}">
        <p15:presenceInfo xmlns:p15="http://schemas.microsoft.com/office/powerpoint/2012/main" userId="S::marc.englender@suez.com::8729da6a-4c59-4a1a-ba02-bb91d0bc9dd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FF"/>
    <a:srgbClr val="77B7FC"/>
    <a:srgbClr val="FFC228"/>
    <a:srgbClr val="D1C5ED"/>
    <a:srgbClr val="F0E199"/>
    <a:srgbClr val="E68F9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8C24C1-9294-4163-AEA3-AB9B8E0B26C2}" v="817" dt="2025-11-09T21:44:07.142"/>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752" autoAdjust="0"/>
    <p:restoredTop sz="94673" autoAdjust="0"/>
  </p:normalViewPr>
  <p:slideViewPr>
    <p:cSldViewPr snapToGrid="0">
      <p:cViewPr varScale="1">
        <p:scale>
          <a:sx n="98" d="100"/>
          <a:sy n="98" d="100"/>
        </p:scale>
        <p:origin x="72" y="234"/>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108" d="100"/>
          <a:sy n="108" d="100"/>
        </p:scale>
        <p:origin x="1200"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notesMaster" Target="notesMasters/notesMaster1.xml"/><Relationship Id="rId63" Type="http://schemas.microsoft.com/office/2015/10/relationships/revisionInfo" Target="revisionInfo.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presProps" Target="presProps.xml"/><Relationship Id="rId5" Type="http://schemas.openxmlformats.org/officeDocument/2006/relationships/slideMaster" Target="slideMasters/slideMaster1.xml"/><Relationship Id="rId61" Type="http://schemas.openxmlformats.org/officeDocument/2006/relationships/tableStyles" Target="tableStyles.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handoutMaster" Target="handoutMasters/handoutMaster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viewProps" Target="viewProp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commentAuthors" Target="commentAuthors.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ueff, Patrick" userId="18764095-a919-49c8-9bdd-1fdd0ff7c736" providerId="ADAL" clId="{368C24C1-9294-4163-AEA3-AB9B8E0B26C2}"/>
    <pc:docChg chg="custSel modSld delMainMaster modMainMaster">
      <pc:chgData name="Rueff, Patrick" userId="18764095-a919-49c8-9bdd-1fdd0ff7c736" providerId="ADAL" clId="{368C24C1-9294-4163-AEA3-AB9B8E0B26C2}" dt="2025-11-09T21:44:07.142" v="855" actId="20577"/>
      <pc:docMkLst>
        <pc:docMk/>
      </pc:docMkLst>
      <pc:sldChg chg="delSp modSp mod">
        <pc:chgData name="Rueff, Patrick" userId="18764095-a919-49c8-9bdd-1fdd0ff7c736" providerId="ADAL" clId="{368C24C1-9294-4163-AEA3-AB9B8E0B26C2}" dt="2025-11-09T21:33:59.630" v="33" actId="27636"/>
        <pc:sldMkLst>
          <pc:docMk/>
          <pc:sldMk cId="897534961" sldId="257"/>
        </pc:sldMkLst>
        <pc:spChg chg="mod">
          <ac:chgData name="Rueff, Patrick" userId="18764095-a919-49c8-9bdd-1fdd0ff7c736" providerId="ADAL" clId="{368C24C1-9294-4163-AEA3-AB9B8E0B26C2}" dt="2025-11-09T21:33:59.630" v="33" actId="27636"/>
          <ac:spMkLst>
            <pc:docMk/>
            <pc:sldMk cId="897534961" sldId="257"/>
            <ac:spMk id="2" creationId="{07FE2757-E4A7-50F9-13A2-CAEC2B22809C}"/>
          </ac:spMkLst>
        </pc:spChg>
        <pc:spChg chg="mod">
          <ac:chgData name="Rueff, Patrick" userId="18764095-a919-49c8-9bdd-1fdd0ff7c736" providerId="ADAL" clId="{368C24C1-9294-4163-AEA3-AB9B8E0B26C2}" dt="2025-11-09T21:30:17.875" v="1"/>
          <ac:spMkLst>
            <pc:docMk/>
            <pc:sldMk cId="897534961" sldId="257"/>
            <ac:spMk id="3" creationId="{C29298A2-9383-98C4-2628-6C08AE61C196}"/>
          </ac:spMkLst>
        </pc:spChg>
        <pc:spChg chg="mod">
          <ac:chgData name="Rueff, Patrick" userId="18764095-a919-49c8-9bdd-1fdd0ff7c736" providerId="ADAL" clId="{368C24C1-9294-4163-AEA3-AB9B8E0B26C2}" dt="2025-11-09T21:30:17.875" v="1"/>
          <ac:spMkLst>
            <pc:docMk/>
            <pc:sldMk cId="897534961" sldId="257"/>
            <ac:spMk id="5" creationId="{24090C4B-1BCA-C944-BDBD-8E5DE2359C9C}"/>
          </ac:spMkLst>
        </pc:spChg>
        <pc:spChg chg="del">
          <ac:chgData name="Rueff, Patrick" userId="18764095-a919-49c8-9bdd-1fdd0ff7c736" providerId="ADAL" clId="{368C24C1-9294-4163-AEA3-AB9B8E0B26C2}" dt="2025-11-09T21:30:17.875" v="1"/>
          <ac:spMkLst>
            <pc:docMk/>
            <pc:sldMk cId="897534961" sldId="257"/>
            <ac:spMk id="6" creationId="{4AD8D784-4AC4-4CBC-1F8E-5E6284536389}"/>
          </ac:spMkLst>
        </pc:spChg>
        <pc:spChg chg="mod">
          <ac:chgData name="Rueff, Patrick" userId="18764095-a919-49c8-9bdd-1fdd0ff7c736" providerId="ADAL" clId="{368C24C1-9294-4163-AEA3-AB9B8E0B26C2}" dt="2025-11-09T21:30:17.875" v="1"/>
          <ac:spMkLst>
            <pc:docMk/>
            <pc:sldMk cId="897534961" sldId="257"/>
            <ac:spMk id="7" creationId="{6D2458DA-B0CA-70BF-6FDE-58EFDD6198B1}"/>
          </ac:spMkLst>
        </pc:spChg>
      </pc:sldChg>
      <pc:sldChg chg="modTransition">
        <pc:chgData name="Rueff, Patrick" userId="18764095-a919-49c8-9bdd-1fdd0ff7c736" providerId="ADAL" clId="{368C24C1-9294-4163-AEA3-AB9B8E0B26C2}" dt="2025-11-09T21:30:17.875" v="1"/>
        <pc:sldMkLst>
          <pc:docMk/>
          <pc:sldMk cId="2320958738" sldId="4059"/>
        </pc:sldMkLst>
      </pc:sldChg>
      <pc:sldChg chg="delSp modSp mod">
        <pc:chgData name="Rueff, Patrick" userId="18764095-a919-49c8-9bdd-1fdd0ff7c736" providerId="ADAL" clId="{368C24C1-9294-4163-AEA3-AB9B8E0B26C2}" dt="2025-11-09T21:32:18.197" v="32" actId="478"/>
        <pc:sldMkLst>
          <pc:docMk/>
          <pc:sldMk cId="141231938" sldId="4070"/>
        </pc:sldMkLst>
        <pc:spChg chg="mod">
          <ac:chgData name="Rueff, Patrick" userId="18764095-a919-49c8-9bdd-1fdd0ff7c736" providerId="ADAL" clId="{368C24C1-9294-4163-AEA3-AB9B8E0B26C2}" dt="2025-11-09T21:30:18.055" v="2" actId="27636"/>
          <ac:spMkLst>
            <pc:docMk/>
            <pc:sldMk cId="141231938" sldId="4070"/>
            <ac:spMk id="3" creationId="{03BC8E28-A39E-25E6-2AB5-9A9C76E4D5CC}"/>
          </ac:spMkLst>
        </pc:spChg>
        <pc:spChg chg="del mod">
          <ac:chgData name="Rueff, Patrick" userId="18764095-a919-49c8-9bdd-1fdd0ff7c736" providerId="ADAL" clId="{368C24C1-9294-4163-AEA3-AB9B8E0B26C2}" dt="2025-11-09T21:32:18.197" v="32" actId="478"/>
          <ac:spMkLst>
            <pc:docMk/>
            <pc:sldMk cId="141231938" sldId="4070"/>
            <ac:spMk id="8" creationId="{0C82F7B3-1A15-1E65-25CB-B6405750D98F}"/>
          </ac:spMkLst>
        </pc:spChg>
        <pc:spChg chg="mod">
          <ac:chgData name="Rueff, Patrick" userId="18764095-a919-49c8-9bdd-1fdd0ff7c736" providerId="ADAL" clId="{368C24C1-9294-4163-AEA3-AB9B8E0B26C2}" dt="2025-11-09T21:30:17.875" v="1"/>
          <ac:spMkLst>
            <pc:docMk/>
            <pc:sldMk cId="141231938" sldId="4070"/>
            <ac:spMk id="10" creationId="{A2FC8E53-43C7-EF8D-B6A1-24F8E6026FF5}"/>
          </ac:spMkLst>
        </pc:spChg>
      </pc:sldChg>
      <pc:sldChg chg="modSp">
        <pc:chgData name="Rueff, Patrick" userId="18764095-a919-49c8-9bdd-1fdd0ff7c736" providerId="ADAL" clId="{368C24C1-9294-4163-AEA3-AB9B8E0B26C2}" dt="2025-11-09T21:30:17.875" v="1"/>
        <pc:sldMkLst>
          <pc:docMk/>
          <pc:sldMk cId="403375355" sldId="4097"/>
        </pc:sldMkLst>
        <pc:spChg chg="mod">
          <ac:chgData name="Rueff, Patrick" userId="18764095-a919-49c8-9bdd-1fdd0ff7c736" providerId="ADAL" clId="{368C24C1-9294-4163-AEA3-AB9B8E0B26C2}" dt="2025-11-09T21:30:17.875" v="1"/>
          <ac:spMkLst>
            <pc:docMk/>
            <pc:sldMk cId="403375355" sldId="4097"/>
            <ac:spMk id="2" creationId="{842A8B9C-93EB-F4D9-5D88-FD33DFCBF1EE}"/>
          </ac:spMkLst>
        </pc:spChg>
        <pc:spChg chg="mod">
          <ac:chgData name="Rueff, Patrick" userId="18764095-a919-49c8-9bdd-1fdd0ff7c736" providerId="ADAL" clId="{368C24C1-9294-4163-AEA3-AB9B8E0B26C2}" dt="2025-11-09T21:30:17.875" v="1"/>
          <ac:spMkLst>
            <pc:docMk/>
            <pc:sldMk cId="403375355" sldId="4097"/>
            <ac:spMk id="3" creationId="{253523DA-B3DB-7CA1-CB4B-23587F1BB7F6}"/>
          </ac:spMkLst>
        </pc:spChg>
        <pc:spChg chg="mod">
          <ac:chgData name="Rueff, Patrick" userId="18764095-a919-49c8-9bdd-1fdd0ff7c736" providerId="ADAL" clId="{368C24C1-9294-4163-AEA3-AB9B8E0B26C2}" dt="2025-11-09T21:30:17.875" v="1"/>
          <ac:spMkLst>
            <pc:docMk/>
            <pc:sldMk cId="403375355" sldId="4097"/>
            <ac:spMk id="4" creationId="{C519BB07-CBB8-42B8-409E-6B7424C187E9}"/>
          </ac:spMkLst>
        </pc:spChg>
        <pc:spChg chg="mod">
          <ac:chgData name="Rueff, Patrick" userId="18764095-a919-49c8-9bdd-1fdd0ff7c736" providerId="ADAL" clId="{368C24C1-9294-4163-AEA3-AB9B8E0B26C2}" dt="2025-11-09T21:30:17.875" v="1"/>
          <ac:spMkLst>
            <pc:docMk/>
            <pc:sldMk cId="403375355" sldId="4097"/>
            <ac:spMk id="5" creationId="{19378385-D377-7CAD-6B52-43DAAB074E9C}"/>
          </ac:spMkLst>
        </pc:spChg>
      </pc:sldChg>
      <pc:sldChg chg="modSp">
        <pc:chgData name="Rueff, Patrick" userId="18764095-a919-49c8-9bdd-1fdd0ff7c736" providerId="ADAL" clId="{368C24C1-9294-4163-AEA3-AB9B8E0B26C2}" dt="2025-11-09T21:30:17.875" v="1"/>
        <pc:sldMkLst>
          <pc:docMk/>
          <pc:sldMk cId="3444132505" sldId="4116"/>
        </pc:sldMkLst>
        <pc:spChg chg="mod">
          <ac:chgData name="Rueff, Patrick" userId="18764095-a919-49c8-9bdd-1fdd0ff7c736" providerId="ADAL" clId="{368C24C1-9294-4163-AEA3-AB9B8E0B26C2}" dt="2025-11-09T21:30:17.875" v="1"/>
          <ac:spMkLst>
            <pc:docMk/>
            <pc:sldMk cId="3444132505" sldId="4116"/>
            <ac:spMk id="2" creationId="{6640DC5E-64C9-5D76-0653-818E40E0CD30}"/>
          </ac:spMkLst>
        </pc:spChg>
        <pc:spChg chg="mod">
          <ac:chgData name="Rueff, Patrick" userId="18764095-a919-49c8-9bdd-1fdd0ff7c736" providerId="ADAL" clId="{368C24C1-9294-4163-AEA3-AB9B8E0B26C2}" dt="2025-11-09T21:30:17.875" v="1"/>
          <ac:spMkLst>
            <pc:docMk/>
            <pc:sldMk cId="3444132505" sldId="4116"/>
            <ac:spMk id="3" creationId="{38E20058-4E08-30AE-FA2E-47FAAEF2D13F}"/>
          </ac:spMkLst>
        </pc:spChg>
        <pc:spChg chg="mod">
          <ac:chgData name="Rueff, Patrick" userId="18764095-a919-49c8-9bdd-1fdd0ff7c736" providerId="ADAL" clId="{368C24C1-9294-4163-AEA3-AB9B8E0B26C2}" dt="2025-11-09T21:30:17.875" v="1"/>
          <ac:spMkLst>
            <pc:docMk/>
            <pc:sldMk cId="3444132505" sldId="4116"/>
            <ac:spMk id="4" creationId="{FBED939C-8476-9976-F5F5-2D4C4CE5BD72}"/>
          </ac:spMkLst>
        </pc:spChg>
        <pc:spChg chg="mod">
          <ac:chgData name="Rueff, Patrick" userId="18764095-a919-49c8-9bdd-1fdd0ff7c736" providerId="ADAL" clId="{368C24C1-9294-4163-AEA3-AB9B8E0B26C2}" dt="2025-11-09T21:30:17.875" v="1"/>
          <ac:spMkLst>
            <pc:docMk/>
            <pc:sldMk cId="3444132505" sldId="4116"/>
            <ac:spMk id="5" creationId="{307C08B7-8CDB-D8F7-21B5-5822347973EE}"/>
          </ac:spMkLst>
        </pc:spChg>
      </pc:sldChg>
      <pc:sldChg chg="delSp modSp mod modTransition">
        <pc:chgData name="Rueff, Patrick" userId="18764095-a919-49c8-9bdd-1fdd0ff7c736" providerId="ADAL" clId="{368C24C1-9294-4163-AEA3-AB9B8E0B26C2}" dt="2025-11-09T21:30:18.079" v="4" actId="27636"/>
        <pc:sldMkLst>
          <pc:docMk/>
          <pc:sldMk cId="3364440241" sldId="4117"/>
        </pc:sldMkLst>
        <pc:spChg chg="mod">
          <ac:chgData name="Rueff, Patrick" userId="18764095-a919-49c8-9bdd-1fdd0ff7c736" providerId="ADAL" clId="{368C24C1-9294-4163-AEA3-AB9B8E0B26C2}" dt="2025-11-09T21:30:17.875" v="1"/>
          <ac:spMkLst>
            <pc:docMk/>
            <pc:sldMk cId="3364440241" sldId="4117"/>
            <ac:spMk id="2" creationId="{A1A5E17D-CFE6-66CD-475F-B6BBF515ACCC}"/>
          </ac:spMkLst>
        </pc:spChg>
        <pc:spChg chg="mod">
          <ac:chgData name="Rueff, Patrick" userId="18764095-a919-49c8-9bdd-1fdd0ff7c736" providerId="ADAL" clId="{368C24C1-9294-4163-AEA3-AB9B8E0B26C2}" dt="2025-11-09T21:30:18.079" v="4" actId="27636"/>
          <ac:spMkLst>
            <pc:docMk/>
            <pc:sldMk cId="3364440241" sldId="4117"/>
            <ac:spMk id="3" creationId="{03BC8E28-A39E-25E6-2AB5-9A9C76E4D5CC}"/>
          </ac:spMkLst>
        </pc:spChg>
        <pc:spChg chg="mod">
          <ac:chgData name="Rueff, Patrick" userId="18764095-a919-49c8-9bdd-1fdd0ff7c736" providerId="ADAL" clId="{368C24C1-9294-4163-AEA3-AB9B8E0B26C2}" dt="2025-11-09T21:30:17.875" v="1"/>
          <ac:spMkLst>
            <pc:docMk/>
            <pc:sldMk cId="3364440241" sldId="4117"/>
            <ac:spMk id="4" creationId="{941390CF-8439-4DC1-77FE-2A8CA4C1B2C0}"/>
          </ac:spMkLst>
        </pc:spChg>
        <pc:spChg chg="del">
          <ac:chgData name="Rueff, Patrick" userId="18764095-a919-49c8-9bdd-1fdd0ff7c736" providerId="ADAL" clId="{368C24C1-9294-4163-AEA3-AB9B8E0B26C2}" dt="2025-11-09T21:30:17.875" v="1"/>
          <ac:spMkLst>
            <pc:docMk/>
            <pc:sldMk cId="3364440241" sldId="4117"/>
            <ac:spMk id="7" creationId="{D86AFC93-4A53-C96F-17EB-320497F77E17}"/>
          </ac:spMkLst>
        </pc:spChg>
        <pc:spChg chg="mod">
          <ac:chgData name="Rueff, Patrick" userId="18764095-a919-49c8-9bdd-1fdd0ff7c736" providerId="ADAL" clId="{368C24C1-9294-4163-AEA3-AB9B8E0B26C2}" dt="2025-11-09T21:30:17.875" v="1"/>
          <ac:spMkLst>
            <pc:docMk/>
            <pc:sldMk cId="3364440241" sldId="4117"/>
            <ac:spMk id="8" creationId="{960FF1A9-290B-5980-79CD-9949B88CB80D}"/>
          </ac:spMkLst>
        </pc:spChg>
      </pc:sldChg>
      <pc:sldChg chg="delSp modSp modTransition">
        <pc:chgData name="Rueff, Patrick" userId="18764095-a919-49c8-9bdd-1fdd0ff7c736" providerId="ADAL" clId="{368C24C1-9294-4163-AEA3-AB9B8E0B26C2}" dt="2025-11-09T21:30:17.875" v="1"/>
        <pc:sldMkLst>
          <pc:docMk/>
          <pc:sldMk cId="705686663" sldId="4121"/>
        </pc:sldMkLst>
        <pc:spChg chg="mod">
          <ac:chgData name="Rueff, Patrick" userId="18764095-a919-49c8-9bdd-1fdd0ff7c736" providerId="ADAL" clId="{368C24C1-9294-4163-AEA3-AB9B8E0B26C2}" dt="2025-11-09T21:30:17.875" v="1"/>
          <ac:spMkLst>
            <pc:docMk/>
            <pc:sldMk cId="705686663" sldId="4121"/>
            <ac:spMk id="2" creationId="{A1A5E17D-CFE6-66CD-475F-B6BBF515ACCC}"/>
          </ac:spMkLst>
        </pc:spChg>
        <pc:spChg chg="mod">
          <ac:chgData name="Rueff, Patrick" userId="18764095-a919-49c8-9bdd-1fdd0ff7c736" providerId="ADAL" clId="{368C24C1-9294-4163-AEA3-AB9B8E0B26C2}" dt="2025-11-09T21:30:17.875" v="1"/>
          <ac:spMkLst>
            <pc:docMk/>
            <pc:sldMk cId="705686663" sldId="4121"/>
            <ac:spMk id="4" creationId="{B35C6EFD-3B6C-90FE-9F3D-2C59F013F052}"/>
          </ac:spMkLst>
        </pc:spChg>
        <pc:spChg chg="del">
          <ac:chgData name="Rueff, Patrick" userId="18764095-a919-49c8-9bdd-1fdd0ff7c736" providerId="ADAL" clId="{368C24C1-9294-4163-AEA3-AB9B8E0B26C2}" dt="2025-11-09T21:30:17.875" v="1"/>
          <ac:spMkLst>
            <pc:docMk/>
            <pc:sldMk cId="705686663" sldId="4121"/>
            <ac:spMk id="7" creationId="{70377AD0-A055-1E5B-6DA3-E8614050729D}"/>
          </ac:spMkLst>
        </pc:spChg>
        <pc:spChg chg="mod">
          <ac:chgData name="Rueff, Patrick" userId="18764095-a919-49c8-9bdd-1fdd0ff7c736" providerId="ADAL" clId="{368C24C1-9294-4163-AEA3-AB9B8E0B26C2}" dt="2025-11-09T21:30:17.875" v="1"/>
          <ac:spMkLst>
            <pc:docMk/>
            <pc:sldMk cId="705686663" sldId="4121"/>
            <ac:spMk id="8" creationId="{BEAB8078-BFEB-017A-9F5F-D3D7789C2C2F}"/>
          </ac:spMkLst>
        </pc:spChg>
      </pc:sldChg>
      <pc:sldChg chg="delSp modSp">
        <pc:chgData name="Rueff, Patrick" userId="18764095-a919-49c8-9bdd-1fdd0ff7c736" providerId="ADAL" clId="{368C24C1-9294-4163-AEA3-AB9B8E0B26C2}" dt="2025-11-09T21:30:17.875" v="1"/>
        <pc:sldMkLst>
          <pc:docMk/>
          <pc:sldMk cId="1012296299" sldId="4127"/>
        </pc:sldMkLst>
        <pc:spChg chg="mod">
          <ac:chgData name="Rueff, Patrick" userId="18764095-a919-49c8-9bdd-1fdd0ff7c736" providerId="ADAL" clId="{368C24C1-9294-4163-AEA3-AB9B8E0B26C2}" dt="2025-11-09T21:30:17.875" v="1"/>
          <ac:spMkLst>
            <pc:docMk/>
            <pc:sldMk cId="1012296299" sldId="4127"/>
            <ac:spMk id="3" creationId="{43E58718-D88E-335F-D4AA-A62FB1E0FD0E}"/>
          </ac:spMkLst>
        </pc:spChg>
        <pc:spChg chg="del">
          <ac:chgData name="Rueff, Patrick" userId="18764095-a919-49c8-9bdd-1fdd0ff7c736" providerId="ADAL" clId="{368C24C1-9294-4163-AEA3-AB9B8E0B26C2}" dt="2025-11-09T21:30:17.875" v="1"/>
          <ac:spMkLst>
            <pc:docMk/>
            <pc:sldMk cId="1012296299" sldId="4127"/>
            <ac:spMk id="4" creationId="{55A9A7E3-CA54-FF83-4319-C47C924A34D2}"/>
          </ac:spMkLst>
        </pc:spChg>
        <pc:spChg chg="mod">
          <ac:chgData name="Rueff, Patrick" userId="18764095-a919-49c8-9bdd-1fdd0ff7c736" providerId="ADAL" clId="{368C24C1-9294-4163-AEA3-AB9B8E0B26C2}" dt="2025-11-09T21:30:17.875" v="1"/>
          <ac:spMkLst>
            <pc:docMk/>
            <pc:sldMk cId="1012296299" sldId="4127"/>
            <ac:spMk id="5" creationId="{5D61BDAB-FD22-97E4-4C4B-1975B7642CB9}"/>
          </ac:spMkLst>
        </pc:spChg>
        <pc:spChg chg="mod">
          <ac:chgData name="Rueff, Patrick" userId="18764095-a919-49c8-9bdd-1fdd0ff7c736" providerId="ADAL" clId="{368C24C1-9294-4163-AEA3-AB9B8E0B26C2}" dt="2025-11-09T21:30:17.875" v="1"/>
          <ac:spMkLst>
            <pc:docMk/>
            <pc:sldMk cId="1012296299" sldId="4127"/>
            <ac:spMk id="6" creationId="{A13D96EC-D3CC-90F7-0430-5E8666EFA5F7}"/>
          </ac:spMkLst>
        </pc:spChg>
        <pc:spChg chg="mod">
          <ac:chgData name="Rueff, Patrick" userId="18764095-a919-49c8-9bdd-1fdd0ff7c736" providerId="ADAL" clId="{368C24C1-9294-4163-AEA3-AB9B8E0B26C2}" dt="2025-11-09T21:30:17.875" v="1"/>
          <ac:spMkLst>
            <pc:docMk/>
            <pc:sldMk cId="1012296299" sldId="4127"/>
            <ac:spMk id="7" creationId="{D3A6D5FF-16B0-9A70-E88C-CDD1564977E1}"/>
          </ac:spMkLst>
        </pc:spChg>
      </pc:sldChg>
      <pc:sldChg chg="delSp modSp">
        <pc:chgData name="Rueff, Patrick" userId="18764095-a919-49c8-9bdd-1fdd0ff7c736" providerId="ADAL" clId="{368C24C1-9294-4163-AEA3-AB9B8E0B26C2}" dt="2025-11-09T21:30:17.875" v="1"/>
        <pc:sldMkLst>
          <pc:docMk/>
          <pc:sldMk cId="565043950" sldId="4129"/>
        </pc:sldMkLst>
        <pc:spChg chg="mod">
          <ac:chgData name="Rueff, Patrick" userId="18764095-a919-49c8-9bdd-1fdd0ff7c736" providerId="ADAL" clId="{368C24C1-9294-4163-AEA3-AB9B8E0B26C2}" dt="2025-11-09T21:30:17.875" v="1"/>
          <ac:spMkLst>
            <pc:docMk/>
            <pc:sldMk cId="565043950" sldId="4129"/>
            <ac:spMk id="2" creationId="{A1A5E17D-CFE6-66CD-475F-B6BBF515ACCC}"/>
          </ac:spMkLst>
        </pc:spChg>
        <pc:spChg chg="mod">
          <ac:chgData name="Rueff, Patrick" userId="18764095-a919-49c8-9bdd-1fdd0ff7c736" providerId="ADAL" clId="{368C24C1-9294-4163-AEA3-AB9B8E0B26C2}" dt="2025-11-09T21:30:17.875" v="1"/>
          <ac:spMkLst>
            <pc:docMk/>
            <pc:sldMk cId="565043950" sldId="4129"/>
            <ac:spMk id="5" creationId="{CB160DCC-5F7E-6852-1EE6-26C34EDBE879}"/>
          </ac:spMkLst>
        </pc:spChg>
        <pc:spChg chg="del">
          <ac:chgData name="Rueff, Patrick" userId="18764095-a919-49c8-9bdd-1fdd0ff7c736" providerId="ADAL" clId="{368C24C1-9294-4163-AEA3-AB9B8E0B26C2}" dt="2025-11-09T21:30:17.875" v="1"/>
          <ac:spMkLst>
            <pc:docMk/>
            <pc:sldMk cId="565043950" sldId="4129"/>
            <ac:spMk id="6" creationId="{5CC85CB5-57DB-73C4-585E-72A238F1615F}"/>
          </ac:spMkLst>
        </pc:spChg>
        <pc:spChg chg="mod">
          <ac:chgData name="Rueff, Patrick" userId="18764095-a919-49c8-9bdd-1fdd0ff7c736" providerId="ADAL" clId="{368C24C1-9294-4163-AEA3-AB9B8E0B26C2}" dt="2025-11-09T21:30:17.875" v="1"/>
          <ac:spMkLst>
            <pc:docMk/>
            <pc:sldMk cId="565043950" sldId="4129"/>
            <ac:spMk id="7" creationId="{FEB329FF-7B3C-5319-F614-D72B49D89844}"/>
          </ac:spMkLst>
        </pc:spChg>
      </pc:sldChg>
      <pc:sldChg chg="modSp mod">
        <pc:chgData name="Rueff, Patrick" userId="18764095-a919-49c8-9bdd-1fdd0ff7c736" providerId="ADAL" clId="{368C24C1-9294-4163-AEA3-AB9B8E0B26C2}" dt="2025-11-09T21:31:40.393" v="27" actId="27636"/>
        <pc:sldMkLst>
          <pc:docMk/>
          <pc:sldMk cId="757075256" sldId="4132"/>
        </pc:sldMkLst>
        <pc:spChg chg="mod">
          <ac:chgData name="Rueff, Patrick" userId="18764095-a919-49c8-9bdd-1fdd0ff7c736" providerId="ADAL" clId="{368C24C1-9294-4163-AEA3-AB9B8E0B26C2}" dt="2025-11-09T21:30:17.875" v="1"/>
          <ac:spMkLst>
            <pc:docMk/>
            <pc:sldMk cId="757075256" sldId="4132"/>
            <ac:spMk id="2" creationId="{842A8B9C-93EB-F4D9-5D88-FD33DFCBF1EE}"/>
          </ac:spMkLst>
        </pc:spChg>
        <pc:spChg chg="mod">
          <ac:chgData name="Rueff, Patrick" userId="18764095-a919-49c8-9bdd-1fdd0ff7c736" providerId="ADAL" clId="{368C24C1-9294-4163-AEA3-AB9B8E0B26C2}" dt="2025-11-09T21:31:40.393" v="27" actId="27636"/>
          <ac:spMkLst>
            <pc:docMk/>
            <pc:sldMk cId="757075256" sldId="4132"/>
            <ac:spMk id="3" creationId="{253523DA-B3DB-7CA1-CB4B-23587F1BB7F6}"/>
          </ac:spMkLst>
        </pc:spChg>
        <pc:spChg chg="mod">
          <ac:chgData name="Rueff, Patrick" userId="18764095-a919-49c8-9bdd-1fdd0ff7c736" providerId="ADAL" clId="{368C24C1-9294-4163-AEA3-AB9B8E0B26C2}" dt="2025-11-09T21:30:17.875" v="1"/>
          <ac:spMkLst>
            <pc:docMk/>
            <pc:sldMk cId="757075256" sldId="4132"/>
            <ac:spMk id="4" creationId="{1857A459-90D5-EDEF-448D-4A4F7BE8B806}"/>
          </ac:spMkLst>
        </pc:spChg>
        <pc:spChg chg="mod">
          <ac:chgData name="Rueff, Patrick" userId="18764095-a919-49c8-9bdd-1fdd0ff7c736" providerId="ADAL" clId="{368C24C1-9294-4163-AEA3-AB9B8E0B26C2}" dt="2025-11-09T21:30:17.875" v="1"/>
          <ac:spMkLst>
            <pc:docMk/>
            <pc:sldMk cId="757075256" sldId="4132"/>
            <ac:spMk id="5" creationId="{87943297-A864-F25A-35D2-E26EA2EA5604}"/>
          </ac:spMkLst>
        </pc:spChg>
      </pc:sldChg>
      <pc:sldChg chg="delSp modSp modTransition">
        <pc:chgData name="Rueff, Patrick" userId="18764095-a919-49c8-9bdd-1fdd0ff7c736" providerId="ADAL" clId="{368C24C1-9294-4163-AEA3-AB9B8E0B26C2}" dt="2025-11-09T21:30:17.875" v="1"/>
        <pc:sldMkLst>
          <pc:docMk/>
          <pc:sldMk cId="4188149521" sldId="4133"/>
        </pc:sldMkLst>
        <pc:spChg chg="mod">
          <ac:chgData name="Rueff, Patrick" userId="18764095-a919-49c8-9bdd-1fdd0ff7c736" providerId="ADAL" clId="{368C24C1-9294-4163-AEA3-AB9B8E0B26C2}" dt="2025-11-09T21:30:17.875" v="1"/>
          <ac:spMkLst>
            <pc:docMk/>
            <pc:sldMk cId="4188149521" sldId="4133"/>
            <ac:spMk id="2" creationId="{FA9885F8-D693-4F53-E6B8-FA22612EA0A3}"/>
          </ac:spMkLst>
        </pc:spChg>
        <pc:spChg chg="mod">
          <ac:chgData name="Rueff, Patrick" userId="18764095-a919-49c8-9bdd-1fdd0ff7c736" providerId="ADAL" clId="{368C24C1-9294-4163-AEA3-AB9B8E0B26C2}" dt="2025-11-09T21:30:17.875" v="1"/>
          <ac:spMkLst>
            <pc:docMk/>
            <pc:sldMk cId="4188149521" sldId="4133"/>
            <ac:spMk id="5" creationId="{46BE4F95-5930-6E0A-0978-96797F215589}"/>
          </ac:spMkLst>
        </pc:spChg>
        <pc:spChg chg="mod">
          <ac:chgData name="Rueff, Patrick" userId="18764095-a919-49c8-9bdd-1fdd0ff7c736" providerId="ADAL" clId="{368C24C1-9294-4163-AEA3-AB9B8E0B26C2}" dt="2025-11-09T21:30:17.875" v="1"/>
          <ac:spMkLst>
            <pc:docMk/>
            <pc:sldMk cId="4188149521" sldId="4133"/>
            <ac:spMk id="6" creationId="{3CEDD172-1E46-2537-0643-2464F2711021}"/>
          </ac:spMkLst>
        </pc:spChg>
        <pc:spChg chg="del">
          <ac:chgData name="Rueff, Patrick" userId="18764095-a919-49c8-9bdd-1fdd0ff7c736" providerId="ADAL" clId="{368C24C1-9294-4163-AEA3-AB9B8E0B26C2}" dt="2025-11-09T21:30:17.875" v="1"/>
          <ac:spMkLst>
            <pc:docMk/>
            <pc:sldMk cId="4188149521" sldId="4133"/>
            <ac:spMk id="7" creationId="{9F5EA457-7045-D4CD-35ED-2CFDBDF11618}"/>
          </ac:spMkLst>
        </pc:spChg>
        <pc:spChg chg="mod">
          <ac:chgData name="Rueff, Patrick" userId="18764095-a919-49c8-9bdd-1fdd0ff7c736" providerId="ADAL" clId="{368C24C1-9294-4163-AEA3-AB9B8E0B26C2}" dt="2025-11-09T21:30:17.875" v="1"/>
          <ac:spMkLst>
            <pc:docMk/>
            <pc:sldMk cId="4188149521" sldId="4133"/>
            <ac:spMk id="8" creationId="{7F98BE1D-EA1A-7D38-EC07-B97D4FD95BD9}"/>
          </ac:spMkLst>
        </pc:spChg>
      </pc:sldChg>
      <pc:sldChg chg="delSp modSp mod modTransition">
        <pc:chgData name="Rueff, Patrick" userId="18764095-a919-49c8-9bdd-1fdd0ff7c736" providerId="ADAL" clId="{368C24C1-9294-4163-AEA3-AB9B8E0B26C2}" dt="2025-11-09T21:30:18.068" v="3" actId="27636"/>
        <pc:sldMkLst>
          <pc:docMk/>
          <pc:sldMk cId="3534539054" sldId="4134"/>
        </pc:sldMkLst>
        <pc:spChg chg="mod">
          <ac:chgData name="Rueff, Patrick" userId="18764095-a919-49c8-9bdd-1fdd0ff7c736" providerId="ADAL" clId="{368C24C1-9294-4163-AEA3-AB9B8E0B26C2}" dt="2025-11-09T21:30:17.875" v="1"/>
          <ac:spMkLst>
            <pc:docMk/>
            <pc:sldMk cId="3534539054" sldId="4134"/>
            <ac:spMk id="2" creationId="{A1A5E17D-CFE6-66CD-475F-B6BBF515ACCC}"/>
          </ac:spMkLst>
        </pc:spChg>
        <pc:spChg chg="mod">
          <ac:chgData name="Rueff, Patrick" userId="18764095-a919-49c8-9bdd-1fdd0ff7c736" providerId="ADAL" clId="{368C24C1-9294-4163-AEA3-AB9B8E0B26C2}" dt="2025-11-09T21:30:18.068" v="3" actId="27636"/>
          <ac:spMkLst>
            <pc:docMk/>
            <pc:sldMk cId="3534539054" sldId="4134"/>
            <ac:spMk id="3" creationId="{03BC8E28-A39E-25E6-2AB5-9A9C76E4D5CC}"/>
          </ac:spMkLst>
        </pc:spChg>
        <pc:spChg chg="mod">
          <ac:chgData name="Rueff, Patrick" userId="18764095-a919-49c8-9bdd-1fdd0ff7c736" providerId="ADAL" clId="{368C24C1-9294-4163-AEA3-AB9B8E0B26C2}" dt="2025-11-09T21:30:17.875" v="1"/>
          <ac:spMkLst>
            <pc:docMk/>
            <pc:sldMk cId="3534539054" sldId="4134"/>
            <ac:spMk id="4" creationId="{DD0B1384-8E9B-B824-0B5C-FCA2BA5E0626}"/>
          </ac:spMkLst>
        </pc:spChg>
        <pc:spChg chg="del">
          <ac:chgData name="Rueff, Patrick" userId="18764095-a919-49c8-9bdd-1fdd0ff7c736" providerId="ADAL" clId="{368C24C1-9294-4163-AEA3-AB9B8E0B26C2}" dt="2025-11-09T21:30:17.875" v="1"/>
          <ac:spMkLst>
            <pc:docMk/>
            <pc:sldMk cId="3534539054" sldId="4134"/>
            <ac:spMk id="7" creationId="{7EAB9F3C-79E6-856B-7646-A907D5F2F62B}"/>
          </ac:spMkLst>
        </pc:spChg>
        <pc:spChg chg="mod">
          <ac:chgData name="Rueff, Patrick" userId="18764095-a919-49c8-9bdd-1fdd0ff7c736" providerId="ADAL" clId="{368C24C1-9294-4163-AEA3-AB9B8E0B26C2}" dt="2025-11-09T21:30:17.875" v="1"/>
          <ac:spMkLst>
            <pc:docMk/>
            <pc:sldMk cId="3534539054" sldId="4134"/>
            <ac:spMk id="8" creationId="{C9583495-8CF5-0833-0AA6-2A642FD6FE34}"/>
          </ac:spMkLst>
        </pc:spChg>
      </pc:sldChg>
      <pc:sldChg chg="modSp mod">
        <pc:chgData name="Rueff, Patrick" userId="18764095-a919-49c8-9bdd-1fdd0ff7c736" providerId="ADAL" clId="{368C24C1-9294-4163-AEA3-AB9B8E0B26C2}" dt="2025-11-09T21:31:40.387" v="26" actId="27636"/>
        <pc:sldMkLst>
          <pc:docMk/>
          <pc:sldMk cId="2433048535" sldId="4137"/>
        </pc:sldMkLst>
        <pc:spChg chg="mod">
          <ac:chgData name="Rueff, Patrick" userId="18764095-a919-49c8-9bdd-1fdd0ff7c736" providerId="ADAL" clId="{368C24C1-9294-4163-AEA3-AB9B8E0B26C2}" dt="2025-11-09T21:30:17.875" v="1"/>
          <ac:spMkLst>
            <pc:docMk/>
            <pc:sldMk cId="2433048535" sldId="4137"/>
            <ac:spMk id="2" creationId="{842A8B9C-93EB-F4D9-5D88-FD33DFCBF1EE}"/>
          </ac:spMkLst>
        </pc:spChg>
        <pc:spChg chg="mod">
          <ac:chgData name="Rueff, Patrick" userId="18764095-a919-49c8-9bdd-1fdd0ff7c736" providerId="ADAL" clId="{368C24C1-9294-4163-AEA3-AB9B8E0B26C2}" dt="2025-11-09T21:31:40.387" v="26" actId="27636"/>
          <ac:spMkLst>
            <pc:docMk/>
            <pc:sldMk cId="2433048535" sldId="4137"/>
            <ac:spMk id="3" creationId="{253523DA-B3DB-7CA1-CB4B-23587F1BB7F6}"/>
          </ac:spMkLst>
        </pc:spChg>
        <pc:spChg chg="mod">
          <ac:chgData name="Rueff, Patrick" userId="18764095-a919-49c8-9bdd-1fdd0ff7c736" providerId="ADAL" clId="{368C24C1-9294-4163-AEA3-AB9B8E0B26C2}" dt="2025-11-09T21:30:17.875" v="1"/>
          <ac:spMkLst>
            <pc:docMk/>
            <pc:sldMk cId="2433048535" sldId="4137"/>
            <ac:spMk id="4" creationId="{0E183960-1C7E-F0F0-8738-D5180FD591DB}"/>
          </ac:spMkLst>
        </pc:spChg>
        <pc:spChg chg="mod">
          <ac:chgData name="Rueff, Patrick" userId="18764095-a919-49c8-9bdd-1fdd0ff7c736" providerId="ADAL" clId="{368C24C1-9294-4163-AEA3-AB9B8E0B26C2}" dt="2025-11-09T21:30:17.875" v="1"/>
          <ac:spMkLst>
            <pc:docMk/>
            <pc:sldMk cId="2433048535" sldId="4137"/>
            <ac:spMk id="5" creationId="{A10F2977-F9B4-4255-1C5A-15B96C28968A}"/>
          </ac:spMkLst>
        </pc:spChg>
      </pc:sldChg>
      <pc:sldChg chg="modSp mod modAnim">
        <pc:chgData name="Rueff, Patrick" userId="18764095-a919-49c8-9bdd-1fdd0ff7c736" providerId="ADAL" clId="{368C24C1-9294-4163-AEA3-AB9B8E0B26C2}" dt="2025-11-09T21:44:07.142" v="855" actId="20577"/>
        <pc:sldMkLst>
          <pc:docMk/>
          <pc:sldMk cId="3739717270" sldId="4138"/>
        </pc:sldMkLst>
        <pc:spChg chg="mod">
          <ac:chgData name="Rueff, Patrick" userId="18764095-a919-49c8-9bdd-1fdd0ff7c736" providerId="ADAL" clId="{368C24C1-9294-4163-AEA3-AB9B8E0B26C2}" dt="2025-11-09T21:40:31.501" v="410" actId="20577"/>
          <ac:spMkLst>
            <pc:docMk/>
            <pc:sldMk cId="3739717270" sldId="4138"/>
            <ac:spMk id="63" creationId="{7965B61E-9212-BB4F-9608-B1E6D0120532}"/>
          </ac:spMkLst>
        </pc:spChg>
        <pc:spChg chg="mod">
          <ac:chgData name="Rueff, Patrick" userId="18764095-a919-49c8-9bdd-1fdd0ff7c736" providerId="ADAL" clId="{368C24C1-9294-4163-AEA3-AB9B8E0B26C2}" dt="2025-11-09T21:36:32.269" v="52" actId="20577"/>
          <ac:spMkLst>
            <pc:docMk/>
            <pc:sldMk cId="3739717270" sldId="4138"/>
            <ac:spMk id="64" creationId="{ED5BC29D-2601-0A4C-9E30-75B88D1C1443}"/>
          </ac:spMkLst>
        </pc:spChg>
        <pc:spChg chg="mod">
          <ac:chgData name="Rueff, Patrick" userId="18764095-a919-49c8-9bdd-1fdd0ff7c736" providerId="ADAL" clId="{368C24C1-9294-4163-AEA3-AB9B8E0B26C2}" dt="2025-11-09T21:39:29.374" v="276" actId="20577"/>
          <ac:spMkLst>
            <pc:docMk/>
            <pc:sldMk cId="3739717270" sldId="4138"/>
            <ac:spMk id="67" creationId="{EA75FF84-D7A3-5140-8E52-07E8B01EDC14}"/>
          </ac:spMkLst>
        </pc:spChg>
        <pc:spChg chg="mod">
          <ac:chgData name="Rueff, Patrick" userId="18764095-a919-49c8-9bdd-1fdd0ff7c736" providerId="ADAL" clId="{368C24C1-9294-4163-AEA3-AB9B8E0B26C2}" dt="2025-11-09T21:38:20.886" v="125" actId="20577"/>
          <ac:spMkLst>
            <pc:docMk/>
            <pc:sldMk cId="3739717270" sldId="4138"/>
            <ac:spMk id="68" creationId="{8445BE4B-F1DC-784A-945D-B22ACAC1C81C}"/>
          </ac:spMkLst>
        </pc:spChg>
        <pc:spChg chg="mod">
          <ac:chgData name="Rueff, Patrick" userId="18764095-a919-49c8-9bdd-1fdd0ff7c736" providerId="ADAL" clId="{368C24C1-9294-4163-AEA3-AB9B8E0B26C2}" dt="2025-11-09T21:41:56.661" v="598" actId="20577"/>
          <ac:spMkLst>
            <pc:docMk/>
            <pc:sldMk cId="3739717270" sldId="4138"/>
            <ac:spMk id="70" creationId="{EF241A48-708C-744E-9930-4E7DB74CADBE}"/>
          </ac:spMkLst>
        </pc:spChg>
        <pc:spChg chg="mod">
          <ac:chgData name="Rueff, Patrick" userId="18764095-a919-49c8-9bdd-1fdd0ff7c736" providerId="ADAL" clId="{368C24C1-9294-4163-AEA3-AB9B8E0B26C2}" dt="2025-11-09T21:36:58.582" v="85" actId="20577"/>
          <ac:spMkLst>
            <pc:docMk/>
            <pc:sldMk cId="3739717270" sldId="4138"/>
            <ac:spMk id="71" creationId="{AD84C3D5-2531-1B4F-860A-C867459D19E3}"/>
          </ac:spMkLst>
        </pc:spChg>
        <pc:spChg chg="mod">
          <ac:chgData name="Rueff, Patrick" userId="18764095-a919-49c8-9bdd-1fdd0ff7c736" providerId="ADAL" clId="{368C24C1-9294-4163-AEA3-AB9B8E0B26C2}" dt="2025-11-09T21:43:15.358" v="702" actId="20577"/>
          <ac:spMkLst>
            <pc:docMk/>
            <pc:sldMk cId="3739717270" sldId="4138"/>
            <ac:spMk id="73" creationId="{AEB41844-093F-424B-B804-22AC2D875B64}"/>
          </ac:spMkLst>
        </pc:spChg>
        <pc:spChg chg="mod">
          <ac:chgData name="Rueff, Patrick" userId="18764095-a919-49c8-9bdd-1fdd0ff7c736" providerId="ADAL" clId="{368C24C1-9294-4163-AEA3-AB9B8E0B26C2}" dt="2025-11-09T21:37:08.677" v="87"/>
          <ac:spMkLst>
            <pc:docMk/>
            <pc:sldMk cId="3739717270" sldId="4138"/>
            <ac:spMk id="74" creationId="{9A5F261D-A0B8-D34C-9566-60C9197D42AA}"/>
          </ac:spMkLst>
        </pc:spChg>
        <pc:spChg chg="mod">
          <ac:chgData name="Rueff, Patrick" userId="18764095-a919-49c8-9bdd-1fdd0ff7c736" providerId="ADAL" clId="{368C24C1-9294-4163-AEA3-AB9B8E0B26C2}" dt="2025-11-09T21:44:07.142" v="855" actId="20577"/>
          <ac:spMkLst>
            <pc:docMk/>
            <pc:sldMk cId="3739717270" sldId="4138"/>
            <ac:spMk id="76" creationId="{4A8A59D3-0008-41B7-AD68-16EFC210DE05}"/>
          </ac:spMkLst>
        </pc:spChg>
        <pc:spChg chg="mod">
          <ac:chgData name="Rueff, Patrick" userId="18764095-a919-49c8-9bdd-1fdd0ff7c736" providerId="ADAL" clId="{368C24C1-9294-4163-AEA3-AB9B8E0B26C2}" dt="2025-11-09T21:37:20.175" v="113" actId="20577"/>
          <ac:spMkLst>
            <pc:docMk/>
            <pc:sldMk cId="3739717270" sldId="4138"/>
            <ac:spMk id="77" creationId="{665DD572-7E1F-1DE5-32A4-90E853D005ED}"/>
          </ac:spMkLst>
        </pc:spChg>
      </pc:sldChg>
      <pc:sldChg chg="delSp modSp">
        <pc:chgData name="Rueff, Patrick" userId="18764095-a919-49c8-9bdd-1fdd0ff7c736" providerId="ADAL" clId="{368C24C1-9294-4163-AEA3-AB9B8E0B26C2}" dt="2025-11-09T21:30:17.875" v="1"/>
        <pc:sldMkLst>
          <pc:docMk/>
          <pc:sldMk cId="974431511" sldId="4150"/>
        </pc:sldMkLst>
        <pc:spChg chg="mod">
          <ac:chgData name="Rueff, Patrick" userId="18764095-a919-49c8-9bdd-1fdd0ff7c736" providerId="ADAL" clId="{368C24C1-9294-4163-AEA3-AB9B8E0B26C2}" dt="2025-11-09T21:30:17.875" v="1"/>
          <ac:spMkLst>
            <pc:docMk/>
            <pc:sldMk cId="974431511" sldId="4150"/>
            <ac:spMk id="3" creationId="{9D673EFC-20DE-1933-0AC2-9D107F024733}"/>
          </ac:spMkLst>
        </pc:spChg>
        <pc:spChg chg="del">
          <ac:chgData name="Rueff, Patrick" userId="18764095-a919-49c8-9bdd-1fdd0ff7c736" providerId="ADAL" clId="{368C24C1-9294-4163-AEA3-AB9B8E0B26C2}" dt="2025-11-09T21:30:17.875" v="1"/>
          <ac:spMkLst>
            <pc:docMk/>
            <pc:sldMk cId="974431511" sldId="4150"/>
            <ac:spMk id="7" creationId="{51747E4D-765B-4447-86BA-562360F32DDF}"/>
          </ac:spMkLst>
        </pc:spChg>
        <pc:spChg chg="mod">
          <ac:chgData name="Rueff, Patrick" userId="18764095-a919-49c8-9bdd-1fdd0ff7c736" providerId="ADAL" clId="{368C24C1-9294-4163-AEA3-AB9B8E0B26C2}" dt="2025-11-09T21:30:17.875" v="1"/>
          <ac:spMkLst>
            <pc:docMk/>
            <pc:sldMk cId="974431511" sldId="4150"/>
            <ac:spMk id="8" creationId="{1032A5A0-D3BA-5F1D-A4FE-B0244228A2A9}"/>
          </ac:spMkLst>
        </pc:spChg>
      </pc:sldChg>
      <pc:sldChg chg="modSp mod">
        <pc:chgData name="Rueff, Patrick" userId="18764095-a919-49c8-9bdd-1fdd0ff7c736" providerId="ADAL" clId="{368C24C1-9294-4163-AEA3-AB9B8E0B26C2}" dt="2025-11-09T21:35:57.132" v="39" actId="207"/>
        <pc:sldMkLst>
          <pc:docMk/>
          <pc:sldMk cId="590994267" sldId="4153"/>
        </pc:sldMkLst>
        <pc:spChg chg="mod">
          <ac:chgData name="Rueff, Patrick" userId="18764095-a919-49c8-9bdd-1fdd0ff7c736" providerId="ADAL" clId="{368C24C1-9294-4163-AEA3-AB9B8E0B26C2}" dt="2025-11-09T21:35:57.132" v="39" actId="207"/>
          <ac:spMkLst>
            <pc:docMk/>
            <pc:sldMk cId="590994267" sldId="4153"/>
            <ac:spMk id="2" creationId="{18EAE7E9-1B1C-71E4-A315-8CDF3FA33735}"/>
          </ac:spMkLst>
        </pc:spChg>
      </pc:sldChg>
      <pc:sldMasterChg chg="delSp modSp mod modSldLayout">
        <pc:chgData name="Rueff, Patrick" userId="18764095-a919-49c8-9bdd-1fdd0ff7c736" providerId="ADAL" clId="{368C24C1-9294-4163-AEA3-AB9B8E0B26C2}" dt="2025-11-09T21:34:06.099" v="35" actId="14100"/>
        <pc:sldMasterMkLst>
          <pc:docMk/>
          <pc:sldMasterMk cId="118604340" sldId="2147483660"/>
        </pc:sldMasterMkLst>
        <pc:spChg chg="del">
          <ac:chgData name="Rueff, Patrick" userId="18764095-a919-49c8-9bdd-1fdd0ff7c736" providerId="ADAL" clId="{368C24C1-9294-4163-AEA3-AB9B8E0B26C2}" dt="2025-11-09T21:31:01.782" v="8" actId="478"/>
          <ac:spMkLst>
            <pc:docMk/>
            <pc:sldMasterMk cId="118604340" sldId="2147483660"/>
            <ac:spMk id="2" creationId="{D6AEC5CB-47DA-1E42-82B4-072AE85C1ABD}"/>
          </ac:spMkLst>
        </pc:spChg>
        <pc:spChg chg="del">
          <ac:chgData name="Rueff, Patrick" userId="18764095-a919-49c8-9bdd-1fdd0ff7c736" providerId="ADAL" clId="{368C24C1-9294-4163-AEA3-AB9B8E0B26C2}" dt="2025-11-09T21:31:00.349" v="7" actId="478"/>
          <ac:spMkLst>
            <pc:docMk/>
            <pc:sldMasterMk cId="118604340" sldId="2147483660"/>
            <ac:spMk id="3" creationId="{9723ADC0-B86C-FA4E-A1F8-CD5534ADC953}"/>
          </ac:spMkLst>
        </pc:spChg>
        <pc:spChg chg="del">
          <ac:chgData name="Rueff, Patrick" userId="18764095-a919-49c8-9bdd-1fdd0ff7c736" providerId="ADAL" clId="{368C24C1-9294-4163-AEA3-AB9B8E0B26C2}" dt="2025-11-09T21:30:59.389" v="6" actId="478"/>
          <ac:spMkLst>
            <pc:docMk/>
            <pc:sldMasterMk cId="118604340" sldId="2147483660"/>
            <ac:spMk id="4" creationId="{182C53F4-9D99-C247-AABB-C21FE4AA17BB}"/>
          </ac:spMkLst>
        </pc:spChg>
        <pc:spChg chg="del">
          <ac:chgData name="Rueff, Patrick" userId="18764095-a919-49c8-9bdd-1fdd0ff7c736" providerId="ADAL" clId="{368C24C1-9294-4163-AEA3-AB9B8E0B26C2}" dt="2025-11-09T21:30:57.365" v="5" actId="478"/>
          <ac:spMkLst>
            <pc:docMk/>
            <pc:sldMasterMk cId="118604340" sldId="2147483660"/>
            <ac:spMk id="5" creationId="{27F7321B-9545-974A-A39D-14B242B768E5}"/>
          </ac:spMkLst>
        </pc:spChg>
        <pc:spChg chg="del">
          <ac:chgData name="Rueff, Patrick" userId="18764095-a919-49c8-9bdd-1fdd0ff7c736" providerId="ADAL" clId="{368C24C1-9294-4163-AEA3-AB9B8E0B26C2}" dt="2025-11-09T21:31:04.941" v="9" actId="478"/>
          <ac:spMkLst>
            <pc:docMk/>
            <pc:sldMasterMk cId="118604340" sldId="2147483660"/>
            <ac:spMk id="6" creationId="{327E9B26-A5E3-184B-94F3-81606D43C5BB}"/>
          </ac:spMkLst>
        </pc:spChg>
        <pc:spChg chg="mod">
          <ac:chgData name="Rueff, Patrick" userId="18764095-a919-49c8-9bdd-1fdd0ff7c736" providerId="ADAL" clId="{368C24C1-9294-4163-AEA3-AB9B8E0B26C2}" dt="2025-11-09T21:34:06.099" v="35" actId="14100"/>
          <ac:spMkLst>
            <pc:docMk/>
            <pc:sldMasterMk cId="118604340" sldId="2147483660"/>
            <ac:spMk id="8" creationId="{69C42953-D65C-ADF0-6BBD-5BD3A9CE18FC}"/>
          </ac:spMkLst>
        </pc:spChg>
        <pc:sldLayoutChg chg="delSp mod">
          <pc:chgData name="Rueff, Patrick" userId="18764095-a919-49c8-9bdd-1fdd0ff7c736" providerId="ADAL" clId="{368C24C1-9294-4163-AEA3-AB9B8E0B26C2}" dt="2025-11-09T21:31:09.716" v="12" actId="478"/>
          <pc:sldLayoutMkLst>
            <pc:docMk/>
            <pc:sldMasterMk cId="118604340" sldId="2147483660"/>
            <pc:sldLayoutMk cId="542576067" sldId="2147483661"/>
          </pc:sldLayoutMkLst>
          <pc:spChg chg="del">
            <ac:chgData name="Rueff, Patrick" userId="18764095-a919-49c8-9bdd-1fdd0ff7c736" providerId="ADAL" clId="{368C24C1-9294-4163-AEA3-AB9B8E0B26C2}" dt="2025-11-09T21:31:08.469" v="11" actId="478"/>
            <ac:spMkLst>
              <pc:docMk/>
              <pc:sldMasterMk cId="118604340" sldId="2147483660"/>
              <pc:sldLayoutMk cId="542576067" sldId="2147483661"/>
              <ac:spMk id="2" creationId="{48A28520-1EE5-7641-975F-0B56D698F7EE}"/>
            </ac:spMkLst>
          </pc:spChg>
          <pc:spChg chg="del">
            <ac:chgData name="Rueff, Patrick" userId="18764095-a919-49c8-9bdd-1fdd0ff7c736" providerId="ADAL" clId="{368C24C1-9294-4163-AEA3-AB9B8E0B26C2}" dt="2025-11-09T21:31:09.716" v="12" actId="478"/>
            <ac:spMkLst>
              <pc:docMk/>
              <pc:sldMasterMk cId="118604340" sldId="2147483660"/>
              <pc:sldLayoutMk cId="542576067" sldId="2147483661"/>
              <ac:spMk id="3" creationId="{729CADEB-491E-2B49-B717-0421EEC4D9A7}"/>
            </ac:spMkLst>
          </pc:spChg>
          <pc:picChg chg="del">
            <ac:chgData name="Rueff, Patrick" userId="18764095-a919-49c8-9bdd-1fdd0ff7c736" providerId="ADAL" clId="{368C24C1-9294-4163-AEA3-AB9B8E0B26C2}" dt="2025-11-09T21:31:07.308" v="10" actId="478"/>
            <ac:picMkLst>
              <pc:docMk/>
              <pc:sldMasterMk cId="118604340" sldId="2147483660"/>
              <pc:sldLayoutMk cId="542576067" sldId="2147483661"/>
              <ac:picMk id="11" creationId="{0C7ADA74-10D6-AA4C-A9F2-24372102548E}"/>
            </ac:picMkLst>
          </pc:picChg>
        </pc:sldLayoutChg>
        <pc:sldLayoutChg chg="delSp mod">
          <pc:chgData name="Rueff, Patrick" userId="18764095-a919-49c8-9bdd-1fdd0ff7c736" providerId="ADAL" clId="{368C24C1-9294-4163-AEA3-AB9B8E0B26C2}" dt="2025-11-09T21:31:18.924" v="18" actId="478"/>
          <pc:sldLayoutMkLst>
            <pc:docMk/>
            <pc:sldMasterMk cId="118604340" sldId="2147483660"/>
            <pc:sldLayoutMk cId="4044912846" sldId="2147483665"/>
          </pc:sldLayoutMkLst>
          <pc:spChg chg="del">
            <ac:chgData name="Rueff, Patrick" userId="18764095-a919-49c8-9bdd-1fdd0ff7c736" providerId="ADAL" clId="{368C24C1-9294-4163-AEA3-AB9B8E0B26C2}" dt="2025-11-09T21:31:13.878" v="14" actId="478"/>
            <ac:spMkLst>
              <pc:docMk/>
              <pc:sldMasterMk cId="118604340" sldId="2147483660"/>
              <pc:sldLayoutMk cId="4044912846" sldId="2147483665"/>
              <ac:spMk id="2" creationId="{812D3AF6-B559-BB4F-AF7A-C6132FB447B8}"/>
            </ac:spMkLst>
          </pc:spChg>
          <pc:spChg chg="del">
            <ac:chgData name="Rueff, Patrick" userId="18764095-a919-49c8-9bdd-1fdd0ff7c736" providerId="ADAL" clId="{368C24C1-9294-4163-AEA3-AB9B8E0B26C2}" dt="2025-11-09T21:31:12.749" v="13" actId="478"/>
            <ac:spMkLst>
              <pc:docMk/>
              <pc:sldMasterMk cId="118604340" sldId="2147483660"/>
              <pc:sldLayoutMk cId="4044912846" sldId="2147483665"/>
              <ac:spMk id="3" creationId="{ACBC22E1-FEE5-2945-8DA1-485207811CEF}"/>
            </ac:spMkLst>
          </pc:spChg>
          <pc:spChg chg="del">
            <ac:chgData name="Rueff, Patrick" userId="18764095-a919-49c8-9bdd-1fdd0ff7c736" providerId="ADAL" clId="{368C24C1-9294-4163-AEA3-AB9B8E0B26C2}" dt="2025-11-09T21:31:17.903" v="17" actId="478"/>
            <ac:spMkLst>
              <pc:docMk/>
              <pc:sldMasterMk cId="118604340" sldId="2147483660"/>
              <pc:sldLayoutMk cId="4044912846" sldId="2147483665"/>
              <ac:spMk id="6" creationId="{5C7F1FDD-F871-164F-9414-06F44968DB08}"/>
            </ac:spMkLst>
          </pc:spChg>
          <pc:spChg chg="del">
            <ac:chgData name="Rueff, Patrick" userId="18764095-a919-49c8-9bdd-1fdd0ff7c736" providerId="ADAL" clId="{368C24C1-9294-4163-AEA3-AB9B8E0B26C2}" dt="2025-11-09T21:31:18.924" v="18" actId="478"/>
            <ac:spMkLst>
              <pc:docMk/>
              <pc:sldMasterMk cId="118604340" sldId="2147483660"/>
              <pc:sldLayoutMk cId="4044912846" sldId="2147483665"/>
              <ac:spMk id="7" creationId="{22D60D19-A5D1-474C-9692-0629E81D731D}"/>
            </ac:spMkLst>
          </pc:spChg>
          <pc:picChg chg="del">
            <ac:chgData name="Rueff, Patrick" userId="18764095-a919-49c8-9bdd-1fdd0ff7c736" providerId="ADAL" clId="{368C24C1-9294-4163-AEA3-AB9B8E0B26C2}" dt="2025-11-09T21:31:16.544" v="16" actId="478"/>
            <ac:picMkLst>
              <pc:docMk/>
              <pc:sldMasterMk cId="118604340" sldId="2147483660"/>
              <pc:sldLayoutMk cId="4044912846" sldId="2147483665"/>
              <ac:picMk id="8" creationId="{BD32DA4E-A7D6-E74A-85B4-913765607138}"/>
            </ac:picMkLst>
          </pc:picChg>
          <pc:cxnChg chg="del">
            <ac:chgData name="Rueff, Patrick" userId="18764095-a919-49c8-9bdd-1fdd0ff7c736" providerId="ADAL" clId="{368C24C1-9294-4163-AEA3-AB9B8E0B26C2}" dt="2025-11-09T21:31:14.632" v="15" actId="478"/>
            <ac:cxnSpMkLst>
              <pc:docMk/>
              <pc:sldMasterMk cId="118604340" sldId="2147483660"/>
              <pc:sldLayoutMk cId="4044912846" sldId="2147483665"/>
              <ac:cxnSpMk id="10" creationId="{880C6AFD-A7CD-0141-BCF8-28D2C3FD2900}"/>
            </ac:cxnSpMkLst>
          </pc:cxnChg>
        </pc:sldLayoutChg>
        <pc:sldLayoutChg chg="delSp modSp mod">
          <pc:chgData name="Rueff, Patrick" userId="18764095-a919-49c8-9bdd-1fdd0ff7c736" providerId="ADAL" clId="{368C24C1-9294-4163-AEA3-AB9B8E0B26C2}" dt="2025-11-09T21:31:26.021" v="22" actId="478"/>
          <pc:sldLayoutMkLst>
            <pc:docMk/>
            <pc:sldMasterMk cId="118604340" sldId="2147483660"/>
            <pc:sldLayoutMk cId="232202172" sldId="2147483668"/>
          </pc:sldLayoutMkLst>
          <pc:spChg chg="del mod">
            <ac:chgData name="Rueff, Patrick" userId="18764095-a919-49c8-9bdd-1fdd0ff7c736" providerId="ADAL" clId="{368C24C1-9294-4163-AEA3-AB9B8E0B26C2}" dt="2025-11-09T21:31:25.036" v="21" actId="478"/>
            <ac:spMkLst>
              <pc:docMk/>
              <pc:sldMasterMk cId="118604340" sldId="2147483660"/>
              <pc:sldLayoutMk cId="232202172" sldId="2147483668"/>
              <ac:spMk id="5" creationId="{1695FF34-BA20-9F45-9A21-DA092F16AADC}"/>
            </ac:spMkLst>
          </pc:spChg>
          <pc:spChg chg="del">
            <ac:chgData name="Rueff, Patrick" userId="18764095-a919-49c8-9bdd-1fdd0ff7c736" providerId="ADAL" clId="{368C24C1-9294-4163-AEA3-AB9B8E0B26C2}" dt="2025-11-09T21:31:26.021" v="22" actId="478"/>
            <ac:spMkLst>
              <pc:docMk/>
              <pc:sldMasterMk cId="118604340" sldId="2147483660"/>
              <pc:sldLayoutMk cId="232202172" sldId="2147483668"/>
              <ac:spMk id="9" creationId="{85745839-FC15-AF4F-ADB1-B2ED3BEC747E}"/>
            </ac:spMkLst>
          </pc:spChg>
          <pc:picChg chg="del">
            <ac:chgData name="Rueff, Patrick" userId="18764095-a919-49c8-9bdd-1fdd0ff7c736" providerId="ADAL" clId="{368C24C1-9294-4163-AEA3-AB9B8E0B26C2}" dt="2025-11-09T21:31:22.308" v="19" actId="478"/>
            <ac:picMkLst>
              <pc:docMk/>
              <pc:sldMasterMk cId="118604340" sldId="2147483660"/>
              <pc:sldLayoutMk cId="232202172" sldId="2147483668"/>
              <ac:picMk id="7" creationId="{92B8A771-053B-F549-B701-72A71FAB6C43}"/>
            </ac:picMkLst>
          </pc:picChg>
        </pc:sldLayoutChg>
        <pc:sldLayoutChg chg="delSp mod">
          <pc:chgData name="Rueff, Patrick" userId="18764095-a919-49c8-9bdd-1fdd0ff7c736" providerId="ADAL" clId="{368C24C1-9294-4163-AEA3-AB9B8E0B26C2}" dt="2025-11-09T21:31:34.125" v="23" actId="478"/>
          <pc:sldLayoutMkLst>
            <pc:docMk/>
            <pc:sldMasterMk cId="118604340" sldId="2147483660"/>
            <pc:sldLayoutMk cId="2421886752" sldId="2147483792"/>
          </pc:sldLayoutMkLst>
          <pc:spChg chg="del">
            <ac:chgData name="Rueff, Patrick" userId="18764095-a919-49c8-9bdd-1fdd0ff7c736" providerId="ADAL" clId="{368C24C1-9294-4163-AEA3-AB9B8E0B26C2}" dt="2025-11-09T21:31:34.125" v="23" actId="478"/>
            <ac:spMkLst>
              <pc:docMk/>
              <pc:sldMasterMk cId="118604340" sldId="2147483660"/>
              <pc:sldLayoutMk cId="2421886752" sldId="2147483792"/>
              <ac:spMk id="2" creationId="{C4165941-2CAD-E22E-F036-1A844889D0EA}"/>
            </ac:spMkLst>
          </pc:spChg>
        </pc:sldLayoutChg>
        <pc:sldLayoutChg chg="delSp modSp mod setBg">
          <pc:chgData name="Rueff, Patrick" userId="18764095-a919-49c8-9bdd-1fdd0ff7c736" providerId="ADAL" clId="{368C24C1-9294-4163-AEA3-AB9B8E0B26C2}" dt="2025-11-09T21:31:54.227" v="31"/>
          <pc:sldLayoutMkLst>
            <pc:docMk/>
            <pc:sldMasterMk cId="118604340" sldId="2147483660"/>
            <pc:sldLayoutMk cId="1310282333" sldId="2147483793"/>
          </pc:sldLayoutMkLst>
          <pc:spChg chg="del">
            <ac:chgData name="Rueff, Patrick" userId="18764095-a919-49c8-9bdd-1fdd0ff7c736" providerId="ADAL" clId="{368C24C1-9294-4163-AEA3-AB9B8E0B26C2}" dt="2025-11-09T21:31:43.454" v="29" actId="478"/>
            <ac:spMkLst>
              <pc:docMk/>
              <pc:sldMasterMk cId="118604340" sldId="2147483660"/>
              <pc:sldLayoutMk cId="1310282333" sldId="2147483793"/>
              <ac:spMk id="2" creationId="{00000000-0000-0000-0000-000000000000}"/>
            </ac:spMkLst>
          </pc:spChg>
          <pc:spChg chg="del">
            <ac:chgData name="Rueff, Patrick" userId="18764095-a919-49c8-9bdd-1fdd0ff7c736" providerId="ADAL" clId="{368C24C1-9294-4163-AEA3-AB9B8E0B26C2}" dt="2025-11-09T21:31:37.743" v="24" actId="478"/>
            <ac:spMkLst>
              <pc:docMk/>
              <pc:sldMasterMk cId="118604340" sldId="2147483660"/>
              <pc:sldLayoutMk cId="1310282333" sldId="2147483793"/>
              <ac:spMk id="3" creationId="{00000000-0000-0000-0000-000000000000}"/>
            </ac:spMkLst>
          </pc:spChg>
          <pc:spChg chg="del">
            <ac:chgData name="Rueff, Patrick" userId="18764095-a919-49c8-9bdd-1fdd0ff7c736" providerId="ADAL" clId="{368C24C1-9294-4163-AEA3-AB9B8E0B26C2}" dt="2025-11-09T21:31:46" v="30" actId="478"/>
            <ac:spMkLst>
              <pc:docMk/>
              <pc:sldMasterMk cId="118604340" sldId="2147483660"/>
              <pc:sldLayoutMk cId="1310282333" sldId="2147483793"/>
              <ac:spMk id="4" creationId="{00000000-0000-0000-0000-000000000000}"/>
            </ac:spMkLst>
          </pc:spChg>
          <pc:spChg chg="del mod">
            <ac:chgData name="Rueff, Patrick" userId="18764095-a919-49c8-9bdd-1fdd0ff7c736" providerId="ADAL" clId="{368C24C1-9294-4163-AEA3-AB9B8E0B26C2}" dt="2025-11-09T21:31:42.055" v="28" actId="478"/>
            <ac:spMkLst>
              <pc:docMk/>
              <pc:sldMasterMk cId="118604340" sldId="2147483660"/>
              <pc:sldLayoutMk cId="1310282333" sldId="2147483793"/>
              <ac:spMk id="28" creationId="{3CFBBE74-2254-684E-8F1D-95BF38413A63}"/>
            </ac:spMkLst>
          </pc:spChg>
          <pc:picChg chg="del">
            <ac:chgData name="Rueff, Patrick" userId="18764095-a919-49c8-9bdd-1fdd0ff7c736" providerId="ADAL" clId="{368C24C1-9294-4163-AEA3-AB9B8E0B26C2}" dt="2025-11-09T21:30:17.875" v="1"/>
            <ac:picMkLst>
              <pc:docMk/>
              <pc:sldMasterMk cId="118604340" sldId="2147483660"/>
              <pc:sldLayoutMk cId="1310282333" sldId="2147483793"/>
              <ac:picMk id="7" creationId="{C688BAFD-C8F7-1A43-8E2F-F49716082D71}"/>
            </ac:picMkLst>
          </pc:picChg>
        </pc:sldLayoutChg>
      </pc:sldMasterChg>
      <pc:sldMasterChg chg="del">
        <pc:chgData name="Rueff, Patrick" userId="18764095-a919-49c8-9bdd-1fdd0ff7c736" providerId="ADAL" clId="{368C24C1-9294-4163-AEA3-AB9B8E0B26C2}" dt="2025-11-09T21:30:16.816" v="0" actId="2696"/>
        <pc:sldMasterMkLst>
          <pc:docMk/>
          <pc:sldMasterMk cId="1673083631" sldId="2147483769"/>
        </pc:sldMasterMkLst>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FC934D90-B16D-FCED-D651-D4F790CCDFBB}"/>
              </a:ext>
            </a:extLst>
          </p:cNvPr>
          <p:cNvSpPr>
            <a:spLocks noGrp="1"/>
          </p:cNvSpPr>
          <p:nvPr>
            <p:ph type="hdr" sz="quarter"/>
          </p:nvPr>
        </p:nvSpPr>
        <p:spPr>
          <a:xfrm>
            <a:off x="0" y="0"/>
            <a:ext cx="4435475" cy="355600"/>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FBF96EA5-7EE5-8FA7-4D5D-FE08D6C08950}"/>
              </a:ext>
            </a:extLst>
          </p:cNvPr>
          <p:cNvSpPr>
            <a:spLocks noGrp="1"/>
          </p:cNvSpPr>
          <p:nvPr>
            <p:ph type="dt" sz="quarter" idx="1"/>
          </p:nvPr>
        </p:nvSpPr>
        <p:spPr>
          <a:xfrm>
            <a:off x="5797550" y="0"/>
            <a:ext cx="4435475" cy="355600"/>
          </a:xfrm>
          <a:prstGeom prst="rect">
            <a:avLst/>
          </a:prstGeom>
        </p:spPr>
        <p:txBody>
          <a:bodyPr vert="horz" lIns="91440" tIns="45720" rIns="91440" bIns="45720" rtlCol="0"/>
          <a:lstStyle>
            <a:lvl1pPr algn="r">
              <a:defRPr sz="1200"/>
            </a:lvl1pPr>
          </a:lstStyle>
          <a:p>
            <a:fld id="{FD0F4902-CD8D-48AF-B534-863983C31893}" type="datetimeFigureOut">
              <a:rPr lang="fr-FR" smtClean="0"/>
              <a:t>08/11/2025</a:t>
            </a:fld>
            <a:endParaRPr lang="fr-FR"/>
          </a:p>
        </p:txBody>
      </p:sp>
      <p:sp>
        <p:nvSpPr>
          <p:cNvPr id="4" name="Espace réservé du pied de page 3">
            <a:extLst>
              <a:ext uri="{FF2B5EF4-FFF2-40B4-BE49-F238E27FC236}">
                <a16:creationId xmlns:a16="http://schemas.microsoft.com/office/drawing/2014/main" id="{031402DC-FCF4-BC06-1039-C5BE5B94AC32}"/>
              </a:ext>
            </a:extLst>
          </p:cNvPr>
          <p:cNvSpPr>
            <a:spLocks noGrp="1"/>
          </p:cNvSpPr>
          <p:nvPr>
            <p:ph type="ftr" sz="quarter" idx="2"/>
          </p:nvPr>
        </p:nvSpPr>
        <p:spPr>
          <a:xfrm>
            <a:off x="0" y="6748463"/>
            <a:ext cx="4435475" cy="355600"/>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DF17DC22-E34C-7EC2-42F9-DFE346966EBD}"/>
              </a:ext>
            </a:extLst>
          </p:cNvPr>
          <p:cNvSpPr>
            <a:spLocks noGrp="1"/>
          </p:cNvSpPr>
          <p:nvPr>
            <p:ph type="sldNum" sz="quarter" idx="3"/>
          </p:nvPr>
        </p:nvSpPr>
        <p:spPr>
          <a:xfrm>
            <a:off x="5797550" y="6748463"/>
            <a:ext cx="4435475" cy="355600"/>
          </a:xfrm>
          <a:prstGeom prst="rect">
            <a:avLst/>
          </a:prstGeom>
        </p:spPr>
        <p:txBody>
          <a:bodyPr vert="horz" lIns="91440" tIns="45720" rIns="91440" bIns="45720" rtlCol="0" anchor="b"/>
          <a:lstStyle>
            <a:lvl1pPr algn="r">
              <a:defRPr sz="1200"/>
            </a:lvl1pPr>
          </a:lstStyle>
          <a:p>
            <a:fld id="{32A99340-C7B1-4E96-9A9B-39E3D1924782}" type="slidenum">
              <a:rPr lang="fr-FR" smtClean="0"/>
              <a:t>‹N°›</a:t>
            </a:fld>
            <a:endParaRPr lang="fr-FR"/>
          </a:p>
        </p:txBody>
      </p:sp>
    </p:spTree>
    <p:extLst>
      <p:ext uri="{BB962C8B-B14F-4D97-AF65-F5344CB8AC3E}">
        <p14:creationId xmlns:p14="http://schemas.microsoft.com/office/powerpoint/2010/main" val="18336045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4434999" cy="356437"/>
          </a:xfrm>
          <a:prstGeom prst="rect">
            <a:avLst/>
          </a:prstGeom>
        </p:spPr>
        <p:txBody>
          <a:bodyPr vert="horz" lIns="99075" tIns="49538" rIns="99075" bIns="49538" rtlCol="0"/>
          <a:lstStyle>
            <a:lvl1pPr algn="l">
              <a:defRPr sz="1300"/>
            </a:lvl1pPr>
          </a:lstStyle>
          <a:p>
            <a:endParaRPr lang="fr-FR"/>
          </a:p>
        </p:txBody>
      </p:sp>
      <p:sp>
        <p:nvSpPr>
          <p:cNvPr id="3" name="Espace réservé de la date 2"/>
          <p:cNvSpPr>
            <a:spLocks noGrp="1"/>
          </p:cNvSpPr>
          <p:nvPr>
            <p:ph type="dt" idx="1"/>
          </p:nvPr>
        </p:nvSpPr>
        <p:spPr>
          <a:xfrm>
            <a:off x="5797246" y="0"/>
            <a:ext cx="4434999" cy="356437"/>
          </a:xfrm>
          <a:prstGeom prst="rect">
            <a:avLst/>
          </a:prstGeom>
        </p:spPr>
        <p:txBody>
          <a:bodyPr vert="horz" lIns="99075" tIns="49538" rIns="99075" bIns="49538" rtlCol="0"/>
          <a:lstStyle>
            <a:lvl1pPr algn="r">
              <a:defRPr sz="1300"/>
            </a:lvl1pPr>
          </a:lstStyle>
          <a:p>
            <a:fld id="{1BE33B32-7080-47D7-A8FC-51758CD41DB1}" type="datetimeFigureOut">
              <a:rPr lang="fr-FR" smtClean="0"/>
              <a:t>08/11/2025</a:t>
            </a:fld>
            <a:endParaRPr lang="fr-FR"/>
          </a:p>
        </p:txBody>
      </p:sp>
      <p:sp>
        <p:nvSpPr>
          <p:cNvPr id="4" name="Espace réservé de l'image des diapositives 3"/>
          <p:cNvSpPr>
            <a:spLocks noGrp="1" noRot="1" noChangeAspect="1"/>
          </p:cNvSpPr>
          <p:nvPr>
            <p:ph type="sldImg" idx="2"/>
          </p:nvPr>
        </p:nvSpPr>
        <p:spPr>
          <a:xfrm>
            <a:off x="2986088" y="887413"/>
            <a:ext cx="4264025" cy="2398712"/>
          </a:xfrm>
          <a:prstGeom prst="rect">
            <a:avLst/>
          </a:prstGeom>
          <a:noFill/>
          <a:ln w="12700">
            <a:solidFill>
              <a:prstClr val="black"/>
            </a:solidFill>
          </a:ln>
        </p:spPr>
        <p:txBody>
          <a:bodyPr vert="horz" lIns="99075" tIns="49538" rIns="99075" bIns="49538" rtlCol="0" anchor="ctr"/>
          <a:lstStyle/>
          <a:p>
            <a:endParaRPr lang="fr-FR"/>
          </a:p>
        </p:txBody>
      </p:sp>
      <p:sp>
        <p:nvSpPr>
          <p:cNvPr id="5" name="Espace réservé des notes 4"/>
          <p:cNvSpPr>
            <a:spLocks noGrp="1"/>
          </p:cNvSpPr>
          <p:nvPr>
            <p:ph type="body" sz="quarter" idx="3"/>
          </p:nvPr>
        </p:nvSpPr>
        <p:spPr>
          <a:xfrm>
            <a:off x="1023462" y="3418830"/>
            <a:ext cx="8187690" cy="2797225"/>
          </a:xfrm>
          <a:prstGeom prst="rect">
            <a:avLst/>
          </a:prstGeom>
        </p:spPr>
        <p:txBody>
          <a:bodyPr vert="horz" lIns="99075" tIns="49538" rIns="99075" bIns="49538"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6747628"/>
            <a:ext cx="4434999" cy="356436"/>
          </a:xfrm>
          <a:prstGeom prst="rect">
            <a:avLst/>
          </a:prstGeom>
        </p:spPr>
        <p:txBody>
          <a:bodyPr vert="horz" lIns="99075" tIns="49538" rIns="99075" bIns="49538" rtlCol="0" anchor="b"/>
          <a:lstStyle>
            <a:lvl1pPr algn="l">
              <a:defRPr sz="1300"/>
            </a:lvl1pPr>
          </a:lstStyle>
          <a:p>
            <a:endParaRPr lang="fr-FR"/>
          </a:p>
        </p:txBody>
      </p:sp>
      <p:sp>
        <p:nvSpPr>
          <p:cNvPr id="7" name="Espace réservé du numéro de diapositive 6"/>
          <p:cNvSpPr>
            <a:spLocks noGrp="1"/>
          </p:cNvSpPr>
          <p:nvPr>
            <p:ph type="sldNum" sz="quarter" idx="5"/>
          </p:nvPr>
        </p:nvSpPr>
        <p:spPr>
          <a:xfrm>
            <a:off x="5797246" y="6747628"/>
            <a:ext cx="4434999" cy="356436"/>
          </a:xfrm>
          <a:prstGeom prst="rect">
            <a:avLst/>
          </a:prstGeom>
        </p:spPr>
        <p:txBody>
          <a:bodyPr vert="horz" lIns="99075" tIns="49538" rIns="99075" bIns="49538" rtlCol="0" anchor="b"/>
          <a:lstStyle>
            <a:lvl1pPr algn="r">
              <a:defRPr sz="1300"/>
            </a:lvl1pPr>
          </a:lstStyle>
          <a:p>
            <a:fld id="{E1F93ABE-D23E-45F1-8259-87ED60D145D6}" type="slidenum">
              <a:rPr lang="fr-FR" smtClean="0"/>
              <a:t>‹N°›</a:t>
            </a:fld>
            <a:endParaRPr lang="fr-FR"/>
          </a:p>
        </p:txBody>
      </p:sp>
    </p:spTree>
    <p:extLst>
      <p:ext uri="{BB962C8B-B14F-4D97-AF65-F5344CB8AC3E}">
        <p14:creationId xmlns:p14="http://schemas.microsoft.com/office/powerpoint/2010/main" val="5976768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1F93ABE-D23E-45F1-8259-87ED60D145D6}" type="slidenum">
              <a:rPr lang="fr-FR" smtClean="0"/>
              <a:t>2</a:t>
            </a:fld>
            <a:endParaRPr lang="fr-FR" dirty="0"/>
          </a:p>
        </p:txBody>
      </p:sp>
    </p:spTree>
    <p:extLst>
      <p:ext uri="{BB962C8B-B14F-4D97-AF65-F5344CB8AC3E}">
        <p14:creationId xmlns:p14="http://schemas.microsoft.com/office/powerpoint/2010/main" val="19035861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1F93ABE-D23E-45F1-8259-87ED60D145D6}" type="slidenum">
              <a:rPr lang="fr-FR" smtClean="0"/>
              <a:t>3</a:t>
            </a:fld>
            <a:endParaRPr lang="fr-FR" dirty="0"/>
          </a:p>
        </p:txBody>
      </p:sp>
    </p:spTree>
    <p:extLst>
      <p:ext uri="{BB962C8B-B14F-4D97-AF65-F5344CB8AC3E}">
        <p14:creationId xmlns:p14="http://schemas.microsoft.com/office/powerpoint/2010/main" val="2473261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1F93ABE-D23E-45F1-8259-87ED60D145D6}" type="slidenum">
              <a:rPr lang="fr-FR" smtClean="0"/>
              <a:t>4</a:t>
            </a:fld>
            <a:endParaRPr lang="fr-FR" dirty="0"/>
          </a:p>
        </p:txBody>
      </p:sp>
    </p:spTree>
    <p:extLst>
      <p:ext uri="{BB962C8B-B14F-4D97-AF65-F5344CB8AC3E}">
        <p14:creationId xmlns:p14="http://schemas.microsoft.com/office/powerpoint/2010/main" val="37023718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6BE02D-20C0-F840-AFAC-BEA99C74FDC2}" type="slidenum">
              <a:rPr lang="fr-FR" smtClean="0"/>
              <a:pPr/>
              <a:t>7</a:t>
            </a:fld>
            <a:endParaRPr lang="fr-FR" dirty="0"/>
          </a:p>
        </p:txBody>
      </p:sp>
    </p:spTree>
    <p:extLst>
      <p:ext uri="{BB962C8B-B14F-4D97-AF65-F5344CB8AC3E}">
        <p14:creationId xmlns:p14="http://schemas.microsoft.com/office/powerpoint/2010/main" val="9673887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E1F93ABE-D23E-45F1-8259-87ED60D145D6}" type="slidenum">
              <a:rPr lang="fr-FR" smtClean="0"/>
              <a:t>9</a:t>
            </a:fld>
            <a:endParaRPr lang="fr-FR" dirty="0"/>
          </a:p>
        </p:txBody>
      </p:sp>
    </p:spTree>
    <p:extLst>
      <p:ext uri="{BB962C8B-B14F-4D97-AF65-F5344CB8AC3E}">
        <p14:creationId xmlns:p14="http://schemas.microsoft.com/office/powerpoint/2010/main" val="1199735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1F93ABE-D23E-45F1-8259-87ED60D145D6}" type="slidenum">
              <a:rPr lang="fr-FR" smtClean="0"/>
              <a:t>12</a:t>
            </a:fld>
            <a:endParaRPr lang="fr-FR" dirty="0"/>
          </a:p>
        </p:txBody>
      </p:sp>
    </p:spTree>
    <p:extLst>
      <p:ext uri="{BB962C8B-B14F-4D97-AF65-F5344CB8AC3E}">
        <p14:creationId xmlns:p14="http://schemas.microsoft.com/office/powerpoint/2010/main" val="35023286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1F93ABE-D23E-45F1-8259-87ED60D145D6}" type="slidenum">
              <a:rPr lang="fr-FR" smtClean="0"/>
              <a:t>13</a:t>
            </a:fld>
            <a:endParaRPr lang="fr-FR" dirty="0"/>
          </a:p>
        </p:txBody>
      </p:sp>
    </p:spTree>
    <p:extLst>
      <p:ext uri="{BB962C8B-B14F-4D97-AF65-F5344CB8AC3E}">
        <p14:creationId xmlns:p14="http://schemas.microsoft.com/office/powerpoint/2010/main" val="34909835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1F93ABE-D23E-45F1-8259-87ED60D145D6}" type="slidenum">
              <a:rPr lang="fr-FR" smtClean="0"/>
              <a:t>14</a:t>
            </a:fld>
            <a:endParaRPr lang="fr-FR" dirty="0"/>
          </a:p>
        </p:txBody>
      </p:sp>
    </p:spTree>
    <p:extLst>
      <p:ext uri="{BB962C8B-B14F-4D97-AF65-F5344CB8AC3E}">
        <p14:creationId xmlns:p14="http://schemas.microsoft.com/office/powerpoint/2010/main" val="8436985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1F93ABE-D23E-45F1-8259-87ED60D145D6}" type="slidenum">
              <a:rPr lang="fr-FR" smtClean="0"/>
              <a:t>15</a:t>
            </a:fld>
            <a:endParaRPr lang="fr-FR" dirty="0"/>
          </a:p>
        </p:txBody>
      </p:sp>
    </p:spTree>
    <p:extLst>
      <p:ext uri="{BB962C8B-B14F-4D97-AF65-F5344CB8AC3E}">
        <p14:creationId xmlns:p14="http://schemas.microsoft.com/office/powerpoint/2010/main" val="38953460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1F93ABE-D23E-45F1-8259-87ED60D145D6}" type="slidenum">
              <a:rPr lang="fr-FR" smtClean="0"/>
              <a:t>16</a:t>
            </a:fld>
            <a:endParaRPr lang="fr-FR" dirty="0"/>
          </a:p>
        </p:txBody>
      </p:sp>
    </p:spTree>
    <p:extLst>
      <p:ext uri="{BB962C8B-B14F-4D97-AF65-F5344CB8AC3E}">
        <p14:creationId xmlns:p14="http://schemas.microsoft.com/office/powerpoint/2010/main" val="18052863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1F93ABE-D23E-45F1-8259-87ED60D145D6}" type="slidenum">
              <a:rPr lang="fr-FR" smtClean="0"/>
              <a:t>17</a:t>
            </a:fld>
            <a:endParaRPr lang="fr-FR" dirty="0"/>
          </a:p>
        </p:txBody>
      </p:sp>
    </p:spTree>
    <p:extLst>
      <p:ext uri="{BB962C8B-B14F-4D97-AF65-F5344CB8AC3E}">
        <p14:creationId xmlns:p14="http://schemas.microsoft.com/office/powerpoint/2010/main" val="3014412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6BE02D-20C0-F840-AFAC-BEA99C74FDC2}" type="slidenum">
              <a:rPr lang="fr-FR" smtClean="0"/>
              <a:pPr/>
              <a:t>18</a:t>
            </a:fld>
            <a:endParaRPr lang="fr-FR" dirty="0"/>
          </a:p>
        </p:txBody>
      </p:sp>
    </p:spTree>
    <p:extLst>
      <p:ext uri="{BB962C8B-B14F-4D97-AF65-F5344CB8AC3E}">
        <p14:creationId xmlns:p14="http://schemas.microsoft.com/office/powerpoint/2010/main" val="7393096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1F93ABE-D23E-45F1-8259-87ED60D145D6}" type="slidenum">
              <a:rPr lang="fr-FR" smtClean="0"/>
              <a:t>19</a:t>
            </a:fld>
            <a:endParaRPr lang="fr-FR" dirty="0"/>
          </a:p>
        </p:txBody>
      </p:sp>
    </p:spTree>
    <p:extLst>
      <p:ext uri="{BB962C8B-B14F-4D97-AF65-F5344CB8AC3E}">
        <p14:creationId xmlns:p14="http://schemas.microsoft.com/office/powerpoint/2010/main" val="37079604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1F93ABE-D23E-45F1-8259-87ED60D145D6}" type="slidenum">
              <a:rPr lang="fr-FR" smtClean="0"/>
              <a:t>20</a:t>
            </a:fld>
            <a:endParaRPr lang="fr-FR" dirty="0"/>
          </a:p>
        </p:txBody>
      </p:sp>
    </p:spTree>
    <p:extLst>
      <p:ext uri="{BB962C8B-B14F-4D97-AF65-F5344CB8AC3E}">
        <p14:creationId xmlns:p14="http://schemas.microsoft.com/office/powerpoint/2010/main" val="22610597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1F93ABE-D23E-45F1-8259-87ED60D145D6}" type="slidenum">
              <a:rPr lang="fr-FR" smtClean="0"/>
              <a:t>21</a:t>
            </a:fld>
            <a:endParaRPr lang="fr-FR" dirty="0"/>
          </a:p>
        </p:txBody>
      </p:sp>
    </p:spTree>
    <p:extLst>
      <p:ext uri="{BB962C8B-B14F-4D97-AF65-F5344CB8AC3E}">
        <p14:creationId xmlns:p14="http://schemas.microsoft.com/office/powerpoint/2010/main" val="27046959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6BE02D-20C0-F840-AFAC-BEA99C74FDC2}" type="slidenum">
              <a:rPr lang="fr-FR" smtClean="0"/>
              <a:pPr/>
              <a:t>22</a:t>
            </a:fld>
            <a:endParaRPr lang="fr-FR" dirty="0"/>
          </a:p>
        </p:txBody>
      </p:sp>
    </p:spTree>
    <p:extLst>
      <p:ext uri="{BB962C8B-B14F-4D97-AF65-F5344CB8AC3E}">
        <p14:creationId xmlns:p14="http://schemas.microsoft.com/office/powerpoint/2010/main" val="23765169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1F93ABE-D23E-45F1-8259-87ED60D145D6}" type="slidenum">
              <a:rPr lang="fr-FR" smtClean="0"/>
              <a:t>23</a:t>
            </a:fld>
            <a:endParaRPr lang="fr-FR" dirty="0"/>
          </a:p>
        </p:txBody>
      </p:sp>
    </p:spTree>
    <p:extLst>
      <p:ext uri="{BB962C8B-B14F-4D97-AF65-F5344CB8AC3E}">
        <p14:creationId xmlns:p14="http://schemas.microsoft.com/office/powerpoint/2010/main" val="13238014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1F93ABE-D23E-45F1-8259-87ED60D145D6}" type="slidenum">
              <a:rPr lang="fr-FR" smtClean="0"/>
              <a:t>24</a:t>
            </a:fld>
            <a:endParaRPr lang="fr-FR" dirty="0"/>
          </a:p>
        </p:txBody>
      </p:sp>
    </p:spTree>
    <p:extLst>
      <p:ext uri="{BB962C8B-B14F-4D97-AF65-F5344CB8AC3E}">
        <p14:creationId xmlns:p14="http://schemas.microsoft.com/office/powerpoint/2010/main" val="417688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1F93ABE-D23E-45F1-8259-87ED60D145D6}" type="slidenum">
              <a:rPr lang="fr-FR" smtClean="0"/>
              <a:t>25</a:t>
            </a:fld>
            <a:endParaRPr lang="fr-FR" dirty="0"/>
          </a:p>
        </p:txBody>
      </p:sp>
    </p:spTree>
    <p:extLst>
      <p:ext uri="{BB962C8B-B14F-4D97-AF65-F5344CB8AC3E}">
        <p14:creationId xmlns:p14="http://schemas.microsoft.com/office/powerpoint/2010/main" val="802378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1F93ABE-D23E-45F1-8259-87ED60D145D6}" type="slidenum">
              <a:rPr lang="fr-FR" smtClean="0"/>
              <a:t>26</a:t>
            </a:fld>
            <a:endParaRPr lang="fr-FR" dirty="0"/>
          </a:p>
        </p:txBody>
      </p:sp>
    </p:spTree>
    <p:extLst>
      <p:ext uri="{BB962C8B-B14F-4D97-AF65-F5344CB8AC3E}">
        <p14:creationId xmlns:p14="http://schemas.microsoft.com/office/powerpoint/2010/main" val="19508135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1F93ABE-D23E-45F1-8259-87ED60D145D6}" type="slidenum">
              <a:rPr lang="fr-FR" smtClean="0"/>
              <a:t>27</a:t>
            </a:fld>
            <a:endParaRPr lang="fr-FR" dirty="0"/>
          </a:p>
        </p:txBody>
      </p:sp>
    </p:spTree>
    <p:extLst>
      <p:ext uri="{BB962C8B-B14F-4D97-AF65-F5344CB8AC3E}">
        <p14:creationId xmlns:p14="http://schemas.microsoft.com/office/powerpoint/2010/main" val="8597479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1F93ABE-D23E-45F1-8259-87ED60D145D6}" type="slidenum">
              <a:rPr lang="fr-FR" smtClean="0"/>
              <a:t>28</a:t>
            </a:fld>
            <a:endParaRPr lang="fr-FR" dirty="0"/>
          </a:p>
        </p:txBody>
      </p:sp>
    </p:spTree>
    <p:extLst>
      <p:ext uri="{BB962C8B-B14F-4D97-AF65-F5344CB8AC3E}">
        <p14:creationId xmlns:p14="http://schemas.microsoft.com/office/powerpoint/2010/main" val="14825794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1F93ABE-D23E-45F1-8259-87ED60D145D6}" type="slidenum">
              <a:rPr lang="fr-FR" smtClean="0"/>
              <a:t>29</a:t>
            </a:fld>
            <a:endParaRPr lang="fr-FR" dirty="0"/>
          </a:p>
        </p:txBody>
      </p:sp>
    </p:spTree>
    <p:extLst>
      <p:ext uri="{BB962C8B-B14F-4D97-AF65-F5344CB8AC3E}">
        <p14:creationId xmlns:p14="http://schemas.microsoft.com/office/powerpoint/2010/main" val="39240715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1F93ABE-D23E-45F1-8259-87ED60D145D6}" type="slidenum">
              <a:rPr lang="fr-FR" smtClean="0"/>
              <a:t>30</a:t>
            </a:fld>
            <a:endParaRPr lang="fr-FR" dirty="0"/>
          </a:p>
        </p:txBody>
      </p:sp>
    </p:spTree>
    <p:extLst>
      <p:ext uri="{BB962C8B-B14F-4D97-AF65-F5344CB8AC3E}">
        <p14:creationId xmlns:p14="http://schemas.microsoft.com/office/powerpoint/2010/main" val="25656351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1F93ABE-D23E-45F1-8259-87ED60D145D6}" type="slidenum">
              <a:rPr lang="fr-FR" smtClean="0"/>
              <a:t>31</a:t>
            </a:fld>
            <a:endParaRPr lang="fr-FR" dirty="0"/>
          </a:p>
        </p:txBody>
      </p:sp>
    </p:spTree>
    <p:extLst>
      <p:ext uri="{BB962C8B-B14F-4D97-AF65-F5344CB8AC3E}">
        <p14:creationId xmlns:p14="http://schemas.microsoft.com/office/powerpoint/2010/main" val="35121295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1F93ABE-D23E-45F1-8259-87ED60D145D6}" type="slidenum">
              <a:rPr lang="fr-FR" smtClean="0"/>
              <a:t>32</a:t>
            </a:fld>
            <a:endParaRPr lang="fr-FR" dirty="0"/>
          </a:p>
        </p:txBody>
      </p:sp>
    </p:spTree>
    <p:extLst>
      <p:ext uri="{BB962C8B-B14F-4D97-AF65-F5344CB8AC3E}">
        <p14:creationId xmlns:p14="http://schemas.microsoft.com/office/powerpoint/2010/main" val="41785266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1F93ABE-D23E-45F1-8259-87ED60D145D6}" type="slidenum">
              <a:rPr lang="fr-FR" smtClean="0"/>
              <a:t>33</a:t>
            </a:fld>
            <a:endParaRPr lang="fr-FR" dirty="0"/>
          </a:p>
        </p:txBody>
      </p:sp>
    </p:spTree>
    <p:extLst>
      <p:ext uri="{BB962C8B-B14F-4D97-AF65-F5344CB8AC3E}">
        <p14:creationId xmlns:p14="http://schemas.microsoft.com/office/powerpoint/2010/main" val="34324828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1F93ABE-D23E-45F1-8259-87ED60D145D6}" type="slidenum">
              <a:rPr lang="fr-FR" smtClean="0"/>
              <a:t>34</a:t>
            </a:fld>
            <a:endParaRPr lang="fr-FR" dirty="0"/>
          </a:p>
        </p:txBody>
      </p:sp>
    </p:spTree>
    <p:extLst>
      <p:ext uri="{BB962C8B-B14F-4D97-AF65-F5344CB8AC3E}">
        <p14:creationId xmlns:p14="http://schemas.microsoft.com/office/powerpoint/2010/main" val="3420458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1F93ABE-D23E-45F1-8259-87ED60D145D6}" type="slidenum">
              <a:rPr lang="fr-FR" smtClean="0"/>
              <a:t>35</a:t>
            </a:fld>
            <a:endParaRPr lang="fr-FR" dirty="0"/>
          </a:p>
        </p:txBody>
      </p:sp>
    </p:spTree>
    <p:extLst>
      <p:ext uri="{BB962C8B-B14F-4D97-AF65-F5344CB8AC3E}">
        <p14:creationId xmlns:p14="http://schemas.microsoft.com/office/powerpoint/2010/main" val="16177512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1F93ABE-D23E-45F1-8259-87ED60D145D6}" type="slidenum">
              <a:rPr lang="fr-FR" smtClean="0"/>
              <a:t>36</a:t>
            </a:fld>
            <a:endParaRPr lang="fr-FR" dirty="0"/>
          </a:p>
        </p:txBody>
      </p:sp>
    </p:spTree>
    <p:extLst>
      <p:ext uri="{BB962C8B-B14F-4D97-AF65-F5344CB8AC3E}">
        <p14:creationId xmlns:p14="http://schemas.microsoft.com/office/powerpoint/2010/main" val="412944245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1F93ABE-D23E-45F1-8259-87ED60D145D6}" type="slidenum">
              <a:rPr lang="fr-FR" smtClean="0"/>
              <a:t>37</a:t>
            </a:fld>
            <a:endParaRPr lang="fr-FR" dirty="0"/>
          </a:p>
        </p:txBody>
      </p:sp>
    </p:spTree>
    <p:extLst>
      <p:ext uri="{BB962C8B-B14F-4D97-AF65-F5344CB8AC3E}">
        <p14:creationId xmlns:p14="http://schemas.microsoft.com/office/powerpoint/2010/main" val="39960186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1F93ABE-D23E-45F1-8259-87ED60D145D6}" type="slidenum">
              <a:rPr lang="fr-FR" smtClean="0"/>
              <a:t>38</a:t>
            </a:fld>
            <a:endParaRPr lang="fr-FR" dirty="0"/>
          </a:p>
        </p:txBody>
      </p:sp>
    </p:spTree>
    <p:extLst>
      <p:ext uri="{BB962C8B-B14F-4D97-AF65-F5344CB8AC3E}">
        <p14:creationId xmlns:p14="http://schemas.microsoft.com/office/powerpoint/2010/main" val="37545079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1F93ABE-D23E-45F1-8259-87ED60D145D6}" type="slidenum">
              <a:rPr lang="fr-FR" smtClean="0"/>
              <a:t>39</a:t>
            </a:fld>
            <a:endParaRPr lang="fr-FR" dirty="0"/>
          </a:p>
        </p:txBody>
      </p:sp>
    </p:spTree>
    <p:extLst>
      <p:ext uri="{BB962C8B-B14F-4D97-AF65-F5344CB8AC3E}">
        <p14:creationId xmlns:p14="http://schemas.microsoft.com/office/powerpoint/2010/main" val="266677172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1F93ABE-D23E-45F1-8259-87ED60D145D6}" type="slidenum">
              <a:rPr lang="fr-FR" smtClean="0"/>
              <a:t>40</a:t>
            </a:fld>
            <a:endParaRPr lang="fr-FR" dirty="0"/>
          </a:p>
        </p:txBody>
      </p:sp>
    </p:spTree>
    <p:extLst>
      <p:ext uri="{BB962C8B-B14F-4D97-AF65-F5344CB8AC3E}">
        <p14:creationId xmlns:p14="http://schemas.microsoft.com/office/powerpoint/2010/main" val="228404852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1F93ABE-D23E-45F1-8259-87ED60D145D6}" type="slidenum">
              <a:rPr lang="fr-FR" smtClean="0"/>
              <a:t>41</a:t>
            </a:fld>
            <a:endParaRPr lang="fr-FR" dirty="0"/>
          </a:p>
        </p:txBody>
      </p:sp>
    </p:spTree>
    <p:extLst>
      <p:ext uri="{BB962C8B-B14F-4D97-AF65-F5344CB8AC3E}">
        <p14:creationId xmlns:p14="http://schemas.microsoft.com/office/powerpoint/2010/main" val="408282650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1F93ABE-D23E-45F1-8259-87ED60D145D6}" type="slidenum">
              <a:rPr lang="fr-FR" smtClean="0"/>
              <a:t>42</a:t>
            </a:fld>
            <a:endParaRPr lang="fr-FR" dirty="0"/>
          </a:p>
        </p:txBody>
      </p:sp>
    </p:spTree>
    <p:extLst>
      <p:ext uri="{BB962C8B-B14F-4D97-AF65-F5344CB8AC3E}">
        <p14:creationId xmlns:p14="http://schemas.microsoft.com/office/powerpoint/2010/main" val="102618890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1F93ABE-D23E-45F1-8259-87ED60D145D6}" type="slidenum">
              <a:rPr lang="fr-FR" smtClean="0"/>
              <a:t>43</a:t>
            </a:fld>
            <a:endParaRPr lang="fr-FR" dirty="0"/>
          </a:p>
        </p:txBody>
      </p:sp>
    </p:spTree>
    <p:extLst>
      <p:ext uri="{BB962C8B-B14F-4D97-AF65-F5344CB8AC3E}">
        <p14:creationId xmlns:p14="http://schemas.microsoft.com/office/powerpoint/2010/main" val="212586112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1F93ABE-D23E-45F1-8259-87ED60D145D6}" type="slidenum">
              <a:rPr lang="fr-FR" smtClean="0"/>
              <a:t>44</a:t>
            </a:fld>
            <a:endParaRPr lang="fr-FR" dirty="0"/>
          </a:p>
        </p:txBody>
      </p:sp>
    </p:spTree>
    <p:extLst>
      <p:ext uri="{BB962C8B-B14F-4D97-AF65-F5344CB8AC3E}">
        <p14:creationId xmlns:p14="http://schemas.microsoft.com/office/powerpoint/2010/main" val="29723994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6BE02D-20C0-F840-AFAC-BEA99C74FDC2}" type="slidenum">
              <a:rPr lang="fr-FR" smtClean="0"/>
              <a:pPr/>
              <a:t>45</a:t>
            </a:fld>
            <a:endParaRPr lang="fr-FR" dirty="0"/>
          </a:p>
        </p:txBody>
      </p:sp>
    </p:spTree>
    <p:extLst>
      <p:ext uri="{BB962C8B-B14F-4D97-AF65-F5344CB8AC3E}">
        <p14:creationId xmlns:p14="http://schemas.microsoft.com/office/powerpoint/2010/main" val="215706107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1F93ABE-D23E-45F1-8259-87ED60D145D6}" type="slidenum">
              <a:rPr lang="fr-FR" smtClean="0"/>
              <a:t>46</a:t>
            </a:fld>
            <a:endParaRPr lang="fr-FR" dirty="0"/>
          </a:p>
        </p:txBody>
      </p:sp>
    </p:spTree>
    <p:extLst>
      <p:ext uri="{BB962C8B-B14F-4D97-AF65-F5344CB8AC3E}">
        <p14:creationId xmlns:p14="http://schemas.microsoft.com/office/powerpoint/2010/main" val="343177138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6BE02D-20C0-F840-AFAC-BEA99C74FDC2}" type="slidenum">
              <a:rPr lang="fr-FR" smtClean="0"/>
              <a:pPr/>
              <a:t>47</a:t>
            </a:fld>
            <a:endParaRPr lang="fr-FR" dirty="0"/>
          </a:p>
        </p:txBody>
      </p:sp>
    </p:spTree>
    <p:extLst>
      <p:ext uri="{BB962C8B-B14F-4D97-AF65-F5344CB8AC3E}">
        <p14:creationId xmlns:p14="http://schemas.microsoft.com/office/powerpoint/2010/main" val="152524615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1F93ABE-D23E-45F1-8259-87ED60D145D6}" type="slidenum">
              <a:rPr lang="fr-FR" smtClean="0"/>
              <a:t>48</a:t>
            </a:fld>
            <a:endParaRPr lang="fr-FR" dirty="0"/>
          </a:p>
        </p:txBody>
      </p:sp>
    </p:spTree>
    <p:extLst>
      <p:ext uri="{BB962C8B-B14F-4D97-AF65-F5344CB8AC3E}">
        <p14:creationId xmlns:p14="http://schemas.microsoft.com/office/powerpoint/2010/main" val="35939884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1F93ABE-D23E-45F1-8259-87ED60D145D6}" type="slidenum">
              <a:rPr lang="fr-FR" smtClean="0"/>
              <a:t>49</a:t>
            </a:fld>
            <a:endParaRPr lang="fr-FR" dirty="0"/>
          </a:p>
        </p:txBody>
      </p:sp>
    </p:spTree>
    <p:extLst>
      <p:ext uri="{BB962C8B-B14F-4D97-AF65-F5344CB8AC3E}">
        <p14:creationId xmlns:p14="http://schemas.microsoft.com/office/powerpoint/2010/main" val="6788879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uverture">
    <p:spTree>
      <p:nvGrpSpPr>
        <p:cNvPr id="1" name=""/>
        <p:cNvGrpSpPr/>
        <p:nvPr/>
      </p:nvGrpSpPr>
      <p:grpSpPr>
        <a:xfrm>
          <a:off x="0" y="0"/>
          <a:ext cx="0" cy="0"/>
          <a:chOff x="0" y="0"/>
          <a:chExt cx="0" cy="0"/>
        </a:xfrm>
      </p:grpSpPr>
      <p:pic>
        <p:nvPicPr>
          <p:cNvPr id="9" name="Image 8">
            <a:extLst>
              <a:ext uri="{FF2B5EF4-FFF2-40B4-BE49-F238E27FC236}">
                <a16:creationId xmlns:a16="http://schemas.microsoft.com/office/drawing/2014/main" id="{51D25B15-5939-1948-BF41-22D2C3389472}"/>
              </a:ext>
            </a:extLst>
          </p:cNvPr>
          <p:cNvPicPr>
            <a:picLocks noChangeAspect="1"/>
          </p:cNvPicPr>
          <p:nvPr/>
        </p:nvPicPr>
        <p:blipFill>
          <a:blip r:embed="rId2"/>
          <a:stretch>
            <a:fillRect/>
          </a:stretch>
        </p:blipFill>
        <p:spPr>
          <a:xfrm>
            <a:off x="4737980" y="4903018"/>
            <a:ext cx="2716039" cy="2726690"/>
          </a:xfrm>
          <a:prstGeom prst="rect">
            <a:avLst/>
          </a:prstGeom>
        </p:spPr>
      </p:pic>
    </p:spTree>
    <p:extLst>
      <p:ext uri="{BB962C8B-B14F-4D97-AF65-F5344CB8AC3E}">
        <p14:creationId xmlns:p14="http://schemas.microsoft.com/office/powerpoint/2010/main" val="5425760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re et texte 1 col">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49128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202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Defaul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18867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Couv 2">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0282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Espace réservé du pied de page 6">
            <a:extLst>
              <a:ext uri="{FF2B5EF4-FFF2-40B4-BE49-F238E27FC236}">
                <a16:creationId xmlns:a16="http://schemas.microsoft.com/office/drawing/2014/main" id="{A9094EE4-3D12-C658-7F8A-6CBF6115AE9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8" name="Espace réservé du titre 7">
            <a:extLst>
              <a:ext uri="{FF2B5EF4-FFF2-40B4-BE49-F238E27FC236}">
                <a16:creationId xmlns:a16="http://schemas.microsoft.com/office/drawing/2014/main" id="{69C42953-D65C-ADF0-6BBD-5BD3A9CE18FC}"/>
              </a:ext>
            </a:extLst>
          </p:cNvPr>
          <p:cNvSpPr>
            <a:spLocks noGrp="1"/>
          </p:cNvSpPr>
          <p:nvPr>
            <p:ph type="title"/>
          </p:nvPr>
        </p:nvSpPr>
        <p:spPr>
          <a:xfrm>
            <a:off x="468549" y="136526"/>
            <a:ext cx="10515600" cy="534684"/>
          </a:xfrm>
          <a:prstGeom prst="rect">
            <a:avLst/>
          </a:prstGeom>
        </p:spPr>
        <p:txBody>
          <a:bodyPr vert="horz" lIns="91440" tIns="45720" rIns="91440" bIns="45720" rtlCol="0" anchor="ctr">
            <a:normAutofit/>
          </a:bodyPr>
          <a:lstStyle/>
          <a:p>
            <a:r>
              <a:rPr lang="fr-FR"/>
              <a:t>Modifiez le style du titre</a:t>
            </a:r>
          </a:p>
        </p:txBody>
      </p:sp>
    </p:spTree>
    <p:extLst>
      <p:ext uri="{BB962C8B-B14F-4D97-AF65-F5344CB8AC3E}">
        <p14:creationId xmlns:p14="http://schemas.microsoft.com/office/powerpoint/2010/main" val="118604340"/>
      </p:ext>
    </p:extLst>
  </p:cSld>
  <p:clrMap bg1="lt1" tx1="dk1" bg2="lt2" tx2="dk2" accent1="accent1" accent2="accent2" accent3="accent3" accent4="accent4" accent5="accent5" accent6="accent6" hlink="hlink" folHlink="folHlink"/>
  <p:sldLayoutIdLst>
    <p:sldLayoutId id="2147483661" r:id="rId1"/>
    <p:sldLayoutId id="2147483665" r:id="rId2"/>
    <p:sldLayoutId id="2147483668" r:id="rId3"/>
    <p:sldLayoutId id="2147483792" r:id="rId4"/>
    <p:sldLayoutId id="2147483793" r:id="rId5"/>
  </p:sldLayoutIdLst>
  <p:hf hdr="0"/>
  <p:txStyles>
    <p:titleStyle>
      <a:lvl1pPr algn="l" defTabSz="914400" rtl="0" eaLnBrk="1" latinLnBrk="0" hangingPunct="1">
        <a:lnSpc>
          <a:spcPts val="2700"/>
        </a:lnSpc>
        <a:spcBef>
          <a:spcPct val="0"/>
        </a:spcBef>
        <a:buNone/>
        <a:defRPr sz="2500" b="1" i="0" kern="1200" cap="none" baseline="0">
          <a:solidFill>
            <a:schemeClr val="tx2"/>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100000"/>
        </a:lnSpc>
        <a:spcBef>
          <a:spcPts val="600"/>
        </a:spcBef>
        <a:buFont typeface="Arial" panose="020B0604020202020204" pitchFamily="34" charset="0"/>
        <a:buNone/>
        <a:defRPr sz="2000" b="1" kern="1200" cap="none" baseline="0">
          <a:solidFill>
            <a:schemeClr val="bg2"/>
          </a:solidFill>
          <a:latin typeface="Arial" panose="020B0604020202020204" pitchFamily="34" charset="0"/>
          <a:ea typeface="+mn-ea"/>
          <a:cs typeface="Arial" panose="020B0604020202020204" pitchFamily="34" charset="0"/>
        </a:defRPr>
      </a:lvl1pPr>
      <a:lvl2pPr marL="7938" indent="0" algn="l" defTabSz="914400" rtl="0" eaLnBrk="1" latinLnBrk="0" hangingPunct="1">
        <a:lnSpc>
          <a:spcPct val="100000"/>
        </a:lnSpc>
        <a:spcBef>
          <a:spcPts val="600"/>
        </a:spcBef>
        <a:buFont typeface="Arial" panose="020B0604020202020204" pitchFamily="34" charset="0"/>
        <a:buNone/>
        <a:tabLst/>
        <a:defRPr sz="1700" b="0" i="0" kern="1200">
          <a:solidFill>
            <a:schemeClr val="tx2"/>
          </a:solidFill>
          <a:latin typeface="Arial" panose="020B0604020202020204" pitchFamily="34" charset="0"/>
          <a:ea typeface="+mn-ea"/>
          <a:cs typeface="Arial" panose="020B0604020202020204" pitchFamily="34" charset="0"/>
        </a:defRPr>
      </a:lvl2pPr>
      <a:lvl3pPr marL="179388" indent="-171450" algn="l" defTabSz="914400" rtl="0" eaLnBrk="1" latinLnBrk="0" hangingPunct="1">
        <a:lnSpc>
          <a:spcPct val="100000"/>
        </a:lnSpc>
        <a:spcBef>
          <a:spcPts val="600"/>
        </a:spcBef>
        <a:buFont typeface="Arial" panose="020B0604020202020204" pitchFamily="34" charset="0"/>
        <a:buChar char="•"/>
        <a:tabLst/>
        <a:defRPr sz="1300" kern="1200">
          <a:solidFill>
            <a:schemeClr val="bg2"/>
          </a:solidFill>
          <a:latin typeface="Arial" panose="020B0604020202020204" pitchFamily="34" charset="0"/>
          <a:ea typeface="+mn-ea"/>
          <a:cs typeface="Arial" panose="020B0604020202020204" pitchFamily="34" charset="0"/>
        </a:defRPr>
      </a:lvl3pPr>
      <a:lvl4pPr marL="179388" indent="0" algn="l" defTabSz="914400" rtl="0" eaLnBrk="1" latinLnBrk="0" hangingPunct="1">
        <a:lnSpc>
          <a:spcPct val="100000"/>
        </a:lnSpc>
        <a:spcBef>
          <a:spcPts val="600"/>
        </a:spcBef>
        <a:buFont typeface="Arial" panose="020B0604020202020204" pitchFamily="34" charset="0"/>
        <a:buNone/>
        <a:tabLst/>
        <a:defRPr sz="1100" b="1" kern="1200">
          <a:solidFill>
            <a:schemeClr val="tx2"/>
          </a:solidFill>
          <a:latin typeface="Arial" panose="020B0604020202020204" pitchFamily="34" charset="0"/>
          <a:ea typeface="+mn-ea"/>
          <a:cs typeface="Arial" panose="020B0604020202020204" pitchFamily="34" charset="0"/>
        </a:defRPr>
      </a:lvl4pPr>
      <a:lvl5pPr marL="360363" indent="-180975" algn="l" defTabSz="914400" rtl="0" eaLnBrk="1" latinLnBrk="0" hangingPunct="1">
        <a:lnSpc>
          <a:spcPct val="100000"/>
        </a:lnSpc>
        <a:spcBef>
          <a:spcPts val="600"/>
        </a:spcBef>
        <a:buFont typeface="Police système Courant"/>
        <a:buChar char="_"/>
        <a:tabLst/>
        <a:defRPr sz="900" kern="1200">
          <a:solidFill>
            <a:schemeClr val="tx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tags" Target="../tags/tag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hyperlink" Target="https://app.powerbi.com/links/2Ty8gGtPKd?ctid=f4a12867-922d-4b9d-bb85-9ee7898512a0&amp;pbi_source=linkShare&amp;bookmarkGuid=c0bfbd62-3677-4cca-903d-6f4207f4fe9d" TargetMode="External"/><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hyperlink" Target="https://app.powerbi.com/links/_VyRfLyD6G?ctid=f4a12867-922d-4b9d-bb85-9ee7898512a0&amp;pbi_source=linkShare&amp;bookmarkGuid=e9f563f9-d480-4673-9afd-0af8b1d09bd7&amp;fromEntryPoint=share" TargetMode="External"/><Relationship Id="rId4" Type="http://schemas.openxmlformats.org/officeDocument/2006/relationships/hyperlink" Target="https://app.powerbi.com/links/P6JX5xNiC2?ctid=f4a12867-922d-4b9d-bb85-9ee7898512a0&amp;pbi_source=linkShare&amp;bookmarkGuid=9b5818cd-e859-48fa-bebe-41602c28ef7a"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4.xml"/><Relationship Id="rId1" Type="http://schemas.openxmlformats.org/officeDocument/2006/relationships/tags" Target="../tags/tag3.xml"/><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https://app.powerbi.com/links/2Ty8gGtPKd?ctid=f4a12867-922d-4b9d-bb85-9ee7898512a0&amp;pbi_source=linkShare&amp;bookmarkGuid=c0bfbd62-3677-4cca-903d-6f4207f4fe9d" TargetMode="External"/><Relationship Id="rId7"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4.xml"/><Relationship Id="rId6" Type="http://schemas.openxmlformats.org/officeDocument/2006/relationships/hyperlink" Target="https://app.powerbi.com/links/_VyRfLyD6G?ctid=f4a12867-922d-4b9d-bb85-9ee7898512a0&amp;pbi_source=linkShare&amp;bookmarkGuid=e9f563f9-d480-4673-9afd-0af8b1d09bd7&amp;fromEntryPoint=share" TargetMode="External"/><Relationship Id="rId5" Type="http://schemas.openxmlformats.org/officeDocument/2006/relationships/hyperlink" Target="https://app.powerbi.com/links/P6JX5xNiC2?ctid=f4a12867-922d-4b9d-bb85-9ee7898512a0&amp;pbi_source=linkShare&amp;bookmarkGuid=9b5818cd-e859-48fa-bebe-41602c28ef7a" TargetMode="External"/><Relationship Id="rId4" Type="http://schemas.openxmlformats.org/officeDocument/2006/relationships/hyperlink" Target="https://app.powerbi.com/links/Rkixm8eRlB?ctid=f4a12867-922d-4b9d-bb85-9ee7898512a0&amp;pbi_source=linkShare&amp;bookmarkGuid=6158c8ec-c121-43fd-a6c7-6edc9b2a94eb" TargetMode="External"/></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hyperlink" Target="https://app.powerbi.com/links/2Ty8gGtPKd?ctid=f4a12867-922d-4b9d-bb85-9ee7898512a0&amp;pbi_source=linkShare&amp;bookmarkGuid=c0bfbd62-3677-4cca-903d-6f4207f4fe9d" TargetMode="External"/><Relationship Id="rId7" Type="http://schemas.openxmlformats.org/officeDocument/2006/relationships/hyperlink" Target="https://app.powerbi.com/links/_VyRfLyD6G?ctid=f4a12867-922d-4b9d-bb85-9ee7898512a0&amp;pbi_source=linkShare&amp;bookmarkGuid=e9f563f9-d480-4673-9afd-0af8b1d09bd7&amp;fromEntryPoint=share" TargetMode="External"/><Relationship Id="rId2" Type="http://schemas.openxmlformats.org/officeDocument/2006/relationships/notesSlide" Target="../notesSlides/notesSlide31.xml"/><Relationship Id="rId1" Type="http://schemas.openxmlformats.org/officeDocument/2006/relationships/slideLayout" Target="../slideLayouts/slideLayout4.xml"/><Relationship Id="rId6" Type="http://schemas.openxmlformats.org/officeDocument/2006/relationships/image" Target="../media/image12.png"/><Relationship Id="rId5" Type="http://schemas.openxmlformats.org/officeDocument/2006/relationships/hyperlink" Target="https://app.powerbi.com/links/Rkixm8eRlB?ctid=f4a12867-922d-4b9d-bb85-9ee7898512a0&amp;pbi_source=linkShare&amp;bookmarkGuid=6158c8ec-c121-43fd-a6c7-6edc9b2a94eb" TargetMode="External"/><Relationship Id="rId10" Type="http://schemas.openxmlformats.org/officeDocument/2006/relationships/image" Target="../media/image14.png"/><Relationship Id="rId4" Type="http://schemas.openxmlformats.org/officeDocument/2006/relationships/image" Target="../media/image11.png"/><Relationship Id="rId9" Type="http://schemas.openxmlformats.org/officeDocument/2006/relationships/hyperlink" Target="https://app.powerbi.com/links/P6JX5xNiC2?ctid=f4a12867-922d-4b9d-bb85-9ee7898512a0&amp;pbi_source=linkShare&amp;bookmarkGuid=9b5818cd-e859-48fa-bebe-41602c28ef7a" TargetMode="Externa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s://app.powerbi.com/links/2Ty8gGtPKd?ctid=f4a12867-922d-4b9d-bb85-9ee7898512a0&amp;pbi_source=linkShare&amp;bookmarkGuid=c0bfbd62-3677-4cca-903d-6f4207f4fe9d" TargetMode="External"/><Relationship Id="rId7" Type="http://schemas.openxmlformats.org/officeDocument/2006/relationships/image" Target="../media/image10.png"/><Relationship Id="rId2" Type="http://schemas.openxmlformats.org/officeDocument/2006/relationships/notesSlide" Target="../notesSlides/notesSlide38.xml"/><Relationship Id="rId1" Type="http://schemas.openxmlformats.org/officeDocument/2006/relationships/slideLayout" Target="../slideLayouts/slideLayout4.xml"/><Relationship Id="rId6" Type="http://schemas.openxmlformats.org/officeDocument/2006/relationships/hyperlink" Target="https://app.powerbi.com/links/_VyRfLyD6G?ctid=f4a12867-922d-4b9d-bb85-9ee7898512a0&amp;pbi_source=linkShare&amp;bookmarkGuid=e9f563f9-d480-4673-9afd-0af8b1d09bd7&amp;fromEntryPoint=share" TargetMode="External"/><Relationship Id="rId5" Type="http://schemas.openxmlformats.org/officeDocument/2006/relationships/hyperlink" Target="https://app.powerbi.com/links/P6JX5xNiC2?ctid=f4a12867-922d-4b9d-bb85-9ee7898512a0&amp;pbi_source=linkShare&amp;bookmarkGuid=9b5818cd-e859-48fa-bebe-41602c28ef7a" TargetMode="External"/><Relationship Id="rId4" Type="http://schemas.openxmlformats.org/officeDocument/2006/relationships/hyperlink" Target="https://app.powerbi.com/links/Rkixm8eRlB?ctid=f4a12867-922d-4b9d-bb85-9ee7898512a0&amp;pbi_source=linkShare&amp;bookmarkGuid=6158c8ec-c121-43fd-a6c7-6edc9b2a94eb" TargetMode="Externa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1.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8EAE7E9-1B1C-71E4-A315-8CDF3FA33735}"/>
              </a:ext>
            </a:extLst>
          </p:cNvPr>
          <p:cNvSpPr txBox="1">
            <a:spLocks/>
          </p:cNvSpPr>
          <p:nvPr/>
        </p:nvSpPr>
        <p:spPr>
          <a:xfrm>
            <a:off x="5373099" y="1472317"/>
            <a:ext cx="5612671" cy="3119137"/>
          </a:xfrm>
          <a:prstGeom prst="rect">
            <a:avLst/>
          </a:prstGeom>
        </p:spPr>
        <p:txBody>
          <a:bodyPr/>
          <a:lstStyle>
            <a:lvl1pPr algn="l" defTabSz="914377" rtl="0" eaLnBrk="1" latinLnBrk="0" hangingPunct="1">
              <a:lnSpc>
                <a:spcPct val="100000"/>
              </a:lnSpc>
              <a:spcBef>
                <a:spcPct val="0"/>
              </a:spcBef>
              <a:buNone/>
              <a:defRPr sz="2533" b="1" kern="1200">
                <a:solidFill>
                  <a:schemeClr val="accent2"/>
                </a:solidFill>
                <a:latin typeface="+mj-lt"/>
                <a:ea typeface="+mj-ea"/>
                <a:cs typeface="Arial" panose="020B0604020202020204" pitchFamily="34" charset="0"/>
              </a:defRPr>
            </a:lvl1pPr>
          </a:lstStyle>
          <a:p>
            <a:br>
              <a:rPr lang="fr-FR" sz="4400" dirty="0">
                <a:solidFill>
                  <a:schemeClr val="tx1">
                    <a:lumMod val="50000"/>
                    <a:lumOff val="50000"/>
                  </a:schemeClr>
                </a:solidFill>
              </a:rPr>
            </a:br>
            <a:br>
              <a:rPr lang="fr-FR" sz="4400" dirty="0">
                <a:solidFill>
                  <a:schemeClr val="tx1">
                    <a:lumMod val="50000"/>
                    <a:lumOff val="50000"/>
                  </a:schemeClr>
                </a:solidFill>
              </a:rPr>
            </a:br>
            <a:r>
              <a:rPr lang="fr-FR" sz="4400" dirty="0">
                <a:solidFill>
                  <a:schemeClr val="bg1">
                    <a:lumMod val="50000"/>
                  </a:schemeClr>
                </a:solidFill>
              </a:rPr>
              <a:t>CENTRAL EXPERT PLATFORM DIGITAL</a:t>
            </a:r>
          </a:p>
        </p:txBody>
      </p:sp>
      <p:sp>
        <p:nvSpPr>
          <p:cNvPr id="3" name="Sous-titre 2">
            <a:extLst>
              <a:ext uri="{FF2B5EF4-FFF2-40B4-BE49-F238E27FC236}">
                <a16:creationId xmlns:a16="http://schemas.microsoft.com/office/drawing/2014/main" id="{FD86CA04-4487-9195-B6EF-CA6242BD4A3F}"/>
              </a:ext>
            </a:extLst>
          </p:cNvPr>
          <p:cNvSpPr txBox="1">
            <a:spLocks/>
          </p:cNvSpPr>
          <p:nvPr/>
        </p:nvSpPr>
        <p:spPr>
          <a:xfrm>
            <a:off x="5373099" y="4757891"/>
            <a:ext cx="6640107" cy="977519"/>
          </a:xfrm>
          <a:prstGeom prst="rect">
            <a:avLst/>
          </a:prstGeom>
        </p:spPr>
        <p:txBody>
          <a:bodyPr/>
          <a:lstStyle>
            <a:lvl1pPr marL="0" indent="0" algn="l" defTabSz="914377" rtl="0" eaLnBrk="1" latinLnBrk="0" hangingPunct="1">
              <a:lnSpc>
                <a:spcPts val="2267"/>
              </a:lnSpc>
              <a:spcBef>
                <a:spcPts val="667"/>
              </a:spcBef>
              <a:buFont typeface="Arial" panose="020B0604020202020204" pitchFamily="34" charset="0"/>
              <a:buNone/>
              <a:defRPr sz="2133" b="1" i="0" kern="1200" cap="all" baseline="0">
                <a:solidFill>
                  <a:schemeClr val="accent1"/>
                </a:solidFill>
                <a:latin typeface="Arial Black" panose="020B0604020202020204" pitchFamily="34" charset="0"/>
                <a:ea typeface="+mn-ea"/>
                <a:cs typeface="Arial Black" panose="020B0604020202020204" pitchFamily="34" charset="0"/>
              </a:defRPr>
            </a:lvl1pPr>
            <a:lvl2pPr marL="8466" indent="0" algn="l" defTabSz="914377" rtl="0" eaLnBrk="1" latinLnBrk="0" hangingPunct="1">
              <a:lnSpc>
                <a:spcPts val="2133"/>
              </a:lnSpc>
              <a:spcBef>
                <a:spcPts val="667"/>
              </a:spcBef>
              <a:buFont typeface="Arial" panose="020B0604020202020204" pitchFamily="34" charset="0"/>
              <a:buNone/>
              <a:tabLst/>
              <a:defRPr sz="2000" b="1" i="0" kern="1200">
                <a:solidFill>
                  <a:schemeClr val="accent2"/>
                </a:solidFill>
                <a:latin typeface="Arial Black" panose="020B0604020202020204" pitchFamily="34" charset="0"/>
                <a:ea typeface="+mn-ea"/>
                <a:cs typeface="Arial Black" panose="020B0604020202020204" pitchFamily="34" charset="0"/>
              </a:defRPr>
            </a:lvl2pPr>
            <a:lvl3pPr marL="296326" indent="-287859" algn="l" defTabSz="914377" rtl="0" eaLnBrk="1" latinLnBrk="0" hangingPunct="1">
              <a:lnSpc>
                <a:spcPts val="1733"/>
              </a:lnSpc>
              <a:spcBef>
                <a:spcPts val="2000"/>
              </a:spcBef>
              <a:buSzPct val="115000"/>
              <a:buFontTx/>
              <a:buBlip>
                <a:blip r:embed="rId2"/>
              </a:buBlip>
              <a:tabLst/>
              <a:defRPr sz="1600" b="1" i="0" kern="1200" cap="all" baseline="0">
                <a:solidFill>
                  <a:schemeClr val="accent1"/>
                </a:solidFill>
                <a:latin typeface="Arial Black" panose="020B0604020202020204" pitchFamily="34" charset="0"/>
                <a:ea typeface="+mn-ea"/>
                <a:cs typeface="Arial Black" panose="020B0604020202020204" pitchFamily="34" charset="0"/>
              </a:defRPr>
            </a:lvl3pPr>
            <a:lvl4pPr marL="8466" indent="0" algn="l" defTabSz="914377" rtl="0" eaLnBrk="1" latinLnBrk="0" hangingPunct="1">
              <a:lnSpc>
                <a:spcPts val="2133"/>
              </a:lnSpc>
              <a:spcBef>
                <a:spcPts val="800"/>
              </a:spcBef>
              <a:buFont typeface="Arial" panose="020B0604020202020204" pitchFamily="34" charset="0"/>
              <a:buNone/>
              <a:tabLst/>
              <a:defRPr sz="1867" kern="1200">
                <a:solidFill>
                  <a:schemeClr val="accent2"/>
                </a:solidFill>
                <a:latin typeface="+mn-lt"/>
                <a:ea typeface="+mn-ea"/>
                <a:cs typeface="Arial" panose="020B0604020202020204" pitchFamily="34" charset="0"/>
              </a:defRPr>
            </a:lvl4pPr>
            <a:lvl5pPr marL="298443" indent="-289977" algn="l" defTabSz="914377" rtl="0" eaLnBrk="1" latinLnBrk="0" hangingPunct="1">
              <a:lnSpc>
                <a:spcPts val="2133"/>
              </a:lnSpc>
              <a:spcBef>
                <a:spcPts val="800"/>
              </a:spcBef>
              <a:buClr>
                <a:schemeClr val="accent1"/>
              </a:buClr>
              <a:buSzPct val="100000"/>
              <a:buFontTx/>
              <a:buBlip>
                <a:blip r:embed="rId3"/>
              </a:buBlip>
              <a:tabLst/>
              <a:defRPr sz="1867" kern="1200">
                <a:solidFill>
                  <a:schemeClr val="accent2"/>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dirty="0"/>
              <a:t>Paris, DECEMBRE 2025</a:t>
            </a:r>
          </a:p>
        </p:txBody>
      </p:sp>
      <p:pic>
        <p:nvPicPr>
          <p:cNvPr id="6" name="Image 5">
            <a:extLst>
              <a:ext uri="{FF2B5EF4-FFF2-40B4-BE49-F238E27FC236}">
                <a16:creationId xmlns:a16="http://schemas.microsoft.com/office/drawing/2014/main" id="{5D019C41-F079-47DD-E6DC-BB4374F48002}"/>
              </a:ext>
            </a:extLst>
          </p:cNvPr>
          <p:cNvPicPr>
            <a:picLocks noChangeAspect="1"/>
          </p:cNvPicPr>
          <p:nvPr/>
        </p:nvPicPr>
        <p:blipFill>
          <a:blip r:embed="rId4"/>
          <a:stretch>
            <a:fillRect/>
          </a:stretch>
        </p:blipFill>
        <p:spPr>
          <a:xfrm>
            <a:off x="10652761" y="-1"/>
            <a:ext cx="1539240" cy="1472319"/>
          </a:xfrm>
          <a:prstGeom prst="rect">
            <a:avLst/>
          </a:prstGeom>
        </p:spPr>
      </p:pic>
      <p:pic>
        <p:nvPicPr>
          <p:cNvPr id="10" name="Image 9">
            <a:extLst>
              <a:ext uri="{FF2B5EF4-FFF2-40B4-BE49-F238E27FC236}">
                <a16:creationId xmlns:a16="http://schemas.microsoft.com/office/drawing/2014/main" id="{BBF7C787-055E-4E76-6607-4596CBEDA769}"/>
              </a:ext>
            </a:extLst>
          </p:cNvPr>
          <p:cNvPicPr>
            <a:picLocks noChangeAspect="1"/>
          </p:cNvPicPr>
          <p:nvPr/>
        </p:nvPicPr>
        <p:blipFill>
          <a:blip r:embed="rId5"/>
          <a:stretch>
            <a:fillRect/>
          </a:stretch>
        </p:blipFill>
        <p:spPr>
          <a:xfrm>
            <a:off x="-1" y="-1"/>
            <a:ext cx="5184843" cy="6868099"/>
          </a:xfrm>
          <a:prstGeom prst="rect">
            <a:avLst/>
          </a:prstGeom>
        </p:spPr>
      </p:pic>
      <p:pic>
        <p:nvPicPr>
          <p:cNvPr id="12" name="Image 11">
            <a:extLst>
              <a:ext uri="{FF2B5EF4-FFF2-40B4-BE49-F238E27FC236}">
                <a16:creationId xmlns:a16="http://schemas.microsoft.com/office/drawing/2014/main" id="{14F3047A-6E41-0896-E87F-9175FF253A39}"/>
              </a:ext>
            </a:extLst>
          </p:cNvPr>
          <p:cNvPicPr>
            <a:picLocks noChangeAspect="1"/>
          </p:cNvPicPr>
          <p:nvPr/>
        </p:nvPicPr>
        <p:blipFill>
          <a:blip r:embed="rId6"/>
          <a:stretch>
            <a:fillRect/>
          </a:stretch>
        </p:blipFill>
        <p:spPr>
          <a:xfrm>
            <a:off x="9371167" y="6343578"/>
            <a:ext cx="2715004" cy="514422"/>
          </a:xfrm>
          <a:prstGeom prst="rect">
            <a:avLst/>
          </a:prstGeom>
        </p:spPr>
      </p:pic>
    </p:spTree>
    <p:extLst>
      <p:ext uri="{BB962C8B-B14F-4D97-AF65-F5344CB8AC3E}">
        <p14:creationId xmlns:p14="http://schemas.microsoft.com/office/powerpoint/2010/main" val="5909942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 12">
            <a:extLst>
              <a:ext uri="{FF2B5EF4-FFF2-40B4-BE49-F238E27FC236}">
                <a16:creationId xmlns:a16="http://schemas.microsoft.com/office/drawing/2014/main" id="{9950789A-97AF-FB5B-46F0-979724CC5074}"/>
              </a:ext>
            </a:extLst>
          </p:cNvPr>
          <p:cNvPicPr>
            <a:picLocks noChangeAspect="1"/>
          </p:cNvPicPr>
          <p:nvPr/>
        </p:nvPicPr>
        <p:blipFill>
          <a:blip r:embed="rId3"/>
          <a:stretch>
            <a:fillRect/>
          </a:stretch>
        </p:blipFill>
        <p:spPr>
          <a:xfrm>
            <a:off x="11009376" y="6357"/>
            <a:ext cx="1182624" cy="1131208"/>
          </a:xfrm>
          <a:prstGeom prst="rect">
            <a:avLst/>
          </a:prstGeom>
        </p:spPr>
      </p:pic>
      <p:sp>
        <p:nvSpPr>
          <p:cNvPr id="24" name="TextBox 23">
            <a:extLst>
              <a:ext uri="{FF2B5EF4-FFF2-40B4-BE49-F238E27FC236}">
                <a16:creationId xmlns:a16="http://schemas.microsoft.com/office/drawing/2014/main" id="{40E1CA5E-47CB-8048-90AD-E0D232016B03}"/>
              </a:ext>
            </a:extLst>
          </p:cNvPr>
          <p:cNvSpPr txBox="1"/>
          <p:nvPr/>
        </p:nvSpPr>
        <p:spPr>
          <a:xfrm>
            <a:off x="1782566" y="-20986"/>
            <a:ext cx="8072083" cy="523220"/>
          </a:xfrm>
          <a:prstGeom prst="rect">
            <a:avLst/>
          </a:prstGeom>
          <a:noFill/>
        </p:spPr>
        <p:txBody>
          <a:bodyPr wrap="none" rtlCol="0">
            <a:spAutoFit/>
          </a:bodyPr>
          <a:lstStyle/>
          <a:p>
            <a:pPr algn="ctr"/>
            <a:r>
              <a:rPr kumimoji="0" lang="fr-FR" sz="2800" b="1" i="0" u="none" strike="noStrike" kern="1200" cap="all" spc="0" normalizeH="0" baseline="0" noProof="0" dirty="0" err="1">
                <a:ln>
                  <a:noFill/>
                </a:ln>
                <a:solidFill>
                  <a:srgbClr val="030F40"/>
                </a:solidFill>
                <a:effectLst/>
                <a:uLnTx/>
                <a:uFillTx/>
                <a:latin typeface="Arial Black" panose="020B0604020202020204" pitchFamily="34" charset="0"/>
                <a:ea typeface="+mj-ea"/>
              </a:rPr>
              <a:t>CentrAL</a:t>
            </a:r>
            <a:r>
              <a:rPr kumimoji="0" lang="fr-FR" sz="2800" b="1" i="0" u="none" strike="noStrike" kern="1200" cap="all" spc="0" normalizeH="0" noProof="0" dirty="0">
                <a:ln>
                  <a:noFill/>
                </a:ln>
                <a:solidFill>
                  <a:srgbClr val="030F40"/>
                </a:solidFill>
                <a:effectLst/>
                <a:uLnTx/>
                <a:uFillTx/>
                <a:latin typeface="Arial Black" panose="020B0604020202020204" pitchFamily="34" charset="0"/>
                <a:ea typeface="+mj-ea"/>
              </a:rPr>
              <a:t> EXPERT PLATEFORM DIGITAL</a:t>
            </a:r>
            <a:endParaRPr lang="fr-FR" sz="2800" b="1" dirty="0">
              <a:solidFill>
                <a:schemeClr val="tx2"/>
              </a:solidFill>
              <a:latin typeface="Poppins" pitchFamily="2" charset="77"/>
              <a:cs typeface="Poppins" pitchFamily="2" charset="77"/>
            </a:endParaRPr>
          </a:p>
        </p:txBody>
      </p:sp>
      <p:sp>
        <p:nvSpPr>
          <p:cNvPr id="25" name="TextBox 24">
            <a:extLst>
              <a:ext uri="{FF2B5EF4-FFF2-40B4-BE49-F238E27FC236}">
                <a16:creationId xmlns:a16="http://schemas.microsoft.com/office/drawing/2014/main" id="{8510E2A7-7F31-1D4F-9B9E-A0B59505DB8F}"/>
              </a:ext>
            </a:extLst>
          </p:cNvPr>
          <p:cNvSpPr txBox="1"/>
          <p:nvPr/>
        </p:nvSpPr>
        <p:spPr>
          <a:xfrm>
            <a:off x="257213" y="533277"/>
            <a:ext cx="10752164" cy="646331"/>
          </a:xfrm>
          <a:prstGeom prst="rect">
            <a:avLst/>
          </a:prstGeom>
          <a:noFill/>
        </p:spPr>
        <p:txBody>
          <a:bodyPr wrap="square" rtlCol="0">
            <a:spAutoFit/>
          </a:bodyPr>
          <a:lstStyle/>
          <a:p>
            <a:r>
              <a:rPr lang="fr-FR" sz="1200" b="1" spc="150" dirty="0">
                <a:solidFill>
                  <a:schemeClr val="bg1">
                    <a:lumMod val="65000"/>
                  </a:schemeClr>
                </a:solidFill>
                <a:latin typeface="Poppins Light" pitchFamily="2" charset="77"/>
                <a:cs typeface="Poppins Light" pitchFamily="2" charset="77"/>
              </a:rPr>
              <a:t>Une plateforme experte positionnée au centre de l’entreprise au service des clients, particuliers et collectivités, managers et agent, sa mise en œuvre s’appuie sur trois axes </a:t>
            </a:r>
            <a:r>
              <a:rPr lang="fr-FR" sz="1200" b="1" spc="150" dirty="0">
                <a:latin typeface="Poppins Light" pitchFamily="2" charset="77"/>
                <a:cs typeface="Poppins Light" pitchFamily="2" charset="77"/>
              </a:rPr>
              <a:t>INPUT</a:t>
            </a:r>
            <a:r>
              <a:rPr lang="fr-FR" sz="1200" b="1" spc="150" dirty="0">
                <a:solidFill>
                  <a:schemeClr val="bg1">
                    <a:lumMod val="65000"/>
                  </a:schemeClr>
                </a:solidFill>
                <a:latin typeface="Poppins Light" pitchFamily="2" charset="77"/>
                <a:cs typeface="Poppins Light" pitchFamily="2" charset="77"/>
              </a:rPr>
              <a:t>, </a:t>
            </a:r>
            <a:r>
              <a:rPr lang="fr-FR" sz="1200" b="1" spc="150" dirty="0">
                <a:latin typeface="Poppins Light" pitchFamily="2" charset="77"/>
                <a:cs typeface="Poppins Light" pitchFamily="2" charset="77"/>
              </a:rPr>
              <a:t>AI</a:t>
            </a:r>
            <a:r>
              <a:rPr lang="fr-FR" sz="1200" b="1" spc="150" dirty="0">
                <a:solidFill>
                  <a:schemeClr val="bg1">
                    <a:lumMod val="65000"/>
                  </a:schemeClr>
                </a:solidFill>
                <a:latin typeface="Poppins Light" pitchFamily="2" charset="77"/>
                <a:cs typeface="Poppins Light" pitchFamily="2" charset="77"/>
              </a:rPr>
              <a:t> et </a:t>
            </a:r>
            <a:r>
              <a:rPr lang="fr-FR" sz="1200" b="1" spc="150" dirty="0">
                <a:latin typeface="Poppins Light" pitchFamily="2" charset="77"/>
                <a:cs typeface="Poppins Light" pitchFamily="2" charset="77"/>
              </a:rPr>
              <a:t>SKILLS</a:t>
            </a:r>
            <a:r>
              <a:rPr lang="fr-FR" sz="1200" b="1" spc="150" dirty="0">
                <a:solidFill>
                  <a:schemeClr val="bg1">
                    <a:lumMod val="65000"/>
                  </a:schemeClr>
                </a:solidFill>
                <a:latin typeface="Poppins Light" pitchFamily="2" charset="77"/>
                <a:cs typeface="Poppins Light" pitchFamily="2" charset="77"/>
              </a:rPr>
              <a:t>. Elle devient opérante et fait évoluer l’entreprise en s’appuyant sur un pilotage par processus </a:t>
            </a:r>
          </a:p>
        </p:txBody>
      </p:sp>
      <p:sp>
        <p:nvSpPr>
          <p:cNvPr id="26" name="Freeform 25">
            <a:extLst>
              <a:ext uri="{FF2B5EF4-FFF2-40B4-BE49-F238E27FC236}">
                <a16:creationId xmlns:a16="http://schemas.microsoft.com/office/drawing/2014/main" id="{F0EFE26D-E387-D142-AF15-52886D89B6F7}"/>
              </a:ext>
            </a:extLst>
          </p:cNvPr>
          <p:cNvSpPr>
            <a:spLocks noChangeArrowheads="1"/>
          </p:cNvSpPr>
          <p:nvPr/>
        </p:nvSpPr>
        <p:spPr bwMode="auto">
          <a:xfrm>
            <a:off x="4860887" y="2933338"/>
            <a:ext cx="2439743" cy="2530557"/>
          </a:xfrm>
          <a:custGeom>
            <a:avLst/>
            <a:gdLst>
              <a:gd name="T0" fmla="*/ 3334 w 3335"/>
              <a:gd name="T1" fmla="*/ 1666 h 3333"/>
              <a:gd name="T2" fmla="*/ 1667 w 3335"/>
              <a:gd name="T3" fmla="*/ 3332 h 3333"/>
              <a:gd name="T4" fmla="*/ 0 w 3335"/>
              <a:gd name="T5" fmla="*/ 1666 h 3333"/>
              <a:gd name="T6" fmla="*/ 1667 w 3335"/>
              <a:gd name="T7" fmla="*/ 0 h 3333"/>
              <a:gd name="T8" fmla="*/ 3334 w 3335"/>
              <a:gd name="T9" fmla="*/ 1666 h 3333"/>
            </a:gdLst>
            <a:ahLst/>
            <a:cxnLst>
              <a:cxn ang="0">
                <a:pos x="T0" y="T1"/>
              </a:cxn>
              <a:cxn ang="0">
                <a:pos x="T2" y="T3"/>
              </a:cxn>
              <a:cxn ang="0">
                <a:pos x="T4" y="T5"/>
              </a:cxn>
              <a:cxn ang="0">
                <a:pos x="T6" y="T7"/>
              </a:cxn>
              <a:cxn ang="0">
                <a:pos x="T8" y="T9"/>
              </a:cxn>
            </a:cxnLst>
            <a:rect l="0" t="0" r="r" b="b"/>
            <a:pathLst>
              <a:path w="3335" h="3333">
                <a:moveTo>
                  <a:pt x="3334" y="1666"/>
                </a:moveTo>
                <a:cubicBezTo>
                  <a:pt x="3334" y="2586"/>
                  <a:pt x="2587" y="3332"/>
                  <a:pt x="1667" y="3332"/>
                </a:cubicBezTo>
                <a:cubicBezTo>
                  <a:pt x="747" y="3332"/>
                  <a:pt x="0" y="2586"/>
                  <a:pt x="0" y="1666"/>
                </a:cubicBezTo>
                <a:cubicBezTo>
                  <a:pt x="0" y="746"/>
                  <a:pt x="747" y="0"/>
                  <a:pt x="1667" y="0"/>
                </a:cubicBezTo>
                <a:cubicBezTo>
                  <a:pt x="2587" y="0"/>
                  <a:pt x="3334" y="746"/>
                  <a:pt x="3334" y="1666"/>
                </a:cubicBezTo>
              </a:path>
            </a:pathLst>
          </a:custGeom>
          <a:solidFill>
            <a:schemeClr val="bg1">
              <a:lumMod val="85000"/>
            </a:schemeClr>
          </a:solidFill>
          <a:ln>
            <a:noFill/>
          </a:ln>
          <a:effectLst/>
        </p:spPr>
        <p:txBody>
          <a:bodyPr wrap="none" anchor="ctr"/>
          <a:lstStyle/>
          <a:p>
            <a:pPr algn="ctr"/>
            <a:endParaRPr lang="fr-FR" sz="1200" dirty="0"/>
          </a:p>
          <a:p>
            <a:pPr algn="ctr"/>
            <a:r>
              <a:rPr lang="fr-FR" sz="1200" b="1" dirty="0"/>
              <a:t>Libérer les manager</a:t>
            </a:r>
          </a:p>
          <a:p>
            <a:pPr algn="ctr"/>
            <a:r>
              <a:rPr lang="fr-FR" sz="1200" b="1" dirty="0"/>
              <a:t> de la charge décisionnelle</a:t>
            </a:r>
          </a:p>
          <a:p>
            <a:pPr algn="ctr"/>
            <a:r>
              <a:rPr lang="fr-FR" sz="1200" b="1" dirty="0"/>
              <a:t>, la faire porter par </a:t>
            </a:r>
          </a:p>
          <a:p>
            <a:pPr algn="ctr"/>
            <a:r>
              <a:rPr lang="fr-FR" sz="1200" b="1" dirty="0"/>
              <a:t>le processus en le rationalisant </a:t>
            </a:r>
          </a:p>
          <a:p>
            <a:pPr algn="ctr"/>
            <a:r>
              <a:rPr lang="fr-FR" sz="1200" b="1" dirty="0"/>
              <a:t>en faisant un travail </a:t>
            </a:r>
          </a:p>
          <a:p>
            <a:pPr algn="ctr"/>
            <a:r>
              <a:rPr lang="fr-FR" sz="1200" b="1" dirty="0"/>
              <a:t>d’objectivation</a:t>
            </a:r>
          </a:p>
          <a:p>
            <a:pPr algn="ctr"/>
            <a:r>
              <a:rPr lang="fr-FR" sz="1200" b="1" dirty="0"/>
              <a:t>métier à intégrer dans </a:t>
            </a:r>
          </a:p>
          <a:p>
            <a:pPr algn="ctr"/>
            <a:r>
              <a:rPr lang="fr-FR" sz="1200" b="1" dirty="0"/>
              <a:t>les outils experts des </a:t>
            </a:r>
            <a:br>
              <a:rPr lang="fr-FR" sz="1200" b="1" dirty="0"/>
            </a:br>
            <a:r>
              <a:rPr lang="fr-FR" sz="1200" b="1" dirty="0"/>
              <a:t>CEPG </a:t>
            </a:r>
          </a:p>
          <a:p>
            <a:pPr algn="ctr"/>
            <a:r>
              <a:rPr lang="fr-FR" sz="1200" dirty="0">
                <a:solidFill>
                  <a:schemeClr val="tx2"/>
                </a:solidFill>
              </a:rPr>
              <a:t>  </a:t>
            </a:r>
          </a:p>
        </p:txBody>
      </p:sp>
      <p:sp>
        <p:nvSpPr>
          <p:cNvPr id="28" name="Freeform 27">
            <a:extLst>
              <a:ext uri="{FF2B5EF4-FFF2-40B4-BE49-F238E27FC236}">
                <a16:creationId xmlns:a16="http://schemas.microsoft.com/office/drawing/2014/main" id="{7BE7D187-4C13-5F45-A875-C3EA1AB62F85}"/>
              </a:ext>
            </a:extLst>
          </p:cNvPr>
          <p:cNvSpPr>
            <a:spLocks noChangeArrowheads="1"/>
          </p:cNvSpPr>
          <p:nvPr/>
        </p:nvSpPr>
        <p:spPr bwMode="auto">
          <a:xfrm>
            <a:off x="6376140" y="4472753"/>
            <a:ext cx="2142245" cy="2142245"/>
          </a:xfrm>
          <a:custGeom>
            <a:avLst/>
            <a:gdLst>
              <a:gd name="T0" fmla="*/ 3315 w 3439"/>
              <a:gd name="T1" fmla="*/ 0 h 3438"/>
              <a:gd name="T2" fmla="*/ 1706 w 3439"/>
              <a:gd name="T3" fmla="*/ 0 h 3438"/>
              <a:gd name="T4" fmla="*/ 0 w 3439"/>
              <a:gd name="T5" fmla="*/ 1709 h 3438"/>
              <a:gd name="T6" fmla="*/ 0 w 3439"/>
              <a:gd name="T7" fmla="*/ 3315 h 3438"/>
              <a:gd name="T8" fmla="*/ 122 w 3439"/>
              <a:gd name="T9" fmla="*/ 3437 h 3438"/>
              <a:gd name="T10" fmla="*/ 3315 w 3439"/>
              <a:gd name="T11" fmla="*/ 3437 h 3438"/>
              <a:gd name="T12" fmla="*/ 3438 w 3439"/>
              <a:gd name="T13" fmla="*/ 3315 h 3438"/>
              <a:gd name="T14" fmla="*/ 3438 w 3439"/>
              <a:gd name="T15" fmla="*/ 122 h 3438"/>
              <a:gd name="T16" fmla="*/ 3315 w 3439"/>
              <a:gd name="T17" fmla="*/ 0 h 3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39" h="3438">
                <a:moveTo>
                  <a:pt x="3315" y="0"/>
                </a:moveTo>
                <a:lnTo>
                  <a:pt x="1706" y="0"/>
                </a:lnTo>
                <a:cubicBezTo>
                  <a:pt x="1528" y="855"/>
                  <a:pt x="855" y="1529"/>
                  <a:pt x="0" y="1709"/>
                </a:cubicBezTo>
                <a:lnTo>
                  <a:pt x="0" y="3315"/>
                </a:lnTo>
                <a:cubicBezTo>
                  <a:pt x="0" y="3382"/>
                  <a:pt x="55" y="3437"/>
                  <a:pt x="122" y="3437"/>
                </a:cubicBezTo>
                <a:lnTo>
                  <a:pt x="3315" y="3437"/>
                </a:lnTo>
                <a:cubicBezTo>
                  <a:pt x="3382" y="3437"/>
                  <a:pt x="3438" y="3382"/>
                  <a:pt x="3438" y="3315"/>
                </a:cubicBezTo>
                <a:lnTo>
                  <a:pt x="3438" y="122"/>
                </a:lnTo>
                <a:cubicBezTo>
                  <a:pt x="3438" y="55"/>
                  <a:pt x="3382" y="0"/>
                  <a:pt x="3315" y="0"/>
                </a:cubicBezTo>
              </a:path>
            </a:pathLst>
          </a:custGeom>
          <a:solidFill>
            <a:schemeClr val="tx2">
              <a:lumMod val="75000"/>
            </a:schemeClr>
          </a:solidFill>
          <a:ln>
            <a:noFill/>
          </a:ln>
          <a:effectLst/>
        </p:spPr>
        <p:txBody>
          <a:bodyPr wrap="none" anchor="ctr"/>
          <a:lstStyle/>
          <a:p>
            <a:endParaRPr lang="en-US" sz="900"/>
          </a:p>
        </p:txBody>
      </p:sp>
      <p:sp>
        <p:nvSpPr>
          <p:cNvPr id="29" name="Freeform 28">
            <a:extLst>
              <a:ext uri="{FF2B5EF4-FFF2-40B4-BE49-F238E27FC236}">
                <a16:creationId xmlns:a16="http://schemas.microsoft.com/office/drawing/2014/main" id="{BFCF020C-9395-3B49-A4E9-3F9A387A160A}"/>
              </a:ext>
            </a:extLst>
          </p:cNvPr>
          <p:cNvSpPr>
            <a:spLocks noChangeArrowheads="1"/>
          </p:cNvSpPr>
          <p:nvPr/>
        </p:nvSpPr>
        <p:spPr bwMode="auto">
          <a:xfrm>
            <a:off x="3676361" y="1803187"/>
            <a:ext cx="2142245" cy="2142245"/>
          </a:xfrm>
          <a:custGeom>
            <a:avLst/>
            <a:gdLst>
              <a:gd name="T0" fmla="*/ 3437 w 3438"/>
              <a:gd name="T1" fmla="*/ 1666 h 3438"/>
              <a:gd name="T2" fmla="*/ 3437 w 3438"/>
              <a:gd name="T3" fmla="*/ 122 h 3438"/>
              <a:gd name="T4" fmla="*/ 3315 w 3438"/>
              <a:gd name="T5" fmla="*/ 0 h 3438"/>
              <a:gd name="T6" fmla="*/ 122 w 3438"/>
              <a:gd name="T7" fmla="*/ 0 h 3438"/>
              <a:gd name="T8" fmla="*/ 0 w 3438"/>
              <a:gd name="T9" fmla="*/ 122 h 3438"/>
              <a:gd name="T10" fmla="*/ 0 w 3438"/>
              <a:gd name="T11" fmla="*/ 3315 h 3438"/>
              <a:gd name="T12" fmla="*/ 122 w 3438"/>
              <a:gd name="T13" fmla="*/ 3437 h 3438"/>
              <a:gd name="T14" fmla="*/ 1702 w 3438"/>
              <a:gd name="T15" fmla="*/ 3437 h 3438"/>
              <a:gd name="T16" fmla="*/ 3437 w 3438"/>
              <a:gd name="T17" fmla="*/ 1666 h 3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38" h="3438">
                <a:moveTo>
                  <a:pt x="3437" y="1666"/>
                </a:moveTo>
                <a:lnTo>
                  <a:pt x="3437" y="122"/>
                </a:lnTo>
                <a:cubicBezTo>
                  <a:pt x="3437" y="55"/>
                  <a:pt x="3382" y="0"/>
                  <a:pt x="3315" y="0"/>
                </a:cubicBezTo>
                <a:lnTo>
                  <a:pt x="122" y="0"/>
                </a:lnTo>
                <a:cubicBezTo>
                  <a:pt x="55" y="0"/>
                  <a:pt x="0" y="55"/>
                  <a:pt x="0" y="122"/>
                </a:cubicBezTo>
                <a:lnTo>
                  <a:pt x="0" y="3315"/>
                </a:lnTo>
                <a:cubicBezTo>
                  <a:pt x="0" y="3382"/>
                  <a:pt x="55" y="3437"/>
                  <a:pt x="122" y="3437"/>
                </a:cubicBezTo>
                <a:lnTo>
                  <a:pt x="1702" y="3437"/>
                </a:lnTo>
                <a:cubicBezTo>
                  <a:pt x="1862" y="2548"/>
                  <a:pt x="2554" y="1844"/>
                  <a:pt x="3437" y="1666"/>
                </a:cubicBezTo>
              </a:path>
            </a:pathLst>
          </a:custGeom>
          <a:solidFill>
            <a:schemeClr val="accent1"/>
          </a:solidFill>
          <a:ln>
            <a:noFill/>
          </a:ln>
          <a:effectLst/>
        </p:spPr>
        <p:txBody>
          <a:bodyPr wrap="none" anchor="ctr"/>
          <a:lstStyle/>
          <a:p>
            <a:pPr defTabSz="1828434"/>
            <a:endParaRPr lang="en-US" sz="3600"/>
          </a:p>
        </p:txBody>
      </p:sp>
      <p:sp>
        <p:nvSpPr>
          <p:cNvPr id="30" name="Freeform 29">
            <a:extLst>
              <a:ext uri="{FF2B5EF4-FFF2-40B4-BE49-F238E27FC236}">
                <a16:creationId xmlns:a16="http://schemas.microsoft.com/office/drawing/2014/main" id="{CE3B1505-CF8E-0F4E-8D79-96350C17A84E}"/>
              </a:ext>
            </a:extLst>
          </p:cNvPr>
          <p:cNvSpPr>
            <a:spLocks noChangeArrowheads="1"/>
          </p:cNvSpPr>
          <p:nvPr/>
        </p:nvSpPr>
        <p:spPr bwMode="auto">
          <a:xfrm>
            <a:off x="6333351" y="1803187"/>
            <a:ext cx="2210888" cy="2142245"/>
          </a:xfrm>
          <a:custGeom>
            <a:avLst/>
            <a:gdLst>
              <a:gd name="T0" fmla="*/ 3315 w 3439"/>
              <a:gd name="T1" fmla="*/ 0 h 3438"/>
              <a:gd name="T2" fmla="*/ 122 w 3439"/>
              <a:gd name="T3" fmla="*/ 0 h 3438"/>
              <a:gd name="T4" fmla="*/ 0 w 3439"/>
              <a:gd name="T5" fmla="*/ 122 h 3438"/>
              <a:gd name="T6" fmla="*/ 0 w 3439"/>
              <a:gd name="T7" fmla="*/ 1670 h 3438"/>
              <a:gd name="T8" fmla="*/ 1717 w 3439"/>
              <a:gd name="T9" fmla="*/ 3437 h 3438"/>
              <a:gd name="T10" fmla="*/ 3315 w 3439"/>
              <a:gd name="T11" fmla="*/ 3437 h 3438"/>
              <a:gd name="T12" fmla="*/ 3438 w 3439"/>
              <a:gd name="T13" fmla="*/ 3315 h 3438"/>
              <a:gd name="T14" fmla="*/ 3438 w 3439"/>
              <a:gd name="T15" fmla="*/ 122 h 3438"/>
              <a:gd name="T16" fmla="*/ 3315 w 3439"/>
              <a:gd name="T17" fmla="*/ 0 h 3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39" h="3438">
                <a:moveTo>
                  <a:pt x="3315" y="0"/>
                </a:moveTo>
                <a:lnTo>
                  <a:pt x="122" y="0"/>
                </a:lnTo>
                <a:cubicBezTo>
                  <a:pt x="55" y="0"/>
                  <a:pt x="0" y="55"/>
                  <a:pt x="0" y="122"/>
                </a:cubicBezTo>
                <a:lnTo>
                  <a:pt x="0" y="1670"/>
                </a:lnTo>
                <a:cubicBezTo>
                  <a:pt x="874" y="1854"/>
                  <a:pt x="1558" y="2554"/>
                  <a:pt x="1717" y="3437"/>
                </a:cubicBezTo>
                <a:lnTo>
                  <a:pt x="3315" y="3437"/>
                </a:lnTo>
                <a:cubicBezTo>
                  <a:pt x="3382" y="3437"/>
                  <a:pt x="3438" y="3382"/>
                  <a:pt x="3438" y="3315"/>
                </a:cubicBezTo>
                <a:lnTo>
                  <a:pt x="3438" y="122"/>
                </a:lnTo>
                <a:cubicBezTo>
                  <a:pt x="3438" y="55"/>
                  <a:pt x="3382" y="0"/>
                  <a:pt x="3315" y="0"/>
                </a:cubicBezTo>
              </a:path>
            </a:pathLst>
          </a:custGeom>
          <a:solidFill>
            <a:schemeClr val="accent2"/>
          </a:solidFill>
          <a:ln>
            <a:noFill/>
          </a:ln>
          <a:effectLst/>
        </p:spPr>
        <p:txBody>
          <a:bodyPr wrap="none" anchor="ctr"/>
          <a:lstStyle/>
          <a:p>
            <a:endParaRPr lang="en-US" sz="900"/>
          </a:p>
        </p:txBody>
      </p:sp>
      <p:sp>
        <p:nvSpPr>
          <p:cNvPr id="32" name="Subtitle 2">
            <a:extLst>
              <a:ext uri="{FF2B5EF4-FFF2-40B4-BE49-F238E27FC236}">
                <a16:creationId xmlns:a16="http://schemas.microsoft.com/office/drawing/2014/main" id="{64F2DF59-7FC3-DE41-90AF-C708CB4D8981}"/>
              </a:ext>
            </a:extLst>
          </p:cNvPr>
          <p:cNvSpPr txBox="1">
            <a:spLocks/>
          </p:cNvSpPr>
          <p:nvPr/>
        </p:nvSpPr>
        <p:spPr>
          <a:xfrm>
            <a:off x="26862" y="1766271"/>
            <a:ext cx="3590417" cy="2394182"/>
          </a:xfrm>
          <a:prstGeom prst="rect">
            <a:avLst/>
          </a:prstGeom>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r">
              <a:lnSpc>
                <a:spcPts val="1750"/>
              </a:lnSpc>
            </a:pPr>
            <a:r>
              <a:rPr lang="fr-FR" sz="1200" b="1"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Les CEPG prennent en charge des étapes métiers des processus portés souvent intégralement par manager</a:t>
            </a:r>
          </a:p>
          <a:p>
            <a:pPr algn="r">
              <a:lnSpc>
                <a:spcPts val="1750"/>
              </a:lnSpc>
            </a:pPr>
            <a:r>
              <a:rPr lang="fr-FR" sz="1200" b="1"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Cette centralisation permet d’industrialiser les traitements, de maîtriser les délais et de mettre en œuvre de l’AI progressivement en miroir de l’amélioration de la qualité de données transportées aux différentes étapes du processus par l’ensemble des acteurs</a:t>
            </a:r>
          </a:p>
          <a:p>
            <a:pPr algn="r">
              <a:lnSpc>
                <a:spcPts val="1750"/>
              </a:lnSpc>
            </a:pPr>
            <a:r>
              <a:rPr lang="fr-FR" sz="900" b="1" i="1" dirty="0" err="1">
                <a:solidFill>
                  <a:schemeClr val="tx1"/>
                </a:solidFill>
                <a:latin typeface="Poppins" pitchFamily="2" charset="77"/>
                <a:ea typeface="League Spartan" charset="0"/>
                <a:cs typeface="Poppins" pitchFamily="2" charset="77"/>
              </a:rPr>
              <a:t>Kpi</a:t>
            </a:r>
            <a:r>
              <a:rPr lang="fr-FR" sz="900" b="1" i="1" dirty="0">
                <a:solidFill>
                  <a:schemeClr val="tx1"/>
                </a:solidFill>
                <a:latin typeface="Poppins" pitchFamily="2" charset="77"/>
                <a:ea typeface="League Spartan" charset="0"/>
                <a:cs typeface="Poppins" pitchFamily="2" charset="77"/>
              </a:rPr>
              <a:t> symbole de réussite : Fluidité des processus, mesure des délais d’exécution des tâches de chaînes de valeurs </a:t>
            </a:r>
            <a:r>
              <a:rPr lang="fr-FR" sz="1200" b="1" dirty="0">
                <a:latin typeface="Lato Light" panose="020F0502020204030203" pitchFamily="34" charset="0"/>
                <a:ea typeface="Lato Light" panose="020F0502020204030203" pitchFamily="34" charset="0"/>
                <a:cs typeface="Mukta ExtraLight" panose="020B0000000000000000" pitchFamily="34" charset="77"/>
              </a:rPr>
              <a:t> </a:t>
            </a:r>
          </a:p>
        </p:txBody>
      </p:sp>
      <p:sp>
        <p:nvSpPr>
          <p:cNvPr id="39" name="TextBox 38">
            <a:extLst>
              <a:ext uri="{FF2B5EF4-FFF2-40B4-BE49-F238E27FC236}">
                <a16:creationId xmlns:a16="http://schemas.microsoft.com/office/drawing/2014/main" id="{49497AB5-15D8-2F4F-9640-DE94C1A99D55}"/>
              </a:ext>
            </a:extLst>
          </p:cNvPr>
          <p:cNvSpPr txBox="1"/>
          <p:nvPr/>
        </p:nvSpPr>
        <p:spPr>
          <a:xfrm>
            <a:off x="8711991" y="1820797"/>
            <a:ext cx="3349255" cy="2015936"/>
          </a:xfrm>
          <a:prstGeom prst="rect">
            <a:avLst/>
          </a:prstGeom>
          <a:noFill/>
        </p:spPr>
        <p:txBody>
          <a:bodyPr wrap="square" rtlCol="0" anchor="b" anchorCtr="0">
            <a:spAutoFit/>
          </a:bodyPr>
          <a:lstStyle/>
          <a:p>
            <a:r>
              <a:rPr lang="fr-FR" sz="1600" b="1" dirty="0">
                <a:latin typeface="Poppins" pitchFamily="2" charset="77"/>
                <a:ea typeface="League Spartan" charset="0"/>
                <a:cs typeface="Poppins" pitchFamily="2" charset="77"/>
              </a:rPr>
              <a:t>Rendre la fonction cohérente avec la réalité d’aujourd’hui</a:t>
            </a:r>
          </a:p>
          <a:p>
            <a:r>
              <a:rPr lang="fr-FR" sz="1200" b="1" dirty="0">
                <a:latin typeface="Lato Light" panose="020F0502020204030203" pitchFamily="34" charset="0"/>
                <a:ea typeface="Lato Light" panose="020F0502020204030203" pitchFamily="34" charset="0"/>
                <a:cs typeface="Mukta ExtraLight" panose="020B0000000000000000" pitchFamily="34" charset="77"/>
              </a:rPr>
              <a:t>Les CEPG reprenant des tâche et responsabilités le manger est libéré, il peut animer ses équipes et les accompagner et aller chercher avec eux sur le terrain des gains de performance </a:t>
            </a:r>
          </a:p>
          <a:p>
            <a:r>
              <a:rPr lang="fr-FR" sz="1200" b="1" dirty="0">
                <a:latin typeface="Lato Light" panose="020F0502020204030203" pitchFamily="34" charset="0"/>
                <a:ea typeface="Lato Light" panose="020F0502020204030203" pitchFamily="34" charset="0"/>
                <a:cs typeface="Poppins" pitchFamily="2" charset="77"/>
              </a:rPr>
              <a:t>Il s’assure que ses équipes utilisent les outils et s’intègrent pleinement dans le processus digital</a:t>
            </a:r>
          </a:p>
          <a:p>
            <a:endParaRPr lang="fr-FR" sz="1200" b="1" dirty="0">
              <a:latin typeface="Poppins" pitchFamily="2" charset="77"/>
              <a:ea typeface="League Spartan" charset="0"/>
              <a:cs typeface="Poppins" pitchFamily="2" charset="77"/>
            </a:endParaRPr>
          </a:p>
          <a:p>
            <a:r>
              <a:rPr lang="fr-FR" sz="900" b="1" i="1" dirty="0" err="1">
                <a:latin typeface="Poppins" pitchFamily="2" charset="77"/>
                <a:ea typeface="League Spartan" charset="0"/>
                <a:cs typeface="Poppins" pitchFamily="2" charset="77"/>
              </a:rPr>
              <a:t>Kpi</a:t>
            </a:r>
            <a:r>
              <a:rPr lang="fr-FR" sz="900" b="1" i="1" dirty="0">
                <a:latin typeface="Poppins" pitchFamily="2" charset="77"/>
                <a:ea typeface="League Spartan" charset="0"/>
                <a:cs typeface="Poppins" pitchFamily="2" charset="77"/>
              </a:rPr>
              <a:t> symbole de réussite : ???</a:t>
            </a:r>
          </a:p>
        </p:txBody>
      </p:sp>
      <p:sp>
        <p:nvSpPr>
          <p:cNvPr id="48" name="TextBox 47">
            <a:extLst>
              <a:ext uri="{FF2B5EF4-FFF2-40B4-BE49-F238E27FC236}">
                <a16:creationId xmlns:a16="http://schemas.microsoft.com/office/drawing/2014/main" id="{2D80FA17-40E9-6D46-869E-1FBB1804B610}"/>
              </a:ext>
            </a:extLst>
          </p:cNvPr>
          <p:cNvSpPr txBox="1"/>
          <p:nvPr/>
        </p:nvSpPr>
        <p:spPr>
          <a:xfrm>
            <a:off x="6813327" y="4948900"/>
            <a:ext cx="1730911" cy="738664"/>
          </a:xfrm>
          <a:prstGeom prst="rect">
            <a:avLst/>
          </a:prstGeom>
          <a:noFill/>
        </p:spPr>
        <p:txBody>
          <a:bodyPr wrap="square" rtlCol="0" anchor="ctr">
            <a:spAutoFit/>
          </a:bodyPr>
          <a:lstStyle/>
          <a:p>
            <a:pPr algn="r"/>
            <a:r>
              <a:rPr lang="fr-FR" sz="1400" b="1" dirty="0">
                <a:solidFill>
                  <a:schemeClr val="bg1"/>
                </a:solidFill>
                <a:latin typeface="Poppins" pitchFamily="2" charset="77"/>
                <a:cs typeface="Poppins" pitchFamily="2" charset="77"/>
              </a:rPr>
              <a:t>Des agents acteurs et  clients</a:t>
            </a:r>
          </a:p>
        </p:txBody>
      </p:sp>
      <p:sp>
        <p:nvSpPr>
          <p:cNvPr id="49" name="TextBox 48">
            <a:extLst>
              <a:ext uri="{FF2B5EF4-FFF2-40B4-BE49-F238E27FC236}">
                <a16:creationId xmlns:a16="http://schemas.microsoft.com/office/drawing/2014/main" id="{787353F4-37D6-5F4E-BAA2-57ECBACFCC2F}"/>
              </a:ext>
            </a:extLst>
          </p:cNvPr>
          <p:cNvSpPr txBox="1"/>
          <p:nvPr/>
        </p:nvSpPr>
        <p:spPr>
          <a:xfrm>
            <a:off x="4035819" y="5318232"/>
            <a:ext cx="952505" cy="784830"/>
          </a:xfrm>
          <a:prstGeom prst="rect">
            <a:avLst/>
          </a:prstGeom>
          <a:noFill/>
        </p:spPr>
        <p:txBody>
          <a:bodyPr wrap="none" rtlCol="0" anchor="ctr">
            <a:spAutoFit/>
          </a:bodyPr>
          <a:lstStyle/>
          <a:p>
            <a:pPr algn="ctr"/>
            <a:r>
              <a:rPr lang="fr-FR" sz="4500" b="1">
                <a:solidFill>
                  <a:schemeClr val="bg1"/>
                </a:solidFill>
                <a:latin typeface="Poppins" pitchFamily="2" charset="77"/>
                <a:cs typeface="Poppins" pitchFamily="2" charset="77"/>
              </a:rPr>
              <a:t>04</a:t>
            </a:r>
            <a:endParaRPr lang="fr-FR" sz="4500" b="1" dirty="0">
              <a:solidFill>
                <a:schemeClr val="bg1"/>
              </a:solidFill>
              <a:latin typeface="Poppins" pitchFamily="2" charset="77"/>
              <a:cs typeface="Poppins" pitchFamily="2" charset="77"/>
            </a:endParaRPr>
          </a:p>
        </p:txBody>
      </p:sp>
      <p:sp>
        <p:nvSpPr>
          <p:cNvPr id="2" name="TextBox 45">
            <a:extLst>
              <a:ext uri="{FF2B5EF4-FFF2-40B4-BE49-F238E27FC236}">
                <a16:creationId xmlns:a16="http://schemas.microsoft.com/office/drawing/2014/main" id="{2E2F2D4B-E9AC-5123-8787-0EF874396FC9}"/>
              </a:ext>
            </a:extLst>
          </p:cNvPr>
          <p:cNvSpPr txBox="1"/>
          <p:nvPr/>
        </p:nvSpPr>
        <p:spPr>
          <a:xfrm>
            <a:off x="3684025" y="1926297"/>
            <a:ext cx="1719374" cy="1323439"/>
          </a:xfrm>
          <a:prstGeom prst="rect">
            <a:avLst/>
          </a:prstGeom>
          <a:noFill/>
        </p:spPr>
        <p:txBody>
          <a:bodyPr wrap="square" rtlCol="0" anchor="ctr">
            <a:spAutoFit/>
          </a:bodyPr>
          <a:lstStyle/>
          <a:p>
            <a:r>
              <a:rPr lang="fr-FR" sz="1600" b="1" dirty="0">
                <a:latin typeface="Poppins" pitchFamily="2" charset="77"/>
                <a:ea typeface="League Spartan" charset="0"/>
                <a:cs typeface="Poppins" pitchFamily="2" charset="77"/>
              </a:rPr>
              <a:t>Central Expert </a:t>
            </a:r>
            <a:r>
              <a:rPr lang="fr-FR" sz="1600" b="1" dirty="0" err="1">
                <a:latin typeface="Poppins" pitchFamily="2" charset="77"/>
                <a:ea typeface="League Spartan" charset="0"/>
                <a:cs typeface="Poppins" pitchFamily="2" charset="77"/>
              </a:rPr>
              <a:t>Plateform</a:t>
            </a:r>
            <a:endParaRPr lang="fr-FR" sz="1600" b="1" dirty="0">
              <a:latin typeface="Poppins" pitchFamily="2" charset="77"/>
              <a:ea typeface="League Spartan" charset="0"/>
              <a:cs typeface="Poppins" pitchFamily="2" charset="77"/>
            </a:endParaRPr>
          </a:p>
          <a:p>
            <a:r>
              <a:rPr lang="fr-FR" sz="1600" b="1" dirty="0">
                <a:latin typeface="Poppins" pitchFamily="2" charset="77"/>
                <a:ea typeface="League Spartan" charset="0"/>
                <a:cs typeface="Poppins" pitchFamily="2" charset="77"/>
              </a:rPr>
              <a:t>Digital</a:t>
            </a:r>
          </a:p>
          <a:p>
            <a:r>
              <a:rPr lang="fr-FR" sz="1600" b="1" dirty="0">
                <a:solidFill>
                  <a:schemeClr val="bg1"/>
                </a:solidFill>
                <a:latin typeface="Poppins" pitchFamily="2" charset="77"/>
                <a:cs typeface="Poppins" pitchFamily="2" charset="77"/>
              </a:rPr>
              <a:t>Une expertise métier</a:t>
            </a:r>
          </a:p>
        </p:txBody>
      </p:sp>
      <p:sp>
        <p:nvSpPr>
          <p:cNvPr id="4" name="TextBox 45">
            <a:extLst>
              <a:ext uri="{FF2B5EF4-FFF2-40B4-BE49-F238E27FC236}">
                <a16:creationId xmlns:a16="http://schemas.microsoft.com/office/drawing/2014/main" id="{7E3FDA1C-B88D-C554-A36D-DE93D3F57535}"/>
              </a:ext>
            </a:extLst>
          </p:cNvPr>
          <p:cNvSpPr txBox="1"/>
          <p:nvPr/>
        </p:nvSpPr>
        <p:spPr>
          <a:xfrm>
            <a:off x="6855349" y="1775281"/>
            <a:ext cx="1719374" cy="1569660"/>
          </a:xfrm>
          <a:prstGeom prst="rect">
            <a:avLst/>
          </a:prstGeom>
          <a:noFill/>
        </p:spPr>
        <p:txBody>
          <a:bodyPr wrap="square" rtlCol="0" anchor="ctr">
            <a:spAutoFit/>
          </a:bodyPr>
          <a:lstStyle/>
          <a:p>
            <a:pPr algn="r"/>
            <a:r>
              <a:rPr lang="fr-FR" sz="1600" b="1" dirty="0">
                <a:solidFill>
                  <a:schemeClr val="bg1"/>
                </a:solidFill>
                <a:latin typeface="Poppins" pitchFamily="2" charset="77"/>
                <a:cs typeface="Poppins" pitchFamily="2" charset="77"/>
              </a:rPr>
              <a:t>Des managers d’équipe</a:t>
            </a:r>
          </a:p>
          <a:p>
            <a:pPr algn="r"/>
            <a:r>
              <a:rPr lang="fr-FR" sz="1600" b="1" dirty="0">
                <a:solidFill>
                  <a:schemeClr val="bg1"/>
                </a:solidFill>
                <a:latin typeface="Poppins" pitchFamily="2" charset="77"/>
                <a:cs typeface="Poppins" pitchFamily="2" charset="77"/>
              </a:rPr>
              <a:t>Libérés d’une partie de la charge décisionnelle</a:t>
            </a:r>
          </a:p>
        </p:txBody>
      </p:sp>
      <p:sp>
        <p:nvSpPr>
          <p:cNvPr id="5" name="TextBox 45">
            <a:extLst>
              <a:ext uri="{FF2B5EF4-FFF2-40B4-BE49-F238E27FC236}">
                <a16:creationId xmlns:a16="http://schemas.microsoft.com/office/drawing/2014/main" id="{5BE6B865-3D28-F681-063F-48B841002026}"/>
              </a:ext>
            </a:extLst>
          </p:cNvPr>
          <p:cNvSpPr txBox="1"/>
          <p:nvPr/>
        </p:nvSpPr>
        <p:spPr>
          <a:xfrm>
            <a:off x="7620537" y="4591563"/>
            <a:ext cx="936475" cy="338554"/>
          </a:xfrm>
          <a:prstGeom prst="rect">
            <a:avLst/>
          </a:prstGeom>
          <a:noFill/>
        </p:spPr>
        <p:txBody>
          <a:bodyPr wrap="none" rtlCol="0" anchor="ctr">
            <a:spAutoFit/>
          </a:bodyPr>
          <a:lstStyle/>
          <a:p>
            <a:pPr algn="ctr"/>
            <a:r>
              <a:rPr lang="fr-FR" sz="1600" b="1" dirty="0">
                <a:solidFill>
                  <a:schemeClr val="bg1"/>
                </a:solidFill>
                <a:latin typeface="Poppins" pitchFamily="2" charset="77"/>
                <a:cs typeface="Poppins" pitchFamily="2" charset="77"/>
              </a:rPr>
              <a:t>Agents</a:t>
            </a:r>
          </a:p>
        </p:txBody>
      </p:sp>
      <p:sp>
        <p:nvSpPr>
          <p:cNvPr id="6" name="TextBox 38">
            <a:extLst>
              <a:ext uri="{FF2B5EF4-FFF2-40B4-BE49-F238E27FC236}">
                <a16:creationId xmlns:a16="http://schemas.microsoft.com/office/drawing/2014/main" id="{70B9F574-504B-209B-2AAB-B0080688AEAA}"/>
              </a:ext>
            </a:extLst>
          </p:cNvPr>
          <p:cNvSpPr txBox="1"/>
          <p:nvPr/>
        </p:nvSpPr>
        <p:spPr>
          <a:xfrm>
            <a:off x="8815883" y="4767086"/>
            <a:ext cx="3349255" cy="2015936"/>
          </a:xfrm>
          <a:prstGeom prst="rect">
            <a:avLst/>
          </a:prstGeom>
          <a:noFill/>
        </p:spPr>
        <p:txBody>
          <a:bodyPr wrap="square" rtlCol="0" anchor="b" anchorCtr="0">
            <a:spAutoFit/>
          </a:bodyPr>
          <a:lstStyle/>
          <a:p>
            <a:r>
              <a:rPr lang="fr-FR" sz="1600" b="1" dirty="0">
                <a:latin typeface="Poppins" pitchFamily="2" charset="77"/>
                <a:ea typeface="League Spartan" charset="0"/>
                <a:cs typeface="Poppins" pitchFamily="2" charset="77"/>
              </a:rPr>
              <a:t>Des agents qui deviennent des clients du CEPG.</a:t>
            </a:r>
          </a:p>
          <a:p>
            <a:r>
              <a:rPr lang="fr-FR" sz="1200" b="1" dirty="0">
                <a:latin typeface="Lato Light" panose="020F0502020204030203" pitchFamily="34" charset="0"/>
                <a:ea typeface="Lato Light" panose="020F0502020204030203" pitchFamily="34" charset="0"/>
                <a:cs typeface="Mukta ExtraLight" panose="020B0000000000000000" pitchFamily="34" charset="77"/>
              </a:rPr>
              <a:t>Les agents sont des acteurs des processus métier, ils sont à la fois consommateurs et fournisseur de données. Il faut donc les mobiliser à jouer pleinement leur rôle en aidant et en les guidant au travers des interfaces que l’on met à leur disposition.   </a:t>
            </a:r>
          </a:p>
          <a:p>
            <a:endParaRPr lang="fr-FR" sz="1200" b="1" dirty="0">
              <a:latin typeface="Lato Light" panose="020F0502020204030203" pitchFamily="34" charset="0"/>
              <a:ea typeface="Lato Light" panose="020F0502020204030203" pitchFamily="34" charset="0"/>
              <a:cs typeface="Mukta ExtraLight" panose="020B0000000000000000" pitchFamily="34" charset="77"/>
            </a:endParaRPr>
          </a:p>
          <a:p>
            <a:r>
              <a:rPr lang="fr-FR" sz="900" b="1" i="1" dirty="0" err="1">
                <a:latin typeface="Poppins" pitchFamily="2" charset="77"/>
                <a:ea typeface="League Spartan" charset="0"/>
                <a:cs typeface="Poppins" pitchFamily="2" charset="77"/>
              </a:rPr>
              <a:t>Kpi</a:t>
            </a:r>
            <a:r>
              <a:rPr lang="fr-FR" sz="900" b="1" i="1" dirty="0">
                <a:latin typeface="Poppins" pitchFamily="2" charset="77"/>
                <a:ea typeface="League Spartan" charset="0"/>
                <a:cs typeface="Poppins" pitchFamily="2" charset="77"/>
              </a:rPr>
              <a:t> symbole de réussite : ?????</a:t>
            </a:r>
          </a:p>
        </p:txBody>
      </p:sp>
      <p:pic>
        <p:nvPicPr>
          <p:cNvPr id="12" name="Image 11">
            <a:extLst>
              <a:ext uri="{FF2B5EF4-FFF2-40B4-BE49-F238E27FC236}">
                <a16:creationId xmlns:a16="http://schemas.microsoft.com/office/drawing/2014/main" id="{1A2B98DD-258E-4B40-40C7-265F3C320F61}"/>
              </a:ext>
            </a:extLst>
          </p:cNvPr>
          <p:cNvPicPr>
            <a:picLocks noChangeAspect="1"/>
          </p:cNvPicPr>
          <p:nvPr/>
        </p:nvPicPr>
        <p:blipFill>
          <a:blip r:embed="rId4"/>
          <a:stretch>
            <a:fillRect/>
          </a:stretch>
        </p:blipFill>
        <p:spPr>
          <a:xfrm>
            <a:off x="254454" y="4495400"/>
            <a:ext cx="4193899" cy="2096950"/>
          </a:xfrm>
          <a:prstGeom prst="rect">
            <a:avLst/>
          </a:prstGeom>
        </p:spPr>
      </p:pic>
    </p:spTree>
    <p:extLst>
      <p:ext uri="{BB962C8B-B14F-4D97-AF65-F5344CB8AC3E}">
        <p14:creationId xmlns:p14="http://schemas.microsoft.com/office/powerpoint/2010/main" val="3931788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animBg="1"/>
      <p:bldP spid="28" grpId="0" animBg="1"/>
      <p:bldP spid="29" grpId="0" animBg="1"/>
      <p:bldP spid="30" grpId="0" animBg="1"/>
      <p:bldP spid="32" grpId="0"/>
      <p:bldP spid="39" grpId="0"/>
      <p:bldP spid="48" grpId="0"/>
      <p:bldP spid="2" grpId="0"/>
      <p:bldP spid="4" grpId="0"/>
      <p:bldP spid="5" grpId="0"/>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7D4DEA0-C698-084B-A40E-A056BB46E776}"/>
              </a:ext>
            </a:extLst>
          </p:cNvPr>
          <p:cNvSpPr txBox="1"/>
          <p:nvPr/>
        </p:nvSpPr>
        <p:spPr>
          <a:xfrm>
            <a:off x="1496230" y="306186"/>
            <a:ext cx="9199570" cy="584775"/>
          </a:xfrm>
          <a:prstGeom prst="rect">
            <a:avLst/>
          </a:prstGeom>
          <a:noFill/>
        </p:spPr>
        <p:txBody>
          <a:bodyPr wrap="none" rtlCol="0">
            <a:spAutoFit/>
          </a:bodyPr>
          <a:lstStyle/>
          <a:p>
            <a:pPr algn="ctr"/>
            <a:r>
              <a:rPr lang="fr-FR" sz="3200" b="1" cap="all" dirty="0" err="1">
                <a:solidFill>
                  <a:srgbClr val="030F40"/>
                </a:solidFill>
                <a:latin typeface="Arial Black" panose="020B0604020202020204" pitchFamily="34" charset="0"/>
              </a:rPr>
              <a:t>CentrAL</a:t>
            </a:r>
            <a:r>
              <a:rPr lang="fr-FR" sz="3200" b="1" cap="all" dirty="0">
                <a:solidFill>
                  <a:srgbClr val="030F40"/>
                </a:solidFill>
                <a:latin typeface="Arial Black" panose="020B0604020202020204" pitchFamily="34" charset="0"/>
              </a:rPr>
              <a:t> EXPERT PLATEFORM DIGITAL</a:t>
            </a:r>
            <a:endParaRPr lang="fr-FR" sz="3200" b="1" dirty="0">
              <a:solidFill>
                <a:schemeClr val="tx2"/>
              </a:solidFill>
              <a:latin typeface="Poppins" pitchFamily="2" charset="77"/>
              <a:cs typeface="Poppins" pitchFamily="2" charset="77"/>
            </a:endParaRPr>
          </a:p>
        </p:txBody>
      </p:sp>
      <p:sp>
        <p:nvSpPr>
          <p:cNvPr id="3" name="TextBox 2">
            <a:extLst>
              <a:ext uri="{FF2B5EF4-FFF2-40B4-BE49-F238E27FC236}">
                <a16:creationId xmlns:a16="http://schemas.microsoft.com/office/drawing/2014/main" id="{73FFBBA9-BE3E-BA4E-A488-4065FDE430D8}"/>
              </a:ext>
            </a:extLst>
          </p:cNvPr>
          <p:cNvSpPr txBox="1"/>
          <p:nvPr/>
        </p:nvSpPr>
        <p:spPr>
          <a:xfrm>
            <a:off x="4659552" y="787593"/>
            <a:ext cx="2872902" cy="523220"/>
          </a:xfrm>
          <a:prstGeom prst="rect">
            <a:avLst/>
          </a:prstGeom>
          <a:noFill/>
        </p:spPr>
        <p:txBody>
          <a:bodyPr wrap="none" rtlCol="0">
            <a:spAutoFit/>
          </a:bodyPr>
          <a:lstStyle/>
          <a:p>
            <a:pPr algn="ctr"/>
            <a:r>
              <a:rPr lang="fr-FR" sz="2800" spc="150" dirty="0">
                <a:solidFill>
                  <a:schemeClr val="bg1">
                    <a:lumMod val="65000"/>
                  </a:schemeClr>
                </a:solidFill>
                <a:latin typeface="Poppins Light" pitchFamily="2" charset="77"/>
                <a:cs typeface="Poppins Light" pitchFamily="2" charset="77"/>
              </a:rPr>
              <a:t>Les ambitions</a:t>
            </a:r>
          </a:p>
        </p:txBody>
      </p:sp>
      <p:grpSp>
        <p:nvGrpSpPr>
          <p:cNvPr id="8" name="Groupe 7">
            <a:extLst>
              <a:ext uri="{FF2B5EF4-FFF2-40B4-BE49-F238E27FC236}">
                <a16:creationId xmlns:a16="http://schemas.microsoft.com/office/drawing/2014/main" id="{E735D75C-4C6D-2F22-423B-B91A977D6484}"/>
              </a:ext>
            </a:extLst>
          </p:cNvPr>
          <p:cNvGrpSpPr/>
          <p:nvPr/>
        </p:nvGrpSpPr>
        <p:grpSpPr>
          <a:xfrm>
            <a:off x="892035" y="2008504"/>
            <a:ext cx="2986638" cy="4033471"/>
            <a:chOff x="892035" y="2008504"/>
            <a:chExt cx="2986638" cy="4033471"/>
          </a:xfrm>
        </p:grpSpPr>
        <p:sp>
          <p:nvSpPr>
            <p:cNvPr id="10" name="Freeform 15">
              <a:extLst>
                <a:ext uri="{FF2B5EF4-FFF2-40B4-BE49-F238E27FC236}">
                  <a16:creationId xmlns:a16="http://schemas.microsoft.com/office/drawing/2014/main" id="{D93CF464-74E8-4441-903C-5641A9BA29E1}"/>
                </a:ext>
              </a:extLst>
            </p:cNvPr>
            <p:cNvSpPr>
              <a:spLocks noChangeArrowheads="1"/>
            </p:cNvSpPr>
            <p:nvPr/>
          </p:nvSpPr>
          <p:spPr bwMode="auto">
            <a:xfrm>
              <a:off x="892035" y="2008504"/>
              <a:ext cx="2986638" cy="4033471"/>
            </a:xfrm>
            <a:prstGeom prst="roundRect">
              <a:avLst>
                <a:gd name="adj" fmla="val 8806"/>
              </a:avLst>
            </a:prstGeom>
            <a:solidFill>
              <a:srgbClr val="92D050"/>
            </a:solidFill>
            <a:ln>
              <a:noFill/>
            </a:ln>
            <a:effectLst/>
          </p:spPr>
          <p:txBody>
            <a:bodyPr wrap="none" anchor="ctr"/>
            <a:lstStyle/>
            <a:p>
              <a:endParaRPr lang="en-US" sz="3266"/>
            </a:p>
          </p:txBody>
        </p:sp>
        <p:sp>
          <p:nvSpPr>
            <p:cNvPr id="11" name="Freeform 19">
              <a:extLst>
                <a:ext uri="{FF2B5EF4-FFF2-40B4-BE49-F238E27FC236}">
                  <a16:creationId xmlns:a16="http://schemas.microsoft.com/office/drawing/2014/main" id="{B80FAF77-B826-AC45-AF9F-74EA06F14450}"/>
                </a:ext>
              </a:extLst>
            </p:cNvPr>
            <p:cNvSpPr>
              <a:spLocks noChangeArrowheads="1"/>
            </p:cNvSpPr>
            <p:nvPr/>
          </p:nvSpPr>
          <p:spPr bwMode="auto">
            <a:xfrm>
              <a:off x="1674488" y="2371895"/>
              <a:ext cx="1223942" cy="1220071"/>
            </a:xfrm>
            <a:prstGeom prst="chord">
              <a:avLst>
                <a:gd name="adj1" fmla="val 21387126"/>
                <a:gd name="adj2" fmla="val 16200000"/>
              </a:avLst>
            </a:prstGeom>
            <a:solidFill>
              <a:schemeClr val="bg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266"/>
            </a:p>
          </p:txBody>
        </p:sp>
        <p:sp>
          <p:nvSpPr>
            <p:cNvPr id="30" name="Freeform 997">
              <a:extLst>
                <a:ext uri="{FF2B5EF4-FFF2-40B4-BE49-F238E27FC236}">
                  <a16:creationId xmlns:a16="http://schemas.microsoft.com/office/drawing/2014/main" id="{C97B35FB-A922-0246-85CF-ECAE5DE2BA37}"/>
                </a:ext>
              </a:extLst>
            </p:cNvPr>
            <p:cNvSpPr>
              <a:spLocks noChangeAspect="1" noChangeArrowheads="1"/>
            </p:cNvSpPr>
            <p:nvPr/>
          </p:nvSpPr>
          <p:spPr bwMode="auto">
            <a:xfrm>
              <a:off x="2050674" y="2746145"/>
              <a:ext cx="471571" cy="471571"/>
            </a:xfrm>
            <a:custGeom>
              <a:avLst/>
              <a:gdLst>
                <a:gd name="T0" fmla="*/ 29870442 w 290153"/>
                <a:gd name="T1" fmla="*/ 56806930 h 290151"/>
                <a:gd name="T2" fmla="*/ 28202015 w 290153"/>
                <a:gd name="T3" fmla="*/ 57521799 h 290151"/>
                <a:gd name="T4" fmla="*/ 10657933 w 290153"/>
                <a:gd name="T5" fmla="*/ 56091716 h 290151"/>
                <a:gd name="T6" fmla="*/ 12062423 w 290153"/>
                <a:gd name="T7" fmla="*/ 57521799 h 290151"/>
                <a:gd name="T8" fmla="*/ 10327256 w 290153"/>
                <a:gd name="T9" fmla="*/ 56806930 h 290151"/>
                <a:gd name="T10" fmla="*/ 49179747 w 290153"/>
                <a:gd name="T11" fmla="*/ 55773792 h 290151"/>
                <a:gd name="T12" fmla="*/ 42925367 w 290153"/>
                <a:gd name="T13" fmla="*/ 57756839 h 290151"/>
                <a:gd name="T14" fmla="*/ 20269834 w 290153"/>
                <a:gd name="T15" fmla="*/ 55773792 h 290151"/>
                <a:gd name="T16" fmla="*/ 19277898 w 290153"/>
                <a:gd name="T17" fmla="*/ 56765300 h 290151"/>
                <a:gd name="T18" fmla="*/ 1873102 w 290153"/>
                <a:gd name="T19" fmla="*/ 55568498 h 290151"/>
                <a:gd name="T20" fmla="*/ 38000911 w 290153"/>
                <a:gd name="T21" fmla="*/ 55568498 h 290151"/>
                <a:gd name="T22" fmla="*/ 4759464 w 290153"/>
                <a:gd name="T23" fmla="*/ 52750984 h 290151"/>
                <a:gd name="T24" fmla="*/ 47768401 w 290153"/>
                <a:gd name="T25" fmla="*/ 31288501 h 290151"/>
                <a:gd name="T26" fmla="*/ 46776723 w 290153"/>
                <a:gd name="T27" fmla="*/ 30296926 h 290151"/>
                <a:gd name="T28" fmla="*/ 31591486 w 290153"/>
                <a:gd name="T29" fmla="*/ 32279869 h 290151"/>
                <a:gd name="T30" fmla="*/ 14223922 w 290153"/>
                <a:gd name="T31" fmla="*/ 22800442 h 290151"/>
                <a:gd name="T32" fmla="*/ 22738072 w 290153"/>
                <a:gd name="T33" fmla="*/ 26539331 h 290151"/>
                <a:gd name="T34" fmla="*/ 13833752 w 290153"/>
                <a:gd name="T35" fmla="*/ 28486496 h 290151"/>
                <a:gd name="T36" fmla="*/ 7506947 w 290153"/>
                <a:gd name="T37" fmla="*/ 31290828 h 290151"/>
                <a:gd name="T38" fmla="*/ 13833752 w 290153"/>
                <a:gd name="T39" fmla="*/ 34095106 h 290151"/>
                <a:gd name="T40" fmla="*/ 22738072 w 290153"/>
                <a:gd name="T41" fmla="*/ 36042294 h 290151"/>
                <a:gd name="T42" fmla="*/ 14223922 w 290153"/>
                <a:gd name="T43" fmla="*/ 39781188 h 290151"/>
                <a:gd name="T44" fmla="*/ 5554396 w 290153"/>
                <a:gd name="T45" fmla="*/ 31991970 h 290151"/>
                <a:gd name="T46" fmla="*/ 14223922 w 290153"/>
                <a:gd name="T47" fmla="*/ 22800442 h 290151"/>
                <a:gd name="T48" fmla="*/ 39985892 w 290153"/>
                <a:gd name="T49" fmla="*/ 23916769 h 290151"/>
                <a:gd name="T50" fmla="*/ 41495626 w 290153"/>
                <a:gd name="T51" fmla="*/ 27211355 h 290151"/>
                <a:gd name="T52" fmla="*/ 39032750 w 290153"/>
                <a:gd name="T53" fmla="*/ 30349196 h 290151"/>
                <a:gd name="T54" fmla="*/ 39985892 w 290153"/>
                <a:gd name="T55" fmla="*/ 39605514 h 290151"/>
                <a:gd name="T56" fmla="*/ 38000043 w 290153"/>
                <a:gd name="T57" fmla="*/ 38585832 h 290151"/>
                <a:gd name="T58" fmla="*/ 36490563 w 290153"/>
                <a:gd name="T59" fmla="*/ 35291046 h 290151"/>
                <a:gd name="T60" fmla="*/ 39032750 w 290153"/>
                <a:gd name="T61" fmla="*/ 32231855 h 290151"/>
                <a:gd name="T62" fmla="*/ 38000043 w 290153"/>
                <a:gd name="T63" fmla="*/ 22975513 h 290151"/>
                <a:gd name="T64" fmla="*/ 27232767 w 290153"/>
                <a:gd name="T65" fmla="*/ 31462967 h 290151"/>
                <a:gd name="T66" fmla="*/ 39014989 w 290153"/>
                <a:gd name="T67" fmla="*/ 19722891 h 290151"/>
                <a:gd name="T68" fmla="*/ 1873102 w 290153"/>
                <a:gd name="T69" fmla="*/ 47976725 h 290151"/>
                <a:gd name="T70" fmla="*/ 38000911 w 290153"/>
                <a:gd name="T71" fmla="*/ 47976725 h 290151"/>
                <a:gd name="T72" fmla="*/ 38000911 w 290153"/>
                <a:gd name="T73" fmla="*/ 17844823 h 290151"/>
                <a:gd name="T74" fmla="*/ 4759464 w 290153"/>
                <a:gd name="T75" fmla="*/ 12052572 h 290151"/>
                <a:gd name="T76" fmla="*/ 50183398 w 290153"/>
                <a:gd name="T77" fmla="*/ 5811353 h 290151"/>
                <a:gd name="T78" fmla="*/ 41998630 w 290153"/>
                <a:gd name="T79" fmla="*/ 5811353 h 290151"/>
                <a:gd name="T80" fmla="*/ 21260772 w 290153"/>
                <a:gd name="T81" fmla="*/ 5811353 h 290151"/>
                <a:gd name="T82" fmla="*/ 20269834 w 290153"/>
                <a:gd name="T83" fmla="*/ 4820301 h 290151"/>
                <a:gd name="T84" fmla="*/ 1873102 w 290153"/>
                <a:gd name="T85" fmla="*/ 11113527 h 290151"/>
                <a:gd name="T86" fmla="*/ 38000911 w 290153"/>
                <a:gd name="T87" fmla="*/ 11113527 h 290151"/>
                <a:gd name="T88" fmla="*/ 7334709 w 290153"/>
                <a:gd name="T89" fmla="*/ 1878520 h 290151"/>
                <a:gd name="T90" fmla="*/ 62919786 w 290153"/>
                <a:gd name="T91" fmla="*/ 2191952 h 290151"/>
                <a:gd name="T92" fmla="*/ 40521848 w 290153"/>
                <a:gd name="T93" fmla="*/ 62925261 h 290151"/>
                <a:gd name="T94" fmla="*/ 60742645 w 290153"/>
                <a:gd name="T95" fmla="*/ 61047011 h 290151"/>
                <a:gd name="T96" fmla="*/ 43010599 w 290153"/>
                <a:gd name="T97" fmla="*/ 52750984 h 290151"/>
                <a:gd name="T98" fmla="*/ 61053395 w 290153"/>
                <a:gd name="T99" fmla="*/ 50872609 h 290151"/>
                <a:gd name="T100" fmla="*/ 42077475 w 290153"/>
                <a:gd name="T101" fmla="*/ 11113527 h 290151"/>
                <a:gd name="T102" fmla="*/ 61053395 w 290153"/>
                <a:gd name="T103" fmla="*/ 2191952 h 290151"/>
                <a:gd name="T104" fmla="*/ 39588733 w 290153"/>
                <a:gd name="T105" fmla="*/ 938509 h 290151"/>
                <a:gd name="T106" fmla="*/ 32694731 w 290153"/>
                <a:gd name="T107" fmla="*/ 0 h 290151"/>
                <a:gd name="T108" fmla="*/ 52591978 w 290153"/>
                <a:gd name="T109" fmla="*/ 31462967 h 290151"/>
                <a:gd name="T110" fmla="*/ 32694731 w 290153"/>
                <a:gd name="T111" fmla="*/ 62925261 h 290151"/>
                <a:gd name="T112" fmla="*/ 0 w 290153"/>
                <a:gd name="T113" fmla="*/ 7278798 h 290151"/>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90153" h="290151">
                  <a:moveTo>
                    <a:pt x="130053" y="258641"/>
                  </a:moveTo>
                  <a:cubicBezTo>
                    <a:pt x="131884" y="257175"/>
                    <a:pt x="134815" y="257175"/>
                    <a:pt x="136647" y="258641"/>
                  </a:cubicBezTo>
                  <a:cubicBezTo>
                    <a:pt x="137013" y="259373"/>
                    <a:pt x="137746" y="260839"/>
                    <a:pt x="137746" y="261938"/>
                  </a:cubicBezTo>
                  <a:cubicBezTo>
                    <a:pt x="137746" y="263037"/>
                    <a:pt x="137013" y="264136"/>
                    <a:pt x="136647" y="265235"/>
                  </a:cubicBezTo>
                  <a:cubicBezTo>
                    <a:pt x="135548" y="265968"/>
                    <a:pt x="134449" y="266334"/>
                    <a:pt x="133350" y="266334"/>
                  </a:cubicBezTo>
                  <a:cubicBezTo>
                    <a:pt x="131884" y="266334"/>
                    <a:pt x="130785" y="265968"/>
                    <a:pt x="130053" y="265235"/>
                  </a:cubicBezTo>
                  <a:cubicBezTo>
                    <a:pt x="129320" y="264136"/>
                    <a:pt x="128587" y="263037"/>
                    <a:pt x="128587" y="261938"/>
                  </a:cubicBezTo>
                  <a:cubicBezTo>
                    <a:pt x="128587" y="260839"/>
                    <a:pt x="129320" y="259373"/>
                    <a:pt x="130053" y="258641"/>
                  </a:cubicBezTo>
                  <a:close/>
                  <a:moveTo>
                    <a:pt x="49149" y="258641"/>
                  </a:moveTo>
                  <a:cubicBezTo>
                    <a:pt x="51054" y="257175"/>
                    <a:pt x="53721" y="257175"/>
                    <a:pt x="55626" y="258641"/>
                  </a:cubicBezTo>
                  <a:cubicBezTo>
                    <a:pt x="56388" y="259373"/>
                    <a:pt x="56769" y="260839"/>
                    <a:pt x="56769" y="261938"/>
                  </a:cubicBezTo>
                  <a:cubicBezTo>
                    <a:pt x="56769" y="263037"/>
                    <a:pt x="56388" y="264136"/>
                    <a:pt x="55626" y="265235"/>
                  </a:cubicBezTo>
                  <a:cubicBezTo>
                    <a:pt x="54864" y="265968"/>
                    <a:pt x="53340" y="266334"/>
                    <a:pt x="52578" y="266334"/>
                  </a:cubicBezTo>
                  <a:cubicBezTo>
                    <a:pt x="51054" y="266334"/>
                    <a:pt x="49911" y="265968"/>
                    <a:pt x="49149" y="265235"/>
                  </a:cubicBezTo>
                  <a:cubicBezTo>
                    <a:pt x="48006" y="264136"/>
                    <a:pt x="47625" y="263037"/>
                    <a:pt x="47625" y="261938"/>
                  </a:cubicBezTo>
                  <a:cubicBezTo>
                    <a:pt x="47625" y="260839"/>
                    <a:pt x="48006" y="259373"/>
                    <a:pt x="49149" y="258641"/>
                  </a:cubicBezTo>
                  <a:close/>
                  <a:moveTo>
                    <a:pt x="197948" y="257175"/>
                  </a:moveTo>
                  <a:lnTo>
                    <a:pt x="226790" y="257175"/>
                  </a:lnTo>
                  <a:cubicBezTo>
                    <a:pt x="229639" y="257175"/>
                    <a:pt x="231419" y="259080"/>
                    <a:pt x="231419" y="261747"/>
                  </a:cubicBezTo>
                  <a:cubicBezTo>
                    <a:pt x="231419" y="264033"/>
                    <a:pt x="229639" y="266319"/>
                    <a:pt x="226790" y="266319"/>
                  </a:cubicBezTo>
                  <a:lnTo>
                    <a:pt x="197948" y="266319"/>
                  </a:lnTo>
                  <a:cubicBezTo>
                    <a:pt x="195812" y="266319"/>
                    <a:pt x="193675" y="264033"/>
                    <a:pt x="193675" y="261747"/>
                  </a:cubicBezTo>
                  <a:cubicBezTo>
                    <a:pt x="193675" y="259080"/>
                    <a:pt x="195812" y="257175"/>
                    <a:pt x="197948" y="257175"/>
                  </a:cubicBezTo>
                  <a:close/>
                  <a:moveTo>
                    <a:pt x="93472" y="257175"/>
                  </a:moveTo>
                  <a:cubicBezTo>
                    <a:pt x="96139" y="257175"/>
                    <a:pt x="98044" y="259080"/>
                    <a:pt x="98044" y="261747"/>
                  </a:cubicBezTo>
                  <a:cubicBezTo>
                    <a:pt x="98044" y="264033"/>
                    <a:pt x="96139" y="266319"/>
                    <a:pt x="93472" y="266319"/>
                  </a:cubicBezTo>
                  <a:cubicBezTo>
                    <a:pt x="91186" y="266319"/>
                    <a:pt x="88900" y="264033"/>
                    <a:pt x="88900" y="261747"/>
                  </a:cubicBezTo>
                  <a:cubicBezTo>
                    <a:pt x="88900" y="259080"/>
                    <a:pt x="91186" y="257175"/>
                    <a:pt x="93472" y="257175"/>
                  </a:cubicBezTo>
                  <a:close/>
                  <a:moveTo>
                    <a:pt x="8636" y="238906"/>
                  </a:moveTo>
                  <a:lnTo>
                    <a:pt x="8636" y="256228"/>
                  </a:lnTo>
                  <a:cubicBezTo>
                    <a:pt x="8636" y="269942"/>
                    <a:pt x="20150" y="281490"/>
                    <a:pt x="33824" y="281490"/>
                  </a:cubicBezTo>
                  <a:lnTo>
                    <a:pt x="150770" y="281490"/>
                  </a:lnTo>
                  <a:cubicBezTo>
                    <a:pt x="164444" y="281490"/>
                    <a:pt x="175239" y="269942"/>
                    <a:pt x="175239" y="256228"/>
                  </a:cubicBezTo>
                  <a:lnTo>
                    <a:pt x="175239" y="238906"/>
                  </a:lnTo>
                  <a:cubicBezTo>
                    <a:pt x="171640" y="241432"/>
                    <a:pt x="167322" y="243236"/>
                    <a:pt x="162285" y="243236"/>
                  </a:cubicBezTo>
                  <a:lnTo>
                    <a:pt x="21950" y="243236"/>
                  </a:lnTo>
                  <a:cubicBezTo>
                    <a:pt x="17272" y="243236"/>
                    <a:pt x="12594" y="241432"/>
                    <a:pt x="8636" y="238906"/>
                  </a:cubicBezTo>
                  <a:close/>
                  <a:moveTo>
                    <a:pt x="215709" y="139700"/>
                  </a:moveTo>
                  <a:cubicBezTo>
                    <a:pt x="218376" y="139700"/>
                    <a:pt x="220281" y="141605"/>
                    <a:pt x="220281" y="144272"/>
                  </a:cubicBezTo>
                  <a:cubicBezTo>
                    <a:pt x="220281" y="146939"/>
                    <a:pt x="218376" y="148844"/>
                    <a:pt x="215709" y="148844"/>
                  </a:cubicBezTo>
                  <a:cubicBezTo>
                    <a:pt x="213423" y="148844"/>
                    <a:pt x="211137" y="146939"/>
                    <a:pt x="211137" y="144272"/>
                  </a:cubicBezTo>
                  <a:cubicBezTo>
                    <a:pt x="211137" y="141605"/>
                    <a:pt x="213423" y="139700"/>
                    <a:pt x="215709" y="139700"/>
                  </a:cubicBezTo>
                  <a:close/>
                  <a:moveTo>
                    <a:pt x="145683" y="139700"/>
                  </a:moveTo>
                  <a:cubicBezTo>
                    <a:pt x="148248" y="139700"/>
                    <a:pt x="150446" y="141605"/>
                    <a:pt x="150446" y="144272"/>
                  </a:cubicBezTo>
                  <a:cubicBezTo>
                    <a:pt x="150446" y="146939"/>
                    <a:pt x="148248" y="148844"/>
                    <a:pt x="145683" y="148844"/>
                  </a:cubicBezTo>
                  <a:cubicBezTo>
                    <a:pt x="143485" y="148844"/>
                    <a:pt x="141287" y="146939"/>
                    <a:pt x="141287" y="144272"/>
                  </a:cubicBezTo>
                  <a:cubicBezTo>
                    <a:pt x="141287" y="141605"/>
                    <a:pt x="143485" y="139700"/>
                    <a:pt x="145683" y="139700"/>
                  </a:cubicBezTo>
                  <a:close/>
                  <a:moveTo>
                    <a:pt x="65594" y="105134"/>
                  </a:moveTo>
                  <a:cubicBezTo>
                    <a:pt x="67035" y="105853"/>
                    <a:pt x="68115" y="107648"/>
                    <a:pt x="68115" y="109085"/>
                  </a:cubicBezTo>
                  <a:lnTo>
                    <a:pt x="68115" y="122374"/>
                  </a:lnTo>
                  <a:lnTo>
                    <a:pt x="104855" y="122374"/>
                  </a:lnTo>
                  <a:cubicBezTo>
                    <a:pt x="107016" y="122374"/>
                    <a:pt x="109177" y="124170"/>
                    <a:pt x="109177" y="126684"/>
                  </a:cubicBezTo>
                  <a:cubicBezTo>
                    <a:pt x="109177" y="129198"/>
                    <a:pt x="107016" y="131353"/>
                    <a:pt x="104855" y="131353"/>
                  </a:cubicBezTo>
                  <a:lnTo>
                    <a:pt x="63793" y="131353"/>
                  </a:lnTo>
                  <a:cubicBezTo>
                    <a:pt x="61632" y="131353"/>
                    <a:pt x="59471" y="129198"/>
                    <a:pt x="59471" y="126684"/>
                  </a:cubicBezTo>
                  <a:lnTo>
                    <a:pt x="59471" y="119860"/>
                  </a:lnTo>
                  <a:lnTo>
                    <a:pt x="34618" y="144283"/>
                  </a:lnTo>
                  <a:lnTo>
                    <a:pt x="59471" y="168706"/>
                  </a:lnTo>
                  <a:lnTo>
                    <a:pt x="59471" y="161882"/>
                  </a:lnTo>
                  <a:cubicBezTo>
                    <a:pt x="59471" y="159368"/>
                    <a:pt x="61632" y="157213"/>
                    <a:pt x="63793" y="157213"/>
                  </a:cubicBezTo>
                  <a:lnTo>
                    <a:pt x="104855" y="157213"/>
                  </a:lnTo>
                  <a:cubicBezTo>
                    <a:pt x="107016" y="157213"/>
                    <a:pt x="109177" y="159368"/>
                    <a:pt x="109177" y="161882"/>
                  </a:cubicBezTo>
                  <a:cubicBezTo>
                    <a:pt x="109177" y="164037"/>
                    <a:pt x="107016" y="166192"/>
                    <a:pt x="104855" y="166192"/>
                  </a:cubicBezTo>
                  <a:lnTo>
                    <a:pt x="68115" y="166192"/>
                  </a:lnTo>
                  <a:lnTo>
                    <a:pt x="68115" y="179481"/>
                  </a:lnTo>
                  <a:cubicBezTo>
                    <a:pt x="68115" y="180918"/>
                    <a:pt x="67035" y="182714"/>
                    <a:pt x="65594" y="183432"/>
                  </a:cubicBezTo>
                  <a:cubicBezTo>
                    <a:pt x="64874" y="183432"/>
                    <a:pt x="64513" y="183791"/>
                    <a:pt x="63793" y="183791"/>
                  </a:cubicBezTo>
                  <a:cubicBezTo>
                    <a:pt x="62713" y="183791"/>
                    <a:pt x="61632" y="183073"/>
                    <a:pt x="60551" y="182354"/>
                  </a:cubicBezTo>
                  <a:lnTo>
                    <a:pt x="25613" y="147516"/>
                  </a:lnTo>
                  <a:cubicBezTo>
                    <a:pt x="23812" y="145361"/>
                    <a:pt x="23812" y="142847"/>
                    <a:pt x="25613" y="141051"/>
                  </a:cubicBezTo>
                  <a:lnTo>
                    <a:pt x="60551" y="106212"/>
                  </a:lnTo>
                  <a:cubicBezTo>
                    <a:pt x="61992" y="104775"/>
                    <a:pt x="63793" y="104775"/>
                    <a:pt x="65594" y="105134"/>
                  </a:cubicBezTo>
                  <a:close/>
                  <a:moveTo>
                    <a:pt x="179998" y="101600"/>
                  </a:moveTo>
                  <a:cubicBezTo>
                    <a:pt x="182196" y="101600"/>
                    <a:pt x="184394" y="103770"/>
                    <a:pt x="184394" y="105941"/>
                  </a:cubicBezTo>
                  <a:lnTo>
                    <a:pt x="184394" y="110281"/>
                  </a:lnTo>
                  <a:cubicBezTo>
                    <a:pt x="191355" y="111728"/>
                    <a:pt x="196850" y="116068"/>
                    <a:pt x="199780" y="122218"/>
                  </a:cubicBezTo>
                  <a:cubicBezTo>
                    <a:pt x="200513" y="124388"/>
                    <a:pt x="199414" y="126920"/>
                    <a:pt x="197216" y="128005"/>
                  </a:cubicBezTo>
                  <a:cubicBezTo>
                    <a:pt x="195018" y="129090"/>
                    <a:pt x="192454" y="128005"/>
                    <a:pt x="191355" y="125473"/>
                  </a:cubicBezTo>
                  <a:cubicBezTo>
                    <a:pt x="189523" y="121494"/>
                    <a:pt x="185127" y="118962"/>
                    <a:pt x="179998" y="118962"/>
                  </a:cubicBezTo>
                  <a:cubicBezTo>
                    <a:pt x="173037" y="118962"/>
                    <a:pt x="167542" y="123303"/>
                    <a:pt x="167542" y="129090"/>
                  </a:cubicBezTo>
                  <a:cubicBezTo>
                    <a:pt x="167542" y="136324"/>
                    <a:pt x="171572" y="139941"/>
                    <a:pt x="179998" y="139941"/>
                  </a:cubicBezTo>
                  <a:cubicBezTo>
                    <a:pt x="195751" y="139941"/>
                    <a:pt x="201246" y="149708"/>
                    <a:pt x="201246" y="159112"/>
                  </a:cubicBezTo>
                  <a:cubicBezTo>
                    <a:pt x="201246" y="168516"/>
                    <a:pt x="193919" y="176474"/>
                    <a:pt x="184394" y="178283"/>
                  </a:cubicBezTo>
                  <a:lnTo>
                    <a:pt x="184394" y="182623"/>
                  </a:lnTo>
                  <a:cubicBezTo>
                    <a:pt x="184394" y="184793"/>
                    <a:pt x="182196" y="186964"/>
                    <a:pt x="179998" y="186964"/>
                  </a:cubicBezTo>
                  <a:cubicBezTo>
                    <a:pt x="177434" y="186964"/>
                    <a:pt x="175236" y="184793"/>
                    <a:pt x="175236" y="182623"/>
                  </a:cubicBezTo>
                  <a:lnTo>
                    <a:pt x="175236" y="177921"/>
                  </a:lnTo>
                  <a:cubicBezTo>
                    <a:pt x="168275" y="176836"/>
                    <a:pt x="162780" y="172495"/>
                    <a:pt x="160215" y="166346"/>
                  </a:cubicBezTo>
                  <a:cubicBezTo>
                    <a:pt x="159116" y="164176"/>
                    <a:pt x="160215" y="161644"/>
                    <a:pt x="162780" y="160559"/>
                  </a:cubicBezTo>
                  <a:cubicBezTo>
                    <a:pt x="164612" y="159474"/>
                    <a:pt x="167542" y="160559"/>
                    <a:pt x="168275" y="162729"/>
                  </a:cubicBezTo>
                  <a:cubicBezTo>
                    <a:pt x="170107" y="167070"/>
                    <a:pt x="174869" y="169963"/>
                    <a:pt x="179998" y="169963"/>
                  </a:cubicBezTo>
                  <a:cubicBezTo>
                    <a:pt x="186592" y="169963"/>
                    <a:pt x="192087" y="165261"/>
                    <a:pt x="192087" y="159112"/>
                  </a:cubicBezTo>
                  <a:cubicBezTo>
                    <a:pt x="192087" y="152239"/>
                    <a:pt x="188057" y="148622"/>
                    <a:pt x="179998" y="148622"/>
                  </a:cubicBezTo>
                  <a:cubicBezTo>
                    <a:pt x="164245" y="148622"/>
                    <a:pt x="158750" y="138856"/>
                    <a:pt x="158750" y="129090"/>
                  </a:cubicBezTo>
                  <a:cubicBezTo>
                    <a:pt x="158750" y="120047"/>
                    <a:pt x="166077" y="112090"/>
                    <a:pt x="175236" y="110281"/>
                  </a:cubicBezTo>
                  <a:lnTo>
                    <a:pt x="175236" y="105941"/>
                  </a:lnTo>
                  <a:cubicBezTo>
                    <a:pt x="175236" y="103770"/>
                    <a:pt x="177434" y="101600"/>
                    <a:pt x="179998" y="101600"/>
                  </a:cubicBezTo>
                  <a:close/>
                  <a:moveTo>
                    <a:pt x="179916" y="90943"/>
                  </a:moveTo>
                  <a:cubicBezTo>
                    <a:pt x="150050" y="90943"/>
                    <a:pt x="125582" y="115122"/>
                    <a:pt x="125582" y="145076"/>
                  </a:cubicBezTo>
                  <a:cubicBezTo>
                    <a:pt x="125582" y="175029"/>
                    <a:pt x="150050" y="199569"/>
                    <a:pt x="179916" y="199569"/>
                  </a:cubicBezTo>
                  <a:cubicBezTo>
                    <a:pt x="209783" y="199569"/>
                    <a:pt x="233891" y="175029"/>
                    <a:pt x="233891" y="145076"/>
                  </a:cubicBezTo>
                  <a:cubicBezTo>
                    <a:pt x="233891" y="115122"/>
                    <a:pt x="209783" y="90943"/>
                    <a:pt x="179916" y="90943"/>
                  </a:cubicBezTo>
                  <a:close/>
                  <a:moveTo>
                    <a:pt x="21950" y="55576"/>
                  </a:moveTo>
                  <a:cubicBezTo>
                    <a:pt x="14753" y="55576"/>
                    <a:pt x="8636" y="61711"/>
                    <a:pt x="8636" y="68929"/>
                  </a:cubicBezTo>
                  <a:lnTo>
                    <a:pt x="8636" y="221222"/>
                  </a:lnTo>
                  <a:cubicBezTo>
                    <a:pt x="8636" y="228801"/>
                    <a:pt x="14753" y="234575"/>
                    <a:pt x="21950" y="234575"/>
                  </a:cubicBezTo>
                  <a:lnTo>
                    <a:pt x="162285" y="234575"/>
                  </a:lnTo>
                  <a:cubicBezTo>
                    <a:pt x="169481" y="234575"/>
                    <a:pt x="175239" y="228801"/>
                    <a:pt x="175239" y="221222"/>
                  </a:cubicBezTo>
                  <a:lnTo>
                    <a:pt x="175239" y="207870"/>
                  </a:lnTo>
                  <a:cubicBezTo>
                    <a:pt x="142854" y="205344"/>
                    <a:pt x="116946" y="178277"/>
                    <a:pt x="116946" y="145076"/>
                  </a:cubicBezTo>
                  <a:cubicBezTo>
                    <a:pt x="116946" y="111874"/>
                    <a:pt x="142854" y="84447"/>
                    <a:pt x="175239" y="82282"/>
                  </a:cubicBezTo>
                  <a:lnTo>
                    <a:pt x="175239" y="68929"/>
                  </a:lnTo>
                  <a:cubicBezTo>
                    <a:pt x="175239" y="61711"/>
                    <a:pt x="169481" y="55576"/>
                    <a:pt x="162285" y="55576"/>
                  </a:cubicBezTo>
                  <a:lnTo>
                    <a:pt x="21950" y="55576"/>
                  </a:lnTo>
                  <a:close/>
                  <a:moveTo>
                    <a:pt x="197948" y="22225"/>
                  </a:moveTo>
                  <a:lnTo>
                    <a:pt x="226790" y="22225"/>
                  </a:lnTo>
                  <a:cubicBezTo>
                    <a:pt x="229639" y="22225"/>
                    <a:pt x="231419" y="24130"/>
                    <a:pt x="231419" y="26797"/>
                  </a:cubicBezTo>
                  <a:cubicBezTo>
                    <a:pt x="231419" y="29464"/>
                    <a:pt x="229639" y="31369"/>
                    <a:pt x="226790" y="31369"/>
                  </a:cubicBezTo>
                  <a:lnTo>
                    <a:pt x="197948" y="31369"/>
                  </a:lnTo>
                  <a:cubicBezTo>
                    <a:pt x="195812" y="31369"/>
                    <a:pt x="193675" y="29464"/>
                    <a:pt x="193675" y="26797"/>
                  </a:cubicBezTo>
                  <a:cubicBezTo>
                    <a:pt x="193675" y="24130"/>
                    <a:pt x="195812" y="22225"/>
                    <a:pt x="197948" y="22225"/>
                  </a:cubicBezTo>
                  <a:close/>
                  <a:moveTo>
                    <a:pt x="93472" y="22225"/>
                  </a:moveTo>
                  <a:cubicBezTo>
                    <a:pt x="96139" y="22225"/>
                    <a:pt x="98044" y="24130"/>
                    <a:pt x="98044" y="26797"/>
                  </a:cubicBezTo>
                  <a:cubicBezTo>
                    <a:pt x="98044" y="29464"/>
                    <a:pt x="96139" y="31369"/>
                    <a:pt x="93472" y="31369"/>
                  </a:cubicBezTo>
                  <a:cubicBezTo>
                    <a:pt x="91186" y="31369"/>
                    <a:pt x="88900" y="29464"/>
                    <a:pt x="88900" y="26797"/>
                  </a:cubicBezTo>
                  <a:cubicBezTo>
                    <a:pt x="88900" y="24130"/>
                    <a:pt x="91186" y="22225"/>
                    <a:pt x="93472" y="22225"/>
                  </a:cubicBezTo>
                  <a:close/>
                  <a:moveTo>
                    <a:pt x="33824" y="8661"/>
                  </a:moveTo>
                  <a:cubicBezTo>
                    <a:pt x="20150" y="8661"/>
                    <a:pt x="8636" y="20209"/>
                    <a:pt x="8636" y="33562"/>
                  </a:cubicBezTo>
                  <a:lnTo>
                    <a:pt x="8636" y="51245"/>
                  </a:lnTo>
                  <a:cubicBezTo>
                    <a:pt x="12594" y="48719"/>
                    <a:pt x="17272" y="46915"/>
                    <a:pt x="21950" y="46915"/>
                  </a:cubicBezTo>
                  <a:lnTo>
                    <a:pt x="162285" y="46915"/>
                  </a:lnTo>
                  <a:cubicBezTo>
                    <a:pt x="167322" y="46915"/>
                    <a:pt x="171640" y="48719"/>
                    <a:pt x="175239" y="51245"/>
                  </a:cubicBezTo>
                  <a:lnTo>
                    <a:pt x="175239" y="33562"/>
                  </a:lnTo>
                  <a:cubicBezTo>
                    <a:pt x="175239" y="20209"/>
                    <a:pt x="164444" y="8661"/>
                    <a:pt x="150770" y="8661"/>
                  </a:cubicBezTo>
                  <a:lnTo>
                    <a:pt x="33824" y="8661"/>
                  </a:lnTo>
                  <a:close/>
                  <a:moveTo>
                    <a:pt x="186866" y="0"/>
                  </a:moveTo>
                  <a:lnTo>
                    <a:pt x="280112" y="0"/>
                  </a:lnTo>
                  <a:cubicBezTo>
                    <a:pt x="285491" y="0"/>
                    <a:pt x="290153" y="4691"/>
                    <a:pt x="290153" y="10105"/>
                  </a:cubicBezTo>
                  <a:lnTo>
                    <a:pt x="290153" y="280047"/>
                  </a:lnTo>
                  <a:cubicBezTo>
                    <a:pt x="290153" y="285460"/>
                    <a:pt x="285491" y="290151"/>
                    <a:pt x="280112" y="290151"/>
                  </a:cubicBezTo>
                  <a:lnTo>
                    <a:pt x="186866" y="290151"/>
                  </a:lnTo>
                  <a:cubicBezTo>
                    <a:pt x="184355" y="290151"/>
                    <a:pt x="182562" y="287986"/>
                    <a:pt x="182562" y="285821"/>
                  </a:cubicBezTo>
                  <a:cubicBezTo>
                    <a:pt x="182562" y="283295"/>
                    <a:pt x="184355" y="281490"/>
                    <a:pt x="186866" y="281490"/>
                  </a:cubicBezTo>
                  <a:lnTo>
                    <a:pt x="280112" y="281490"/>
                  </a:lnTo>
                  <a:cubicBezTo>
                    <a:pt x="280829" y="281490"/>
                    <a:pt x="281546" y="280768"/>
                    <a:pt x="281546" y="280047"/>
                  </a:cubicBezTo>
                  <a:lnTo>
                    <a:pt x="281546" y="243236"/>
                  </a:lnTo>
                  <a:lnTo>
                    <a:pt x="198342" y="243236"/>
                  </a:lnTo>
                  <a:cubicBezTo>
                    <a:pt x="196190" y="243236"/>
                    <a:pt x="194039" y="241432"/>
                    <a:pt x="194039" y="238906"/>
                  </a:cubicBezTo>
                  <a:cubicBezTo>
                    <a:pt x="194039" y="236380"/>
                    <a:pt x="196190" y="234575"/>
                    <a:pt x="198342" y="234575"/>
                  </a:cubicBezTo>
                  <a:lnTo>
                    <a:pt x="281546" y="234575"/>
                  </a:lnTo>
                  <a:lnTo>
                    <a:pt x="281546" y="55576"/>
                  </a:lnTo>
                  <a:lnTo>
                    <a:pt x="198342" y="55576"/>
                  </a:lnTo>
                  <a:cubicBezTo>
                    <a:pt x="196190" y="55576"/>
                    <a:pt x="194039" y="53772"/>
                    <a:pt x="194039" y="51245"/>
                  </a:cubicBezTo>
                  <a:cubicBezTo>
                    <a:pt x="194039" y="48719"/>
                    <a:pt x="196190" y="46915"/>
                    <a:pt x="198342" y="46915"/>
                  </a:cubicBezTo>
                  <a:lnTo>
                    <a:pt x="281546" y="46915"/>
                  </a:lnTo>
                  <a:lnTo>
                    <a:pt x="281546" y="10105"/>
                  </a:lnTo>
                  <a:cubicBezTo>
                    <a:pt x="281546" y="9383"/>
                    <a:pt x="280829" y="8661"/>
                    <a:pt x="280112" y="8661"/>
                  </a:cubicBezTo>
                  <a:lnTo>
                    <a:pt x="186866" y="8661"/>
                  </a:lnTo>
                  <a:cubicBezTo>
                    <a:pt x="184355" y="8661"/>
                    <a:pt x="182562" y="6857"/>
                    <a:pt x="182562" y="4330"/>
                  </a:cubicBezTo>
                  <a:cubicBezTo>
                    <a:pt x="182562" y="2165"/>
                    <a:pt x="184355" y="0"/>
                    <a:pt x="186866" y="0"/>
                  </a:cubicBezTo>
                  <a:close/>
                  <a:moveTo>
                    <a:pt x="33824" y="0"/>
                  </a:moveTo>
                  <a:lnTo>
                    <a:pt x="150770" y="0"/>
                  </a:lnTo>
                  <a:cubicBezTo>
                    <a:pt x="169121" y="0"/>
                    <a:pt x="184234" y="15157"/>
                    <a:pt x="184234" y="33562"/>
                  </a:cubicBezTo>
                  <a:lnTo>
                    <a:pt x="184234" y="82282"/>
                  </a:lnTo>
                  <a:cubicBezTo>
                    <a:pt x="216619" y="84447"/>
                    <a:pt x="242527" y="111874"/>
                    <a:pt x="242527" y="145076"/>
                  </a:cubicBezTo>
                  <a:cubicBezTo>
                    <a:pt x="242527" y="178277"/>
                    <a:pt x="216619" y="205344"/>
                    <a:pt x="184234" y="207870"/>
                  </a:cubicBezTo>
                  <a:lnTo>
                    <a:pt x="184234" y="256228"/>
                  </a:lnTo>
                  <a:cubicBezTo>
                    <a:pt x="184234" y="274994"/>
                    <a:pt x="169121" y="290151"/>
                    <a:pt x="150770" y="290151"/>
                  </a:cubicBezTo>
                  <a:lnTo>
                    <a:pt x="33824" y="290151"/>
                  </a:lnTo>
                  <a:cubicBezTo>
                    <a:pt x="15113" y="290151"/>
                    <a:pt x="0" y="274994"/>
                    <a:pt x="0" y="256228"/>
                  </a:cubicBezTo>
                  <a:lnTo>
                    <a:pt x="0" y="33562"/>
                  </a:lnTo>
                  <a:cubicBezTo>
                    <a:pt x="0" y="15157"/>
                    <a:pt x="15113" y="0"/>
                    <a:pt x="33824" y="0"/>
                  </a:cubicBezTo>
                  <a:close/>
                </a:path>
              </a:pathLst>
            </a:custGeom>
            <a:solidFill>
              <a:srgbClr val="1A171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en-US" sz="900"/>
            </a:p>
          </p:txBody>
        </p:sp>
        <p:sp>
          <p:nvSpPr>
            <p:cNvPr id="33" name="Subtitle 2">
              <a:extLst>
                <a:ext uri="{FF2B5EF4-FFF2-40B4-BE49-F238E27FC236}">
                  <a16:creationId xmlns:a16="http://schemas.microsoft.com/office/drawing/2014/main" id="{B8E8BACF-064F-6B4C-915E-7DEA552751AD}"/>
                </a:ext>
              </a:extLst>
            </p:cNvPr>
            <p:cNvSpPr txBox="1">
              <a:spLocks/>
            </p:cNvSpPr>
            <p:nvPr/>
          </p:nvSpPr>
          <p:spPr>
            <a:xfrm>
              <a:off x="1001934" y="4858341"/>
              <a:ext cx="2424634" cy="750655"/>
            </a:xfrm>
            <a:prstGeom prst="rect">
              <a:avLst/>
            </a:prstGeom>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750"/>
                </a:lnSpc>
              </a:pPr>
              <a:r>
                <a:rPr lang="fr-FR" sz="1200" dirty="0">
                  <a:solidFill>
                    <a:schemeClr val="bg1"/>
                  </a:solidFill>
                  <a:latin typeface="Lato Light" panose="020F0502020204030203" pitchFamily="34" charset="0"/>
                  <a:ea typeface="Lato Light" panose="020F0502020204030203" pitchFamily="34" charset="0"/>
                  <a:cs typeface="Mukta ExtraLight" panose="020B0000000000000000" pitchFamily="34" charset="77"/>
                </a:rPr>
                <a:t>Diminution du coût global de gestion des interventions</a:t>
              </a:r>
            </a:p>
            <a:p>
              <a:pPr>
                <a:lnSpc>
                  <a:spcPts val="1750"/>
                </a:lnSpc>
              </a:pPr>
              <a:r>
                <a:rPr lang="fr-FR" sz="1200" dirty="0">
                  <a:solidFill>
                    <a:schemeClr val="bg1"/>
                  </a:solidFill>
                  <a:latin typeface="Lato Light" panose="020F0502020204030203" pitchFamily="34" charset="0"/>
                  <a:ea typeface="Lato Light" panose="020F0502020204030203" pitchFamily="34" charset="0"/>
                  <a:cs typeface="Mukta ExtraLight" panose="020B0000000000000000" pitchFamily="34" charset="77"/>
                </a:rPr>
                <a:t>Performance Opérationnelle terrain </a:t>
              </a:r>
            </a:p>
          </p:txBody>
        </p:sp>
        <p:sp>
          <p:nvSpPr>
            <p:cNvPr id="34" name="TextBox 33">
              <a:extLst>
                <a:ext uri="{FF2B5EF4-FFF2-40B4-BE49-F238E27FC236}">
                  <a16:creationId xmlns:a16="http://schemas.microsoft.com/office/drawing/2014/main" id="{44705C5E-6C0B-8343-976B-915BEC8AA3F6}"/>
                </a:ext>
              </a:extLst>
            </p:cNvPr>
            <p:cNvSpPr txBox="1"/>
            <p:nvPr/>
          </p:nvSpPr>
          <p:spPr>
            <a:xfrm>
              <a:off x="1257974" y="4533917"/>
              <a:ext cx="2056973" cy="338554"/>
            </a:xfrm>
            <a:prstGeom prst="rect">
              <a:avLst/>
            </a:prstGeom>
            <a:noFill/>
          </p:spPr>
          <p:txBody>
            <a:bodyPr wrap="none" rtlCol="0" anchor="b" anchorCtr="0">
              <a:spAutoFit/>
            </a:bodyPr>
            <a:lstStyle/>
            <a:p>
              <a:pPr algn="ctr"/>
              <a:r>
                <a:rPr lang="fr-FR" sz="1600" b="1">
                  <a:solidFill>
                    <a:schemeClr val="bg1"/>
                  </a:solidFill>
                  <a:latin typeface="Poppins" pitchFamily="2" charset="77"/>
                  <a:ea typeface="League Spartan" charset="0"/>
                  <a:cs typeface="Poppins" pitchFamily="2" charset="77"/>
                </a:rPr>
                <a:t>Gain économique</a:t>
              </a:r>
              <a:endParaRPr lang="fr-FR" sz="1600" b="1" dirty="0">
                <a:solidFill>
                  <a:schemeClr val="bg1"/>
                </a:solidFill>
                <a:latin typeface="Poppins" pitchFamily="2" charset="77"/>
                <a:ea typeface="League Spartan" charset="0"/>
                <a:cs typeface="Poppins" pitchFamily="2" charset="77"/>
              </a:endParaRPr>
            </a:p>
          </p:txBody>
        </p:sp>
        <p:sp>
          <p:nvSpPr>
            <p:cNvPr id="36" name="TextBox 35">
              <a:extLst>
                <a:ext uri="{FF2B5EF4-FFF2-40B4-BE49-F238E27FC236}">
                  <a16:creationId xmlns:a16="http://schemas.microsoft.com/office/drawing/2014/main" id="{BB460E1C-45F4-314D-820D-9E852BEBA177}"/>
                </a:ext>
              </a:extLst>
            </p:cNvPr>
            <p:cNvSpPr txBox="1"/>
            <p:nvPr/>
          </p:nvSpPr>
          <p:spPr>
            <a:xfrm>
              <a:off x="1898944" y="3693611"/>
              <a:ext cx="777777" cy="784830"/>
            </a:xfrm>
            <a:prstGeom prst="rect">
              <a:avLst/>
            </a:prstGeom>
            <a:noFill/>
          </p:spPr>
          <p:txBody>
            <a:bodyPr wrap="none" rtlCol="0" anchor="ctr">
              <a:spAutoFit/>
            </a:bodyPr>
            <a:lstStyle/>
            <a:p>
              <a:pPr algn="ctr"/>
              <a:r>
                <a:rPr lang="fr-FR" sz="4500" b="1">
                  <a:solidFill>
                    <a:schemeClr val="bg1"/>
                  </a:solidFill>
                  <a:latin typeface="Poppins" pitchFamily="2" charset="77"/>
                  <a:cs typeface="Poppins" pitchFamily="2" charset="77"/>
                </a:rPr>
                <a:t>01</a:t>
              </a:r>
              <a:endParaRPr lang="fr-FR" sz="4500" b="1" dirty="0">
                <a:solidFill>
                  <a:schemeClr val="bg1"/>
                </a:solidFill>
                <a:latin typeface="Poppins" pitchFamily="2" charset="77"/>
                <a:cs typeface="Poppins" pitchFamily="2" charset="77"/>
              </a:endParaRPr>
            </a:p>
          </p:txBody>
        </p:sp>
      </p:grpSp>
      <p:grpSp>
        <p:nvGrpSpPr>
          <p:cNvPr id="9" name="Groupe 8">
            <a:extLst>
              <a:ext uri="{FF2B5EF4-FFF2-40B4-BE49-F238E27FC236}">
                <a16:creationId xmlns:a16="http://schemas.microsoft.com/office/drawing/2014/main" id="{4F2EA3C5-5FA6-549B-2858-F94AE3A21E6C}"/>
              </a:ext>
            </a:extLst>
          </p:cNvPr>
          <p:cNvGrpSpPr/>
          <p:nvPr/>
        </p:nvGrpSpPr>
        <p:grpSpPr>
          <a:xfrm>
            <a:off x="4602682" y="1977684"/>
            <a:ext cx="2986638" cy="4033471"/>
            <a:chOff x="4602682" y="1977684"/>
            <a:chExt cx="2986638" cy="4033471"/>
          </a:xfrm>
        </p:grpSpPr>
        <p:sp>
          <p:nvSpPr>
            <p:cNvPr id="25" name="Freeform 15">
              <a:extLst>
                <a:ext uri="{FF2B5EF4-FFF2-40B4-BE49-F238E27FC236}">
                  <a16:creationId xmlns:a16="http://schemas.microsoft.com/office/drawing/2014/main" id="{E85A7C2D-0691-2A4A-B72F-2FD7B2A626C8}"/>
                </a:ext>
              </a:extLst>
            </p:cNvPr>
            <p:cNvSpPr>
              <a:spLocks noChangeArrowheads="1"/>
            </p:cNvSpPr>
            <p:nvPr/>
          </p:nvSpPr>
          <p:spPr bwMode="auto">
            <a:xfrm>
              <a:off x="4602682" y="1977684"/>
              <a:ext cx="2986638" cy="4033471"/>
            </a:xfrm>
            <a:prstGeom prst="roundRect">
              <a:avLst>
                <a:gd name="adj" fmla="val 8806"/>
              </a:avLst>
            </a:prstGeom>
            <a:solidFill>
              <a:srgbClr val="92D050"/>
            </a:solidFill>
            <a:ln>
              <a:noFill/>
            </a:ln>
            <a:effectLst/>
          </p:spPr>
          <p:txBody>
            <a:bodyPr wrap="none" anchor="ctr"/>
            <a:lstStyle/>
            <a:p>
              <a:endParaRPr lang="en-US" sz="3266"/>
            </a:p>
          </p:txBody>
        </p:sp>
        <p:sp>
          <p:nvSpPr>
            <p:cNvPr id="27" name="Freeform 19">
              <a:extLst>
                <a:ext uri="{FF2B5EF4-FFF2-40B4-BE49-F238E27FC236}">
                  <a16:creationId xmlns:a16="http://schemas.microsoft.com/office/drawing/2014/main" id="{3CCD4DC0-63EE-0845-9B7B-505054301B3A}"/>
                </a:ext>
              </a:extLst>
            </p:cNvPr>
            <p:cNvSpPr>
              <a:spLocks noChangeArrowheads="1"/>
            </p:cNvSpPr>
            <p:nvPr/>
          </p:nvSpPr>
          <p:spPr bwMode="auto">
            <a:xfrm>
              <a:off x="5484029" y="2371895"/>
              <a:ext cx="1223942" cy="1220071"/>
            </a:xfrm>
            <a:prstGeom prst="chord">
              <a:avLst>
                <a:gd name="adj1" fmla="val 21387126"/>
                <a:gd name="adj2" fmla="val 16200000"/>
              </a:avLst>
            </a:prstGeom>
            <a:solidFill>
              <a:schemeClr val="bg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266"/>
            </a:p>
          </p:txBody>
        </p:sp>
        <p:sp>
          <p:nvSpPr>
            <p:cNvPr id="31" name="Freeform 996">
              <a:extLst>
                <a:ext uri="{FF2B5EF4-FFF2-40B4-BE49-F238E27FC236}">
                  <a16:creationId xmlns:a16="http://schemas.microsoft.com/office/drawing/2014/main" id="{43FDB785-851D-CC42-81A0-112490ACCC92}"/>
                </a:ext>
              </a:extLst>
            </p:cNvPr>
            <p:cNvSpPr>
              <a:spLocks noChangeAspect="1" noChangeArrowheads="1"/>
            </p:cNvSpPr>
            <p:nvPr/>
          </p:nvSpPr>
          <p:spPr bwMode="auto">
            <a:xfrm>
              <a:off x="5880100" y="2746145"/>
              <a:ext cx="431800" cy="471571"/>
            </a:xfrm>
            <a:custGeom>
              <a:avLst/>
              <a:gdLst>
                <a:gd name="T0" fmla="*/ 32437331 w 267017"/>
                <a:gd name="T1" fmla="*/ 25862517 h 290151"/>
                <a:gd name="T2" fmla="*/ 30564467 w 267017"/>
                <a:gd name="T3" fmla="*/ 25862517 h 290151"/>
                <a:gd name="T4" fmla="*/ 17158302 w 267017"/>
                <a:gd name="T5" fmla="*/ 24788421 h 290151"/>
                <a:gd name="T6" fmla="*/ 17158302 w 267017"/>
                <a:gd name="T7" fmla="*/ 26771477 h 290151"/>
                <a:gd name="T8" fmla="*/ 17158302 w 267017"/>
                <a:gd name="T9" fmla="*/ 24788421 h 290151"/>
                <a:gd name="T10" fmla="*/ 32813845 w 267017"/>
                <a:gd name="T11" fmla="*/ 16839060 h 290151"/>
                <a:gd name="T12" fmla="*/ 32159665 w 267017"/>
                <a:gd name="T13" fmla="*/ 34694181 h 290151"/>
                <a:gd name="T14" fmla="*/ 31505516 w 267017"/>
                <a:gd name="T15" fmla="*/ 33049854 h 290151"/>
                <a:gd name="T16" fmla="*/ 31505516 w 267017"/>
                <a:gd name="T17" fmla="*/ 16839060 h 290151"/>
                <a:gd name="T18" fmla="*/ 17447095 w 267017"/>
                <a:gd name="T19" fmla="*/ 16839060 h 290151"/>
                <a:gd name="T20" fmla="*/ 17447095 w 267017"/>
                <a:gd name="T21" fmla="*/ 33049854 h 290151"/>
                <a:gd name="T22" fmla="*/ 16793147 w 267017"/>
                <a:gd name="T23" fmla="*/ 34694181 h 290151"/>
                <a:gd name="T24" fmla="*/ 16211645 w 267017"/>
                <a:gd name="T25" fmla="*/ 16839060 h 290151"/>
                <a:gd name="T26" fmla="*/ 25237751 w 267017"/>
                <a:gd name="T27" fmla="*/ 16845466 h 290151"/>
                <a:gd name="T28" fmla="*/ 28568437 w 267017"/>
                <a:gd name="T29" fmla="*/ 20568435 h 290151"/>
                <a:gd name="T30" fmla="*/ 26865911 w 267017"/>
                <a:gd name="T31" fmla="*/ 21344211 h 290151"/>
                <a:gd name="T32" fmla="*/ 21610640 w 267017"/>
                <a:gd name="T33" fmla="*/ 22197506 h 290151"/>
                <a:gd name="T34" fmla="*/ 28864728 w 267017"/>
                <a:gd name="T35" fmla="*/ 29100700 h 290151"/>
                <a:gd name="T36" fmla="*/ 25237751 w 267017"/>
                <a:gd name="T37" fmla="*/ 34452837 h 290151"/>
                <a:gd name="T38" fmla="*/ 23387158 w 267017"/>
                <a:gd name="T39" fmla="*/ 34452837 h 290151"/>
                <a:gd name="T40" fmla="*/ 20130491 w 267017"/>
                <a:gd name="T41" fmla="*/ 30729527 h 290151"/>
                <a:gd name="T42" fmla="*/ 21758669 w 267017"/>
                <a:gd name="T43" fmla="*/ 29954018 h 290151"/>
                <a:gd name="T44" fmla="*/ 27088321 w 267017"/>
                <a:gd name="T45" fmla="*/ 29100700 h 290151"/>
                <a:gd name="T46" fmla="*/ 19834217 w 267017"/>
                <a:gd name="T47" fmla="*/ 22197506 h 290151"/>
                <a:gd name="T48" fmla="*/ 23387158 w 267017"/>
                <a:gd name="T49" fmla="*/ 16845466 h 290151"/>
                <a:gd name="T50" fmla="*/ 24549105 w 267017"/>
                <a:gd name="T51" fmla="*/ 9442289 h 290151"/>
                <a:gd name="T52" fmla="*/ 24549105 w 267017"/>
                <a:gd name="T53" fmla="*/ 41672391 h 290151"/>
                <a:gd name="T54" fmla="*/ 32422264 w 267017"/>
                <a:gd name="T55" fmla="*/ 39570416 h 290151"/>
                <a:gd name="T56" fmla="*/ 39780314 w 267017"/>
                <a:gd name="T57" fmla="*/ 44630506 h 290151"/>
                <a:gd name="T58" fmla="*/ 24549105 w 267017"/>
                <a:gd name="T59" fmla="*/ 9442289 h 290151"/>
                <a:gd name="T60" fmla="*/ 41546062 w 267017"/>
                <a:gd name="T61" fmla="*/ 25635193 h 290151"/>
                <a:gd name="T62" fmla="*/ 41104640 w 267017"/>
                <a:gd name="T63" fmla="*/ 47277601 h 290151"/>
                <a:gd name="T64" fmla="*/ 40148157 w 267017"/>
                <a:gd name="T65" fmla="*/ 47199355 h 290151"/>
                <a:gd name="T66" fmla="*/ 24549105 w 267017"/>
                <a:gd name="T67" fmla="*/ 43618655 h 290151"/>
                <a:gd name="T68" fmla="*/ 24549105 w 267017"/>
                <a:gd name="T69" fmla="*/ 7574506 h 290151"/>
                <a:gd name="T70" fmla="*/ 48681605 w 267017"/>
                <a:gd name="T71" fmla="*/ 25749313 h 290151"/>
                <a:gd name="T72" fmla="*/ 54656085 w 267017"/>
                <a:gd name="T73" fmla="*/ 37802068 h 290151"/>
                <a:gd name="T74" fmla="*/ 48607725 w 267017"/>
                <a:gd name="T75" fmla="*/ 42341729 h 290151"/>
                <a:gd name="T76" fmla="*/ 39240207 w 267017"/>
                <a:gd name="T77" fmla="*/ 55177407 h 290151"/>
                <a:gd name="T78" fmla="*/ 37027412 w 267017"/>
                <a:gd name="T79" fmla="*/ 61986269 h 290151"/>
                <a:gd name="T80" fmla="*/ 35257229 w 267017"/>
                <a:gd name="T81" fmla="*/ 61986269 h 290151"/>
                <a:gd name="T82" fmla="*/ 39240207 w 267017"/>
                <a:gd name="T83" fmla="*/ 53298983 h 290151"/>
                <a:gd name="T84" fmla="*/ 46689949 w 267017"/>
                <a:gd name="T85" fmla="*/ 41793867 h 290151"/>
                <a:gd name="T86" fmla="*/ 52148241 w 267017"/>
                <a:gd name="T87" fmla="*/ 38350213 h 290151"/>
                <a:gd name="T88" fmla="*/ 52148241 w 267017"/>
                <a:gd name="T89" fmla="*/ 35532628 h 290151"/>
                <a:gd name="T90" fmla="*/ 46837368 w 267017"/>
                <a:gd name="T91" fmla="*/ 25827662 h 290151"/>
                <a:gd name="T92" fmla="*/ 1770592 w 267017"/>
                <a:gd name="T93" fmla="*/ 25827662 h 290151"/>
                <a:gd name="T94" fmla="*/ 4720939 w 267017"/>
                <a:gd name="T95" fmla="*/ 37724109 h 290151"/>
                <a:gd name="T96" fmla="*/ 10547663 w 267017"/>
                <a:gd name="T97" fmla="*/ 48289704 h 290151"/>
                <a:gd name="T98" fmla="*/ 11727545 w 267017"/>
                <a:gd name="T99" fmla="*/ 62925261 h 290151"/>
                <a:gd name="T100" fmla="*/ 8998688 w 267017"/>
                <a:gd name="T101" fmla="*/ 49072616 h 290151"/>
                <a:gd name="T102" fmla="*/ 3245112 w 267017"/>
                <a:gd name="T103" fmla="*/ 38741449 h 290151"/>
                <a:gd name="T104" fmla="*/ 0 w 267017"/>
                <a:gd name="T105" fmla="*/ 25827662 h 290151"/>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267017" h="290151">
                  <a:moveTo>
                    <a:pt x="153797" y="114300"/>
                  </a:moveTo>
                  <a:cubicBezTo>
                    <a:pt x="156464" y="114300"/>
                    <a:pt x="158369" y="116205"/>
                    <a:pt x="158369" y="119253"/>
                  </a:cubicBezTo>
                  <a:cubicBezTo>
                    <a:pt x="158369" y="121539"/>
                    <a:pt x="156464" y="123444"/>
                    <a:pt x="153797" y="123444"/>
                  </a:cubicBezTo>
                  <a:cubicBezTo>
                    <a:pt x="151130" y="123444"/>
                    <a:pt x="149225" y="121539"/>
                    <a:pt x="149225" y="119253"/>
                  </a:cubicBezTo>
                  <a:cubicBezTo>
                    <a:pt x="149225" y="116205"/>
                    <a:pt x="151130" y="114300"/>
                    <a:pt x="153797" y="114300"/>
                  </a:cubicBezTo>
                  <a:close/>
                  <a:moveTo>
                    <a:pt x="83771" y="114300"/>
                  </a:moveTo>
                  <a:cubicBezTo>
                    <a:pt x="86336" y="114300"/>
                    <a:pt x="88534" y="116205"/>
                    <a:pt x="88534" y="119253"/>
                  </a:cubicBezTo>
                  <a:cubicBezTo>
                    <a:pt x="88534" y="121539"/>
                    <a:pt x="86336" y="123444"/>
                    <a:pt x="83771" y="123444"/>
                  </a:cubicBezTo>
                  <a:cubicBezTo>
                    <a:pt x="81207" y="123444"/>
                    <a:pt x="79375" y="121539"/>
                    <a:pt x="79375" y="119253"/>
                  </a:cubicBezTo>
                  <a:cubicBezTo>
                    <a:pt x="79375" y="116205"/>
                    <a:pt x="81207" y="114300"/>
                    <a:pt x="83771" y="114300"/>
                  </a:cubicBezTo>
                  <a:close/>
                  <a:moveTo>
                    <a:pt x="153820" y="77645"/>
                  </a:moveTo>
                  <a:cubicBezTo>
                    <a:pt x="155594" y="76200"/>
                    <a:pt x="158433" y="76200"/>
                    <a:pt x="160207" y="77645"/>
                  </a:cubicBezTo>
                  <a:cubicBezTo>
                    <a:pt x="182207" y="100033"/>
                    <a:pt x="182207" y="136504"/>
                    <a:pt x="160207" y="158532"/>
                  </a:cubicBezTo>
                  <a:cubicBezTo>
                    <a:pt x="159142" y="159254"/>
                    <a:pt x="158078" y="159976"/>
                    <a:pt x="157013" y="159976"/>
                  </a:cubicBezTo>
                  <a:cubicBezTo>
                    <a:pt x="155949" y="159976"/>
                    <a:pt x="154884" y="159254"/>
                    <a:pt x="153820" y="158532"/>
                  </a:cubicBezTo>
                  <a:cubicBezTo>
                    <a:pt x="152400" y="156726"/>
                    <a:pt x="152400" y="154198"/>
                    <a:pt x="153820" y="152393"/>
                  </a:cubicBezTo>
                  <a:cubicBezTo>
                    <a:pt x="172626" y="133616"/>
                    <a:pt x="172626" y="102922"/>
                    <a:pt x="153820" y="83783"/>
                  </a:cubicBezTo>
                  <a:cubicBezTo>
                    <a:pt x="152400" y="82339"/>
                    <a:pt x="152400" y="79450"/>
                    <a:pt x="153820" y="77645"/>
                  </a:cubicBezTo>
                  <a:close/>
                  <a:moveTo>
                    <a:pt x="79151" y="77645"/>
                  </a:moveTo>
                  <a:cubicBezTo>
                    <a:pt x="80570" y="76200"/>
                    <a:pt x="83409" y="76200"/>
                    <a:pt x="85183" y="77645"/>
                  </a:cubicBezTo>
                  <a:cubicBezTo>
                    <a:pt x="86957" y="79450"/>
                    <a:pt x="86957" y="82339"/>
                    <a:pt x="85183" y="83783"/>
                  </a:cubicBezTo>
                  <a:cubicBezTo>
                    <a:pt x="66731" y="102922"/>
                    <a:pt x="66731" y="133616"/>
                    <a:pt x="85183" y="152393"/>
                  </a:cubicBezTo>
                  <a:cubicBezTo>
                    <a:pt x="86957" y="154198"/>
                    <a:pt x="86957" y="156726"/>
                    <a:pt x="85183" y="158532"/>
                  </a:cubicBezTo>
                  <a:cubicBezTo>
                    <a:pt x="84473" y="159254"/>
                    <a:pt x="83054" y="159976"/>
                    <a:pt x="81989" y="159976"/>
                  </a:cubicBezTo>
                  <a:cubicBezTo>
                    <a:pt x="80925" y="159976"/>
                    <a:pt x="79860" y="159254"/>
                    <a:pt x="79151" y="158532"/>
                  </a:cubicBezTo>
                  <a:cubicBezTo>
                    <a:pt x="57150" y="136504"/>
                    <a:pt x="57150" y="100033"/>
                    <a:pt x="79151" y="77645"/>
                  </a:cubicBezTo>
                  <a:close/>
                  <a:moveTo>
                    <a:pt x="118881" y="73025"/>
                  </a:moveTo>
                  <a:cubicBezTo>
                    <a:pt x="121050" y="73025"/>
                    <a:pt x="123218" y="75171"/>
                    <a:pt x="123218" y="77675"/>
                  </a:cubicBezTo>
                  <a:lnTo>
                    <a:pt x="123218" y="82324"/>
                  </a:lnTo>
                  <a:cubicBezTo>
                    <a:pt x="130446" y="83755"/>
                    <a:pt x="136589" y="88404"/>
                    <a:pt x="139480" y="94842"/>
                  </a:cubicBezTo>
                  <a:cubicBezTo>
                    <a:pt x="140203" y="96988"/>
                    <a:pt x="139119" y="99492"/>
                    <a:pt x="136951" y="100565"/>
                  </a:cubicBezTo>
                  <a:cubicBezTo>
                    <a:pt x="134782" y="101280"/>
                    <a:pt x="132253" y="100565"/>
                    <a:pt x="131168" y="98419"/>
                  </a:cubicBezTo>
                  <a:cubicBezTo>
                    <a:pt x="129362" y="93769"/>
                    <a:pt x="124302" y="90550"/>
                    <a:pt x="118881" y="90550"/>
                  </a:cubicBezTo>
                  <a:cubicBezTo>
                    <a:pt x="111292" y="90550"/>
                    <a:pt x="105510" y="95915"/>
                    <a:pt x="105510" y="102353"/>
                  </a:cubicBezTo>
                  <a:cubicBezTo>
                    <a:pt x="105510" y="109864"/>
                    <a:pt x="110208" y="113798"/>
                    <a:pt x="118881" y="113798"/>
                  </a:cubicBezTo>
                  <a:cubicBezTo>
                    <a:pt x="135144" y="113798"/>
                    <a:pt x="140926" y="124528"/>
                    <a:pt x="140926" y="134184"/>
                  </a:cubicBezTo>
                  <a:cubicBezTo>
                    <a:pt x="140926" y="143841"/>
                    <a:pt x="133337" y="152067"/>
                    <a:pt x="123218" y="153856"/>
                  </a:cubicBezTo>
                  <a:lnTo>
                    <a:pt x="123218" y="158863"/>
                  </a:lnTo>
                  <a:cubicBezTo>
                    <a:pt x="123218" y="161366"/>
                    <a:pt x="121050" y="163155"/>
                    <a:pt x="118881" y="163155"/>
                  </a:cubicBezTo>
                  <a:cubicBezTo>
                    <a:pt x="116352" y="163155"/>
                    <a:pt x="114183" y="161366"/>
                    <a:pt x="114183" y="158863"/>
                  </a:cubicBezTo>
                  <a:lnTo>
                    <a:pt x="114183" y="153856"/>
                  </a:lnTo>
                  <a:cubicBezTo>
                    <a:pt x="106956" y="152425"/>
                    <a:pt x="100812" y="148133"/>
                    <a:pt x="98283" y="141695"/>
                  </a:cubicBezTo>
                  <a:cubicBezTo>
                    <a:pt x="97199" y="139192"/>
                    <a:pt x="98283" y="136688"/>
                    <a:pt x="100451" y="135615"/>
                  </a:cubicBezTo>
                  <a:cubicBezTo>
                    <a:pt x="102981" y="134900"/>
                    <a:pt x="105510" y="135973"/>
                    <a:pt x="106233" y="138119"/>
                  </a:cubicBezTo>
                  <a:cubicBezTo>
                    <a:pt x="108040" y="142768"/>
                    <a:pt x="113099" y="145987"/>
                    <a:pt x="118881" y="145987"/>
                  </a:cubicBezTo>
                  <a:cubicBezTo>
                    <a:pt x="126109" y="145987"/>
                    <a:pt x="132253" y="140622"/>
                    <a:pt x="132253" y="134184"/>
                  </a:cubicBezTo>
                  <a:cubicBezTo>
                    <a:pt x="132253" y="126316"/>
                    <a:pt x="127555" y="122382"/>
                    <a:pt x="118881" y="122382"/>
                  </a:cubicBezTo>
                  <a:cubicBezTo>
                    <a:pt x="102619" y="122382"/>
                    <a:pt x="96837" y="112010"/>
                    <a:pt x="96837" y="102353"/>
                  </a:cubicBezTo>
                  <a:cubicBezTo>
                    <a:pt x="96837" y="92339"/>
                    <a:pt x="104065" y="84112"/>
                    <a:pt x="114183" y="82324"/>
                  </a:cubicBezTo>
                  <a:lnTo>
                    <a:pt x="114183" y="77675"/>
                  </a:lnTo>
                  <a:cubicBezTo>
                    <a:pt x="114183" y="75171"/>
                    <a:pt x="116352" y="73025"/>
                    <a:pt x="118881" y="73025"/>
                  </a:cubicBezTo>
                  <a:close/>
                  <a:moveTo>
                    <a:pt x="119856" y="43540"/>
                  </a:moveTo>
                  <a:cubicBezTo>
                    <a:pt x="78903" y="43540"/>
                    <a:pt x="45134" y="76924"/>
                    <a:pt x="45134" y="118205"/>
                  </a:cubicBezTo>
                  <a:cubicBezTo>
                    <a:pt x="45134" y="158769"/>
                    <a:pt x="78903" y="192153"/>
                    <a:pt x="119856" y="192153"/>
                  </a:cubicBezTo>
                  <a:cubicBezTo>
                    <a:pt x="132430" y="192153"/>
                    <a:pt x="145003" y="189281"/>
                    <a:pt x="156140" y="182820"/>
                  </a:cubicBezTo>
                  <a:cubicBezTo>
                    <a:pt x="156858" y="182461"/>
                    <a:pt x="157217" y="182461"/>
                    <a:pt x="158295" y="182461"/>
                  </a:cubicBezTo>
                  <a:cubicBezTo>
                    <a:pt x="159013" y="182461"/>
                    <a:pt x="159732" y="182461"/>
                    <a:pt x="160450" y="183179"/>
                  </a:cubicBezTo>
                  <a:lnTo>
                    <a:pt x="194219" y="205793"/>
                  </a:lnTo>
                  <a:lnTo>
                    <a:pt x="194219" y="118205"/>
                  </a:lnTo>
                  <a:cubicBezTo>
                    <a:pt x="194219" y="76924"/>
                    <a:pt x="160810" y="43540"/>
                    <a:pt x="119856" y="43540"/>
                  </a:cubicBezTo>
                  <a:close/>
                  <a:moveTo>
                    <a:pt x="119856" y="34925"/>
                  </a:moveTo>
                  <a:cubicBezTo>
                    <a:pt x="165480" y="34925"/>
                    <a:pt x="202841" y="71899"/>
                    <a:pt x="202841" y="118205"/>
                  </a:cubicBezTo>
                  <a:lnTo>
                    <a:pt x="202841" y="214050"/>
                  </a:lnTo>
                  <a:cubicBezTo>
                    <a:pt x="202841" y="215845"/>
                    <a:pt x="202122" y="217280"/>
                    <a:pt x="200685" y="217998"/>
                  </a:cubicBezTo>
                  <a:cubicBezTo>
                    <a:pt x="199967" y="218357"/>
                    <a:pt x="199248" y="218716"/>
                    <a:pt x="198530" y="218716"/>
                  </a:cubicBezTo>
                  <a:cubicBezTo>
                    <a:pt x="197812" y="218716"/>
                    <a:pt x="196734" y="218357"/>
                    <a:pt x="196015" y="217639"/>
                  </a:cubicBezTo>
                  <a:lnTo>
                    <a:pt x="157936" y="191794"/>
                  </a:lnTo>
                  <a:cubicBezTo>
                    <a:pt x="146081" y="197896"/>
                    <a:pt x="133148" y="201127"/>
                    <a:pt x="119856" y="201127"/>
                  </a:cubicBezTo>
                  <a:cubicBezTo>
                    <a:pt x="73873" y="201127"/>
                    <a:pt x="36512" y="163794"/>
                    <a:pt x="36512" y="118205"/>
                  </a:cubicBezTo>
                  <a:cubicBezTo>
                    <a:pt x="36512" y="71899"/>
                    <a:pt x="73873" y="34925"/>
                    <a:pt x="119856" y="34925"/>
                  </a:cubicBezTo>
                  <a:close/>
                  <a:moveTo>
                    <a:pt x="118479" y="0"/>
                  </a:moveTo>
                  <a:cubicBezTo>
                    <a:pt x="184020" y="0"/>
                    <a:pt x="237317" y="53050"/>
                    <a:pt x="237677" y="118731"/>
                  </a:cubicBezTo>
                  <a:cubicBezTo>
                    <a:pt x="238037" y="120897"/>
                    <a:pt x="242719" y="136054"/>
                    <a:pt x="261085" y="158068"/>
                  </a:cubicBezTo>
                  <a:cubicBezTo>
                    <a:pt x="263606" y="161316"/>
                    <a:pt x="267927" y="167451"/>
                    <a:pt x="266847" y="174307"/>
                  </a:cubicBezTo>
                  <a:cubicBezTo>
                    <a:pt x="266487" y="177195"/>
                    <a:pt x="264686" y="181164"/>
                    <a:pt x="258924" y="184412"/>
                  </a:cubicBezTo>
                  <a:cubicBezTo>
                    <a:pt x="251002" y="189104"/>
                    <a:pt x="241638" y="193073"/>
                    <a:pt x="237317" y="195239"/>
                  </a:cubicBezTo>
                  <a:cubicBezTo>
                    <a:pt x="238037" y="203178"/>
                    <a:pt x="239838" y="222666"/>
                    <a:pt x="237317" y="236380"/>
                  </a:cubicBezTo>
                  <a:cubicBezTo>
                    <a:pt x="234076" y="252258"/>
                    <a:pt x="207427" y="254424"/>
                    <a:pt x="191582" y="254424"/>
                  </a:cubicBezTo>
                  <a:cubicBezTo>
                    <a:pt x="187621" y="254424"/>
                    <a:pt x="180779" y="255867"/>
                    <a:pt x="180779" y="264529"/>
                  </a:cubicBezTo>
                  <a:lnTo>
                    <a:pt x="180779" y="285821"/>
                  </a:lnTo>
                  <a:cubicBezTo>
                    <a:pt x="180779" y="287986"/>
                    <a:pt x="178978" y="290151"/>
                    <a:pt x="176457" y="290151"/>
                  </a:cubicBezTo>
                  <a:cubicBezTo>
                    <a:pt x="173937" y="290151"/>
                    <a:pt x="172136" y="287986"/>
                    <a:pt x="172136" y="285821"/>
                  </a:cubicBezTo>
                  <a:lnTo>
                    <a:pt x="172136" y="264529"/>
                  </a:lnTo>
                  <a:cubicBezTo>
                    <a:pt x="172136" y="252980"/>
                    <a:pt x="179698" y="245763"/>
                    <a:pt x="191582" y="245763"/>
                  </a:cubicBezTo>
                  <a:cubicBezTo>
                    <a:pt x="212469" y="245763"/>
                    <a:pt x="227234" y="241432"/>
                    <a:pt x="228314" y="234575"/>
                  </a:cubicBezTo>
                  <a:cubicBezTo>
                    <a:pt x="231195" y="219057"/>
                    <a:pt x="227954" y="193073"/>
                    <a:pt x="227954" y="192713"/>
                  </a:cubicBezTo>
                  <a:cubicBezTo>
                    <a:pt x="227954" y="190908"/>
                    <a:pt x="229034" y="189104"/>
                    <a:pt x="230835" y="188021"/>
                  </a:cubicBezTo>
                  <a:cubicBezTo>
                    <a:pt x="230835" y="188021"/>
                    <a:pt x="243799" y="182969"/>
                    <a:pt x="254603" y="176834"/>
                  </a:cubicBezTo>
                  <a:cubicBezTo>
                    <a:pt x="257844" y="175029"/>
                    <a:pt x="258204" y="173225"/>
                    <a:pt x="258204" y="172503"/>
                  </a:cubicBezTo>
                  <a:cubicBezTo>
                    <a:pt x="258564" y="169977"/>
                    <a:pt x="256403" y="166368"/>
                    <a:pt x="254603" y="163842"/>
                  </a:cubicBezTo>
                  <a:cubicBezTo>
                    <a:pt x="232636" y="137858"/>
                    <a:pt x="229034" y="120536"/>
                    <a:pt x="229034" y="119814"/>
                  </a:cubicBezTo>
                  <a:cubicBezTo>
                    <a:pt x="228674" y="119814"/>
                    <a:pt x="228674" y="119453"/>
                    <a:pt x="228674" y="119092"/>
                  </a:cubicBezTo>
                  <a:cubicBezTo>
                    <a:pt x="228674" y="58103"/>
                    <a:pt x="179338" y="8661"/>
                    <a:pt x="118479" y="8661"/>
                  </a:cubicBezTo>
                  <a:cubicBezTo>
                    <a:pt x="57979" y="8661"/>
                    <a:pt x="8643" y="58103"/>
                    <a:pt x="8643" y="119092"/>
                  </a:cubicBezTo>
                  <a:cubicBezTo>
                    <a:pt x="8643" y="138219"/>
                    <a:pt x="13684" y="156985"/>
                    <a:pt x="23047" y="173586"/>
                  </a:cubicBezTo>
                  <a:lnTo>
                    <a:pt x="23047" y="173947"/>
                  </a:lnTo>
                  <a:cubicBezTo>
                    <a:pt x="26649" y="180082"/>
                    <a:pt x="30610" y="186217"/>
                    <a:pt x="34571" y="192713"/>
                  </a:cubicBezTo>
                  <a:cubicBezTo>
                    <a:pt x="41414" y="203539"/>
                    <a:pt x="47896" y="214005"/>
                    <a:pt x="51497" y="222666"/>
                  </a:cubicBezTo>
                  <a:cubicBezTo>
                    <a:pt x="60860" y="243236"/>
                    <a:pt x="61580" y="284016"/>
                    <a:pt x="61580" y="285460"/>
                  </a:cubicBezTo>
                  <a:cubicBezTo>
                    <a:pt x="61580" y="287986"/>
                    <a:pt x="59419" y="290151"/>
                    <a:pt x="57259" y="290151"/>
                  </a:cubicBezTo>
                  <a:cubicBezTo>
                    <a:pt x="54738" y="290151"/>
                    <a:pt x="52577" y="287986"/>
                    <a:pt x="52577" y="285821"/>
                  </a:cubicBezTo>
                  <a:cubicBezTo>
                    <a:pt x="52577" y="285460"/>
                    <a:pt x="52217" y="245041"/>
                    <a:pt x="43934" y="226275"/>
                  </a:cubicBezTo>
                  <a:cubicBezTo>
                    <a:pt x="39973" y="218335"/>
                    <a:pt x="33491" y="207870"/>
                    <a:pt x="27009" y="197043"/>
                  </a:cubicBezTo>
                  <a:cubicBezTo>
                    <a:pt x="23047" y="191269"/>
                    <a:pt x="19086" y="184773"/>
                    <a:pt x="15845" y="178638"/>
                  </a:cubicBezTo>
                  <a:lnTo>
                    <a:pt x="15485" y="178277"/>
                  </a:lnTo>
                  <a:cubicBezTo>
                    <a:pt x="5402" y="160233"/>
                    <a:pt x="0" y="140023"/>
                    <a:pt x="0" y="119092"/>
                  </a:cubicBezTo>
                  <a:cubicBezTo>
                    <a:pt x="0" y="53411"/>
                    <a:pt x="52937" y="0"/>
                    <a:pt x="118479" y="0"/>
                  </a:cubicBezTo>
                  <a:close/>
                </a:path>
              </a:pathLst>
            </a:custGeom>
            <a:solidFill>
              <a:srgbClr val="1A171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en-US" sz="900"/>
            </a:p>
          </p:txBody>
        </p:sp>
        <p:sp>
          <p:nvSpPr>
            <p:cNvPr id="38" name="Subtitle 2">
              <a:extLst>
                <a:ext uri="{FF2B5EF4-FFF2-40B4-BE49-F238E27FC236}">
                  <a16:creationId xmlns:a16="http://schemas.microsoft.com/office/drawing/2014/main" id="{FE247306-41CF-8947-AE25-A38FA6848D36}"/>
                </a:ext>
              </a:extLst>
            </p:cNvPr>
            <p:cNvSpPr txBox="1">
              <a:spLocks/>
            </p:cNvSpPr>
            <p:nvPr/>
          </p:nvSpPr>
          <p:spPr>
            <a:xfrm>
              <a:off x="4878126" y="4928270"/>
              <a:ext cx="2356192" cy="713722"/>
            </a:xfrm>
            <a:prstGeom prst="rect">
              <a:avLst/>
            </a:prstGeom>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750"/>
                </a:lnSpc>
              </a:pPr>
              <a:r>
                <a:rPr lang="fr-FR" sz="1200">
                  <a:solidFill>
                    <a:schemeClr val="bg1"/>
                  </a:solidFill>
                  <a:latin typeface="Lato Light" panose="020F0502020204030203" pitchFamily="34" charset="0"/>
                  <a:ea typeface="Lato Light" panose="020F0502020204030203" pitchFamily="34" charset="0"/>
                  <a:cs typeface="Mukta ExtraLight" panose="020B0000000000000000" pitchFamily="34" charset="77"/>
                </a:rPr>
                <a:t>Utiliser la competence juste nécessaire tout en professionalisant certaines taches   </a:t>
              </a:r>
              <a:endParaRPr lang="fr-FR" sz="1200" dirty="0">
                <a:solidFill>
                  <a:schemeClr val="bg1"/>
                </a:solidFill>
                <a:latin typeface="Lato Light" panose="020F0502020204030203" pitchFamily="34" charset="0"/>
                <a:ea typeface="Lato Light" panose="020F0502020204030203" pitchFamily="34" charset="0"/>
                <a:cs typeface="Mukta ExtraLight" panose="020B0000000000000000" pitchFamily="34" charset="77"/>
              </a:endParaRPr>
            </a:p>
          </p:txBody>
        </p:sp>
        <p:sp>
          <p:nvSpPr>
            <p:cNvPr id="39" name="TextBox 38">
              <a:extLst>
                <a:ext uri="{FF2B5EF4-FFF2-40B4-BE49-F238E27FC236}">
                  <a16:creationId xmlns:a16="http://schemas.microsoft.com/office/drawing/2014/main" id="{503D7205-E901-EB44-8376-0E305F9D228C}"/>
                </a:ext>
              </a:extLst>
            </p:cNvPr>
            <p:cNvSpPr txBox="1"/>
            <p:nvPr/>
          </p:nvSpPr>
          <p:spPr>
            <a:xfrm>
              <a:off x="4990029" y="4286274"/>
              <a:ext cx="2211942" cy="584775"/>
            </a:xfrm>
            <a:prstGeom prst="rect">
              <a:avLst/>
            </a:prstGeom>
            <a:noFill/>
          </p:spPr>
          <p:txBody>
            <a:bodyPr wrap="square" rtlCol="0" anchor="b" anchorCtr="0">
              <a:spAutoFit/>
            </a:bodyPr>
            <a:lstStyle/>
            <a:p>
              <a:pPr algn="ctr"/>
              <a:r>
                <a:rPr lang="fr-FR" sz="1600" b="1">
                  <a:solidFill>
                    <a:schemeClr val="bg1"/>
                  </a:solidFill>
                  <a:latin typeface="Poppins" pitchFamily="2" charset="77"/>
                  <a:ea typeface="League Spartan" charset="0"/>
                  <a:cs typeface="Poppins" pitchFamily="2" charset="77"/>
                </a:rPr>
                <a:t>Gain Organisationnel </a:t>
              </a:r>
              <a:endParaRPr lang="fr-FR" sz="1600" b="1" dirty="0">
                <a:solidFill>
                  <a:schemeClr val="bg1"/>
                </a:solidFill>
                <a:latin typeface="Poppins" pitchFamily="2" charset="77"/>
                <a:ea typeface="League Spartan" charset="0"/>
                <a:cs typeface="Poppins" pitchFamily="2" charset="77"/>
              </a:endParaRPr>
            </a:p>
          </p:txBody>
        </p:sp>
        <p:sp>
          <p:nvSpPr>
            <p:cNvPr id="40" name="TextBox 39">
              <a:extLst>
                <a:ext uri="{FF2B5EF4-FFF2-40B4-BE49-F238E27FC236}">
                  <a16:creationId xmlns:a16="http://schemas.microsoft.com/office/drawing/2014/main" id="{CF06AF5F-C9D2-9049-8544-A06CDD635A0D}"/>
                </a:ext>
              </a:extLst>
            </p:cNvPr>
            <p:cNvSpPr txBox="1"/>
            <p:nvPr/>
          </p:nvSpPr>
          <p:spPr>
            <a:xfrm>
              <a:off x="5651579" y="3693611"/>
              <a:ext cx="891591" cy="784830"/>
            </a:xfrm>
            <a:prstGeom prst="rect">
              <a:avLst/>
            </a:prstGeom>
            <a:noFill/>
          </p:spPr>
          <p:txBody>
            <a:bodyPr wrap="none" rtlCol="0" anchor="ctr">
              <a:spAutoFit/>
            </a:bodyPr>
            <a:lstStyle/>
            <a:p>
              <a:pPr algn="ctr"/>
              <a:r>
                <a:rPr lang="fr-FR" sz="4500" b="1">
                  <a:solidFill>
                    <a:schemeClr val="bg1"/>
                  </a:solidFill>
                  <a:latin typeface="Poppins" pitchFamily="2" charset="77"/>
                  <a:cs typeface="Poppins" pitchFamily="2" charset="77"/>
                </a:rPr>
                <a:t>02</a:t>
              </a:r>
              <a:endParaRPr lang="fr-FR" sz="4500" b="1" dirty="0">
                <a:solidFill>
                  <a:schemeClr val="bg1"/>
                </a:solidFill>
                <a:latin typeface="Poppins" pitchFamily="2" charset="77"/>
                <a:cs typeface="Poppins" pitchFamily="2" charset="77"/>
              </a:endParaRPr>
            </a:p>
          </p:txBody>
        </p:sp>
      </p:grpSp>
      <p:grpSp>
        <p:nvGrpSpPr>
          <p:cNvPr id="12" name="Groupe 11">
            <a:extLst>
              <a:ext uri="{FF2B5EF4-FFF2-40B4-BE49-F238E27FC236}">
                <a16:creationId xmlns:a16="http://schemas.microsoft.com/office/drawing/2014/main" id="{2A4B3D0F-6A00-5D3E-604F-4531C47D01B5}"/>
              </a:ext>
            </a:extLst>
          </p:cNvPr>
          <p:cNvGrpSpPr/>
          <p:nvPr/>
        </p:nvGrpSpPr>
        <p:grpSpPr>
          <a:xfrm>
            <a:off x="8410849" y="1977684"/>
            <a:ext cx="2986638" cy="4033471"/>
            <a:chOff x="8410849" y="1977684"/>
            <a:chExt cx="2986638" cy="4033471"/>
          </a:xfrm>
        </p:grpSpPr>
        <p:sp>
          <p:nvSpPr>
            <p:cNvPr id="24" name="Freeform 15">
              <a:extLst>
                <a:ext uri="{FF2B5EF4-FFF2-40B4-BE49-F238E27FC236}">
                  <a16:creationId xmlns:a16="http://schemas.microsoft.com/office/drawing/2014/main" id="{C4D08E32-9A10-8744-A079-71F59747FC2C}"/>
                </a:ext>
              </a:extLst>
            </p:cNvPr>
            <p:cNvSpPr>
              <a:spLocks noChangeArrowheads="1"/>
            </p:cNvSpPr>
            <p:nvPr/>
          </p:nvSpPr>
          <p:spPr bwMode="auto">
            <a:xfrm>
              <a:off x="8410849" y="1977684"/>
              <a:ext cx="2986638" cy="4033471"/>
            </a:xfrm>
            <a:prstGeom prst="roundRect">
              <a:avLst>
                <a:gd name="adj" fmla="val 8806"/>
              </a:avLst>
            </a:prstGeom>
            <a:solidFill>
              <a:srgbClr val="92D050"/>
            </a:solidFill>
            <a:ln>
              <a:noFill/>
            </a:ln>
            <a:effectLst/>
          </p:spPr>
          <p:txBody>
            <a:bodyPr wrap="none" anchor="ctr"/>
            <a:lstStyle/>
            <a:p>
              <a:endParaRPr lang="en-US" sz="3266"/>
            </a:p>
          </p:txBody>
        </p:sp>
        <p:sp>
          <p:nvSpPr>
            <p:cNvPr id="28" name="Freeform 19">
              <a:extLst>
                <a:ext uri="{FF2B5EF4-FFF2-40B4-BE49-F238E27FC236}">
                  <a16:creationId xmlns:a16="http://schemas.microsoft.com/office/drawing/2014/main" id="{6C0B8CBE-D05C-3D4E-8E08-BCFC12A2EA5B}"/>
                </a:ext>
              </a:extLst>
            </p:cNvPr>
            <p:cNvSpPr>
              <a:spLocks noChangeArrowheads="1"/>
            </p:cNvSpPr>
            <p:nvPr/>
          </p:nvSpPr>
          <p:spPr bwMode="auto">
            <a:xfrm>
              <a:off x="9292197" y="2371895"/>
              <a:ext cx="1223942" cy="1220071"/>
            </a:xfrm>
            <a:prstGeom prst="chord">
              <a:avLst>
                <a:gd name="adj1" fmla="val 21387126"/>
                <a:gd name="adj2" fmla="val 16200000"/>
              </a:avLst>
            </a:prstGeom>
            <a:solidFill>
              <a:schemeClr val="bg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266"/>
            </a:p>
          </p:txBody>
        </p:sp>
        <p:sp>
          <p:nvSpPr>
            <p:cNvPr id="32" name="Freeform 995">
              <a:extLst>
                <a:ext uri="{FF2B5EF4-FFF2-40B4-BE49-F238E27FC236}">
                  <a16:creationId xmlns:a16="http://schemas.microsoft.com/office/drawing/2014/main" id="{4823B2F6-14A4-F54A-B3C3-886B044B8E74}"/>
                </a:ext>
              </a:extLst>
            </p:cNvPr>
            <p:cNvSpPr>
              <a:spLocks noChangeAspect="1" noChangeArrowheads="1"/>
            </p:cNvSpPr>
            <p:nvPr/>
          </p:nvSpPr>
          <p:spPr bwMode="auto">
            <a:xfrm>
              <a:off x="9668382" y="2746145"/>
              <a:ext cx="471571" cy="471571"/>
            </a:xfrm>
            <a:custGeom>
              <a:avLst/>
              <a:gdLst>
                <a:gd name="T0" fmla="*/ 47661876 w 290152"/>
                <a:gd name="T1" fmla="*/ 60029751 h 290151"/>
                <a:gd name="T2" fmla="*/ 61045022 w 290152"/>
                <a:gd name="T3" fmla="*/ 60029751 h 290151"/>
                <a:gd name="T4" fmla="*/ 48679279 w 290152"/>
                <a:gd name="T5" fmla="*/ 56586007 h 290151"/>
                <a:gd name="T6" fmla="*/ 32400700 w 290152"/>
                <a:gd name="T7" fmla="*/ 60029751 h 290151"/>
                <a:gd name="T8" fmla="*/ 45783705 w 290152"/>
                <a:gd name="T9" fmla="*/ 60029751 h 290151"/>
                <a:gd name="T10" fmla="*/ 33339978 w 290152"/>
                <a:gd name="T11" fmla="*/ 56586007 h 290151"/>
                <a:gd name="T12" fmla="*/ 17139670 w 290152"/>
                <a:gd name="T13" fmla="*/ 60029751 h 290151"/>
                <a:gd name="T14" fmla="*/ 30522351 w 290152"/>
                <a:gd name="T15" fmla="*/ 60029751 h 290151"/>
                <a:gd name="T16" fmla="*/ 18156714 w 290152"/>
                <a:gd name="T17" fmla="*/ 56586007 h 290151"/>
                <a:gd name="T18" fmla="*/ 1878494 w 290152"/>
                <a:gd name="T19" fmla="*/ 60029751 h 290151"/>
                <a:gd name="T20" fmla="*/ 15261361 w 290152"/>
                <a:gd name="T21" fmla="*/ 60029751 h 290151"/>
                <a:gd name="T22" fmla="*/ 2896270 w 290152"/>
                <a:gd name="T23" fmla="*/ 56586007 h 290151"/>
                <a:gd name="T24" fmla="*/ 47661876 w 290152"/>
                <a:gd name="T25" fmla="*/ 53690116 h 290151"/>
                <a:gd name="T26" fmla="*/ 61045022 w 290152"/>
                <a:gd name="T27" fmla="*/ 53690116 h 290151"/>
                <a:gd name="T28" fmla="*/ 48679279 w 290152"/>
                <a:gd name="T29" fmla="*/ 50246387 h 290151"/>
                <a:gd name="T30" fmla="*/ 32400700 w 290152"/>
                <a:gd name="T31" fmla="*/ 53690116 h 290151"/>
                <a:gd name="T32" fmla="*/ 45783705 w 290152"/>
                <a:gd name="T33" fmla="*/ 53690116 h 290151"/>
                <a:gd name="T34" fmla="*/ 33339978 w 290152"/>
                <a:gd name="T35" fmla="*/ 50246387 h 290151"/>
                <a:gd name="T36" fmla="*/ 17139670 w 290152"/>
                <a:gd name="T37" fmla="*/ 53690116 h 290151"/>
                <a:gd name="T38" fmla="*/ 30522351 w 290152"/>
                <a:gd name="T39" fmla="*/ 53690116 h 290151"/>
                <a:gd name="T40" fmla="*/ 18156714 w 290152"/>
                <a:gd name="T41" fmla="*/ 50246387 h 290151"/>
                <a:gd name="T42" fmla="*/ 32400700 w 290152"/>
                <a:gd name="T43" fmla="*/ 47350476 h 290151"/>
                <a:gd name="T44" fmla="*/ 45783705 w 290152"/>
                <a:gd name="T45" fmla="*/ 47350476 h 290151"/>
                <a:gd name="T46" fmla="*/ 33339978 w 290152"/>
                <a:gd name="T47" fmla="*/ 43906797 h 290151"/>
                <a:gd name="T48" fmla="*/ 30443975 w 290152"/>
                <a:gd name="T49" fmla="*/ 41950360 h 290151"/>
                <a:gd name="T50" fmla="*/ 39053271 w 290152"/>
                <a:gd name="T51" fmla="*/ 29897570 h 290151"/>
                <a:gd name="T52" fmla="*/ 45705352 w 290152"/>
                <a:gd name="T53" fmla="*/ 29897570 h 290151"/>
                <a:gd name="T54" fmla="*/ 39167323 w 290152"/>
                <a:gd name="T55" fmla="*/ 12314754 h 290151"/>
                <a:gd name="T56" fmla="*/ 38214277 w 290152"/>
                <a:gd name="T57" fmla="*/ 11361183 h 290151"/>
                <a:gd name="T58" fmla="*/ 24401711 w 290152"/>
                <a:gd name="T59" fmla="*/ 13347819 h 290151"/>
                <a:gd name="T60" fmla="*/ 31118145 w 290152"/>
                <a:gd name="T61" fmla="*/ 4475824 h 290151"/>
                <a:gd name="T62" fmla="*/ 34807811 w 290152"/>
                <a:gd name="T63" fmla="*/ 8279701 h 290151"/>
                <a:gd name="T64" fmla="*/ 31118145 w 290152"/>
                <a:gd name="T65" fmla="*/ 7813757 h 290151"/>
                <a:gd name="T66" fmla="*/ 35038615 w 290152"/>
                <a:gd name="T67" fmla="*/ 15033561 h 290151"/>
                <a:gd name="T68" fmla="*/ 31118145 w 290152"/>
                <a:gd name="T69" fmla="*/ 20235077 h 290151"/>
                <a:gd name="T70" fmla="*/ 27504780 w 290152"/>
                <a:gd name="T71" fmla="*/ 16430983 h 290151"/>
                <a:gd name="T72" fmla="*/ 31118145 w 290152"/>
                <a:gd name="T73" fmla="*/ 16896818 h 290151"/>
                <a:gd name="T74" fmla="*/ 27197320 w 290152"/>
                <a:gd name="T75" fmla="*/ 9599021 h 290151"/>
                <a:gd name="T76" fmla="*/ 31118145 w 290152"/>
                <a:gd name="T77" fmla="*/ 4475824 h 290151"/>
                <a:gd name="T78" fmla="*/ 31461767 w 290152"/>
                <a:gd name="T79" fmla="*/ 22853420 h 290151"/>
                <a:gd name="T80" fmla="*/ 31461767 w 290152"/>
                <a:gd name="T81" fmla="*/ 0 h 290151"/>
                <a:gd name="T82" fmla="*/ 32400700 w 290152"/>
                <a:gd name="T83" fmla="*/ 31149692 h 290151"/>
                <a:gd name="T84" fmla="*/ 47661876 w 290152"/>
                <a:gd name="T85" fmla="*/ 28958180 h 290151"/>
                <a:gd name="T86" fmla="*/ 32400700 w 290152"/>
                <a:gd name="T87" fmla="*/ 42106830 h 290151"/>
                <a:gd name="T88" fmla="*/ 47661876 w 290152"/>
                <a:gd name="T89" fmla="*/ 44767693 h 290151"/>
                <a:gd name="T90" fmla="*/ 48679279 w 290152"/>
                <a:gd name="T91" fmla="*/ 48289704 h 290151"/>
                <a:gd name="T92" fmla="*/ 62923024 w 290152"/>
                <a:gd name="T93" fmla="*/ 53690116 h 290151"/>
                <a:gd name="T94" fmla="*/ 62923024 w 290152"/>
                <a:gd name="T95" fmla="*/ 60029751 h 290151"/>
                <a:gd name="T96" fmla="*/ 46722914 w 290152"/>
                <a:gd name="T97" fmla="*/ 62220851 h 290151"/>
                <a:gd name="T98" fmla="*/ 31461767 w 290152"/>
                <a:gd name="T99" fmla="*/ 62220851 h 290151"/>
                <a:gd name="T100" fmla="*/ 16278939 w 290152"/>
                <a:gd name="T101" fmla="*/ 62220851 h 290151"/>
                <a:gd name="T102" fmla="*/ 0 w 290152"/>
                <a:gd name="T103" fmla="*/ 60029751 h 290151"/>
                <a:gd name="T104" fmla="*/ 14321644 w 290152"/>
                <a:gd name="T105" fmla="*/ 54707449 h 290151"/>
                <a:gd name="T106" fmla="*/ 15261361 w 290152"/>
                <a:gd name="T107" fmla="*/ 51185595 h 290151"/>
                <a:gd name="T108" fmla="*/ 30522351 w 290152"/>
                <a:gd name="T109" fmla="*/ 48446400 h 290151"/>
                <a:gd name="T110" fmla="*/ 15261361 w 290152"/>
                <a:gd name="T111" fmla="*/ 35297993 h 290151"/>
                <a:gd name="T112" fmla="*/ 30522351 w 290152"/>
                <a:gd name="T113" fmla="*/ 37567638 h 290151"/>
                <a:gd name="T114" fmla="*/ 31461767 w 290152"/>
                <a:gd name="T115" fmla="*/ 0 h 290151"/>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90152" h="290151">
                  <a:moveTo>
                    <a:pt x="224471" y="260920"/>
                  </a:moveTo>
                  <a:cubicBezTo>
                    <a:pt x="221945" y="260920"/>
                    <a:pt x="219780" y="262724"/>
                    <a:pt x="219780" y="265250"/>
                  </a:cubicBezTo>
                  <a:lnTo>
                    <a:pt x="219780" y="276799"/>
                  </a:lnTo>
                  <a:cubicBezTo>
                    <a:pt x="219780" y="279686"/>
                    <a:pt x="221945" y="281490"/>
                    <a:pt x="224471" y="281490"/>
                  </a:cubicBezTo>
                  <a:lnTo>
                    <a:pt x="277160" y="281490"/>
                  </a:lnTo>
                  <a:cubicBezTo>
                    <a:pt x="279326" y="281490"/>
                    <a:pt x="281491" y="279686"/>
                    <a:pt x="281491" y="276799"/>
                  </a:cubicBezTo>
                  <a:lnTo>
                    <a:pt x="281491" y="265250"/>
                  </a:lnTo>
                  <a:cubicBezTo>
                    <a:pt x="281491" y="262724"/>
                    <a:pt x="279326" y="260920"/>
                    <a:pt x="277160" y="260920"/>
                  </a:cubicBezTo>
                  <a:lnTo>
                    <a:pt x="224471" y="260920"/>
                  </a:lnTo>
                  <a:close/>
                  <a:moveTo>
                    <a:pt x="153737" y="260920"/>
                  </a:moveTo>
                  <a:cubicBezTo>
                    <a:pt x="151572" y="260920"/>
                    <a:pt x="149406" y="262724"/>
                    <a:pt x="149406" y="265250"/>
                  </a:cubicBezTo>
                  <a:lnTo>
                    <a:pt x="149406" y="276799"/>
                  </a:lnTo>
                  <a:cubicBezTo>
                    <a:pt x="149406" y="279686"/>
                    <a:pt x="151572" y="281490"/>
                    <a:pt x="153737" y="281490"/>
                  </a:cubicBezTo>
                  <a:lnTo>
                    <a:pt x="206788" y="281490"/>
                  </a:lnTo>
                  <a:cubicBezTo>
                    <a:pt x="208953" y="281490"/>
                    <a:pt x="211118" y="279686"/>
                    <a:pt x="211118" y="276799"/>
                  </a:cubicBezTo>
                  <a:lnTo>
                    <a:pt x="211118" y="265250"/>
                  </a:lnTo>
                  <a:cubicBezTo>
                    <a:pt x="211118" y="262724"/>
                    <a:pt x="208953" y="260920"/>
                    <a:pt x="206788" y="260920"/>
                  </a:cubicBezTo>
                  <a:lnTo>
                    <a:pt x="153737" y="260920"/>
                  </a:lnTo>
                  <a:close/>
                  <a:moveTo>
                    <a:pt x="83725" y="260920"/>
                  </a:moveTo>
                  <a:cubicBezTo>
                    <a:pt x="81199" y="260920"/>
                    <a:pt x="79034" y="262724"/>
                    <a:pt x="79034" y="265250"/>
                  </a:cubicBezTo>
                  <a:lnTo>
                    <a:pt x="79034" y="276799"/>
                  </a:lnTo>
                  <a:cubicBezTo>
                    <a:pt x="79034" y="279686"/>
                    <a:pt x="81199" y="281490"/>
                    <a:pt x="83725" y="281490"/>
                  </a:cubicBezTo>
                  <a:lnTo>
                    <a:pt x="136415" y="281490"/>
                  </a:lnTo>
                  <a:cubicBezTo>
                    <a:pt x="138580" y="281490"/>
                    <a:pt x="140745" y="279686"/>
                    <a:pt x="140745" y="276799"/>
                  </a:cubicBezTo>
                  <a:lnTo>
                    <a:pt x="140745" y="265250"/>
                  </a:lnTo>
                  <a:cubicBezTo>
                    <a:pt x="140745" y="262724"/>
                    <a:pt x="138580" y="260920"/>
                    <a:pt x="136415" y="260920"/>
                  </a:cubicBezTo>
                  <a:lnTo>
                    <a:pt x="83725" y="260920"/>
                  </a:lnTo>
                  <a:close/>
                  <a:moveTo>
                    <a:pt x="13353" y="260920"/>
                  </a:moveTo>
                  <a:cubicBezTo>
                    <a:pt x="10826" y="260920"/>
                    <a:pt x="8661" y="262724"/>
                    <a:pt x="8661" y="265250"/>
                  </a:cubicBezTo>
                  <a:lnTo>
                    <a:pt x="8661" y="276799"/>
                  </a:lnTo>
                  <a:cubicBezTo>
                    <a:pt x="8661" y="279686"/>
                    <a:pt x="10826" y="281490"/>
                    <a:pt x="13353" y="281490"/>
                  </a:cubicBezTo>
                  <a:lnTo>
                    <a:pt x="66042" y="281490"/>
                  </a:lnTo>
                  <a:cubicBezTo>
                    <a:pt x="68568" y="281490"/>
                    <a:pt x="70372" y="279686"/>
                    <a:pt x="70372" y="276799"/>
                  </a:cubicBezTo>
                  <a:lnTo>
                    <a:pt x="70372" y="265250"/>
                  </a:lnTo>
                  <a:cubicBezTo>
                    <a:pt x="70372" y="262724"/>
                    <a:pt x="68568" y="260920"/>
                    <a:pt x="66042" y="260920"/>
                  </a:cubicBezTo>
                  <a:lnTo>
                    <a:pt x="13353" y="260920"/>
                  </a:lnTo>
                  <a:close/>
                  <a:moveTo>
                    <a:pt x="224471" y="231688"/>
                  </a:moveTo>
                  <a:cubicBezTo>
                    <a:pt x="221945" y="231688"/>
                    <a:pt x="219780" y="233492"/>
                    <a:pt x="219780" y="236019"/>
                  </a:cubicBezTo>
                  <a:lnTo>
                    <a:pt x="219780" y="247567"/>
                  </a:lnTo>
                  <a:cubicBezTo>
                    <a:pt x="219780" y="250093"/>
                    <a:pt x="221945" y="252258"/>
                    <a:pt x="224471" y="252258"/>
                  </a:cubicBezTo>
                  <a:lnTo>
                    <a:pt x="277160" y="252258"/>
                  </a:lnTo>
                  <a:cubicBezTo>
                    <a:pt x="279326" y="252258"/>
                    <a:pt x="281491" y="250093"/>
                    <a:pt x="281491" y="247567"/>
                  </a:cubicBezTo>
                  <a:lnTo>
                    <a:pt x="281491" y="236019"/>
                  </a:lnTo>
                  <a:cubicBezTo>
                    <a:pt x="281491" y="233492"/>
                    <a:pt x="279326" y="231688"/>
                    <a:pt x="277160" y="231688"/>
                  </a:cubicBezTo>
                  <a:lnTo>
                    <a:pt x="224471" y="231688"/>
                  </a:lnTo>
                  <a:close/>
                  <a:moveTo>
                    <a:pt x="153737" y="231688"/>
                  </a:moveTo>
                  <a:cubicBezTo>
                    <a:pt x="151572" y="231688"/>
                    <a:pt x="149406" y="233492"/>
                    <a:pt x="149406" y="236019"/>
                  </a:cubicBezTo>
                  <a:lnTo>
                    <a:pt x="149406" y="247567"/>
                  </a:lnTo>
                  <a:cubicBezTo>
                    <a:pt x="149406" y="250093"/>
                    <a:pt x="151572" y="252258"/>
                    <a:pt x="153737" y="252258"/>
                  </a:cubicBezTo>
                  <a:lnTo>
                    <a:pt x="206788" y="252258"/>
                  </a:lnTo>
                  <a:cubicBezTo>
                    <a:pt x="208953" y="252258"/>
                    <a:pt x="211118" y="250093"/>
                    <a:pt x="211118" y="247567"/>
                  </a:cubicBezTo>
                  <a:lnTo>
                    <a:pt x="211118" y="236019"/>
                  </a:lnTo>
                  <a:cubicBezTo>
                    <a:pt x="211118" y="233492"/>
                    <a:pt x="208953" y="231688"/>
                    <a:pt x="206788" y="231688"/>
                  </a:cubicBezTo>
                  <a:lnTo>
                    <a:pt x="153737" y="231688"/>
                  </a:lnTo>
                  <a:close/>
                  <a:moveTo>
                    <a:pt x="83725" y="231688"/>
                  </a:moveTo>
                  <a:cubicBezTo>
                    <a:pt x="81199" y="231688"/>
                    <a:pt x="79034" y="233492"/>
                    <a:pt x="79034" y="236019"/>
                  </a:cubicBezTo>
                  <a:lnTo>
                    <a:pt x="79034" y="247567"/>
                  </a:lnTo>
                  <a:cubicBezTo>
                    <a:pt x="79034" y="250093"/>
                    <a:pt x="81199" y="252258"/>
                    <a:pt x="83725" y="252258"/>
                  </a:cubicBezTo>
                  <a:lnTo>
                    <a:pt x="136415" y="252258"/>
                  </a:lnTo>
                  <a:cubicBezTo>
                    <a:pt x="138580" y="252258"/>
                    <a:pt x="140745" y="250093"/>
                    <a:pt x="140745" y="247567"/>
                  </a:cubicBezTo>
                  <a:lnTo>
                    <a:pt x="140745" y="236019"/>
                  </a:lnTo>
                  <a:cubicBezTo>
                    <a:pt x="140745" y="233492"/>
                    <a:pt x="138580" y="231688"/>
                    <a:pt x="136415" y="231688"/>
                  </a:cubicBezTo>
                  <a:lnTo>
                    <a:pt x="83725" y="231688"/>
                  </a:lnTo>
                  <a:close/>
                  <a:moveTo>
                    <a:pt x="153737" y="202456"/>
                  </a:moveTo>
                  <a:cubicBezTo>
                    <a:pt x="151572" y="202456"/>
                    <a:pt x="149406" y="204261"/>
                    <a:pt x="149406" y="206426"/>
                  </a:cubicBezTo>
                  <a:lnTo>
                    <a:pt x="149406" y="218335"/>
                  </a:lnTo>
                  <a:cubicBezTo>
                    <a:pt x="149406" y="220862"/>
                    <a:pt x="151572" y="222666"/>
                    <a:pt x="153737" y="222666"/>
                  </a:cubicBezTo>
                  <a:lnTo>
                    <a:pt x="206788" y="222666"/>
                  </a:lnTo>
                  <a:cubicBezTo>
                    <a:pt x="208953" y="222666"/>
                    <a:pt x="211118" y="220862"/>
                    <a:pt x="211118" y="218335"/>
                  </a:cubicBezTo>
                  <a:lnTo>
                    <a:pt x="211118" y="206426"/>
                  </a:lnTo>
                  <a:cubicBezTo>
                    <a:pt x="211118" y="204261"/>
                    <a:pt x="208953" y="202456"/>
                    <a:pt x="206788" y="202456"/>
                  </a:cubicBezTo>
                  <a:lnTo>
                    <a:pt x="153737" y="202456"/>
                  </a:lnTo>
                  <a:close/>
                  <a:moveTo>
                    <a:pt x="79395" y="167090"/>
                  </a:moveTo>
                  <a:cubicBezTo>
                    <a:pt x="81560" y="181886"/>
                    <a:pt x="94552" y="193434"/>
                    <a:pt x="110070" y="193434"/>
                  </a:cubicBezTo>
                  <a:lnTo>
                    <a:pt x="140384" y="193434"/>
                  </a:lnTo>
                  <a:cubicBezTo>
                    <a:pt x="138219" y="178638"/>
                    <a:pt x="125588" y="167090"/>
                    <a:pt x="110070" y="167090"/>
                  </a:cubicBezTo>
                  <a:lnTo>
                    <a:pt x="79395" y="167090"/>
                  </a:lnTo>
                  <a:close/>
                  <a:moveTo>
                    <a:pt x="180082" y="137858"/>
                  </a:moveTo>
                  <a:cubicBezTo>
                    <a:pt x="164564" y="137858"/>
                    <a:pt x="151933" y="149046"/>
                    <a:pt x="149767" y="164203"/>
                  </a:cubicBezTo>
                  <a:lnTo>
                    <a:pt x="180082" y="164203"/>
                  </a:lnTo>
                  <a:cubicBezTo>
                    <a:pt x="195600" y="164203"/>
                    <a:pt x="208592" y="152654"/>
                    <a:pt x="210757" y="137858"/>
                  </a:cubicBezTo>
                  <a:lnTo>
                    <a:pt x="180082" y="137858"/>
                  </a:lnTo>
                  <a:close/>
                  <a:moveTo>
                    <a:pt x="176213" y="52387"/>
                  </a:moveTo>
                  <a:cubicBezTo>
                    <a:pt x="178411" y="52387"/>
                    <a:pt x="180609" y="54585"/>
                    <a:pt x="180609" y="56783"/>
                  </a:cubicBezTo>
                  <a:cubicBezTo>
                    <a:pt x="180609" y="59348"/>
                    <a:pt x="178411" y="61546"/>
                    <a:pt x="176213" y="61546"/>
                  </a:cubicBezTo>
                  <a:cubicBezTo>
                    <a:pt x="173648" y="61546"/>
                    <a:pt x="171450" y="59348"/>
                    <a:pt x="171450" y="56783"/>
                  </a:cubicBezTo>
                  <a:cubicBezTo>
                    <a:pt x="171450" y="54585"/>
                    <a:pt x="173648" y="52387"/>
                    <a:pt x="176213" y="52387"/>
                  </a:cubicBezTo>
                  <a:close/>
                  <a:moveTo>
                    <a:pt x="112522" y="52387"/>
                  </a:moveTo>
                  <a:cubicBezTo>
                    <a:pt x="115189" y="52387"/>
                    <a:pt x="117094" y="54585"/>
                    <a:pt x="117094" y="56783"/>
                  </a:cubicBezTo>
                  <a:cubicBezTo>
                    <a:pt x="117094" y="59348"/>
                    <a:pt x="115189" y="61546"/>
                    <a:pt x="112522" y="61546"/>
                  </a:cubicBezTo>
                  <a:cubicBezTo>
                    <a:pt x="109855" y="61546"/>
                    <a:pt x="107950" y="59348"/>
                    <a:pt x="107950" y="56783"/>
                  </a:cubicBezTo>
                  <a:cubicBezTo>
                    <a:pt x="107950" y="54585"/>
                    <a:pt x="109855" y="52387"/>
                    <a:pt x="112522" y="52387"/>
                  </a:cubicBezTo>
                  <a:close/>
                  <a:moveTo>
                    <a:pt x="143492" y="20637"/>
                  </a:moveTo>
                  <a:cubicBezTo>
                    <a:pt x="145973" y="20637"/>
                    <a:pt x="147745" y="22427"/>
                    <a:pt x="147745" y="24932"/>
                  </a:cubicBezTo>
                  <a:lnTo>
                    <a:pt x="147745" y="27796"/>
                  </a:lnTo>
                  <a:cubicBezTo>
                    <a:pt x="153417" y="29228"/>
                    <a:pt x="158025" y="32808"/>
                    <a:pt x="160507" y="38177"/>
                  </a:cubicBezTo>
                  <a:cubicBezTo>
                    <a:pt x="161216" y="40325"/>
                    <a:pt x="160152" y="43189"/>
                    <a:pt x="158025" y="43905"/>
                  </a:cubicBezTo>
                  <a:cubicBezTo>
                    <a:pt x="155544" y="44979"/>
                    <a:pt x="153417" y="43905"/>
                    <a:pt x="152354" y="41757"/>
                  </a:cubicBezTo>
                  <a:cubicBezTo>
                    <a:pt x="150936" y="38535"/>
                    <a:pt x="147391" y="36029"/>
                    <a:pt x="143492" y="36029"/>
                  </a:cubicBezTo>
                  <a:cubicBezTo>
                    <a:pt x="138529" y="36029"/>
                    <a:pt x="133920" y="39967"/>
                    <a:pt x="133920" y="44263"/>
                  </a:cubicBezTo>
                  <a:cubicBezTo>
                    <a:pt x="133920" y="49990"/>
                    <a:pt x="137111" y="52496"/>
                    <a:pt x="143492" y="52496"/>
                  </a:cubicBezTo>
                  <a:cubicBezTo>
                    <a:pt x="154481" y="52496"/>
                    <a:pt x="161570" y="59297"/>
                    <a:pt x="161570" y="69320"/>
                  </a:cubicBezTo>
                  <a:cubicBezTo>
                    <a:pt x="161570" y="77196"/>
                    <a:pt x="155544" y="83997"/>
                    <a:pt x="147745" y="85787"/>
                  </a:cubicBezTo>
                  <a:lnTo>
                    <a:pt x="147745" y="89009"/>
                  </a:lnTo>
                  <a:cubicBezTo>
                    <a:pt x="147745" y="91514"/>
                    <a:pt x="145973" y="93304"/>
                    <a:pt x="143492" y="93304"/>
                  </a:cubicBezTo>
                  <a:cubicBezTo>
                    <a:pt x="141010" y="93304"/>
                    <a:pt x="139238" y="91514"/>
                    <a:pt x="139238" y="89009"/>
                  </a:cubicBezTo>
                  <a:lnTo>
                    <a:pt x="139238" y="85787"/>
                  </a:lnTo>
                  <a:cubicBezTo>
                    <a:pt x="133566" y="84355"/>
                    <a:pt x="128958" y="80775"/>
                    <a:pt x="126831" y="75764"/>
                  </a:cubicBezTo>
                  <a:cubicBezTo>
                    <a:pt x="126122" y="73258"/>
                    <a:pt x="126831" y="70752"/>
                    <a:pt x="128958" y="70036"/>
                  </a:cubicBezTo>
                  <a:cubicBezTo>
                    <a:pt x="131439" y="68962"/>
                    <a:pt x="133920" y="70036"/>
                    <a:pt x="134629" y="72184"/>
                  </a:cubicBezTo>
                  <a:cubicBezTo>
                    <a:pt x="136047" y="75406"/>
                    <a:pt x="139592" y="77912"/>
                    <a:pt x="143492" y="77912"/>
                  </a:cubicBezTo>
                  <a:cubicBezTo>
                    <a:pt x="148454" y="77912"/>
                    <a:pt x="153063" y="73974"/>
                    <a:pt x="153063" y="69320"/>
                  </a:cubicBezTo>
                  <a:cubicBezTo>
                    <a:pt x="153063" y="63951"/>
                    <a:pt x="149872" y="61445"/>
                    <a:pt x="143492" y="61445"/>
                  </a:cubicBezTo>
                  <a:cubicBezTo>
                    <a:pt x="130376" y="61445"/>
                    <a:pt x="125413" y="52496"/>
                    <a:pt x="125413" y="44263"/>
                  </a:cubicBezTo>
                  <a:cubicBezTo>
                    <a:pt x="125413" y="36387"/>
                    <a:pt x="131439" y="29586"/>
                    <a:pt x="139238" y="28154"/>
                  </a:cubicBezTo>
                  <a:lnTo>
                    <a:pt x="139238" y="24932"/>
                  </a:lnTo>
                  <a:cubicBezTo>
                    <a:pt x="139238" y="22427"/>
                    <a:pt x="141010" y="20637"/>
                    <a:pt x="143492" y="20637"/>
                  </a:cubicBezTo>
                  <a:close/>
                  <a:moveTo>
                    <a:pt x="145076" y="8661"/>
                  </a:moveTo>
                  <a:cubicBezTo>
                    <a:pt x="118731" y="8661"/>
                    <a:pt x="96717" y="30314"/>
                    <a:pt x="96717" y="57020"/>
                  </a:cubicBezTo>
                  <a:cubicBezTo>
                    <a:pt x="96717" y="83725"/>
                    <a:pt x="118731" y="105378"/>
                    <a:pt x="145076" y="105378"/>
                  </a:cubicBezTo>
                  <a:cubicBezTo>
                    <a:pt x="171782" y="105378"/>
                    <a:pt x="193435" y="83725"/>
                    <a:pt x="193435" y="57020"/>
                  </a:cubicBezTo>
                  <a:cubicBezTo>
                    <a:pt x="193435" y="30314"/>
                    <a:pt x="171782" y="8661"/>
                    <a:pt x="145076" y="8661"/>
                  </a:cubicBezTo>
                  <a:close/>
                  <a:moveTo>
                    <a:pt x="145076" y="0"/>
                  </a:moveTo>
                  <a:cubicBezTo>
                    <a:pt x="176473" y="0"/>
                    <a:pt x="202457" y="25623"/>
                    <a:pt x="202457" y="57020"/>
                  </a:cubicBezTo>
                  <a:cubicBezTo>
                    <a:pt x="202457" y="87334"/>
                    <a:pt x="179000" y="111874"/>
                    <a:pt x="149406" y="114040"/>
                  </a:cubicBezTo>
                  <a:lnTo>
                    <a:pt x="149406" y="143632"/>
                  </a:lnTo>
                  <a:cubicBezTo>
                    <a:pt x="156624" y="134610"/>
                    <a:pt x="167812" y="128836"/>
                    <a:pt x="180082" y="128836"/>
                  </a:cubicBezTo>
                  <a:lnTo>
                    <a:pt x="215449" y="128836"/>
                  </a:lnTo>
                  <a:cubicBezTo>
                    <a:pt x="217975" y="128836"/>
                    <a:pt x="219780" y="131001"/>
                    <a:pt x="219780" y="133527"/>
                  </a:cubicBezTo>
                  <a:cubicBezTo>
                    <a:pt x="219780" y="155181"/>
                    <a:pt x="202096" y="172864"/>
                    <a:pt x="180082" y="172864"/>
                  </a:cubicBezTo>
                  <a:lnTo>
                    <a:pt x="149406" y="172864"/>
                  </a:lnTo>
                  <a:lnTo>
                    <a:pt x="149406" y="194156"/>
                  </a:lnTo>
                  <a:cubicBezTo>
                    <a:pt x="150850" y="193795"/>
                    <a:pt x="152294" y="193434"/>
                    <a:pt x="153737" y="193434"/>
                  </a:cubicBezTo>
                  <a:lnTo>
                    <a:pt x="206788" y="193434"/>
                  </a:lnTo>
                  <a:cubicBezTo>
                    <a:pt x="214005" y="193434"/>
                    <a:pt x="219780" y="199569"/>
                    <a:pt x="219780" y="206426"/>
                  </a:cubicBezTo>
                  <a:lnTo>
                    <a:pt x="219780" y="218335"/>
                  </a:lnTo>
                  <a:cubicBezTo>
                    <a:pt x="219780" y="220501"/>
                    <a:pt x="219419" y="222305"/>
                    <a:pt x="218697" y="224109"/>
                  </a:cubicBezTo>
                  <a:cubicBezTo>
                    <a:pt x="220141" y="223388"/>
                    <a:pt x="222306" y="222666"/>
                    <a:pt x="224471" y="222666"/>
                  </a:cubicBezTo>
                  <a:lnTo>
                    <a:pt x="277160" y="222666"/>
                  </a:lnTo>
                  <a:cubicBezTo>
                    <a:pt x="284378" y="222666"/>
                    <a:pt x="290152" y="228801"/>
                    <a:pt x="290152" y="236019"/>
                  </a:cubicBezTo>
                  <a:lnTo>
                    <a:pt x="290152" y="247567"/>
                  </a:lnTo>
                  <a:cubicBezTo>
                    <a:pt x="290152" y="251176"/>
                    <a:pt x="289070" y="254063"/>
                    <a:pt x="286904" y="256228"/>
                  </a:cubicBezTo>
                  <a:cubicBezTo>
                    <a:pt x="289070" y="258754"/>
                    <a:pt x="290152" y="262002"/>
                    <a:pt x="290152" y="265250"/>
                  </a:cubicBezTo>
                  <a:lnTo>
                    <a:pt x="290152" y="276799"/>
                  </a:lnTo>
                  <a:cubicBezTo>
                    <a:pt x="290152" y="284016"/>
                    <a:pt x="284378" y="290151"/>
                    <a:pt x="277160" y="290151"/>
                  </a:cubicBezTo>
                  <a:lnTo>
                    <a:pt x="224471" y="290151"/>
                  </a:lnTo>
                  <a:cubicBezTo>
                    <a:pt x="220862" y="290151"/>
                    <a:pt x="217614" y="288708"/>
                    <a:pt x="215449" y="286903"/>
                  </a:cubicBezTo>
                  <a:cubicBezTo>
                    <a:pt x="212923" y="288708"/>
                    <a:pt x="210036" y="290151"/>
                    <a:pt x="206788" y="290151"/>
                  </a:cubicBezTo>
                  <a:lnTo>
                    <a:pt x="153737" y="290151"/>
                  </a:lnTo>
                  <a:cubicBezTo>
                    <a:pt x="150489" y="290151"/>
                    <a:pt x="147602" y="288708"/>
                    <a:pt x="145076" y="286903"/>
                  </a:cubicBezTo>
                  <a:cubicBezTo>
                    <a:pt x="142550" y="288708"/>
                    <a:pt x="139663" y="290151"/>
                    <a:pt x="136415" y="290151"/>
                  </a:cubicBezTo>
                  <a:lnTo>
                    <a:pt x="83725" y="290151"/>
                  </a:lnTo>
                  <a:cubicBezTo>
                    <a:pt x="80116" y="290151"/>
                    <a:pt x="77229" y="288708"/>
                    <a:pt x="75064" y="286903"/>
                  </a:cubicBezTo>
                  <a:cubicBezTo>
                    <a:pt x="72538" y="288708"/>
                    <a:pt x="69290" y="290151"/>
                    <a:pt x="66042" y="290151"/>
                  </a:cubicBezTo>
                  <a:lnTo>
                    <a:pt x="13353" y="290151"/>
                  </a:lnTo>
                  <a:cubicBezTo>
                    <a:pt x="6135" y="290151"/>
                    <a:pt x="0" y="284016"/>
                    <a:pt x="0" y="276799"/>
                  </a:cubicBezTo>
                  <a:lnTo>
                    <a:pt x="0" y="265250"/>
                  </a:lnTo>
                  <a:cubicBezTo>
                    <a:pt x="0" y="258033"/>
                    <a:pt x="6135" y="252258"/>
                    <a:pt x="13353" y="252258"/>
                  </a:cubicBezTo>
                  <a:lnTo>
                    <a:pt x="66042" y="252258"/>
                  </a:lnTo>
                  <a:cubicBezTo>
                    <a:pt x="68207" y="252258"/>
                    <a:pt x="70012" y="252619"/>
                    <a:pt x="71816" y="253341"/>
                  </a:cubicBezTo>
                  <a:cubicBezTo>
                    <a:pt x="70733" y="251537"/>
                    <a:pt x="70372" y="249732"/>
                    <a:pt x="70372" y="247567"/>
                  </a:cubicBezTo>
                  <a:lnTo>
                    <a:pt x="70372" y="236019"/>
                  </a:lnTo>
                  <a:cubicBezTo>
                    <a:pt x="70372" y="228801"/>
                    <a:pt x="76508" y="222666"/>
                    <a:pt x="83725" y="222666"/>
                  </a:cubicBezTo>
                  <a:lnTo>
                    <a:pt x="136415" y="222666"/>
                  </a:lnTo>
                  <a:cubicBezTo>
                    <a:pt x="137858" y="222666"/>
                    <a:pt x="139302" y="223027"/>
                    <a:pt x="140745" y="223388"/>
                  </a:cubicBezTo>
                  <a:lnTo>
                    <a:pt x="140745" y="202456"/>
                  </a:lnTo>
                  <a:lnTo>
                    <a:pt x="110070" y="202456"/>
                  </a:lnTo>
                  <a:cubicBezTo>
                    <a:pt x="88056" y="202456"/>
                    <a:pt x="70372" y="184412"/>
                    <a:pt x="70372" y="162759"/>
                  </a:cubicBezTo>
                  <a:cubicBezTo>
                    <a:pt x="70372" y="160233"/>
                    <a:pt x="72177" y="158068"/>
                    <a:pt x="75064" y="158068"/>
                  </a:cubicBezTo>
                  <a:lnTo>
                    <a:pt x="110070" y="158068"/>
                  </a:lnTo>
                  <a:cubicBezTo>
                    <a:pt x="122340" y="158068"/>
                    <a:pt x="133527" y="163842"/>
                    <a:pt x="140745" y="173225"/>
                  </a:cubicBezTo>
                  <a:lnTo>
                    <a:pt x="140745" y="114040"/>
                  </a:lnTo>
                  <a:cubicBezTo>
                    <a:pt x="111513" y="111874"/>
                    <a:pt x="88056" y="87334"/>
                    <a:pt x="88056" y="57020"/>
                  </a:cubicBezTo>
                  <a:cubicBezTo>
                    <a:pt x="88056" y="25623"/>
                    <a:pt x="113679" y="0"/>
                    <a:pt x="145076" y="0"/>
                  </a:cubicBezTo>
                  <a:close/>
                </a:path>
              </a:pathLst>
            </a:custGeom>
            <a:solidFill>
              <a:srgbClr val="1A171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en-US" sz="900"/>
            </a:p>
          </p:txBody>
        </p:sp>
        <p:sp>
          <p:nvSpPr>
            <p:cNvPr id="42" name="Subtitle 2">
              <a:extLst>
                <a:ext uri="{FF2B5EF4-FFF2-40B4-BE49-F238E27FC236}">
                  <a16:creationId xmlns:a16="http://schemas.microsoft.com/office/drawing/2014/main" id="{E78A4447-DF8F-B541-9D3A-ECF458128CF0}"/>
                </a:ext>
              </a:extLst>
            </p:cNvPr>
            <p:cNvSpPr txBox="1">
              <a:spLocks/>
            </p:cNvSpPr>
            <p:nvPr/>
          </p:nvSpPr>
          <p:spPr>
            <a:xfrm>
              <a:off x="8830114" y="4871049"/>
              <a:ext cx="2150854" cy="944554"/>
            </a:xfrm>
            <a:prstGeom prst="rect">
              <a:avLst/>
            </a:prstGeom>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750"/>
                </a:lnSpc>
              </a:pPr>
              <a:r>
                <a:rPr lang="fr-FR" sz="1200">
                  <a:solidFill>
                    <a:schemeClr val="bg1"/>
                  </a:solidFill>
                  <a:latin typeface="Lato Light" panose="020F0502020204030203" pitchFamily="34" charset="0"/>
                  <a:ea typeface="Lato Light" panose="020F0502020204030203" pitchFamily="34" charset="0"/>
                  <a:cs typeface="Mukta ExtraLight" panose="020B0000000000000000" pitchFamily="34" charset="77"/>
                </a:rPr>
                <a:t>Maîtrise des délais et de la qualité du service fourni par la maîtrise des processus et le recueil de données qualitatives </a:t>
              </a:r>
              <a:endParaRPr lang="fr-FR" sz="1200" dirty="0">
                <a:solidFill>
                  <a:schemeClr val="bg1"/>
                </a:solidFill>
                <a:latin typeface="Lato Light" panose="020F0502020204030203" pitchFamily="34" charset="0"/>
                <a:ea typeface="Lato Light" panose="020F0502020204030203" pitchFamily="34" charset="0"/>
                <a:cs typeface="Mukta ExtraLight" panose="020B0000000000000000" pitchFamily="34" charset="77"/>
              </a:endParaRPr>
            </a:p>
          </p:txBody>
        </p:sp>
        <p:sp>
          <p:nvSpPr>
            <p:cNvPr id="43" name="TextBox 42">
              <a:extLst>
                <a:ext uri="{FF2B5EF4-FFF2-40B4-BE49-F238E27FC236}">
                  <a16:creationId xmlns:a16="http://schemas.microsoft.com/office/drawing/2014/main" id="{5F570237-A6DA-A84B-BE31-9FAEAE195D64}"/>
                </a:ext>
              </a:extLst>
            </p:cNvPr>
            <p:cNvSpPr txBox="1"/>
            <p:nvPr/>
          </p:nvSpPr>
          <p:spPr>
            <a:xfrm>
              <a:off x="9054191" y="4533917"/>
              <a:ext cx="1702710" cy="338554"/>
            </a:xfrm>
            <a:prstGeom prst="rect">
              <a:avLst/>
            </a:prstGeom>
            <a:noFill/>
          </p:spPr>
          <p:txBody>
            <a:bodyPr wrap="none" rtlCol="0" anchor="b" anchorCtr="0">
              <a:spAutoFit/>
            </a:bodyPr>
            <a:lstStyle/>
            <a:p>
              <a:pPr algn="ctr"/>
              <a:r>
                <a:rPr lang="fr-FR" sz="1600" b="1">
                  <a:solidFill>
                    <a:schemeClr val="bg1"/>
                  </a:solidFill>
                  <a:latin typeface="Poppins" pitchFamily="2" charset="77"/>
                  <a:ea typeface="League Spartan" charset="0"/>
                  <a:cs typeface="Poppins" pitchFamily="2" charset="77"/>
                </a:rPr>
                <a:t>Gain qualitatif</a:t>
              </a:r>
              <a:endParaRPr lang="fr-FR" sz="1600" b="1" dirty="0">
                <a:solidFill>
                  <a:schemeClr val="bg1"/>
                </a:solidFill>
                <a:latin typeface="Poppins" pitchFamily="2" charset="77"/>
                <a:ea typeface="League Spartan" charset="0"/>
                <a:cs typeface="Poppins" pitchFamily="2" charset="77"/>
              </a:endParaRPr>
            </a:p>
          </p:txBody>
        </p:sp>
        <p:sp>
          <p:nvSpPr>
            <p:cNvPr id="44" name="TextBox 43">
              <a:extLst>
                <a:ext uri="{FF2B5EF4-FFF2-40B4-BE49-F238E27FC236}">
                  <a16:creationId xmlns:a16="http://schemas.microsoft.com/office/drawing/2014/main" id="{7D7369C3-B1A3-ED47-8DDB-15EA6C59C623}"/>
                </a:ext>
              </a:extLst>
            </p:cNvPr>
            <p:cNvSpPr txBox="1"/>
            <p:nvPr/>
          </p:nvSpPr>
          <p:spPr>
            <a:xfrm>
              <a:off x="9451502" y="3693611"/>
              <a:ext cx="910827" cy="784830"/>
            </a:xfrm>
            <a:prstGeom prst="rect">
              <a:avLst/>
            </a:prstGeom>
            <a:noFill/>
          </p:spPr>
          <p:txBody>
            <a:bodyPr wrap="none" rtlCol="0" anchor="ctr">
              <a:spAutoFit/>
            </a:bodyPr>
            <a:lstStyle/>
            <a:p>
              <a:pPr algn="ctr"/>
              <a:r>
                <a:rPr lang="fr-FR" sz="4500" b="1">
                  <a:solidFill>
                    <a:schemeClr val="bg1"/>
                  </a:solidFill>
                  <a:latin typeface="Poppins" pitchFamily="2" charset="77"/>
                  <a:cs typeface="Poppins" pitchFamily="2" charset="77"/>
                </a:rPr>
                <a:t>03</a:t>
              </a:r>
              <a:endParaRPr lang="fr-FR" sz="4500" b="1" dirty="0">
                <a:solidFill>
                  <a:schemeClr val="bg1"/>
                </a:solidFill>
                <a:latin typeface="Poppins" pitchFamily="2" charset="77"/>
                <a:cs typeface="Poppins" pitchFamily="2" charset="77"/>
              </a:endParaRPr>
            </a:p>
          </p:txBody>
        </p:sp>
      </p:grpSp>
      <p:pic>
        <p:nvPicPr>
          <p:cNvPr id="4" name="Image 3">
            <a:extLst>
              <a:ext uri="{FF2B5EF4-FFF2-40B4-BE49-F238E27FC236}">
                <a16:creationId xmlns:a16="http://schemas.microsoft.com/office/drawing/2014/main" id="{0034145C-6E88-1AED-0598-7D235158F04F}"/>
              </a:ext>
            </a:extLst>
          </p:cNvPr>
          <p:cNvPicPr>
            <a:picLocks noChangeAspect="1"/>
          </p:cNvPicPr>
          <p:nvPr/>
        </p:nvPicPr>
        <p:blipFill>
          <a:blip r:embed="rId4"/>
          <a:stretch>
            <a:fillRect/>
          </a:stretch>
        </p:blipFill>
        <p:spPr>
          <a:xfrm>
            <a:off x="11262361" y="0"/>
            <a:ext cx="929640" cy="889222"/>
          </a:xfrm>
          <a:prstGeom prst="rect">
            <a:avLst/>
          </a:prstGeom>
        </p:spPr>
      </p:pic>
      <p:sp>
        <p:nvSpPr>
          <p:cNvPr id="5" name="Espace réservé du numéro de diapositive 4">
            <a:extLst>
              <a:ext uri="{FF2B5EF4-FFF2-40B4-BE49-F238E27FC236}">
                <a16:creationId xmlns:a16="http://schemas.microsoft.com/office/drawing/2014/main" id="{B27BA59D-F6D8-3E26-C3E0-4D3C5A4B9A0B}"/>
              </a:ext>
            </a:extLst>
          </p:cNvPr>
          <p:cNvSpPr txBox="1">
            <a:spLocks/>
          </p:cNvSpPr>
          <p:nvPr/>
        </p:nvSpPr>
        <p:spPr>
          <a:xfrm>
            <a:off x="11709400" y="6460067"/>
            <a:ext cx="482601" cy="190501"/>
          </a:xfrm>
          <a:custGeom>
            <a:avLst/>
            <a:gdLst>
              <a:gd name="connsiteX0" fmla="*/ 75329 w 361951"/>
              <a:gd name="connsiteY0" fmla="*/ 0 h 142876"/>
              <a:gd name="connsiteX1" fmla="*/ 361951 w 361951"/>
              <a:gd name="connsiteY1" fmla="*/ 0 h 142876"/>
              <a:gd name="connsiteX2" fmla="*/ 361951 w 361951"/>
              <a:gd name="connsiteY2" fmla="*/ 142876 h 142876"/>
              <a:gd name="connsiteX3" fmla="*/ 75329 w 361951"/>
              <a:gd name="connsiteY3" fmla="*/ 142876 h 142876"/>
              <a:gd name="connsiteX4" fmla="*/ 0 w 361951"/>
              <a:gd name="connsiteY4" fmla="*/ 71438 h 142876"/>
              <a:gd name="connsiteX5" fmla="*/ 75329 w 361951"/>
              <a:gd name="connsiteY5" fmla="*/ 0 h 142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1951" h="142876">
                <a:moveTo>
                  <a:pt x="75329" y="0"/>
                </a:moveTo>
                <a:lnTo>
                  <a:pt x="361951" y="0"/>
                </a:lnTo>
                <a:lnTo>
                  <a:pt x="361951" y="142876"/>
                </a:lnTo>
                <a:lnTo>
                  <a:pt x="75329" y="142876"/>
                </a:lnTo>
                <a:cubicBezTo>
                  <a:pt x="33726" y="142876"/>
                  <a:pt x="0" y="110892"/>
                  <a:pt x="0" y="71438"/>
                </a:cubicBezTo>
                <a:cubicBezTo>
                  <a:pt x="0" y="31984"/>
                  <a:pt x="33726" y="0"/>
                  <a:pt x="75329" y="0"/>
                </a:cubicBezTo>
                <a:close/>
              </a:path>
            </a:pathLst>
          </a:cu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a:p>
        </p:txBody>
      </p:sp>
      <p:sp>
        <p:nvSpPr>
          <p:cNvPr id="6" name="Espace réservé du numéro de diapositive 5">
            <a:extLst>
              <a:ext uri="{FF2B5EF4-FFF2-40B4-BE49-F238E27FC236}">
                <a16:creationId xmlns:a16="http://schemas.microsoft.com/office/drawing/2014/main" id="{ED384C46-ADE6-B9DD-91D8-C6BA437A0014}"/>
              </a:ext>
            </a:extLst>
          </p:cNvPr>
          <p:cNvSpPr txBox="1">
            <a:spLocks/>
          </p:cNvSpPr>
          <p:nvPr/>
        </p:nvSpPr>
        <p:spPr>
          <a:xfrm>
            <a:off x="11490547" y="6551405"/>
            <a:ext cx="701453" cy="190501"/>
          </a:xfrm>
          <a:custGeom>
            <a:avLst/>
            <a:gdLst>
              <a:gd name="connsiteX0" fmla="*/ 75329 w 361951"/>
              <a:gd name="connsiteY0" fmla="*/ 0 h 142876"/>
              <a:gd name="connsiteX1" fmla="*/ 361951 w 361951"/>
              <a:gd name="connsiteY1" fmla="*/ 0 h 142876"/>
              <a:gd name="connsiteX2" fmla="*/ 361951 w 361951"/>
              <a:gd name="connsiteY2" fmla="*/ 142876 h 142876"/>
              <a:gd name="connsiteX3" fmla="*/ 75329 w 361951"/>
              <a:gd name="connsiteY3" fmla="*/ 142876 h 142876"/>
              <a:gd name="connsiteX4" fmla="*/ 0 w 361951"/>
              <a:gd name="connsiteY4" fmla="*/ 71438 h 142876"/>
              <a:gd name="connsiteX5" fmla="*/ 75329 w 361951"/>
              <a:gd name="connsiteY5" fmla="*/ 0 h 142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1951" h="142876">
                <a:moveTo>
                  <a:pt x="75329" y="0"/>
                </a:moveTo>
                <a:lnTo>
                  <a:pt x="361951" y="0"/>
                </a:lnTo>
                <a:lnTo>
                  <a:pt x="361951" y="142876"/>
                </a:lnTo>
                <a:lnTo>
                  <a:pt x="75329" y="142876"/>
                </a:lnTo>
                <a:cubicBezTo>
                  <a:pt x="33726" y="142876"/>
                  <a:pt x="0" y="110892"/>
                  <a:pt x="0" y="71438"/>
                </a:cubicBezTo>
                <a:cubicBezTo>
                  <a:pt x="0" y="31984"/>
                  <a:pt x="33726" y="0"/>
                  <a:pt x="75329" y="0"/>
                </a:cubicBezTo>
                <a:close/>
              </a:path>
            </a:pathLst>
          </a:cu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a:p>
        </p:txBody>
      </p:sp>
      <p:sp>
        <p:nvSpPr>
          <p:cNvPr id="7" name="Espace réservé du numéro de diapositive 5">
            <a:extLst>
              <a:ext uri="{FF2B5EF4-FFF2-40B4-BE49-F238E27FC236}">
                <a16:creationId xmlns:a16="http://schemas.microsoft.com/office/drawing/2014/main" id="{5338B1B4-13BC-3879-DAA2-3112A0001E7C}"/>
              </a:ext>
            </a:extLst>
          </p:cNvPr>
          <p:cNvSpPr txBox="1">
            <a:spLocks/>
          </p:cNvSpPr>
          <p:nvPr/>
        </p:nvSpPr>
        <p:spPr>
          <a:xfrm>
            <a:off x="11709399" y="6456155"/>
            <a:ext cx="482601" cy="190501"/>
          </a:xfrm>
          <a:custGeom>
            <a:avLst/>
            <a:gdLst>
              <a:gd name="connsiteX0" fmla="*/ 75329 w 361951"/>
              <a:gd name="connsiteY0" fmla="*/ 0 h 142876"/>
              <a:gd name="connsiteX1" fmla="*/ 361951 w 361951"/>
              <a:gd name="connsiteY1" fmla="*/ 0 h 142876"/>
              <a:gd name="connsiteX2" fmla="*/ 361951 w 361951"/>
              <a:gd name="connsiteY2" fmla="*/ 142876 h 142876"/>
              <a:gd name="connsiteX3" fmla="*/ 75329 w 361951"/>
              <a:gd name="connsiteY3" fmla="*/ 142876 h 142876"/>
              <a:gd name="connsiteX4" fmla="*/ 0 w 361951"/>
              <a:gd name="connsiteY4" fmla="*/ 71438 h 142876"/>
              <a:gd name="connsiteX5" fmla="*/ 75329 w 361951"/>
              <a:gd name="connsiteY5" fmla="*/ 0 h 142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1951" h="142876">
                <a:moveTo>
                  <a:pt x="75329" y="0"/>
                </a:moveTo>
                <a:lnTo>
                  <a:pt x="361951" y="0"/>
                </a:lnTo>
                <a:lnTo>
                  <a:pt x="361951" y="142876"/>
                </a:lnTo>
                <a:lnTo>
                  <a:pt x="75329" y="142876"/>
                </a:lnTo>
                <a:cubicBezTo>
                  <a:pt x="33726" y="142876"/>
                  <a:pt x="0" y="110892"/>
                  <a:pt x="0" y="71438"/>
                </a:cubicBezTo>
                <a:cubicBezTo>
                  <a:pt x="0" y="31984"/>
                  <a:pt x="33726" y="0"/>
                  <a:pt x="75329" y="0"/>
                </a:cubicBezTo>
                <a:close/>
              </a:path>
            </a:pathLst>
          </a:cu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3</a:t>
            </a:r>
          </a:p>
        </p:txBody>
      </p:sp>
    </p:spTree>
    <p:custDataLst>
      <p:tags r:id="rId1"/>
    </p:custDataLst>
    <p:extLst>
      <p:ext uri="{BB962C8B-B14F-4D97-AF65-F5344CB8AC3E}">
        <p14:creationId xmlns:p14="http://schemas.microsoft.com/office/powerpoint/2010/main" val="2072241327"/>
      </p:ext>
    </p:extLst>
  </p:cSld>
  <p:clrMapOvr>
    <a:masterClrMapping/>
  </p:clrMapOvr>
  <mc:AlternateContent xmlns:mc="http://schemas.openxmlformats.org/markup-compatibility/2006" xmlns:p14="http://schemas.microsoft.com/office/powerpoint/2010/main">
    <mc:Choice Requires="p14">
      <p:transition spd="slow" p14:dur="2000" advTm="8462"/>
    </mc:Choice>
    <mc:Fallback xmlns="">
      <p:transition spd="slow" advTm="846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03BC8E28-A39E-25E6-2AB5-9A9C76E4D5CC}"/>
              </a:ext>
            </a:extLst>
          </p:cNvPr>
          <p:cNvSpPr>
            <a:spLocks noGrp="1"/>
          </p:cNvSpPr>
          <p:nvPr>
            <p:ph idx="4294967295"/>
          </p:nvPr>
        </p:nvSpPr>
        <p:spPr>
          <a:xfrm>
            <a:off x="512466" y="1656271"/>
            <a:ext cx="10572477" cy="4520691"/>
          </a:xfrm>
          <a:prstGeom prst="rect">
            <a:avLst/>
          </a:prstGeom>
        </p:spPr>
        <p:txBody>
          <a:bodyPr>
            <a:normAutofit fontScale="85000" lnSpcReduction="20000"/>
          </a:bodyPr>
          <a:lstStyle/>
          <a:p>
            <a:r>
              <a:rPr lang="fr-FR" dirty="0"/>
              <a:t>contextes SOUVENT RENCONTRES : </a:t>
            </a:r>
          </a:p>
          <a:p>
            <a:pPr marL="351366" lvl="1" indent="-342900">
              <a:buFont typeface="Arial" panose="020B0604020202020204" pitchFamily="34" charset="0"/>
              <a:buChar char="•"/>
            </a:pPr>
            <a:r>
              <a:rPr lang="fr-FR" sz="2200" dirty="0">
                <a:solidFill>
                  <a:schemeClr val="tx2"/>
                </a:solidFill>
              </a:rPr>
              <a:t>DES TENTATIVE DE CENTRALISATION NON COMPLETEMENT ABOUTI  OU LE CENTRAL SE RETROUVE A ETRE JUSTE UN OUTIL DE PLANIFACTION ET DE BACK OFFICE ADMINISTRATIF</a:t>
            </a:r>
          </a:p>
          <a:p>
            <a:pPr marL="342900" indent="-342900">
              <a:buFont typeface="Arial" panose="020B0604020202020204" pitchFamily="34" charset="0"/>
              <a:buChar char="•"/>
            </a:pPr>
            <a:r>
              <a:rPr lang="fr-FR" dirty="0"/>
              <a:t>défiance entre les acteurs, avec des performances économique et qualitative qui ne sont pas au rendez-vous</a:t>
            </a:r>
          </a:p>
          <a:p>
            <a:pPr marL="342900" indent="-342900">
              <a:buFont typeface="Arial" panose="020B0604020202020204" pitchFamily="34" charset="0"/>
              <a:buChar char="•"/>
            </a:pPr>
            <a:r>
              <a:rPr lang="fr-FR" dirty="0"/>
              <a:t>DES MANGERS saturés par Le nombre de sujets, MANQUANTS de TEMPS pour LE management OPERATIONNEL </a:t>
            </a:r>
          </a:p>
          <a:p>
            <a:pPr marL="342900" indent="-342900">
              <a:buFont typeface="Arial" panose="020B0604020202020204" pitchFamily="34" charset="0"/>
              <a:buChar char="•"/>
            </a:pPr>
            <a:endParaRPr lang="fr-FR" dirty="0"/>
          </a:p>
          <a:p>
            <a:r>
              <a:rPr lang="fr-FR" dirty="0"/>
              <a:t>Il PROPOSE DE METRE LES PROCESSUS AU CŒUR DE L’ENTREPRISE De LUI FAIRE PORTER une PARTIE DE LA CHARGE DECISIONNELLE EN OBJECTIVANT LE METIER </a:t>
            </a:r>
          </a:p>
          <a:p>
            <a:r>
              <a:rPr lang="fr-FR" dirty="0"/>
              <a:t>IL NE S’APPUI  PAS SUR LE SEUL Apport D’UN OUTIL Si mais A la Fois SUR UNE « politique DIGITALE » PORTEE PAR L’ENSEMBLE DES ACTEURS ET SUR la MONTER EN COMPETENCE PROGRESSITVE d'une « CENTRAL EXPERT PLATFORM DIGITAL »   </a:t>
            </a:r>
          </a:p>
          <a:p>
            <a:endParaRPr lang="fr-FR" dirty="0"/>
          </a:p>
          <a:p>
            <a:r>
              <a:rPr lang="fr-FR" dirty="0"/>
              <a:t>C’Est AVANT TOUT UN Projet D’ENTREPRISE TOURNE vers l'avenir, CAPABLE D’ABORDER LE FUTUR AVEC Confiance En DEVELOPPANT SA CAPACITE A S’ADAPTER à un Monde EN MOUVEMENT CONSTANT </a:t>
            </a:r>
          </a:p>
          <a:p>
            <a:endParaRPr lang="fr-FR" dirty="0"/>
          </a:p>
          <a:p>
            <a:pPr lvl="2"/>
            <a:endParaRPr lang="fr-FR" dirty="0"/>
          </a:p>
          <a:p>
            <a:endParaRPr lang="fr-FR" dirty="0"/>
          </a:p>
          <a:p>
            <a:endParaRPr lang="fr-FR" dirty="0"/>
          </a:p>
          <a:p>
            <a:endParaRPr lang="fr-FR" dirty="0"/>
          </a:p>
        </p:txBody>
      </p:sp>
      <p:sp>
        <p:nvSpPr>
          <p:cNvPr id="10" name="Espace réservé du numéro de diapositive 9">
            <a:extLst>
              <a:ext uri="{FF2B5EF4-FFF2-40B4-BE49-F238E27FC236}">
                <a16:creationId xmlns:a16="http://schemas.microsoft.com/office/drawing/2014/main" id="{A2FC8E53-43C7-EF8D-B6A1-24F8E6026FF5}"/>
              </a:ext>
            </a:extLst>
          </p:cNvPr>
          <p:cNvSpPr>
            <a:spLocks noGrp="1"/>
          </p:cNvSpPr>
          <p:nvPr>
            <p:ph type="sldNum" sz="quarter" idx="4294967295"/>
          </p:nvPr>
        </p:nvSpPr>
        <p:spPr>
          <a:xfrm>
            <a:off x="11307775" y="6356350"/>
            <a:ext cx="674389" cy="365125"/>
          </a:xfrm>
          <a:prstGeom prst="rect">
            <a:avLst/>
          </a:prstGeom>
        </p:spPr>
        <p:txBody>
          <a:bodyPr/>
          <a:lstStyle/>
          <a:p>
            <a:fld id="{178CA135-2885-4CD2-925B-659EA4F87D78}" type="slidenum">
              <a:rPr lang="fr-FR" smtClean="0"/>
              <a:t>4</a:t>
            </a:fld>
            <a:endParaRPr lang="fr-FR"/>
          </a:p>
        </p:txBody>
      </p:sp>
      <p:sp>
        <p:nvSpPr>
          <p:cNvPr id="4" name="TextBox 1">
            <a:extLst>
              <a:ext uri="{FF2B5EF4-FFF2-40B4-BE49-F238E27FC236}">
                <a16:creationId xmlns:a16="http://schemas.microsoft.com/office/drawing/2014/main" id="{20CE8D9D-0664-78CE-EC5E-6E6A65E8979B}"/>
              </a:ext>
            </a:extLst>
          </p:cNvPr>
          <p:cNvSpPr txBox="1"/>
          <p:nvPr/>
        </p:nvSpPr>
        <p:spPr>
          <a:xfrm>
            <a:off x="2080105" y="335224"/>
            <a:ext cx="7971606" cy="584775"/>
          </a:xfrm>
          <a:prstGeom prst="rect">
            <a:avLst/>
          </a:prstGeom>
          <a:noFill/>
        </p:spPr>
        <p:txBody>
          <a:bodyPr wrap="none" rtlCol="0">
            <a:spAutoFit/>
          </a:bodyPr>
          <a:lstStyle/>
          <a:p>
            <a:pPr algn="ctr"/>
            <a:r>
              <a:rPr lang="fr-FR" sz="3200" b="1" dirty="0"/>
              <a:t>CENTRAL EXPERT DIGITAL PLATFORM</a:t>
            </a:r>
            <a:endParaRPr lang="fr-FR" sz="3000" b="1" dirty="0">
              <a:solidFill>
                <a:schemeClr val="tx2"/>
              </a:solidFill>
              <a:latin typeface="Poppins" pitchFamily="2" charset="77"/>
              <a:cs typeface="Poppins" pitchFamily="2" charset="77"/>
            </a:endParaRPr>
          </a:p>
        </p:txBody>
      </p:sp>
      <p:sp>
        <p:nvSpPr>
          <p:cNvPr id="5" name="TextBox 2">
            <a:extLst>
              <a:ext uri="{FF2B5EF4-FFF2-40B4-BE49-F238E27FC236}">
                <a16:creationId xmlns:a16="http://schemas.microsoft.com/office/drawing/2014/main" id="{FF225778-F92F-469D-109E-247881B153B7}"/>
              </a:ext>
            </a:extLst>
          </p:cNvPr>
          <p:cNvSpPr txBox="1"/>
          <p:nvPr/>
        </p:nvSpPr>
        <p:spPr>
          <a:xfrm>
            <a:off x="3288212" y="889222"/>
            <a:ext cx="5615576" cy="523220"/>
          </a:xfrm>
          <a:prstGeom prst="rect">
            <a:avLst/>
          </a:prstGeom>
          <a:noFill/>
        </p:spPr>
        <p:txBody>
          <a:bodyPr wrap="none" rtlCol="0">
            <a:spAutoFit/>
          </a:bodyPr>
          <a:lstStyle/>
          <a:p>
            <a:pPr algn="ctr"/>
            <a:r>
              <a:rPr lang="fr-FR" sz="2800" dirty="0"/>
              <a:t>Avant propos, le sens de ce projet</a:t>
            </a:r>
            <a:endParaRPr lang="fr-FR" sz="2800" spc="150" dirty="0">
              <a:solidFill>
                <a:schemeClr val="bg1">
                  <a:lumMod val="65000"/>
                </a:schemeClr>
              </a:solidFill>
              <a:latin typeface="Poppins Light" pitchFamily="2" charset="77"/>
              <a:cs typeface="Poppins Light" pitchFamily="2" charset="77"/>
            </a:endParaRPr>
          </a:p>
        </p:txBody>
      </p:sp>
      <p:pic>
        <p:nvPicPr>
          <p:cNvPr id="7" name="Image 6">
            <a:extLst>
              <a:ext uri="{FF2B5EF4-FFF2-40B4-BE49-F238E27FC236}">
                <a16:creationId xmlns:a16="http://schemas.microsoft.com/office/drawing/2014/main" id="{6C3BA5AF-E6A2-0EFE-0795-8F62B813273F}"/>
              </a:ext>
            </a:extLst>
          </p:cNvPr>
          <p:cNvPicPr>
            <a:picLocks noChangeAspect="1"/>
          </p:cNvPicPr>
          <p:nvPr/>
        </p:nvPicPr>
        <p:blipFill>
          <a:blip r:embed="rId4"/>
          <a:stretch>
            <a:fillRect/>
          </a:stretch>
        </p:blipFill>
        <p:spPr>
          <a:xfrm>
            <a:off x="11262361" y="0"/>
            <a:ext cx="929640" cy="889222"/>
          </a:xfrm>
          <a:prstGeom prst="rect">
            <a:avLst/>
          </a:prstGeom>
        </p:spPr>
      </p:pic>
      <p:pic>
        <p:nvPicPr>
          <p:cNvPr id="2" name="Image 1">
            <a:extLst>
              <a:ext uri="{FF2B5EF4-FFF2-40B4-BE49-F238E27FC236}">
                <a16:creationId xmlns:a16="http://schemas.microsoft.com/office/drawing/2014/main" id="{4AB18B2C-4B55-51C5-E2A5-CEA729232C9D}"/>
              </a:ext>
            </a:extLst>
          </p:cNvPr>
          <p:cNvPicPr>
            <a:picLocks noChangeAspect="1"/>
          </p:cNvPicPr>
          <p:nvPr/>
        </p:nvPicPr>
        <p:blipFill>
          <a:blip r:embed="rId4"/>
          <a:stretch>
            <a:fillRect/>
          </a:stretch>
        </p:blipFill>
        <p:spPr>
          <a:xfrm>
            <a:off x="10652761" y="-1"/>
            <a:ext cx="1539240" cy="1472319"/>
          </a:xfrm>
          <a:prstGeom prst="rect">
            <a:avLst/>
          </a:prstGeom>
        </p:spPr>
      </p:pic>
    </p:spTree>
    <p:custDataLst>
      <p:tags r:id="rId1"/>
    </p:custDataLst>
    <p:extLst>
      <p:ext uri="{BB962C8B-B14F-4D97-AF65-F5344CB8AC3E}">
        <p14:creationId xmlns:p14="http://schemas.microsoft.com/office/powerpoint/2010/main" val="141231938"/>
      </p:ext>
    </p:extLst>
  </p:cSld>
  <p:clrMapOvr>
    <a:masterClrMapping/>
  </p:clrMapOvr>
  <mc:AlternateContent xmlns:mc="http://schemas.openxmlformats.org/markup-compatibility/2006" xmlns:p14="http://schemas.microsoft.com/office/powerpoint/2010/main">
    <mc:Choice Requires="p14">
      <p:transition spd="med" p14:dur="700" advTm="6047">
        <p:fade/>
      </p:transition>
    </mc:Choice>
    <mc:Fallback xmlns="">
      <p:transition spd="med" advTm="6047">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500" fill="hold"/>
                                        <p:tgtEl>
                                          <p:spTgt spid="4"/>
                                        </p:tgtEl>
                                        <p:attrNameLst>
                                          <p:attrName>ppt_w</p:attrName>
                                        </p:attrNameLst>
                                      </p:cBhvr>
                                      <p:tavLst>
                                        <p:tav tm="0">
                                          <p:val>
                                            <p:fltVal val="0"/>
                                          </p:val>
                                        </p:tav>
                                        <p:tav tm="100000">
                                          <p:val>
                                            <p:strVal val="#ppt_w"/>
                                          </p:val>
                                        </p:tav>
                                      </p:tavLst>
                                    </p:anim>
                                    <p:anim calcmode="lin" valueType="num">
                                      <p:cBhvr>
                                        <p:cTn id="13" dur="500" fill="hold"/>
                                        <p:tgtEl>
                                          <p:spTgt spid="4"/>
                                        </p:tgtEl>
                                        <p:attrNameLst>
                                          <p:attrName>ppt_h</p:attrName>
                                        </p:attrNameLst>
                                      </p:cBhvr>
                                      <p:tavLst>
                                        <p:tav tm="0">
                                          <p:val>
                                            <p:fltVal val="0"/>
                                          </p:val>
                                        </p:tav>
                                        <p:tav tm="100000">
                                          <p:val>
                                            <p:strVal val="#ppt_h"/>
                                          </p:val>
                                        </p:tav>
                                      </p:tavLst>
                                    </p:anim>
                                    <p:animEffect transition="in" filter="fade">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 calcmode="lin" valueType="num">
                                      <p:cBhvr additive="base">
                                        <p:cTn id="19"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 calcmode="lin" valueType="num">
                                      <p:cBhvr additive="base">
                                        <p:cTn id="25"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anim calcmode="lin" valueType="num">
                                      <p:cBhvr additive="base">
                                        <p:cTn id="3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3" end="3"/>
                                            </p:txEl>
                                          </p:spTgt>
                                        </p:tgtEl>
                                        <p:attrNameLst>
                                          <p:attrName>style.visibility</p:attrName>
                                        </p:attrNameLst>
                                      </p:cBhvr>
                                      <p:to>
                                        <p:strVal val="visible"/>
                                      </p:to>
                                    </p:set>
                                    <p:anim calcmode="lin" valueType="num">
                                      <p:cBhvr additive="base">
                                        <p:cTn id="3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5" end="5"/>
                                            </p:txEl>
                                          </p:spTgt>
                                        </p:tgtEl>
                                        <p:attrNameLst>
                                          <p:attrName>style.visibility</p:attrName>
                                        </p:attrNameLst>
                                      </p:cBhvr>
                                      <p:to>
                                        <p:strVal val="visible"/>
                                      </p:to>
                                    </p:set>
                                    <p:anim calcmode="lin" valueType="num">
                                      <p:cBhvr additive="base">
                                        <p:cTn id="4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 calcmode="lin" valueType="num">
                                      <p:cBhvr additive="base">
                                        <p:cTn id="4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C65EB-80A3-8E89-A400-6001AA75647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79EB874-ADE4-7E25-A0DD-822D339F8223}"/>
              </a:ext>
            </a:extLst>
          </p:cNvPr>
          <p:cNvSpPr txBox="1">
            <a:spLocks/>
          </p:cNvSpPr>
          <p:nvPr/>
        </p:nvSpPr>
        <p:spPr>
          <a:xfrm>
            <a:off x="764209" y="1293943"/>
            <a:ext cx="8574156" cy="1193226"/>
          </a:xfrm>
          <a:prstGeom prst="rect">
            <a:avLst/>
          </a:prstGeom>
        </p:spPr>
        <p:txBody>
          <a:bodyPr/>
          <a:lstStyle>
            <a:lvl1pPr algn="l" defTabSz="914377" rtl="0" eaLnBrk="1" latinLnBrk="0" hangingPunct="1">
              <a:lnSpc>
                <a:spcPct val="100000"/>
              </a:lnSpc>
              <a:spcBef>
                <a:spcPct val="0"/>
              </a:spcBef>
              <a:buNone/>
              <a:defRPr sz="2533" b="1" kern="1200">
                <a:solidFill>
                  <a:schemeClr val="accent2"/>
                </a:solidFill>
                <a:latin typeface="+mj-lt"/>
                <a:ea typeface="+mj-ea"/>
                <a:cs typeface="Arial" panose="020B0604020202020204" pitchFamily="34" charset="0"/>
              </a:defRPr>
            </a:lvl1pPr>
          </a:lstStyle>
          <a:p>
            <a:br>
              <a:rPr lang="fr-FR" sz="1800" dirty="0">
                <a:solidFill>
                  <a:schemeClr val="bg1"/>
                </a:solidFill>
              </a:rPr>
            </a:br>
            <a:br>
              <a:rPr lang="fr-FR" dirty="0"/>
            </a:br>
            <a:r>
              <a:rPr lang="fr-FR" dirty="0"/>
              <a:t>CENTRAL EXPERT DIGITAL PLATFORM</a:t>
            </a:r>
          </a:p>
        </p:txBody>
      </p:sp>
      <p:pic>
        <p:nvPicPr>
          <p:cNvPr id="6" name="Image 5">
            <a:extLst>
              <a:ext uri="{FF2B5EF4-FFF2-40B4-BE49-F238E27FC236}">
                <a16:creationId xmlns:a16="http://schemas.microsoft.com/office/drawing/2014/main" id="{FC4609B9-5AD3-7FA1-18E1-A6766F120DBC}"/>
              </a:ext>
            </a:extLst>
          </p:cNvPr>
          <p:cNvPicPr>
            <a:picLocks noChangeAspect="1"/>
          </p:cNvPicPr>
          <p:nvPr/>
        </p:nvPicPr>
        <p:blipFill>
          <a:blip r:embed="rId2"/>
          <a:stretch>
            <a:fillRect/>
          </a:stretch>
        </p:blipFill>
        <p:spPr>
          <a:xfrm>
            <a:off x="10652761" y="-1"/>
            <a:ext cx="1539240" cy="1472319"/>
          </a:xfrm>
          <a:prstGeom prst="rect">
            <a:avLst/>
          </a:prstGeom>
        </p:spPr>
      </p:pic>
      <p:sp>
        <p:nvSpPr>
          <p:cNvPr id="4" name="Sous-titre 2">
            <a:extLst>
              <a:ext uri="{FF2B5EF4-FFF2-40B4-BE49-F238E27FC236}">
                <a16:creationId xmlns:a16="http://schemas.microsoft.com/office/drawing/2014/main" id="{14F4E9CD-E4E1-D9B5-E4A6-28498A1D755B}"/>
              </a:ext>
            </a:extLst>
          </p:cNvPr>
          <p:cNvSpPr txBox="1">
            <a:spLocks/>
          </p:cNvSpPr>
          <p:nvPr/>
        </p:nvSpPr>
        <p:spPr>
          <a:xfrm>
            <a:off x="764209" y="2919741"/>
            <a:ext cx="6640107" cy="1451091"/>
          </a:xfrm>
          <a:prstGeom prst="rect">
            <a:avLst/>
          </a:prstGeom>
        </p:spPr>
        <p:txBody>
          <a:bodyPr>
            <a:normAutofit/>
          </a:bodyPr>
          <a:lstStyle>
            <a:lvl1pPr marL="0" indent="0" algn="l" defTabSz="914377" rtl="0" eaLnBrk="1" latinLnBrk="0" hangingPunct="1">
              <a:lnSpc>
                <a:spcPts val="2267"/>
              </a:lnSpc>
              <a:spcBef>
                <a:spcPts val="667"/>
              </a:spcBef>
              <a:buFont typeface="Arial" panose="020B0604020202020204" pitchFamily="34" charset="0"/>
              <a:buNone/>
              <a:defRPr sz="2133" b="1" i="0" kern="1200" cap="all" baseline="0">
                <a:solidFill>
                  <a:schemeClr val="accent1"/>
                </a:solidFill>
                <a:latin typeface="Arial Black" panose="020B0604020202020204" pitchFamily="34" charset="0"/>
                <a:ea typeface="+mn-ea"/>
                <a:cs typeface="Arial Black" panose="020B0604020202020204" pitchFamily="34" charset="0"/>
              </a:defRPr>
            </a:lvl1pPr>
            <a:lvl2pPr marL="8466" indent="0" algn="l" defTabSz="914377" rtl="0" eaLnBrk="1" latinLnBrk="0" hangingPunct="1">
              <a:lnSpc>
                <a:spcPts val="2133"/>
              </a:lnSpc>
              <a:spcBef>
                <a:spcPts val="667"/>
              </a:spcBef>
              <a:buFont typeface="Arial" panose="020B0604020202020204" pitchFamily="34" charset="0"/>
              <a:buNone/>
              <a:tabLst/>
              <a:defRPr sz="2000" b="1" i="0" kern="1200">
                <a:solidFill>
                  <a:schemeClr val="accent2"/>
                </a:solidFill>
                <a:latin typeface="Arial Black" panose="020B0604020202020204" pitchFamily="34" charset="0"/>
                <a:ea typeface="+mn-ea"/>
                <a:cs typeface="Arial Black" panose="020B0604020202020204" pitchFamily="34" charset="0"/>
              </a:defRPr>
            </a:lvl2pPr>
            <a:lvl3pPr marL="296326" indent="-287859" algn="l" defTabSz="914377" rtl="0" eaLnBrk="1" latinLnBrk="0" hangingPunct="1">
              <a:lnSpc>
                <a:spcPts val="1733"/>
              </a:lnSpc>
              <a:spcBef>
                <a:spcPts val="2000"/>
              </a:spcBef>
              <a:buSzPct val="115000"/>
              <a:buFontTx/>
              <a:buBlip>
                <a:blip r:embed="rId3"/>
              </a:buBlip>
              <a:tabLst/>
              <a:defRPr sz="1600" b="1" i="0" kern="1200" cap="all" baseline="0">
                <a:solidFill>
                  <a:schemeClr val="accent1"/>
                </a:solidFill>
                <a:latin typeface="Arial Black" panose="020B0604020202020204" pitchFamily="34" charset="0"/>
                <a:ea typeface="+mn-ea"/>
                <a:cs typeface="Arial Black" panose="020B0604020202020204" pitchFamily="34" charset="0"/>
              </a:defRPr>
            </a:lvl3pPr>
            <a:lvl4pPr marL="8466" indent="0" algn="l" defTabSz="914377" rtl="0" eaLnBrk="1" latinLnBrk="0" hangingPunct="1">
              <a:lnSpc>
                <a:spcPts val="2133"/>
              </a:lnSpc>
              <a:spcBef>
                <a:spcPts val="800"/>
              </a:spcBef>
              <a:buFont typeface="Arial" panose="020B0604020202020204" pitchFamily="34" charset="0"/>
              <a:buNone/>
              <a:tabLst/>
              <a:defRPr sz="1867" kern="1200">
                <a:solidFill>
                  <a:schemeClr val="accent2"/>
                </a:solidFill>
                <a:latin typeface="+mn-lt"/>
                <a:ea typeface="+mn-ea"/>
                <a:cs typeface="Arial" panose="020B0604020202020204" pitchFamily="34" charset="0"/>
              </a:defRPr>
            </a:lvl4pPr>
            <a:lvl5pPr marL="298443" indent="-289977" algn="l" defTabSz="914377" rtl="0" eaLnBrk="1" latinLnBrk="0" hangingPunct="1">
              <a:lnSpc>
                <a:spcPts val="2133"/>
              </a:lnSpc>
              <a:spcBef>
                <a:spcPts val="800"/>
              </a:spcBef>
              <a:buClr>
                <a:schemeClr val="accent1"/>
              </a:buClr>
              <a:buSzPct val="100000"/>
              <a:buFontTx/>
              <a:buBlip>
                <a:blip r:embed="rId4"/>
              </a:buBlip>
              <a:tabLst/>
              <a:defRPr sz="1867" kern="1200">
                <a:solidFill>
                  <a:schemeClr val="accent2"/>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400" dirty="0"/>
              <a:t>Politique digitale</a:t>
            </a:r>
          </a:p>
          <a:p>
            <a:pPr marL="1153576" lvl="2" indent="-857250">
              <a:buFont typeface="Arial" panose="020B0604020202020204" pitchFamily="34" charset="0"/>
              <a:buChar char="•"/>
            </a:pPr>
            <a:r>
              <a:rPr lang="fr-FR" sz="2000" dirty="0"/>
              <a:t>Pourquoi ?</a:t>
            </a:r>
          </a:p>
          <a:p>
            <a:pPr marL="1153576" lvl="2" indent="-857250">
              <a:buFont typeface="Arial" panose="020B0604020202020204" pitchFamily="34" charset="0"/>
              <a:buChar char="•"/>
            </a:pPr>
            <a:r>
              <a:rPr lang="fr-FR" sz="2000" dirty="0"/>
              <a:t>Définition ?</a:t>
            </a:r>
          </a:p>
        </p:txBody>
      </p:sp>
    </p:spTree>
    <p:extLst>
      <p:ext uri="{BB962C8B-B14F-4D97-AF65-F5344CB8AC3E}">
        <p14:creationId xmlns:p14="http://schemas.microsoft.com/office/powerpoint/2010/main" val="21038961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E797B-55C4-E3A2-A442-52846347E2F8}"/>
            </a:ext>
          </a:extLst>
        </p:cNvPr>
        <p:cNvGrpSpPr/>
        <p:nvPr/>
      </p:nvGrpSpPr>
      <p:grpSpPr>
        <a:xfrm>
          <a:off x="0" y="0"/>
          <a:ext cx="0" cy="0"/>
          <a:chOff x="0" y="0"/>
          <a:chExt cx="0" cy="0"/>
        </a:xfrm>
      </p:grpSpPr>
      <p:pic>
        <p:nvPicPr>
          <p:cNvPr id="6" name="Image 5">
            <a:extLst>
              <a:ext uri="{FF2B5EF4-FFF2-40B4-BE49-F238E27FC236}">
                <a16:creationId xmlns:a16="http://schemas.microsoft.com/office/drawing/2014/main" id="{1FD71EA6-B563-7057-B1CA-1928046E501F}"/>
              </a:ext>
            </a:extLst>
          </p:cNvPr>
          <p:cNvPicPr>
            <a:picLocks noChangeAspect="1"/>
          </p:cNvPicPr>
          <p:nvPr/>
        </p:nvPicPr>
        <p:blipFill>
          <a:blip r:embed="rId2"/>
          <a:stretch>
            <a:fillRect/>
          </a:stretch>
        </p:blipFill>
        <p:spPr>
          <a:xfrm>
            <a:off x="10652761" y="-1"/>
            <a:ext cx="1539240" cy="1472319"/>
          </a:xfrm>
          <a:prstGeom prst="rect">
            <a:avLst/>
          </a:prstGeom>
        </p:spPr>
      </p:pic>
      <p:sp>
        <p:nvSpPr>
          <p:cNvPr id="5" name="Titre 1">
            <a:extLst>
              <a:ext uri="{FF2B5EF4-FFF2-40B4-BE49-F238E27FC236}">
                <a16:creationId xmlns:a16="http://schemas.microsoft.com/office/drawing/2014/main" id="{8487D821-CCF0-81D4-3D3E-B1C211E11651}"/>
              </a:ext>
            </a:extLst>
          </p:cNvPr>
          <p:cNvSpPr txBox="1">
            <a:spLocks/>
          </p:cNvSpPr>
          <p:nvPr/>
        </p:nvSpPr>
        <p:spPr>
          <a:xfrm>
            <a:off x="422413" y="0"/>
            <a:ext cx="11286985" cy="1007165"/>
          </a:xfrm>
          <a:prstGeom prst="rect">
            <a:avLst/>
          </a:prstGeom>
        </p:spPr>
        <p:txBody>
          <a:bodyPr/>
          <a:lstStyle>
            <a:lvl1pPr algn="l" defTabSz="914377" rtl="0" eaLnBrk="1" latinLnBrk="0" hangingPunct="1">
              <a:lnSpc>
                <a:spcPct val="100000"/>
              </a:lnSpc>
              <a:spcBef>
                <a:spcPct val="0"/>
              </a:spcBef>
              <a:buNone/>
              <a:defRPr sz="2533" b="1" kern="1200">
                <a:solidFill>
                  <a:schemeClr val="accent2"/>
                </a:solidFill>
                <a:latin typeface="+mj-lt"/>
                <a:ea typeface="+mj-ea"/>
                <a:cs typeface="Arial" panose="020B0604020202020204" pitchFamily="34" charset="0"/>
              </a:defRPr>
            </a:lvl1pPr>
          </a:lstStyle>
          <a:p>
            <a:r>
              <a:rPr lang="fr-FR"/>
              <a:t>Pourquoi proposer et mettre en œuvre une politique digitale ?</a:t>
            </a:r>
            <a:endParaRPr lang="fr-FR" dirty="0"/>
          </a:p>
        </p:txBody>
      </p:sp>
      <p:sp>
        <p:nvSpPr>
          <p:cNvPr id="8" name="Espace réservé du contenu 2">
            <a:extLst>
              <a:ext uri="{FF2B5EF4-FFF2-40B4-BE49-F238E27FC236}">
                <a16:creationId xmlns:a16="http://schemas.microsoft.com/office/drawing/2014/main" id="{B7F80A5D-AAC8-A994-B807-A41DF6B7D27E}"/>
              </a:ext>
            </a:extLst>
          </p:cNvPr>
          <p:cNvSpPr txBox="1">
            <a:spLocks/>
          </p:cNvSpPr>
          <p:nvPr/>
        </p:nvSpPr>
        <p:spPr>
          <a:xfrm>
            <a:off x="422413" y="1554921"/>
            <a:ext cx="11286985" cy="4622043"/>
          </a:xfrm>
          <a:prstGeom prst="rect">
            <a:avLst/>
          </a:prstGeom>
        </p:spPr>
        <p:txBody>
          <a:bodyPr/>
          <a:lstStyle>
            <a:lvl1pPr marL="0" indent="0" algn="l" defTabSz="914377" rtl="0" eaLnBrk="1" latinLnBrk="0" hangingPunct="1">
              <a:lnSpc>
                <a:spcPts val="2267"/>
              </a:lnSpc>
              <a:spcBef>
                <a:spcPts val="667"/>
              </a:spcBef>
              <a:buFont typeface="Arial" panose="020B0604020202020204" pitchFamily="34" charset="0"/>
              <a:buNone/>
              <a:defRPr sz="2133" b="1" i="0" kern="1200" cap="all" baseline="0">
                <a:solidFill>
                  <a:schemeClr val="accent1"/>
                </a:solidFill>
                <a:latin typeface="Arial Black" panose="020B0604020202020204" pitchFamily="34" charset="0"/>
                <a:ea typeface="+mn-ea"/>
                <a:cs typeface="Arial Black" panose="020B0604020202020204" pitchFamily="34" charset="0"/>
              </a:defRPr>
            </a:lvl1pPr>
            <a:lvl2pPr marL="8466" indent="0" algn="l" defTabSz="914377" rtl="0" eaLnBrk="1" latinLnBrk="0" hangingPunct="1">
              <a:lnSpc>
                <a:spcPts val="2133"/>
              </a:lnSpc>
              <a:spcBef>
                <a:spcPts val="667"/>
              </a:spcBef>
              <a:buFont typeface="Arial" panose="020B0604020202020204" pitchFamily="34" charset="0"/>
              <a:buNone/>
              <a:tabLst/>
              <a:defRPr sz="2000" b="1" i="0" kern="1200">
                <a:solidFill>
                  <a:schemeClr val="accent2"/>
                </a:solidFill>
                <a:latin typeface="Arial Black" panose="020B0604020202020204" pitchFamily="34" charset="0"/>
                <a:ea typeface="+mn-ea"/>
                <a:cs typeface="Arial Black" panose="020B0604020202020204" pitchFamily="34" charset="0"/>
              </a:defRPr>
            </a:lvl2pPr>
            <a:lvl3pPr marL="296326" indent="-287859" algn="l" defTabSz="914377" rtl="0" eaLnBrk="1" latinLnBrk="0" hangingPunct="1">
              <a:lnSpc>
                <a:spcPts val="1733"/>
              </a:lnSpc>
              <a:spcBef>
                <a:spcPts val="2000"/>
              </a:spcBef>
              <a:buSzPct val="115000"/>
              <a:buFontTx/>
              <a:buBlip>
                <a:blip r:embed="rId3"/>
              </a:buBlip>
              <a:tabLst/>
              <a:defRPr sz="1600" b="1" i="0" kern="1200" cap="all" baseline="0">
                <a:solidFill>
                  <a:schemeClr val="accent1"/>
                </a:solidFill>
                <a:latin typeface="Arial Black" panose="020B0604020202020204" pitchFamily="34" charset="0"/>
                <a:ea typeface="+mn-ea"/>
                <a:cs typeface="Arial Black" panose="020B0604020202020204" pitchFamily="34" charset="0"/>
              </a:defRPr>
            </a:lvl3pPr>
            <a:lvl4pPr marL="8466" indent="0" algn="l" defTabSz="914377" rtl="0" eaLnBrk="1" latinLnBrk="0" hangingPunct="1">
              <a:lnSpc>
                <a:spcPts val="2133"/>
              </a:lnSpc>
              <a:spcBef>
                <a:spcPts val="800"/>
              </a:spcBef>
              <a:buFont typeface="Arial" panose="020B0604020202020204" pitchFamily="34" charset="0"/>
              <a:buNone/>
              <a:tabLst/>
              <a:defRPr sz="1867" kern="1200">
                <a:solidFill>
                  <a:schemeClr val="accent2"/>
                </a:solidFill>
                <a:latin typeface="+mn-lt"/>
                <a:ea typeface="+mn-ea"/>
                <a:cs typeface="Arial" panose="020B0604020202020204" pitchFamily="34" charset="0"/>
              </a:defRPr>
            </a:lvl4pPr>
            <a:lvl5pPr marL="298443" indent="-289977" algn="l" defTabSz="914377" rtl="0" eaLnBrk="1" latinLnBrk="0" hangingPunct="1">
              <a:lnSpc>
                <a:spcPts val="2133"/>
              </a:lnSpc>
              <a:spcBef>
                <a:spcPts val="800"/>
              </a:spcBef>
              <a:buClr>
                <a:schemeClr val="accent1"/>
              </a:buClr>
              <a:buSzPct val="100000"/>
              <a:buFontTx/>
              <a:buBlip>
                <a:blip r:embed="rId4"/>
              </a:buBlip>
              <a:tabLst/>
              <a:defRPr sz="1867" kern="1200">
                <a:solidFill>
                  <a:schemeClr val="accent2"/>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rabicPeriod"/>
            </a:pPr>
            <a:r>
              <a:rPr lang="fr-FR"/>
              <a:t>donner du sens</a:t>
            </a:r>
          </a:p>
          <a:p>
            <a:pPr marL="514350" indent="-514350">
              <a:buFont typeface="+mj-lt"/>
              <a:buAutoNum type="arabicPeriod"/>
            </a:pPr>
            <a:endParaRPr lang="fr-FR"/>
          </a:p>
          <a:p>
            <a:pPr marL="514350" indent="-514350">
              <a:buFont typeface="+mj-lt"/>
              <a:buAutoNum type="arabicPeriod"/>
            </a:pPr>
            <a:r>
              <a:rPr lang="fr-FR"/>
              <a:t>mobiliser tous les acteurs du processus </a:t>
            </a:r>
          </a:p>
          <a:p>
            <a:pPr marL="514350" indent="-514350">
              <a:buFont typeface="+mj-lt"/>
              <a:buAutoNum type="arabicPeriod"/>
            </a:pPr>
            <a:endParaRPr lang="fr-FR"/>
          </a:p>
          <a:p>
            <a:pPr marL="514350" indent="-514350">
              <a:buFont typeface="+mj-lt"/>
              <a:buAutoNum type="arabicPeriod"/>
            </a:pPr>
            <a:r>
              <a:rPr lang="fr-FR"/>
              <a:t>créer du lien</a:t>
            </a:r>
          </a:p>
          <a:p>
            <a:pPr marL="514350" indent="-514350">
              <a:buFont typeface="+mj-lt"/>
              <a:buAutoNum type="arabicPeriod"/>
            </a:pPr>
            <a:endParaRPr lang="fr-FR"/>
          </a:p>
          <a:p>
            <a:pPr marL="514350" indent="-514350">
              <a:buFont typeface="+mj-lt"/>
              <a:buAutoNum type="arabicPeriod"/>
            </a:pPr>
            <a:r>
              <a:rPr lang="fr-FR"/>
              <a:t>se projeter dans l’avenir avec confiance</a:t>
            </a:r>
          </a:p>
          <a:p>
            <a:endParaRPr lang="fr-FR" dirty="0"/>
          </a:p>
        </p:txBody>
      </p:sp>
    </p:spTree>
    <p:extLst>
      <p:ext uri="{BB962C8B-B14F-4D97-AF65-F5344CB8AC3E}">
        <p14:creationId xmlns:p14="http://schemas.microsoft.com/office/powerpoint/2010/main" val="296362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anim calcmode="lin" valueType="num">
                                      <p:cBhvr additive="base">
                                        <p:cTn id="13"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anim calcmode="lin" valueType="num">
                                      <p:cBhvr additive="base">
                                        <p:cTn id="19"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
                                            <p:txEl>
                                              <p:pRg st="6" end="6"/>
                                            </p:txEl>
                                          </p:spTgt>
                                        </p:tgtEl>
                                        <p:attrNameLst>
                                          <p:attrName>style.visibility</p:attrName>
                                        </p:attrNameLst>
                                      </p:cBhvr>
                                      <p:to>
                                        <p:strVal val="visible"/>
                                      </p:to>
                                    </p:set>
                                    <p:anim calcmode="lin" valueType="num">
                                      <p:cBhvr additive="base">
                                        <p:cTn id="25" dur="500" fill="hold"/>
                                        <p:tgtEl>
                                          <p:spTgt spid="8">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a:extLst>
              <a:ext uri="{FF2B5EF4-FFF2-40B4-BE49-F238E27FC236}">
                <a16:creationId xmlns:a16="http://schemas.microsoft.com/office/drawing/2014/main" id="{CBC8DACD-5E18-294B-89E0-C53C6F868B8A}"/>
              </a:ext>
            </a:extLst>
          </p:cNvPr>
          <p:cNvSpPr txBox="1"/>
          <p:nvPr/>
        </p:nvSpPr>
        <p:spPr>
          <a:xfrm>
            <a:off x="1878587" y="271072"/>
            <a:ext cx="8534709" cy="646331"/>
          </a:xfrm>
          <a:prstGeom prst="rect">
            <a:avLst/>
          </a:prstGeom>
          <a:noFill/>
        </p:spPr>
        <p:txBody>
          <a:bodyPr wrap="none" rtlCol="0">
            <a:spAutoFit/>
          </a:bodyPr>
          <a:lstStyle/>
          <a:p>
            <a:pPr algn="ctr"/>
            <a:r>
              <a:rPr lang="fr-FR" sz="3600" b="1" dirty="0">
                <a:solidFill>
                  <a:schemeClr val="tx2"/>
                </a:solidFill>
                <a:latin typeface="Poppins" pitchFamily="2" charset="77"/>
                <a:cs typeface="Poppins" pitchFamily="2" charset="77"/>
              </a:rPr>
              <a:t>CENTRAL</a:t>
            </a:r>
            <a:r>
              <a:rPr lang="fr-FR" sz="3600" dirty="0"/>
              <a:t> </a:t>
            </a:r>
            <a:r>
              <a:rPr lang="fr-FR" sz="3600" b="1" dirty="0">
                <a:solidFill>
                  <a:schemeClr val="tx2"/>
                </a:solidFill>
                <a:latin typeface="Poppins" pitchFamily="2" charset="77"/>
                <a:cs typeface="Poppins" pitchFamily="2" charset="77"/>
              </a:rPr>
              <a:t>EXPERT DIGITAL PLATFORM</a:t>
            </a:r>
          </a:p>
        </p:txBody>
      </p:sp>
      <p:sp>
        <p:nvSpPr>
          <p:cNvPr id="56" name="TextBox 55">
            <a:extLst>
              <a:ext uri="{FF2B5EF4-FFF2-40B4-BE49-F238E27FC236}">
                <a16:creationId xmlns:a16="http://schemas.microsoft.com/office/drawing/2014/main" id="{64D1BE8D-0231-9247-B71D-195C6003FBFE}"/>
              </a:ext>
            </a:extLst>
          </p:cNvPr>
          <p:cNvSpPr txBox="1"/>
          <p:nvPr/>
        </p:nvSpPr>
        <p:spPr>
          <a:xfrm>
            <a:off x="3236892" y="787593"/>
            <a:ext cx="5718233" cy="461665"/>
          </a:xfrm>
          <a:prstGeom prst="rect">
            <a:avLst/>
          </a:prstGeom>
          <a:noFill/>
        </p:spPr>
        <p:txBody>
          <a:bodyPr wrap="none" rtlCol="0">
            <a:spAutoFit/>
          </a:bodyPr>
          <a:lstStyle/>
          <a:p>
            <a:pPr algn="ctr"/>
            <a:r>
              <a:rPr lang="fr-FR" sz="2400" b="1" spc="150" dirty="0">
                <a:solidFill>
                  <a:schemeClr val="bg1">
                    <a:lumMod val="65000"/>
                  </a:schemeClr>
                </a:solidFill>
                <a:latin typeface="Poppins Light" pitchFamily="2" charset="77"/>
                <a:cs typeface="Poppins Light" pitchFamily="2" charset="77"/>
              </a:rPr>
              <a:t>Définition de la politique digitale</a:t>
            </a:r>
          </a:p>
        </p:txBody>
      </p:sp>
      <p:sp>
        <p:nvSpPr>
          <p:cNvPr id="10" name="Subtitle 2">
            <a:extLst>
              <a:ext uri="{FF2B5EF4-FFF2-40B4-BE49-F238E27FC236}">
                <a16:creationId xmlns:a16="http://schemas.microsoft.com/office/drawing/2014/main" id="{EEF8F99F-16DA-1347-AC46-E5EB99CC1174}"/>
              </a:ext>
            </a:extLst>
          </p:cNvPr>
          <p:cNvSpPr txBox="1">
            <a:spLocks/>
          </p:cNvSpPr>
          <p:nvPr/>
        </p:nvSpPr>
        <p:spPr>
          <a:xfrm>
            <a:off x="2556000" y="2064201"/>
            <a:ext cx="4875884" cy="713722"/>
          </a:xfrm>
          <a:prstGeom prst="rect">
            <a:avLst/>
          </a:prstGeom>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1750"/>
              </a:lnSpc>
            </a:pPr>
            <a:r>
              <a:rPr lang="fr-FR" sz="1200"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Les interfaces permettant l’intégration des données entrant dans le processus doivent garantir la qualité de l’information aux différentes étapes de sa diffusion</a:t>
            </a:r>
          </a:p>
        </p:txBody>
      </p:sp>
      <p:sp>
        <p:nvSpPr>
          <p:cNvPr id="11" name="TextBox 10">
            <a:extLst>
              <a:ext uri="{FF2B5EF4-FFF2-40B4-BE49-F238E27FC236}">
                <a16:creationId xmlns:a16="http://schemas.microsoft.com/office/drawing/2014/main" id="{F6A821A8-4487-6B41-93D0-FEE1C96491B0}"/>
              </a:ext>
            </a:extLst>
          </p:cNvPr>
          <p:cNvSpPr txBox="1"/>
          <p:nvPr/>
        </p:nvSpPr>
        <p:spPr>
          <a:xfrm>
            <a:off x="2520000" y="1728303"/>
            <a:ext cx="7001248" cy="400110"/>
          </a:xfrm>
          <a:prstGeom prst="rect">
            <a:avLst/>
          </a:prstGeom>
          <a:noFill/>
        </p:spPr>
        <p:txBody>
          <a:bodyPr wrap="square" rtlCol="0" anchor="b" anchorCtr="0">
            <a:spAutoFit/>
          </a:bodyPr>
          <a:lstStyle/>
          <a:p>
            <a:r>
              <a:rPr lang="fr-FR" sz="2000" b="1" dirty="0">
                <a:solidFill>
                  <a:schemeClr val="tx2"/>
                </a:solidFill>
                <a:latin typeface="Poppins" pitchFamily="2" charset="77"/>
                <a:ea typeface="League Spartan" charset="0"/>
                <a:cs typeface="Poppins" pitchFamily="2" charset="77"/>
              </a:rPr>
              <a:t>Améliorer et piloter la qualité des entrants</a:t>
            </a:r>
          </a:p>
        </p:txBody>
      </p:sp>
      <p:sp>
        <p:nvSpPr>
          <p:cNvPr id="22" name="Freeform 4">
            <a:extLst>
              <a:ext uri="{FF2B5EF4-FFF2-40B4-BE49-F238E27FC236}">
                <a16:creationId xmlns:a16="http://schemas.microsoft.com/office/drawing/2014/main" id="{8000D584-550E-5E4A-A5C7-88DCFF5EAAFE}"/>
              </a:ext>
            </a:extLst>
          </p:cNvPr>
          <p:cNvSpPr>
            <a:spLocks noChangeArrowheads="1"/>
          </p:cNvSpPr>
          <p:nvPr/>
        </p:nvSpPr>
        <p:spPr bwMode="auto">
          <a:xfrm>
            <a:off x="560499" y="1368869"/>
            <a:ext cx="1863092" cy="1167111"/>
          </a:xfrm>
          <a:custGeom>
            <a:avLst/>
            <a:gdLst>
              <a:gd name="T0" fmla="*/ 0 w 2300"/>
              <a:gd name="T1" fmla="*/ 1119 h 1443"/>
              <a:gd name="T2" fmla="*/ 0 w 2300"/>
              <a:gd name="T3" fmla="*/ 326 h 1443"/>
              <a:gd name="T4" fmla="*/ 0 w 2300"/>
              <a:gd name="T5" fmla="*/ 326 h 1443"/>
              <a:gd name="T6" fmla="*/ 71 w 2300"/>
              <a:gd name="T7" fmla="*/ 255 h 1443"/>
              <a:gd name="T8" fmla="*/ 1151 w 2300"/>
              <a:gd name="T9" fmla="*/ 255 h 1443"/>
              <a:gd name="T10" fmla="*/ 1151 w 2300"/>
              <a:gd name="T11" fmla="*/ 255 h 1443"/>
              <a:gd name="T12" fmla="*/ 1223 w 2300"/>
              <a:gd name="T13" fmla="*/ 184 h 1443"/>
              <a:gd name="T14" fmla="*/ 1223 w 2300"/>
              <a:gd name="T15" fmla="*/ 91 h 1443"/>
              <a:gd name="T16" fmla="*/ 1223 w 2300"/>
              <a:gd name="T17" fmla="*/ 91 h 1443"/>
              <a:gd name="T18" fmla="*/ 1334 w 2300"/>
              <a:gd name="T19" fmla="*/ 33 h 1443"/>
              <a:gd name="T20" fmla="*/ 2257 w 2300"/>
              <a:gd name="T21" fmla="*/ 662 h 1443"/>
              <a:gd name="T22" fmla="*/ 2257 w 2300"/>
              <a:gd name="T23" fmla="*/ 662 h 1443"/>
              <a:gd name="T24" fmla="*/ 2257 w 2300"/>
              <a:gd name="T25" fmla="*/ 780 h 1443"/>
              <a:gd name="T26" fmla="*/ 1334 w 2300"/>
              <a:gd name="T27" fmla="*/ 1409 h 1443"/>
              <a:gd name="T28" fmla="*/ 1334 w 2300"/>
              <a:gd name="T29" fmla="*/ 1409 h 1443"/>
              <a:gd name="T30" fmla="*/ 1223 w 2300"/>
              <a:gd name="T31" fmla="*/ 1350 h 1443"/>
              <a:gd name="T32" fmla="*/ 1223 w 2300"/>
              <a:gd name="T33" fmla="*/ 1261 h 1443"/>
              <a:gd name="T34" fmla="*/ 1223 w 2300"/>
              <a:gd name="T35" fmla="*/ 1261 h 1443"/>
              <a:gd name="T36" fmla="*/ 1151 w 2300"/>
              <a:gd name="T37" fmla="*/ 1190 h 1443"/>
              <a:gd name="T38" fmla="*/ 71 w 2300"/>
              <a:gd name="T39" fmla="*/ 1190 h 1443"/>
              <a:gd name="T40" fmla="*/ 71 w 2300"/>
              <a:gd name="T41" fmla="*/ 1190 h 1443"/>
              <a:gd name="T42" fmla="*/ 0 w 2300"/>
              <a:gd name="T43" fmla="*/ 1119 h 1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00" h="1443">
                <a:moveTo>
                  <a:pt x="0" y="1119"/>
                </a:moveTo>
                <a:lnTo>
                  <a:pt x="0" y="326"/>
                </a:lnTo>
                <a:lnTo>
                  <a:pt x="0" y="326"/>
                </a:lnTo>
                <a:cubicBezTo>
                  <a:pt x="0" y="287"/>
                  <a:pt x="33" y="255"/>
                  <a:pt x="71" y="255"/>
                </a:cubicBezTo>
                <a:lnTo>
                  <a:pt x="1151" y="255"/>
                </a:lnTo>
                <a:lnTo>
                  <a:pt x="1151" y="255"/>
                </a:lnTo>
                <a:cubicBezTo>
                  <a:pt x="1190" y="255"/>
                  <a:pt x="1223" y="223"/>
                  <a:pt x="1223" y="184"/>
                </a:cubicBezTo>
                <a:lnTo>
                  <a:pt x="1223" y="91"/>
                </a:lnTo>
                <a:lnTo>
                  <a:pt x="1223" y="91"/>
                </a:lnTo>
                <a:cubicBezTo>
                  <a:pt x="1223" y="34"/>
                  <a:pt x="1287" y="0"/>
                  <a:pt x="1334" y="33"/>
                </a:cubicBezTo>
                <a:lnTo>
                  <a:pt x="2257" y="662"/>
                </a:lnTo>
                <a:lnTo>
                  <a:pt x="2257" y="662"/>
                </a:lnTo>
                <a:cubicBezTo>
                  <a:pt x="2299" y="690"/>
                  <a:pt x="2299" y="751"/>
                  <a:pt x="2257" y="780"/>
                </a:cubicBezTo>
                <a:lnTo>
                  <a:pt x="1334" y="1409"/>
                </a:lnTo>
                <a:lnTo>
                  <a:pt x="1334" y="1409"/>
                </a:lnTo>
                <a:cubicBezTo>
                  <a:pt x="1287" y="1442"/>
                  <a:pt x="1223" y="1407"/>
                  <a:pt x="1223" y="1350"/>
                </a:cubicBezTo>
                <a:lnTo>
                  <a:pt x="1223" y="1261"/>
                </a:lnTo>
                <a:lnTo>
                  <a:pt x="1223" y="1261"/>
                </a:lnTo>
                <a:cubicBezTo>
                  <a:pt x="1223" y="1221"/>
                  <a:pt x="1190" y="1190"/>
                  <a:pt x="1151" y="1190"/>
                </a:cubicBezTo>
                <a:lnTo>
                  <a:pt x="71" y="1190"/>
                </a:lnTo>
                <a:lnTo>
                  <a:pt x="71" y="1190"/>
                </a:lnTo>
                <a:cubicBezTo>
                  <a:pt x="33" y="1190"/>
                  <a:pt x="0" y="1158"/>
                  <a:pt x="0" y="1119"/>
                </a:cubicBezTo>
              </a:path>
            </a:pathLst>
          </a:custGeom>
          <a:solidFill>
            <a:schemeClr val="accent1"/>
          </a:solidFill>
          <a:ln>
            <a:noFill/>
          </a:ln>
          <a:effectLst/>
        </p:spPr>
        <p:txBody>
          <a:bodyPr wrap="none" anchor="ctr"/>
          <a:lstStyle/>
          <a:p>
            <a:endParaRPr lang="en-US" sz="3266"/>
          </a:p>
        </p:txBody>
      </p:sp>
      <p:sp>
        <p:nvSpPr>
          <p:cNvPr id="16" name="Subtitle 2">
            <a:extLst>
              <a:ext uri="{FF2B5EF4-FFF2-40B4-BE49-F238E27FC236}">
                <a16:creationId xmlns:a16="http://schemas.microsoft.com/office/drawing/2014/main" id="{0FA1CE4E-0DF3-1F4F-98B9-22E1EB5A7EFA}"/>
              </a:ext>
            </a:extLst>
          </p:cNvPr>
          <p:cNvSpPr txBox="1">
            <a:spLocks/>
          </p:cNvSpPr>
          <p:nvPr/>
        </p:nvSpPr>
        <p:spPr>
          <a:xfrm>
            <a:off x="3024000" y="3807478"/>
            <a:ext cx="4875884" cy="750655"/>
          </a:xfrm>
          <a:prstGeom prst="rect">
            <a:avLst/>
          </a:prstGeom>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1750"/>
              </a:lnSpc>
            </a:pPr>
            <a:r>
              <a:rPr lang="fr-FR" sz="1200"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Inclure de l’AI doit permettre de fluidifier les processus, de mieux les piloter et d’en maîtriser les coûts </a:t>
            </a:r>
          </a:p>
          <a:p>
            <a:pPr algn="l">
              <a:lnSpc>
                <a:spcPts val="1750"/>
              </a:lnSpc>
            </a:pPr>
            <a:r>
              <a:rPr lang="fr-FR" sz="1200"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 </a:t>
            </a:r>
          </a:p>
        </p:txBody>
      </p:sp>
      <p:sp>
        <p:nvSpPr>
          <p:cNvPr id="17" name="TextBox 16">
            <a:extLst>
              <a:ext uri="{FF2B5EF4-FFF2-40B4-BE49-F238E27FC236}">
                <a16:creationId xmlns:a16="http://schemas.microsoft.com/office/drawing/2014/main" id="{D239EDAE-0F5C-5646-A07E-24223453D03E}"/>
              </a:ext>
            </a:extLst>
          </p:cNvPr>
          <p:cNvSpPr txBox="1"/>
          <p:nvPr/>
        </p:nvSpPr>
        <p:spPr>
          <a:xfrm>
            <a:off x="2960831" y="3476575"/>
            <a:ext cx="7982653" cy="400110"/>
          </a:xfrm>
          <a:prstGeom prst="rect">
            <a:avLst/>
          </a:prstGeom>
          <a:noFill/>
        </p:spPr>
        <p:txBody>
          <a:bodyPr wrap="square" rtlCol="0" anchor="b" anchorCtr="0">
            <a:spAutoFit/>
          </a:bodyPr>
          <a:lstStyle/>
          <a:p>
            <a:r>
              <a:rPr lang="fr-FR" sz="2000" b="1" dirty="0">
                <a:solidFill>
                  <a:schemeClr val="tx2"/>
                </a:solidFill>
                <a:latin typeface="Poppins" pitchFamily="2" charset="77"/>
                <a:ea typeface="League Spartan" charset="0"/>
                <a:cs typeface="Poppins" pitchFamily="2" charset="77"/>
              </a:rPr>
              <a:t>Mise en œuvre de l’AI aux différentes étapes du processus </a:t>
            </a:r>
          </a:p>
        </p:txBody>
      </p:sp>
      <p:sp>
        <p:nvSpPr>
          <p:cNvPr id="23" name="Freeform 5">
            <a:extLst>
              <a:ext uri="{FF2B5EF4-FFF2-40B4-BE49-F238E27FC236}">
                <a16:creationId xmlns:a16="http://schemas.microsoft.com/office/drawing/2014/main" id="{8D03D583-4840-E148-8D5C-5553119036F5}"/>
              </a:ext>
            </a:extLst>
          </p:cNvPr>
          <p:cNvSpPr>
            <a:spLocks noChangeArrowheads="1"/>
          </p:cNvSpPr>
          <p:nvPr/>
        </p:nvSpPr>
        <p:spPr bwMode="auto">
          <a:xfrm>
            <a:off x="1097739" y="3126264"/>
            <a:ext cx="1863092" cy="1167111"/>
          </a:xfrm>
          <a:custGeom>
            <a:avLst/>
            <a:gdLst>
              <a:gd name="T0" fmla="*/ 0 w 2300"/>
              <a:gd name="T1" fmla="*/ 1117 h 1441"/>
              <a:gd name="T2" fmla="*/ 0 w 2300"/>
              <a:gd name="T3" fmla="*/ 326 h 1441"/>
              <a:gd name="T4" fmla="*/ 0 w 2300"/>
              <a:gd name="T5" fmla="*/ 326 h 1441"/>
              <a:gd name="T6" fmla="*/ 71 w 2300"/>
              <a:gd name="T7" fmla="*/ 254 h 1441"/>
              <a:gd name="T8" fmla="*/ 1152 w 2300"/>
              <a:gd name="T9" fmla="*/ 254 h 1441"/>
              <a:gd name="T10" fmla="*/ 1152 w 2300"/>
              <a:gd name="T11" fmla="*/ 254 h 1441"/>
              <a:gd name="T12" fmla="*/ 1223 w 2300"/>
              <a:gd name="T13" fmla="*/ 183 h 1441"/>
              <a:gd name="T14" fmla="*/ 1223 w 2300"/>
              <a:gd name="T15" fmla="*/ 91 h 1441"/>
              <a:gd name="T16" fmla="*/ 1223 w 2300"/>
              <a:gd name="T17" fmla="*/ 91 h 1441"/>
              <a:gd name="T18" fmla="*/ 1335 w 2300"/>
              <a:gd name="T19" fmla="*/ 32 h 1441"/>
              <a:gd name="T20" fmla="*/ 2258 w 2300"/>
              <a:gd name="T21" fmla="*/ 662 h 1441"/>
              <a:gd name="T22" fmla="*/ 2258 w 2300"/>
              <a:gd name="T23" fmla="*/ 662 h 1441"/>
              <a:gd name="T24" fmla="*/ 2258 w 2300"/>
              <a:gd name="T25" fmla="*/ 779 h 1441"/>
              <a:gd name="T26" fmla="*/ 1335 w 2300"/>
              <a:gd name="T27" fmla="*/ 1408 h 1441"/>
              <a:gd name="T28" fmla="*/ 1335 w 2300"/>
              <a:gd name="T29" fmla="*/ 1408 h 1441"/>
              <a:gd name="T30" fmla="*/ 1223 w 2300"/>
              <a:gd name="T31" fmla="*/ 1349 h 1441"/>
              <a:gd name="T32" fmla="*/ 1223 w 2300"/>
              <a:gd name="T33" fmla="*/ 1260 h 1441"/>
              <a:gd name="T34" fmla="*/ 1223 w 2300"/>
              <a:gd name="T35" fmla="*/ 1260 h 1441"/>
              <a:gd name="T36" fmla="*/ 1152 w 2300"/>
              <a:gd name="T37" fmla="*/ 1189 h 1441"/>
              <a:gd name="T38" fmla="*/ 71 w 2300"/>
              <a:gd name="T39" fmla="*/ 1189 h 1441"/>
              <a:gd name="T40" fmla="*/ 71 w 2300"/>
              <a:gd name="T41" fmla="*/ 1189 h 1441"/>
              <a:gd name="T42" fmla="*/ 0 w 2300"/>
              <a:gd name="T43" fmla="*/ 1117 h 1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00" h="1441">
                <a:moveTo>
                  <a:pt x="0" y="1117"/>
                </a:moveTo>
                <a:lnTo>
                  <a:pt x="0" y="326"/>
                </a:lnTo>
                <a:lnTo>
                  <a:pt x="0" y="326"/>
                </a:lnTo>
                <a:cubicBezTo>
                  <a:pt x="0" y="286"/>
                  <a:pt x="31" y="254"/>
                  <a:pt x="71" y="254"/>
                </a:cubicBezTo>
                <a:lnTo>
                  <a:pt x="1152" y="254"/>
                </a:lnTo>
                <a:lnTo>
                  <a:pt x="1152" y="254"/>
                </a:lnTo>
                <a:cubicBezTo>
                  <a:pt x="1191" y="254"/>
                  <a:pt x="1223" y="223"/>
                  <a:pt x="1223" y="183"/>
                </a:cubicBezTo>
                <a:lnTo>
                  <a:pt x="1223" y="91"/>
                </a:lnTo>
                <a:lnTo>
                  <a:pt x="1223" y="91"/>
                </a:lnTo>
                <a:cubicBezTo>
                  <a:pt x="1223" y="34"/>
                  <a:pt x="1287" y="0"/>
                  <a:pt x="1335" y="32"/>
                </a:cubicBezTo>
                <a:lnTo>
                  <a:pt x="2258" y="662"/>
                </a:lnTo>
                <a:lnTo>
                  <a:pt x="2258" y="662"/>
                </a:lnTo>
                <a:cubicBezTo>
                  <a:pt x="2299" y="690"/>
                  <a:pt x="2299" y="751"/>
                  <a:pt x="2258" y="779"/>
                </a:cubicBezTo>
                <a:lnTo>
                  <a:pt x="1335" y="1408"/>
                </a:lnTo>
                <a:lnTo>
                  <a:pt x="1335" y="1408"/>
                </a:lnTo>
                <a:cubicBezTo>
                  <a:pt x="1287" y="1440"/>
                  <a:pt x="1223" y="1406"/>
                  <a:pt x="1223" y="1349"/>
                </a:cubicBezTo>
                <a:lnTo>
                  <a:pt x="1223" y="1260"/>
                </a:lnTo>
                <a:lnTo>
                  <a:pt x="1223" y="1260"/>
                </a:lnTo>
                <a:cubicBezTo>
                  <a:pt x="1223" y="1221"/>
                  <a:pt x="1191" y="1189"/>
                  <a:pt x="1152" y="1189"/>
                </a:cubicBezTo>
                <a:lnTo>
                  <a:pt x="71" y="1189"/>
                </a:lnTo>
                <a:lnTo>
                  <a:pt x="71" y="1189"/>
                </a:lnTo>
                <a:cubicBezTo>
                  <a:pt x="31" y="1189"/>
                  <a:pt x="0" y="1157"/>
                  <a:pt x="0" y="1117"/>
                </a:cubicBezTo>
              </a:path>
            </a:pathLst>
          </a:custGeom>
          <a:solidFill>
            <a:schemeClr val="accent2"/>
          </a:solidFill>
          <a:ln>
            <a:noFill/>
          </a:ln>
          <a:effectLst/>
        </p:spPr>
        <p:txBody>
          <a:bodyPr wrap="none" anchor="ctr"/>
          <a:lstStyle/>
          <a:p>
            <a:endParaRPr lang="en-US" sz="3266"/>
          </a:p>
        </p:txBody>
      </p:sp>
      <p:sp>
        <p:nvSpPr>
          <p:cNvPr id="14" name="Subtitle 2">
            <a:extLst>
              <a:ext uri="{FF2B5EF4-FFF2-40B4-BE49-F238E27FC236}">
                <a16:creationId xmlns:a16="http://schemas.microsoft.com/office/drawing/2014/main" id="{C664376D-80B9-564C-AF71-DFF7DF801962}"/>
              </a:ext>
            </a:extLst>
          </p:cNvPr>
          <p:cNvSpPr txBox="1">
            <a:spLocks/>
          </p:cNvSpPr>
          <p:nvPr/>
        </p:nvSpPr>
        <p:spPr>
          <a:xfrm>
            <a:off x="3708000" y="5680705"/>
            <a:ext cx="4875884" cy="713722"/>
          </a:xfrm>
          <a:prstGeom prst="rect">
            <a:avLst/>
          </a:prstGeom>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1750"/>
              </a:lnSpc>
            </a:pPr>
            <a:r>
              <a:rPr lang="fr-FR" sz="1200"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En mettant la bonne compétence à chaque étape du processus, en se donnant les moyens de regrouper certaines tâches en les professionnalisant et en libérant certaines ressources trop sollicitées. </a:t>
            </a:r>
          </a:p>
        </p:txBody>
      </p:sp>
      <p:sp>
        <p:nvSpPr>
          <p:cNvPr id="15" name="TextBox 14">
            <a:extLst>
              <a:ext uri="{FF2B5EF4-FFF2-40B4-BE49-F238E27FC236}">
                <a16:creationId xmlns:a16="http://schemas.microsoft.com/office/drawing/2014/main" id="{389AA366-826B-4B4B-ACE9-13CF0C3D6981}"/>
              </a:ext>
            </a:extLst>
          </p:cNvPr>
          <p:cNvSpPr txBox="1"/>
          <p:nvPr/>
        </p:nvSpPr>
        <p:spPr>
          <a:xfrm>
            <a:off x="3658019" y="5343754"/>
            <a:ext cx="7877478" cy="400110"/>
          </a:xfrm>
          <a:prstGeom prst="rect">
            <a:avLst/>
          </a:prstGeom>
          <a:noFill/>
        </p:spPr>
        <p:txBody>
          <a:bodyPr wrap="none" rtlCol="0" anchor="b" anchorCtr="0">
            <a:spAutoFit/>
          </a:bodyPr>
          <a:lstStyle/>
          <a:p>
            <a:r>
              <a:rPr lang="fr-FR" sz="2000" b="1" dirty="0">
                <a:solidFill>
                  <a:schemeClr val="tx2"/>
                </a:solidFill>
                <a:latin typeface="Poppins" pitchFamily="2" charset="77"/>
                <a:ea typeface="League Spartan" charset="0"/>
                <a:cs typeface="Poppins" pitchFamily="2" charset="77"/>
              </a:rPr>
              <a:t>Une politique digitale pour mieux utiliser les compétences </a:t>
            </a:r>
          </a:p>
        </p:txBody>
      </p:sp>
      <p:sp>
        <p:nvSpPr>
          <p:cNvPr id="24" name="Freeform 6">
            <a:extLst>
              <a:ext uri="{FF2B5EF4-FFF2-40B4-BE49-F238E27FC236}">
                <a16:creationId xmlns:a16="http://schemas.microsoft.com/office/drawing/2014/main" id="{B36DC836-815B-7B49-BE71-53FEF16239A9}"/>
              </a:ext>
            </a:extLst>
          </p:cNvPr>
          <p:cNvSpPr>
            <a:spLocks noChangeArrowheads="1"/>
          </p:cNvSpPr>
          <p:nvPr/>
        </p:nvSpPr>
        <p:spPr bwMode="auto">
          <a:xfrm>
            <a:off x="1794927" y="4983604"/>
            <a:ext cx="1863092" cy="1167111"/>
          </a:xfrm>
          <a:custGeom>
            <a:avLst/>
            <a:gdLst>
              <a:gd name="T0" fmla="*/ 0 w 2300"/>
              <a:gd name="T1" fmla="*/ 1118 h 1442"/>
              <a:gd name="T2" fmla="*/ 0 w 2300"/>
              <a:gd name="T3" fmla="*/ 326 h 1442"/>
              <a:gd name="T4" fmla="*/ 0 w 2300"/>
              <a:gd name="T5" fmla="*/ 326 h 1442"/>
              <a:gd name="T6" fmla="*/ 71 w 2300"/>
              <a:gd name="T7" fmla="*/ 254 h 1442"/>
              <a:gd name="T8" fmla="*/ 1152 w 2300"/>
              <a:gd name="T9" fmla="*/ 254 h 1442"/>
              <a:gd name="T10" fmla="*/ 1152 w 2300"/>
              <a:gd name="T11" fmla="*/ 254 h 1442"/>
              <a:gd name="T12" fmla="*/ 1223 w 2300"/>
              <a:gd name="T13" fmla="*/ 183 h 1442"/>
              <a:gd name="T14" fmla="*/ 1223 w 2300"/>
              <a:gd name="T15" fmla="*/ 91 h 1442"/>
              <a:gd name="T16" fmla="*/ 1223 w 2300"/>
              <a:gd name="T17" fmla="*/ 91 h 1442"/>
              <a:gd name="T18" fmla="*/ 1334 w 2300"/>
              <a:gd name="T19" fmla="*/ 32 h 1442"/>
              <a:gd name="T20" fmla="*/ 2258 w 2300"/>
              <a:gd name="T21" fmla="*/ 662 h 1442"/>
              <a:gd name="T22" fmla="*/ 2258 w 2300"/>
              <a:gd name="T23" fmla="*/ 662 h 1442"/>
              <a:gd name="T24" fmla="*/ 2258 w 2300"/>
              <a:gd name="T25" fmla="*/ 779 h 1442"/>
              <a:gd name="T26" fmla="*/ 1334 w 2300"/>
              <a:gd name="T27" fmla="*/ 1409 h 1442"/>
              <a:gd name="T28" fmla="*/ 1334 w 2300"/>
              <a:gd name="T29" fmla="*/ 1409 h 1442"/>
              <a:gd name="T30" fmla="*/ 1223 w 2300"/>
              <a:gd name="T31" fmla="*/ 1350 h 1442"/>
              <a:gd name="T32" fmla="*/ 1223 w 2300"/>
              <a:gd name="T33" fmla="*/ 1260 h 1442"/>
              <a:gd name="T34" fmla="*/ 1223 w 2300"/>
              <a:gd name="T35" fmla="*/ 1260 h 1442"/>
              <a:gd name="T36" fmla="*/ 1152 w 2300"/>
              <a:gd name="T37" fmla="*/ 1189 h 1442"/>
              <a:gd name="T38" fmla="*/ 71 w 2300"/>
              <a:gd name="T39" fmla="*/ 1189 h 1442"/>
              <a:gd name="T40" fmla="*/ 71 w 2300"/>
              <a:gd name="T41" fmla="*/ 1189 h 1442"/>
              <a:gd name="T42" fmla="*/ 0 w 2300"/>
              <a:gd name="T43" fmla="*/ 1118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00" h="1442">
                <a:moveTo>
                  <a:pt x="0" y="1118"/>
                </a:moveTo>
                <a:lnTo>
                  <a:pt x="0" y="326"/>
                </a:lnTo>
                <a:lnTo>
                  <a:pt x="0" y="326"/>
                </a:lnTo>
                <a:cubicBezTo>
                  <a:pt x="0" y="286"/>
                  <a:pt x="32" y="254"/>
                  <a:pt x="71" y="254"/>
                </a:cubicBezTo>
                <a:lnTo>
                  <a:pt x="1152" y="254"/>
                </a:lnTo>
                <a:lnTo>
                  <a:pt x="1152" y="254"/>
                </a:lnTo>
                <a:cubicBezTo>
                  <a:pt x="1191" y="254"/>
                  <a:pt x="1223" y="223"/>
                  <a:pt x="1223" y="183"/>
                </a:cubicBezTo>
                <a:lnTo>
                  <a:pt x="1223" y="91"/>
                </a:lnTo>
                <a:lnTo>
                  <a:pt x="1223" y="91"/>
                </a:lnTo>
                <a:cubicBezTo>
                  <a:pt x="1223" y="34"/>
                  <a:pt x="1287" y="0"/>
                  <a:pt x="1334" y="32"/>
                </a:cubicBezTo>
                <a:lnTo>
                  <a:pt x="2258" y="662"/>
                </a:lnTo>
                <a:lnTo>
                  <a:pt x="2258" y="662"/>
                </a:lnTo>
                <a:cubicBezTo>
                  <a:pt x="2299" y="690"/>
                  <a:pt x="2299" y="751"/>
                  <a:pt x="2258" y="779"/>
                </a:cubicBezTo>
                <a:lnTo>
                  <a:pt x="1334" y="1409"/>
                </a:lnTo>
                <a:lnTo>
                  <a:pt x="1334" y="1409"/>
                </a:lnTo>
                <a:cubicBezTo>
                  <a:pt x="1287" y="1441"/>
                  <a:pt x="1223" y="1407"/>
                  <a:pt x="1223" y="1350"/>
                </a:cubicBezTo>
                <a:lnTo>
                  <a:pt x="1223" y="1260"/>
                </a:lnTo>
                <a:lnTo>
                  <a:pt x="1223" y="1260"/>
                </a:lnTo>
                <a:cubicBezTo>
                  <a:pt x="1223" y="1221"/>
                  <a:pt x="1191" y="1189"/>
                  <a:pt x="1152" y="1189"/>
                </a:cubicBezTo>
                <a:lnTo>
                  <a:pt x="71" y="1189"/>
                </a:lnTo>
                <a:lnTo>
                  <a:pt x="71" y="1189"/>
                </a:lnTo>
                <a:cubicBezTo>
                  <a:pt x="32" y="1189"/>
                  <a:pt x="0" y="1158"/>
                  <a:pt x="0" y="1118"/>
                </a:cubicBezTo>
              </a:path>
            </a:pathLst>
          </a:custGeom>
          <a:solidFill>
            <a:schemeClr val="accent3"/>
          </a:solidFill>
          <a:ln>
            <a:noFill/>
          </a:ln>
          <a:effectLst/>
        </p:spPr>
        <p:txBody>
          <a:bodyPr wrap="none" anchor="ctr"/>
          <a:lstStyle/>
          <a:p>
            <a:endParaRPr lang="en-US" sz="3266"/>
          </a:p>
        </p:txBody>
      </p:sp>
      <p:sp>
        <p:nvSpPr>
          <p:cNvPr id="39" name="TextBox 38">
            <a:extLst>
              <a:ext uri="{FF2B5EF4-FFF2-40B4-BE49-F238E27FC236}">
                <a16:creationId xmlns:a16="http://schemas.microsoft.com/office/drawing/2014/main" id="{E0D9AD38-A339-3543-BB3E-3490E91ED80C}"/>
              </a:ext>
            </a:extLst>
          </p:cNvPr>
          <p:cNvSpPr txBox="1"/>
          <p:nvPr/>
        </p:nvSpPr>
        <p:spPr>
          <a:xfrm>
            <a:off x="1083192" y="1752369"/>
            <a:ext cx="946093" cy="400110"/>
          </a:xfrm>
          <a:prstGeom prst="rect">
            <a:avLst/>
          </a:prstGeom>
          <a:noFill/>
        </p:spPr>
        <p:txBody>
          <a:bodyPr wrap="none" rtlCol="0" anchor="ctr">
            <a:spAutoFit/>
          </a:bodyPr>
          <a:lstStyle/>
          <a:p>
            <a:pPr algn="r"/>
            <a:r>
              <a:rPr lang="fr-FR" sz="2000" b="1" dirty="0">
                <a:solidFill>
                  <a:schemeClr val="bg1"/>
                </a:solidFill>
                <a:latin typeface="Poppins" pitchFamily="2" charset="77"/>
                <a:cs typeface="Poppins" pitchFamily="2" charset="77"/>
              </a:rPr>
              <a:t>INPUT</a:t>
            </a:r>
          </a:p>
        </p:txBody>
      </p:sp>
      <p:sp>
        <p:nvSpPr>
          <p:cNvPr id="40" name="TextBox 39">
            <a:extLst>
              <a:ext uri="{FF2B5EF4-FFF2-40B4-BE49-F238E27FC236}">
                <a16:creationId xmlns:a16="http://schemas.microsoft.com/office/drawing/2014/main" id="{EE33AF07-9AFA-FB44-859C-9473A5992ED8}"/>
              </a:ext>
            </a:extLst>
          </p:cNvPr>
          <p:cNvSpPr txBox="1"/>
          <p:nvPr/>
        </p:nvSpPr>
        <p:spPr>
          <a:xfrm>
            <a:off x="2077891" y="3509764"/>
            <a:ext cx="449162" cy="400110"/>
          </a:xfrm>
          <a:prstGeom prst="rect">
            <a:avLst/>
          </a:prstGeom>
          <a:noFill/>
        </p:spPr>
        <p:txBody>
          <a:bodyPr wrap="none" rtlCol="0" anchor="ctr">
            <a:spAutoFit/>
          </a:bodyPr>
          <a:lstStyle/>
          <a:p>
            <a:pPr algn="r"/>
            <a:r>
              <a:rPr lang="fr-FR" sz="2000" b="1" dirty="0">
                <a:solidFill>
                  <a:schemeClr val="bg1"/>
                </a:solidFill>
                <a:latin typeface="Poppins" pitchFamily="2" charset="77"/>
                <a:cs typeface="Poppins" pitchFamily="2" charset="77"/>
              </a:rPr>
              <a:t>AI</a:t>
            </a:r>
          </a:p>
        </p:txBody>
      </p:sp>
      <p:sp>
        <p:nvSpPr>
          <p:cNvPr id="41" name="TextBox 40">
            <a:extLst>
              <a:ext uri="{FF2B5EF4-FFF2-40B4-BE49-F238E27FC236}">
                <a16:creationId xmlns:a16="http://schemas.microsoft.com/office/drawing/2014/main" id="{866DED9F-819C-904C-8058-D1463A190AA4}"/>
              </a:ext>
            </a:extLst>
          </p:cNvPr>
          <p:cNvSpPr txBox="1"/>
          <p:nvPr/>
        </p:nvSpPr>
        <p:spPr>
          <a:xfrm>
            <a:off x="2267974" y="5384811"/>
            <a:ext cx="997389" cy="400110"/>
          </a:xfrm>
          <a:prstGeom prst="rect">
            <a:avLst/>
          </a:prstGeom>
          <a:noFill/>
        </p:spPr>
        <p:txBody>
          <a:bodyPr wrap="none" rtlCol="0" anchor="ctr">
            <a:spAutoFit/>
          </a:bodyPr>
          <a:lstStyle/>
          <a:p>
            <a:pPr algn="r"/>
            <a:r>
              <a:rPr lang="fr-FR" sz="2000" b="1" dirty="0">
                <a:solidFill>
                  <a:schemeClr val="bg1"/>
                </a:solidFill>
                <a:latin typeface="Poppins" pitchFamily="2" charset="77"/>
                <a:cs typeface="Poppins" pitchFamily="2" charset="77"/>
              </a:rPr>
              <a:t>SKILLS</a:t>
            </a:r>
          </a:p>
        </p:txBody>
      </p:sp>
      <p:pic>
        <p:nvPicPr>
          <p:cNvPr id="3" name="Image 2">
            <a:extLst>
              <a:ext uri="{FF2B5EF4-FFF2-40B4-BE49-F238E27FC236}">
                <a16:creationId xmlns:a16="http://schemas.microsoft.com/office/drawing/2014/main" id="{922653C6-618F-6EBA-23B1-D3B1B683815E}"/>
              </a:ext>
            </a:extLst>
          </p:cNvPr>
          <p:cNvPicPr>
            <a:picLocks noChangeAspect="1"/>
          </p:cNvPicPr>
          <p:nvPr/>
        </p:nvPicPr>
        <p:blipFill>
          <a:blip r:embed="rId3"/>
          <a:stretch>
            <a:fillRect/>
          </a:stretch>
        </p:blipFill>
        <p:spPr>
          <a:xfrm>
            <a:off x="11262361" y="0"/>
            <a:ext cx="929640" cy="889222"/>
          </a:xfrm>
          <a:prstGeom prst="rect">
            <a:avLst/>
          </a:prstGeom>
        </p:spPr>
      </p:pic>
    </p:spTree>
    <p:extLst>
      <p:ext uri="{BB962C8B-B14F-4D97-AF65-F5344CB8AC3E}">
        <p14:creationId xmlns:p14="http://schemas.microsoft.com/office/powerpoint/2010/main" val="2320958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anim calcmode="lin" valueType="num">
                                      <p:cBhvr>
                                        <p:cTn id="7" dur="500" fill="hold"/>
                                        <p:tgtEl>
                                          <p:spTgt spid="39"/>
                                        </p:tgtEl>
                                        <p:attrNameLst>
                                          <p:attrName>ppt_w</p:attrName>
                                        </p:attrNameLst>
                                      </p:cBhvr>
                                      <p:tavLst>
                                        <p:tav tm="0">
                                          <p:val>
                                            <p:fltVal val="0"/>
                                          </p:val>
                                        </p:tav>
                                        <p:tav tm="100000">
                                          <p:val>
                                            <p:strVal val="#ppt_w"/>
                                          </p:val>
                                        </p:tav>
                                      </p:tavLst>
                                    </p:anim>
                                    <p:anim calcmode="lin" valueType="num">
                                      <p:cBhvr>
                                        <p:cTn id="8" dur="500" fill="hold"/>
                                        <p:tgtEl>
                                          <p:spTgt spid="39"/>
                                        </p:tgtEl>
                                        <p:attrNameLst>
                                          <p:attrName>ppt_h</p:attrName>
                                        </p:attrNameLst>
                                      </p:cBhvr>
                                      <p:tavLst>
                                        <p:tav tm="0">
                                          <p:val>
                                            <p:fltVal val="0"/>
                                          </p:val>
                                        </p:tav>
                                        <p:tav tm="100000">
                                          <p:val>
                                            <p:strVal val="#ppt_h"/>
                                          </p:val>
                                        </p:tav>
                                      </p:tavLst>
                                    </p:anim>
                                    <p:animEffect transition="in" filter="fade">
                                      <p:cBhvr>
                                        <p:cTn id="9" dur="500"/>
                                        <p:tgtEl>
                                          <p:spTgt spid="39"/>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2"/>
                                        </p:tgtEl>
                                        <p:attrNameLst>
                                          <p:attrName>style.visibility</p:attrName>
                                        </p:attrNameLst>
                                      </p:cBhvr>
                                      <p:to>
                                        <p:strVal val="visible"/>
                                      </p:to>
                                    </p:set>
                                    <p:anim calcmode="lin" valueType="num">
                                      <p:cBhvr>
                                        <p:cTn id="12" dur="500" fill="hold"/>
                                        <p:tgtEl>
                                          <p:spTgt spid="22"/>
                                        </p:tgtEl>
                                        <p:attrNameLst>
                                          <p:attrName>ppt_w</p:attrName>
                                        </p:attrNameLst>
                                      </p:cBhvr>
                                      <p:tavLst>
                                        <p:tav tm="0">
                                          <p:val>
                                            <p:fltVal val="0"/>
                                          </p:val>
                                        </p:tav>
                                        <p:tav tm="100000">
                                          <p:val>
                                            <p:strVal val="#ppt_w"/>
                                          </p:val>
                                        </p:tav>
                                      </p:tavLst>
                                    </p:anim>
                                    <p:anim calcmode="lin" valueType="num">
                                      <p:cBhvr>
                                        <p:cTn id="13" dur="500" fill="hold"/>
                                        <p:tgtEl>
                                          <p:spTgt spid="22"/>
                                        </p:tgtEl>
                                        <p:attrNameLst>
                                          <p:attrName>ppt_h</p:attrName>
                                        </p:attrNameLst>
                                      </p:cBhvr>
                                      <p:tavLst>
                                        <p:tav tm="0">
                                          <p:val>
                                            <p:fltVal val="0"/>
                                          </p:val>
                                        </p:tav>
                                        <p:tav tm="100000">
                                          <p:val>
                                            <p:strVal val="#ppt_h"/>
                                          </p:val>
                                        </p:tav>
                                      </p:tavLst>
                                    </p:anim>
                                    <p:animEffect transition="in" filter="fade">
                                      <p:cBhvr>
                                        <p:cTn id="14" dur="500"/>
                                        <p:tgtEl>
                                          <p:spTgt spid="22"/>
                                        </p:tgtEl>
                                      </p:cBhvr>
                                    </p:animEffect>
                                  </p:childTnLst>
                                </p:cTn>
                              </p:par>
                            </p:childTnLst>
                          </p:cTn>
                        </p:par>
                      </p:childTnLst>
                    </p:cTn>
                  </p:par>
                  <p:par>
                    <p:cTn id="15" fill="hold">
                      <p:stCondLst>
                        <p:cond delay="indefinite"/>
                      </p:stCondLst>
                      <p:childTnLst>
                        <p:par>
                          <p:cTn id="16" fill="hold">
                            <p:stCondLst>
                              <p:cond delay="0"/>
                            </p:stCondLst>
                            <p:childTnLst>
                              <p:par>
                                <p:cTn id="17" presetID="26"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down)">
                                      <p:cBhvr>
                                        <p:cTn id="19" dur="580">
                                          <p:stCondLst>
                                            <p:cond delay="0"/>
                                          </p:stCondLst>
                                        </p:cTn>
                                        <p:tgtEl>
                                          <p:spTgt spid="11"/>
                                        </p:tgtEl>
                                      </p:cBhvr>
                                    </p:animEffect>
                                    <p:anim calcmode="lin" valueType="num">
                                      <p:cBhvr>
                                        <p:cTn id="20"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21"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22"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23"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24"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25" dur="26">
                                          <p:stCondLst>
                                            <p:cond delay="650"/>
                                          </p:stCondLst>
                                        </p:cTn>
                                        <p:tgtEl>
                                          <p:spTgt spid="11"/>
                                        </p:tgtEl>
                                      </p:cBhvr>
                                      <p:to x="100000" y="60000"/>
                                    </p:animScale>
                                    <p:animScale>
                                      <p:cBhvr>
                                        <p:cTn id="26" dur="166" decel="50000">
                                          <p:stCondLst>
                                            <p:cond delay="676"/>
                                          </p:stCondLst>
                                        </p:cTn>
                                        <p:tgtEl>
                                          <p:spTgt spid="11"/>
                                        </p:tgtEl>
                                      </p:cBhvr>
                                      <p:to x="100000" y="100000"/>
                                    </p:animScale>
                                    <p:animScale>
                                      <p:cBhvr>
                                        <p:cTn id="27" dur="26">
                                          <p:stCondLst>
                                            <p:cond delay="1312"/>
                                          </p:stCondLst>
                                        </p:cTn>
                                        <p:tgtEl>
                                          <p:spTgt spid="11"/>
                                        </p:tgtEl>
                                      </p:cBhvr>
                                      <p:to x="100000" y="80000"/>
                                    </p:animScale>
                                    <p:animScale>
                                      <p:cBhvr>
                                        <p:cTn id="28" dur="166" decel="50000">
                                          <p:stCondLst>
                                            <p:cond delay="1338"/>
                                          </p:stCondLst>
                                        </p:cTn>
                                        <p:tgtEl>
                                          <p:spTgt spid="11"/>
                                        </p:tgtEl>
                                      </p:cBhvr>
                                      <p:to x="100000" y="100000"/>
                                    </p:animScale>
                                    <p:animScale>
                                      <p:cBhvr>
                                        <p:cTn id="29" dur="26">
                                          <p:stCondLst>
                                            <p:cond delay="1642"/>
                                          </p:stCondLst>
                                        </p:cTn>
                                        <p:tgtEl>
                                          <p:spTgt spid="11"/>
                                        </p:tgtEl>
                                      </p:cBhvr>
                                      <p:to x="100000" y="90000"/>
                                    </p:animScale>
                                    <p:animScale>
                                      <p:cBhvr>
                                        <p:cTn id="30" dur="166" decel="50000">
                                          <p:stCondLst>
                                            <p:cond delay="1668"/>
                                          </p:stCondLst>
                                        </p:cTn>
                                        <p:tgtEl>
                                          <p:spTgt spid="11"/>
                                        </p:tgtEl>
                                      </p:cBhvr>
                                      <p:to x="100000" y="100000"/>
                                    </p:animScale>
                                    <p:animScale>
                                      <p:cBhvr>
                                        <p:cTn id="31" dur="26">
                                          <p:stCondLst>
                                            <p:cond delay="1808"/>
                                          </p:stCondLst>
                                        </p:cTn>
                                        <p:tgtEl>
                                          <p:spTgt spid="11"/>
                                        </p:tgtEl>
                                      </p:cBhvr>
                                      <p:to x="100000" y="95000"/>
                                    </p:animScale>
                                    <p:animScale>
                                      <p:cBhvr>
                                        <p:cTn id="32" dur="166" decel="50000">
                                          <p:stCondLst>
                                            <p:cond delay="1834"/>
                                          </p:stCondLst>
                                        </p:cTn>
                                        <p:tgtEl>
                                          <p:spTgt spid="11"/>
                                        </p:tgtEl>
                                      </p:cBhvr>
                                      <p:to x="100000" y="100000"/>
                                    </p:animScale>
                                  </p:childTnLst>
                                </p:cTn>
                              </p:par>
                              <p:par>
                                <p:cTn id="33" presetID="26" presetClass="entr" presetSubtype="0" fill="hold" nodeType="withEffect">
                                  <p:stCondLst>
                                    <p:cond delay="0"/>
                                  </p:stCondLst>
                                  <p:childTnLst>
                                    <p:set>
                                      <p:cBhvr>
                                        <p:cTn id="34" dur="1" fill="hold">
                                          <p:stCondLst>
                                            <p:cond delay="0"/>
                                          </p:stCondLst>
                                        </p:cTn>
                                        <p:tgtEl>
                                          <p:spTgt spid="10">
                                            <p:txEl>
                                              <p:pRg st="0" end="0"/>
                                            </p:txEl>
                                          </p:spTgt>
                                        </p:tgtEl>
                                        <p:attrNameLst>
                                          <p:attrName>style.visibility</p:attrName>
                                        </p:attrNameLst>
                                      </p:cBhvr>
                                      <p:to>
                                        <p:strVal val="visible"/>
                                      </p:to>
                                    </p:set>
                                    <p:animEffect transition="in" filter="wipe(down)">
                                      <p:cBhvr>
                                        <p:cTn id="35" dur="580">
                                          <p:stCondLst>
                                            <p:cond delay="0"/>
                                          </p:stCondLst>
                                        </p:cTn>
                                        <p:tgtEl>
                                          <p:spTgt spid="10">
                                            <p:txEl>
                                              <p:pRg st="0" end="0"/>
                                            </p:txEl>
                                          </p:spTgt>
                                        </p:tgtEl>
                                      </p:cBhvr>
                                    </p:animEffect>
                                    <p:anim calcmode="lin" valueType="num">
                                      <p:cBhvr>
                                        <p:cTn id="36" dur="1822" tmFilter="0,0; 0.14,0.36; 0.43,0.73; 0.71,0.91; 1.0,1.0">
                                          <p:stCondLst>
                                            <p:cond delay="0"/>
                                          </p:stCondLst>
                                        </p:cTn>
                                        <p:tgtEl>
                                          <p:spTgt spid="10">
                                            <p:txEl>
                                              <p:pRg st="0" end="0"/>
                                            </p:txEl>
                                          </p:spTgt>
                                        </p:tgtEl>
                                        <p:attrNameLst>
                                          <p:attrName>ppt_x</p:attrName>
                                        </p:attrNameLst>
                                      </p:cBhvr>
                                      <p:tavLst>
                                        <p:tav tm="0">
                                          <p:val>
                                            <p:strVal val="#ppt_x-0.25"/>
                                          </p:val>
                                        </p:tav>
                                        <p:tav tm="100000">
                                          <p:val>
                                            <p:strVal val="#ppt_x"/>
                                          </p:val>
                                        </p:tav>
                                      </p:tavLst>
                                    </p:anim>
                                    <p:anim calcmode="lin" valueType="num">
                                      <p:cBhvr>
                                        <p:cTn id="37" dur="664" tmFilter="0.0,0.0; 0.25,0.07; 0.50,0.2; 0.75,0.467; 1.0,1.0">
                                          <p:stCondLst>
                                            <p:cond delay="0"/>
                                          </p:stCondLst>
                                        </p:cTn>
                                        <p:tgtEl>
                                          <p:spTgt spid="10">
                                            <p:txEl>
                                              <p:pRg st="0" end="0"/>
                                            </p:txEl>
                                          </p:spTgt>
                                        </p:tgtEl>
                                        <p:attrNameLst>
                                          <p:attrName>ppt_y</p:attrName>
                                        </p:attrNameLst>
                                      </p:cBhvr>
                                      <p:tavLst>
                                        <p:tav tm="0" fmla="#ppt_y-sin(pi*$)/3">
                                          <p:val>
                                            <p:fltVal val="0.5"/>
                                          </p:val>
                                        </p:tav>
                                        <p:tav tm="100000">
                                          <p:val>
                                            <p:fltVal val="1"/>
                                          </p:val>
                                        </p:tav>
                                      </p:tavLst>
                                    </p:anim>
                                    <p:anim calcmode="lin" valueType="num">
                                      <p:cBhvr>
                                        <p:cTn id="38" dur="664" tmFilter="0, 0; 0.125,0.2665; 0.25,0.4; 0.375,0.465; 0.5,0.5;  0.625,0.535; 0.75,0.6; 0.875,0.7335; 1,1">
                                          <p:stCondLst>
                                            <p:cond delay="664"/>
                                          </p:stCondLst>
                                        </p:cTn>
                                        <p:tgtEl>
                                          <p:spTgt spid="10">
                                            <p:txEl>
                                              <p:pRg st="0" end="0"/>
                                            </p:txEl>
                                          </p:spTgt>
                                        </p:tgtEl>
                                        <p:attrNameLst>
                                          <p:attrName>ppt_y</p:attrName>
                                        </p:attrNameLst>
                                      </p:cBhvr>
                                      <p:tavLst>
                                        <p:tav tm="0" fmla="#ppt_y-sin(pi*$)/9">
                                          <p:val>
                                            <p:fltVal val="0"/>
                                          </p:val>
                                        </p:tav>
                                        <p:tav tm="100000">
                                          <p:val>
                                            <p:fltVal val="1"/>
                                          </p:val>
                                        </p:tav>
                                      </p:tavLst>
                                    </p:anim>
                                    <p:anim calcmode="lin" valueType="num">
                                      <p:cBhvr>
                                        <p:cTn id="39" dur="332" tmFilter="0, 0; 0.125,0.2665; 0.25,0.4; 0.375,0.465; 0.5,0.5;  0.625,0.535; 0.75,0.6; 0.875,0.7335; 1,1">
                                          <p:stCondLst>
                                            <p:cond delay="1324"/>
                                          </p:stCondLst>
                                        </p:cTn>
                                        <p:tgtEl>
                                          <p:spTgt spid="10">
                                            <p:txEl>
                                              <p:pRg st="0" end="0"/>
                                            </p:txEl>
                                          </p:spTgt>
                                        </p:tgtEl>
                                        <p:attrNameLst>
                                          <p:attrName>ppt_y</p:attrName>
                                        </p:attrNameLst>
                                      </p:cBhvr>
                                      <p:tavLst>
                                        <p:tav tm="0" fmla="#ppt_y-sin(pi*$)/27">
                                          <p:val>
                                            <p:fltVal val="0"/>
                                          </p:val>
                                        </p:tav>
                                        <p:tav tm="100000">
                                          <p:val>
                                            <p:fltVal val="1"/>
                                          </p:val>
                                        </p:tav>
                                      </p:tavLst>
                                    </p:anim>
                                    <p:anim calcmode="lin" valueType="num">
                                      <p:cBhvr>
                                        <p:cTn id="40" dur="164" tmFilter="0, 0; 0.125,0.2665; 0.25,0.4; 0.375,0.465; 0.5,0.5;  0.625,0.535; 0.75,0.6; 0.875,0.7335; 1,1">
                                          <p:stCondLst>
                                            <p:cond delay="1656"/>
                                          </p:stCondLst>
                                        </p:cTn>
                                        <p:tgtEl>
                                          <p:spTgt spid="10">
                                            <p:txEl>
                                              <p:pRg st="0" end="0"/>
                                            </p:txEl>
                                          </p:spTgt>
                                        </p:tgtEl>
                                        <p:attrNameLst>
                                          <p:attrName>ppt_y</p:attrName>
                                        </p:attrNameLst>
                                      </p:cBhvr>
                                      <p:tavLst>
                                        <p:tav tm="0" fmla="#ppt_y-sin(pi*$)/81">
                                          <p:val>
                                            <p:fltVal val="0"/>
                                          </p:val>
                                        </p:tav>
                                        <p:tav tm="100000">
                                          <p:val>
                                            <p:fltVal val="1"/>
                                          </p:val>
                                        </p:tav>
                                      </p:tavLst>
                                    </p:anim>
                                    <p:animScale>
                                      <p:cBhvr>
                                        <p:cTn id="41" dur="26">
                                          <p:stCondLst>
                                            <p:cond delay="650"/>
                                          </p:stCondLst>
                                        </p:cTn>
                                        <p:tgtEl>
                                          <p:spTgt spid="10">
                                            <p:txEl>
                                              <p:pRg st="0" end="0"/>
                                            </p:txEl>
                                          </p:spTgt>
                                        </p:tgtEl>
                                      </p:cBhvr>
                                      <p:to x="100000" y="60000"/>
                                    </p:animScale>
                                    <p:animScale>
                                      <p:cBhvr>
                                        <p:cTn id="42" dur="166" decel="50000">
                                          <p:stCondLst>
                                            <p:cond delay="676"/>
                                          </p:stCondLst>
                                        </p:cTn>
                                        <p:tgtEl>
                                          <p:spTgt spid="10">
                                            <p:txEl>
                                              <p:pRg st="0" end="0"/>
                                            </p:txEl>
                                          </p:spTgt>
                                        </p:tgtEl>
                                      </p:cBhvr>
                                      <p:to x="100000" y="100000"/>
                                    </p:animScale>
                                    <p:animScale>
                                      <p:cBhvr>
                                        <p:cTn id="43" dur="26">
                                          <p:stCondLst>
                                            <p:cond delay="1312"/>
                                          </p:stCondLst>
                                        </p:cTn>
                                        <p:tgtEl>
                                          <p:spTgt spid="10">
                                            <p:txEl>
                                              <p:pRg st="0" end="0"/>
                                            </p:txEl>
                                          </p:spTgt>
                                        </p:tgtEl>
                                      </p:cBhvr>
                                      <p:to x="100000" y="80000"/>
                                    </p:animScale>
                                    <p:animScale>
                                      <p:cBhvr>
                                        <p:cTn id="44" dur="166" decel="50000">
                                          <p:stCondLst>
                                            <p:cond delay="1338"/>
                                          </p:stCondLst>
                                        </p:cTn>
                                        <p:tgtEl>
                                          <p:spTgt spid="10">
                                            <p:txEl>
                                              <p:pRg st="0" end="0"/>
                                            </p:txEl>
                                          </p:spTgt>
                                        </p:tgtEl>
                                      </p:cBhvr>
                                      <p:to x="100000" y="100000"/>
                                    </p:animScale>
                                    <p:animScale>
                                      <p:cBhvr>
                                        <p:cTn id="45" dur="26">
                                          <p:stCondLst>
                                            <p:cond delay="1642"/>
                                          </p:stCondLst>
                                        </p:cTn>
                                        <p:tgtEl>
                                          <p:spTgt spid="10">
                                            <p:txEl>
                                              <p:pRg st="0" end="0"/>
                                            </p:txEl>
                                          </p:spTgt>
                                        </p:tgtEl>
                                      </p:cBhvr>
                                      <p:to x="100000" y="90000"/>
                                    </p:animScale>
                                    <p:animScale>
                                      <p:cBhvr>
                                        <p:cTn id="46" dur="166" decel="50000">
                                          <p:stCondLst>
                                            <p:cond delay="1668"/>
                                          </p:stCondLst>
                                        </p:cTn>
                                        <p:tgtEl>
                                          <p:spTgt spid="10">
                                            <p:txEl>
                                              <p:pRg st="0" end="0"/>
                                            </p:txEl>
                                          </p:spTgt>
                                        </p:tgtEl>
                                      </p:cBhvr>
                                      <p:to x="100000" y="100000"/>
                                    </p:animScale>
                                    <p:animScale>
                                      <p:cBhvr>
                                        <p:cTn id="47" dur="26">
                                          <p:stCondLst>
                                            <p:cond delay="1808"/>
                                          </p:stCondLst>
                                        </p:cTn>
                                        <p:tgtEl>
                                          <p:spTgt spid="10">
                                            <p:txEl>
                                              <p:pRg st="0" end="0"/>
                                            </p:txEl>
                                          </p:spTgt>
                                        </p:tgtEl>
                                      </p:cBhvr>
                                      <p:to x="100000" y="95000"/>
                                    </p:animScale>
                                    <p:animScale>
                                      <p:cBhvr>
                                        <p:cTn id="48" dur="166" decel="50000">
                                          <p:stCondLst>
                                            <p:cond delay="1834"/>
                                          </p:stCondLst>
                                        </p:cTn>
                                        <p:tgtEl>
                                          <p:spTgt spid="10">
                                            <p:txEl>
                                              <p:pRg st="0" end="0"/>
                                            </p:txEl>
                                          </p:spTgt>
                                        </p:tgtEl>
                                      </p:cBhvr>
                                      <p:to x="100000" y="100000"/>
                                    </p:animScale>
                                  </p:childTnLst>
                                </p:cTn>
                              </p:par>
                            </p:childTnLst>
                          </p:cTn>
                        </p:par>
                      </p:childTnLst>
                    </p:cTn>
                  </p:par>
                  <p:par>
                    <p:cTn id="49" fill="hold">
                      <p:stCondLst>
                        <p:cond delay="indefinite"/>
                      </p:stCondLst>
                      <p:childTnLst>
                        <p:par>
                          <p:cTn id="50" fill="hold">
                            <p:stCondLst>
                              <p:cond delay="0"/>
                            </p:stCondLst>
                            <p:childTnLst>
                              <p:par>
                                <p:cTn id="51" presetID="53" presetClass="entr" presetSubtype="16" fill="hold" grpId="0" nodeType="clickEffect">
                                  <p:stCondLst>
                                    <p:cond delay="0"/>
                                  </p:stCondLst>
                                  <p:childTnLst>
                                    <p:set>
                                      <p:cBhvr>
                                        <p:cTn id="52" dur="1" fill="hold">
                                          <p:stCondLst>
                                            <p:cond delay="0"/>
                                          </p:stCondLst>
                                        </p:cTn>
                                        <p:tgtEl>
                                          <p:spTgt spid="40"/>
                                        </p:tgtEl>
                                        <p:attrNameLst>
                                          <p:attrName>style.visibility</p:attrName>
                                        </p:attrNameLst>
                                      </p:cBhvr>
                                      <p:to>
                                        <p:strVal val="visible"/>
                                      </p:to>
                                    </p:set>
                                    <p:anim calcmode="lin" valueType="num">
                                      <p:cBhvr>
                                        <p:cTn id="53" dur="500" fill="hold"/>
                                        <p:tgtEl>
                                          <p:spTgt spid="40"/>
                                        </p:tgtEl>
                                        <p:attrNameLst>
                                          <p:attrName>ppt_w</p:attrName>
                                        </p:attrNameLst>
                                      </p:cBhvr>
                                      <p:tavLst>
                                        <p:tav tm="0">
                                          <p:val>
                                            <p:fltVal val="0"/>
                                          </p:val>
                                        </p:tav>
                                        <p:tav tm="100000">
                                          <p:val>
                                            <p:strVal val="#ppt_w"/>
                                          </p:val>
                                        </p:tav>
                                      </p:tavLst>
                                    </p:anim>
                                    <p:anim calcmode="lin" valueType="num">
                                      <p:cBhvr>
                                        <p:cTn id="54" dur="500" fill="hold"/>
                                        <p:tgtEl>
                                          <p:spTgt spid="40"/>
                                        </p:tgtEl>
                                        <p:attrNameLst>
                                          <p:attrName>ppt_h</p:attrName>
                                        </p:attrNameLst>
                                      </p:cBhvr>
                                      <p:tavLst>
                                        <p:tav tm="0">
                                          <p:val>
                                            <p:fltVal val="0"/>
                                          </p:val>
                                        </p:tav>
                                        <p:tav tm="100000">
                                          <p:val>
                                            <p:strVal val="#ppt_h"/>
                                          </p:val>
                                        </p:tav>
                                      </p:tavLst>
                                    </p:anim>
                                    <p:animEffect transition="in" filter="fade">
                                      <p:cBhvr>
                                        <p:cTn id="55" dur="500"/>
                                        <p:tgtEl>
                                          <p:spTgt spid="40"/>
                                        </p:tgtEl>
                                      </p:cBhvr>
                                    </p:animEffect>
                                  </p:childTnLst>
                                </p:cTn>
                              </p:par>
                              <p:par>
                                <p:cTn id="56" presetID="53" presetClass="entr" presetSubtype="16" fill="hold" grpId="0" nodeType="withEffect">
                                  <p:stCondLst>
                                    <p:cond delay="0"/>
                                  </p:stCondLst>
                                  <p:childTnLst>
                                    <p:set>
                                      <p:cBhvr>
                                        <p:cTn id="57" dur="1" fill="hold">
                                          <p:stCondLst>
                                            <p:cond delay="0"/>
                                          </p:stCondLst>
                                        </p:cTn>
                                        <p:tgtEl>
                                          <p:spTgt spid="23"/>
                                        </p:tgtEl>
                                        <p:attrNameLst>
                                          <p:attrName>style.visibility</p:attrName>
                                        </p:attrNameLst>
                                      </p:cBhvr>
                                      <p:to>
                                        <p:strVal val="visible"/>
                                      </p:to>
                                    </p:set>
                                    <p:anim calcmode="lin" valueType="num">
                                      <p:cBhvr>
                                        <p:cTn id="58" dur="500" fill="hold"/>
                                        <p:tgtEl>
                                          <p:spTgt spid="23"/>
                                        </p:tgtEl>
                                        <p:attrNameLst>
                                          <p:attrName>ppt_w</p:attrName>
                                        </p:attrNameLst>
                                      </p:cBhvr>
                                      <p:tavLst>
                                        <p:tav tm="0">
                                          <p:val>
                                            <p:fltVal val="0"/>
                                          </p:val>
                                        </p:tav>
                                        <p:tav tm="100000">
                                          <p:val>
                                            <p:strVal val="#ppt_w"/>
                                          </p:val>
                                        </p:tav>
                                      </p:tavLst>
                                    </p:anim>
                                    <p:anim calcmode="lin" valueType="num">
                                      <p:cBhvr>
                                        <p:cTn id="59" dur="500" fill="hold"/>
                                        <p:tgtEl>
                                          <p:spTgt spid="23"/>
                                        </p:tgtEl>
                                        <p:attrNameLst>
                                          <p:attrName>ppt_h</p:attrName>
                                        </p:attrNameLst>
                                      </p:cBhvr>
                                      <p:tavLst>
                                        <p:tav tm="0">
                                          <p:val>
                                            <p:fltVal val="0"/>
                                          </p:val>
                                        </p:tav>
                                        <p:tav tm="100000">
                                          <p:val>
                                            <p:strVal val="#ppt_h"/>
                                          </p:val>
                                        </p:tav>
                                      </p:tavLst>
                                    </p:anim>
                                    <p:animEffect transition="in" filter="fade">
                                      <p:cBhvr>
                                        <p:cTn id="60" dur="500"/>
                                        <p:tgtEl>
                                          <p:spTgt spid="23"/>
                                        </p:tgtEl>
                                      </p:cBhvr>
                                    </p:animEffect>
                                  </p:childTnLst>
                                </p:cTn>
                              </p:par>
                            </p:childTnLst>
                          </p:cTn>
                        </p:par>
                      </p:childTnLst>
                    </p:cTn>
                  </p:par>
                  <p:par>
                    <p:cTn id="61" fill="hold">
                      <p:stCondLst>
                        <p:cond delay="indefinite"/>
                      </p:stCondLst>
                      <p:childTnLst>
                        <p:par>
                          <p:cTn id="62" fill="hold">
                            <p:stCondLst>
                              <p:cond delay="0"/>
                            </p:stCondLst>
                            <p:childTnLst>
                              <p:par>
                                <p:cTn id="63" presetID="26" presetClass="entr" presetSubtype="0" fill="hold" grpId="0" nodeType="clickEffect">
                                  <p:stCondLst>
                                    <p:cond delay="0"/>
                                  </p:stCondLst>
                                  <p:childTnLst>
                                    <p:set>
                                      <p:cBhvr>
                                        <p:cTn id="64" dur="1" fill="hold">
                                          <p:stCondLst>
                                            <p:cond delay="0"/>
                                          </p:stCondLst>
                                        </p:cTn>
                                        <p:tgtEl>
                                          <p:spTgt spid="17"/>
                                        </p:tgtEl>
                                        <p:attrNameLst>
                                          <p:attrName>style.visibility</p:attrName>
                                        </p:attrNameLst>
                                      </p:cBhvr>
                                      <p:to>
                                        <p:strVal val="visible"/>
                                      </p:to>
                                    </p:set>
                                    <p:animEffect transition="in" filter="wipe(down)">
                                      <p:cBhvr>
                                        <p:cTn id="65" dur="580">
                                          <p:stCondLst>
                                            <p:cond delay="0"/>
                                          </p:stCondLst>
                                        </p:cTn>
                                        <p:tgtEl>
                                          <p:spTgt spid="17"/>
                                        </p:tgtEl>
                                      </p:cBhvr>
                                    </p:animEffect>
                                    <p:anim calcmode="lin" valueType="num">
                                      <p:cBhvr>
                                        <p:cTn id="66" dur="1822" tmFilter="0,0; 0.14,0.36; 0.43,0.73; 0.71,0.91; 1.0,1.0">
                                          <p:stCondLst>
                                            <p:cond delay="0"/>
                                          </p:stCondLst>
                                        </p:cTn>
                                        <p:tgtEl>
                                          <p:spTgt spid="17"/>
                                        </p:tgtEl>
                                        <p:attrNameLst>
                                          <p:attrName>ppt_x</p:attrName>
                                        </p:attrNameLst>
                                      </p:cBhvr>
                                      <p:tavLst>
                                        <p:tav tm="0">
                                          <p:val>
                                            <p:strVal val="#ppt_x-0.25"/>
                                          </p:val>
                                        </p:tav>
                                        <p:tav tm="100000">
                                          <p:val>
                                            <p:strVal val="#ppt_x"/>
                                          </p:val>
                                        </p:tav>
                                      </p:tavLst>
                                    </p:anim>
                                    <p:anim calcmode="lin" valueType="num">
                                      <p:cBhvr>
                                        <p:cTn id="67" dur="664" tmFilter="0.0,0.0; 0.25,0.07; 0.50,0.2; 0.75,0.467; 1.0,1.0">
                                          <p:stCondLst>
                                            <p:cond delay="0"/>
                                          </p:stCondLst>
                                        </p:cTn>
                                        <p:tgtEl>
                                          <p:spTgt spid="17"/>
                                        </p:tgtEl>
                                        <p:attrNameLst>
                                          <p:attrName>ppt_y</p:attrName>
                                        </p:attrNameLst>
                                      </p:cBhvr>
                                      <p:tavLst>
                                        <p:tav tm="0" fmla="#ppt_y-sin(pi*$)/3">
                                          <p:val>
                                            <p:fltVal val="0.5"/>
                                          </p:val>
                                        </p:tav>
                                        <p:tav tm="100000">
                                          <p:val>
                                            <p:fltVal val="1"/>
                                          </p:val>
                                        </p:tav>
                                      </p:tavLst>
                                    </p:anim>
                                    <p:anim calcmode="lin" valueType="num">
                                      <p:cBhvr>
                                        <p:cTn id="68" dur="664" tmFilter="0, 0; 0.125,0.2665; 0.25,0.4; 0.375,0.465; 0.5,0.5;  0.625,0.535; 0.75,0.6; 0.875,0.7335; 1,1">
                                          <p:stCondLst>
                                            <p:cond delay="664"/>
                                          </p:stCondLst>
                                        </p:cTn>
                                        <p:tgtEl>
                                          <p:spTgt spid="17"/>
                                        </p:tgtEl>
                                        <p:attrNameLst>
                                          <p:attrName>ppt_y</p:attrName>
                                        </p:attrNameLst>
                                      </p:cBhvr>
                                      <p:tavLst>
                                        <p:tav tm="0" fmla="#ppt_y-sin(pi*$)/9">
                                          <p:val>
                                            <p:fltVal val="0"/>
                                          </p:val>
                                        </p:tav>
                                        <p:tav tm="100000">
                                          <p:val>
                                            <p:fltVal val="1"/>
                                          </p:val>
                                        </p:tav>
                                      </p:tavLst>
                                    </p:anim>
                                    <p:anim calcmode="lin" valueType="num">
                                      <p:cBhvr>
                                        <p:cTn id="69" dur="332" tmFilter="0, 0; 0.125,0.2665; 0.25,0.4; 0.375,0.465; 0.5,0.5;  0.625,0.535; 0.75,0.6; 0.875,0.7335; 1,1">
                                          <p:stCondLst>
                                            <p:cond delay="1324"/>
                                          </p:stCondLst>
                                        </p:cTn>
                                        <p:tgtEl>
                                          <p:spTgt spid="17"/>
                                        </p:tgtEl>
                                        <p:attrNameLst>
                                          <p:attrName>ppt_y</p:attrName>
                                        </p:attrNameLst>
                                      </p:cBhvr>
                                      <p:tavLst>
                                        <p:tav tm="0" fmla="#ppt_y-sin(pi*$)/27">
                                          <p:val>
                                            <p:fltVal val="0"/>
                                          </p:val>
                                        </p:tav>
                                        <p:tav tm="100000">
                                          <p:val>
                                            <p:fltVal val="1"/>
                                          </p:val>
                                        </p:tav>
                                      </p:tavLst>
                                    </p:anim>
                                    <p:anim calcmode="lin" valueType="num">
                                      <p:cBhvr>
                                        <p:cTn id="70" dur="164" tmFilter="0, 0; 0.125,0.2665; 0.25,0.4; 0.375,0.465; 0.5,0.5;  0.625,0.535; 0.75,0.6; 0.875,0.7335; 1,1">
                                          <p:stCondLst>
                                            <p:cond delay="1656"/>
                                          </p:stCondLst>
                                        </p:cTn>
                                        <p:tgtEl>
                                          <p:spTgt spid="17"/>
                                        </p:tgtEl>
                                        <p:attrNameLst>
                                          <p:attrName>ppt_y</p:attrName>
                                        </p:attrNameLst>
                                      </p:cBhvr>
                                      <p:tavLst>
                                        <p:tav tm="0" fmla="#ppt_y-sin(pi*$)/81">
                                          <p:val>
                                            <p:fltVal val="0"/>
                                          </p:val>
                                        </p:tav>
                                        <p:tav tm="100000">
                                          <p:val>
                                            <p:fltVal val="1"/>
                                          </p:val>
                                        </p:tav>
                                      </p:tavLst>
                                    </p:anim>
                                    <p:animScale>
                                      <p:cBhvr>
                                        <p:cTn id="71" dur="26">
                                          <p:stCondLst>
                                            <p:cond delay="650"/>
                                          </p:stCondLst>
                                        </p:cTn>
                                        <p:tgtEl>
                                          <p:spTgt spid="17"/>
                                        </p:tgtEl>
                                      </p:cBhvr>
                                      <p:to x="100000" y="60000"/>
                                    </p:animScale>
                                    <p:animScale>
                                      <p:cBhvr>
                                        <p:cTn id="72" dur="166" decel="50000">
                                          <p:stCondLst>
                                            <p:cond delay="676"/>
                                          </p:stCondLst>
                                        </p:cTn>
                                        <p:tgtEl>
                                          <p:spTgt spid="17"/>
                                        </p:tgtEl>
                                      </p:cBhvr>
                                      <p:to x="100000" y="100000"/>
                                    </p:animScale>
                                    <p:animScale>
                                      <p:cBhvr>
                                        <p:cTn id="73" dur="26">
                                          <p:stCondLst>
                                            <p:cond delay="1312"/>
                                          </p:stCondLst>
                                        </p:cTn>
                                        <p:tgtEl>
                                          <p:spTgt spid="17"/>
                                        </p:tgtEl>
                                      </p:cBhvr>
                                      <p:to x="100000" y="80000"/>
                                    </p:animScale>
                                    <p:animScale>
                                      <p:cBhvr>
                                        <p:cTn id="74" dur="166" decel="50000">
                                          <p:stCondLst>
                                            <p:cond delay="1338"/>
                                          </p:stCondLst>
                                        </p:cTn>
                                        <p:tgtEl>
                                          <p:spTgt spid="17"/>
                                        </p:tgtEl>
                                      </p:cBhvr>
                                      <p:to x="100000" y="100000"/>
                                    </p:animScale>
                                    <p:animScale>
                                      <p:cBhvr>
                                        <p:cTn id="75" dur="26">
                                          <p:stCondLst>
                                            <p:cond delay="1642"/>
                                          </p:stCondLst>
                                        </p:cTn>
                                        <p:tgtEl>
                                          <p:spTgt spid="17"/>
                                        </p:tgtEl>
                                      </p:cBhvr>
                                      <p:to x="100000" y="90000"/>
                                    </p:animScale>
                                    <p:animScale>
                                      <p:cBhvr>
                                        <p:cTn id="76" dur="166" decel="50000">
                                          <p:stCondLst>
                                            <p:cond delay="1668"/>
                                          </p:stCondLst>
                                        </p:cTn>
                                        <p:tgtEl>
                                          <p:spTgt spid="17"/>
                                        </p:tgtEl>
                                      </p:cBhvr>
                                      <p:to x="100000" y="100000"/>
                                    </p:animScale>
                                    <p:animScale>
                                      <p:cBhvr>
                                        <p:cTn id="77" dur="26">
                                          <p:stCondLst>
                                            <p:cond delay="1808"/>
                                          </p:stCondLst>
                                        </p:cTn>
                                        <p:tgtEl>
                                          <p:spTgt spid="17"/>
                                        </p:tgtEl>
                                      </p:cBhvr>
                                      <p:to x="100000" y="95000"/>
                                    </p:animScale>
                                    <p:animScale>
                                      <p:cBhvr>
                                        <p:cTn id="78" dur="166" decel="50000">
                                          <p:stCondLst>
                                            <p:cond delay="1834"/>
                                          </p:stCondLst>
                                        </p:cTn>
                                        <p:tgtEl>
                                          <p:spTgt spid="17"/>
                                        </p:tgtEl>
                                      </p:cBhvr>
                                      <p:to x="100000" y="100000"/>
                                    </p:animScale>
                                  </p:childTnLst>
                                </p:cTn>
                              </p:par>
                              <p:par>
                                <p:cTn id="79" presetID="26" presetClass="entr" presetSubtype="0" fill="hold" nodeType="withEffect">
                                  <p:stCondLst>
                                    <p:cond delay="0"/>
                                  </p:stCondLst>
                                  <p:childTnLst>
                                    <p:set>
                                      <p:cBhvr>
                                        <p:cTn id="80" dur="1" fill="hold">
                                          <p:stCondLst>
                                            <p:cond delay="0"/>
                                          </p:stCondLst>
                                        </p:cTn>
                                        <p:tgtEl>
                                          <p:spTgt spid="16">
                                            <p:txEl>
                                              <p:pRg st="0" end="0"/>
                                            </p:txEl>
                                          </p:spTgt>
                                        </p:tgtEl>
                                        <p:attrNameLst>
                                          <p:attrName>style.visibility</p:attrName>
                                        </p:attrNameLst>
                                      </p:cBhvr>
                                      <p:to>
                                        <p:strVal val="visible"/>
                                      </p:to>
                                    </p:set>
                                    <p:animEffect transition="in" filter="wipe(down)">
                                      <p:cBhvr>
                                        <p:cTn id="81" dur="580">
                                          <p:stCondLst>
                                            <p:cond delay="0"/>
                                          </p:stCondLst>
                                        </p:cTn>
                                        <p:tgtEl>
                                          <p:spTgt spid="16">
                                            <p:txEl>
                                              <p:pRg st="0" end="0"/>
                                            </p:txEl>
                                          </p:spTgt>
                                        </p:tgtEl>
                                      </p:cBhvr>
                                    </p:animEffect>
                                    <p:anim calcmode="lin" valueType="num">
                                      <p:cBhvr>
                                        <p:cTn id="82" dur="1822" tmFilter="0,0; 0.14,0.36; 0.43,0.73; 0.71,0.91; 1.0,1.0">
                                          <p:stCondLst>
                                            <p:cond delay="0"/>
                                          </p:stCondLst>
                                        </p:cTn>
                                        <p:tgtEl>
                                          <p:spTgt spid="16">
                                            <p:txEl>
                                              <p:pRg st="0" end="0"/>
                                            </p:txEl>
                                          </p:spTgt>
                                        </p:tgtEl>
                                        <p:attrNameLst>
                                          <p:attrName>ppt_x</p:attrName>
                                        </p:attrNameLst>
                                      </p:cBhvr>
                                      <p:tavLst>
                                        <p:tav tm="0">
                                          <p:val>
                                            <p:strVal val="#ppt_x-0.25"/>
                                          </p:val>
                                        </p:tav>
                                        <p:tav tm="100000">
                                          <p:val>
                                            <p:strVal val="#ppt_x"/>
                                          </p:val>
                                        </p:tav>
                                      </p:tavLst>
                                    </p:anim>
                                    <p:anim calcmode="lin" valueType="num">
                                      <p:cBhvr>
                                        <p:cTn id="83" dur="664" tmFilter="0.0,0.0; 0.25,0.07; 0.50,0.2; 0.75,0.467; 1.0,1.0">
                                          <p:stCondLst>
                                            <p:cond delay="0"/>
                                          </p:stCondLst>
                                        </p:cTn>
                                        <p:tgtEl>
                                          <p:spTgt spid="16">
                                            <p:txEl>
                                              <p:pRg st="0" end="0"/>
                                            </p:txEl>
                                          </p:spTgt>
                                        </p:tgtEl>
                                        <p:attrNameLst>
                                          <p:attrName>ppt_y</p:attrName>
                                        </p:attrNameLst>
                                      </p:cBhvr>
                                      <p:tavLst>
                                        <p:tav tm="0" fmla="#ppt_y-sin(pi*$)/3">
                                          <p:val>
                                            <p:fltVal val="0.5"/>
                                          </p:val>
                                        </p:tav>
                                        <p:tav tm="100000">
                                          <p:val>
                                            <p:fltVal val="1"/>
                                          </p:val>
                                        </p:tav>
                                      </p:tavLst>
                                    </p:anim>
                                    <p:anim calcmode="lin" valueType="num">
                                      <p:cBhvr>
                                        <p:cTn id="84" dur="664" tmFilter="0, 0; 0.125,0.2665; 0.25,0.4; 0.375,0.465; 0.5,0.5;  0.625,0.535; 0.75,0.6; 0.875,0.7335; 1,1">
                                          <p:stCondLst>
                                            <p:cond delay="664"/>
                                          </p:stCondLst>
                                        </p:cTn>
                                        <p:tgtEl>
                                          <p:spTgt spid="16">
                                            <p:txEl>
                                              <p:pRg st="0" end="0"/>
                                            </p:txEl>
                                          </p:spTgt>
                                        </p:tgtEl>
                                        <p:attrNameLst>
                                          <p:attrName>ppt_y</p:attrName>
                                        </p:attrNameLst>
                                      </p:cBhvr>
                                      <p:tavLst>
                                        <p:tav tm="0" fmla="#ppt_y-sin(pi*$)/9">
                                          <p:val>
                                            <p:fltVal val="0"/>
                                          </p:val>
                                        </p:tav>
                                        <p:tav tm="100000">
                                          <p:val>
                                            <p:fltVal val="1"/>
                                          </p:val>
                                        </p:tav>
                                      </p:tavLst>
                                    </p:anim>
                                    <p:anim calcmode="lin" valueType="num">
                                      <p:cBhvr>
                                        <p:cTn id="85" dur="332" tmFilter="0, 0; 0.125,0.2665; 0.25,0.4; 0.375,0.465; 0.5,0.5;  0.625,0.535; 0.75,0.6; 0.875,0.7335; 1,1">
                                          <p:stCondLst>
                                            <p:cond delay="1324"/>
                                          </p:stCondLst>
                                        </p:cTn>
                                        <p:tgtEl>
                                          <p:spTgt spid="16">
                                            <p:txEl>
                                              <p:pRg st="0" end="0"/>
                                            </p:txEl>
                                          </p:spTgt>
                                        </p:tgtEl>
                                        <p:attrNameLst>
                                          <p:attrName>ppt_y</p:attrName>
                                        </p:attrNameLst>
                                      </p:cBhvr>
                                      <p:tavLst>
                                        <p:tav tm="0" fmla="#ppt_y-sin(pi*$)/27">
                                          <p:val>
                                            <p:fltVal val="0"/>
                                          </p:val>
                                        </p:tav>
                                        <p:tav tm="100000">
                                          <p:val>
                                            <p:fltVal val="1"/>
                                          </p:val>
                                        </p:tav>
                                      </p:tavLst>
                                    </p:anim>
                                    <p:anim calcmode="lin" valueType="num">
                                      <p:cBhvr>
                                        <p:cTn id="86" dur="164" tmFilter="0, 0; 0.125,0.2665; 0.25,0.4; 0.375,0.465; 0.5,0.5;  0.625,0.535; 0.75,0.6; 0.875,0.7335; 1,1">
                                          <p:stCondLst>
                                            <p:cond delay="1656"/>
                                          </p:stCondLst>
                                        </p:cTn>
                                        <p:tgtEl>
                                          <p:spTgt spid="16">
                                            <p:txEl>
                                              <p:pRg st="0" end="0"/>
                                            </p:txEl>
                                          </p:spTgt>
                                        </p:tgtEl>
                                        <p:attrNameLst>
                                          <p:attrName>ppt_y</p:attrName>
                                        </p:attrNameLst>
                                      </p:cBhvr>
                                      <p:tavLst>
                                        <p:tav tm="0" fmla="#ppt_y-sin(pi*$)/81">
                                          <p:val>
                                            <p:fltVal val="0"/>
                                          </p:val>
                                        </p:tav>
                                        <p:tav tm="100000">
                                          <p:val>
                                            <p:fltVal val="1"/>
                                          </p:val>
                                        </p:tav>
                                      </p:tavLst>
                                    </p:anim>
                                    <p:animScale>
                                      <p:cBhvr>
                                        <p:cTn id="87" dur="26">
                                          <p:stCondLst>
                                            <p:cond delay="650"/>
                                          </p:stCondLst>
                                        </p:cTn>
                                        <p:tgtEl>
                                          <p:spTgt spid="16">
                                            <p:txEl>
                                              <p:pRg st="0" end="0"/>
                                            </p:txEl>
                                          </p:spTgt>
                                        </p:tgtEl>
                                      </p:cBhvr>
                                      <p:to x="100000" y="60000"/>
                                    </p:animScale>
                                    <p:animScale>
                                      <p:cBhvr>
                                        <p:cTn id="88" dur="166" decel="50000">
                                          <p:stCondLst>
                                            <p:cond delay="676"/>
                                          </p:stCondLst>
                                        </p:cTn>
                                        <p:tgtEl>
                                          <p:spTgt spid="16">
                                            <p:txEl>
                                              <p:pRg st="0" end="0"/>
                                            </p:txEl>
                                          </p:spTgt>
                                        </p:tgtEl>
                                      </p:cBhvr>
                                      <p:to x="100000" y="100000"/>
                                    </p:animScale>
                                    <p:animScale>
                                      <p:cBhvr>
                                        <p:cTn id="89" dur="26">
                                          <p:stCondLst>
                                            <p:cond delay="1312"/>
                                          </p:stCondLst>
                                        </p:cTn>
                                        <p:tgtEl>
                                          <p:spTgt spid="16">
                                            <p:txEl>
                                              <p:pRg st="0" end="0"/>
                                            </p:txEl>
                                          </p:spTgt>
                                        </p:tgtEl>
                                      </p:cBhvr>
                                      <p:to x="100000" y="80000"/>
                                    </p:animScale>
                                    <p:animScale>
                                      <p:cBhvr>
                                        <p:cTn id="90" dur="166" decel="50000">
                                          <p:stCondLst>
                                            <p:cond delay="1338"/>
                                          </p:stCondLst>
                                        </p:cTn>
                                        <p:tgtEl>
                                          <p:spTgt spid="16">
                                            <p:txEl>
                                              <p:pRg st="0" end="0"/>
                                            </p:txEl>
                                          </p:spTgt>
                                        </p:tgtEl>
                                      </p:cBhvr>
                                      <p:to x="100000" y="100000"/>
                                    </p:animScale>
                                    <p:animScale>
                                      <p:cBhvr>
                                        <p:cTn id="91" dur="26">
                                          <p:stCondLst>
                                            <p:cond delay="1642"/>
                                          </p:stCondLst>
                                        </p:cTn>
                                        <p:tgtEl>
                                          <p:spTgt spid="16">
                                            <p:txEl>
                                              <p:pRg st="0" end="0"/>
                                            </p:txEl>
                                          </p:spTgt>
                                        </p:tgtEl>
                                      </p:cBhvr>
                                      <p:to x="100000" y="90000"/>
                                    </p:animScale>
                                    <p:animScale>
                                      <p:cBhvr>
                                        <p:cTn id="92" dur="166" decel="50000">
                                          <p:stCondLst>
                                            <p:cond delay="1668"/>
                                          </p:stCondLst>
                                        </p:cTn>
                                        <p:tgtEl>
                                          <p:spTgt spid="16">
                                            <p:txEl>
                                              <p:pRg st="0" end="0"/>
                                            </p:txEl>
                                          </p:spTgt>
                                        </p:tgtEl>
                                      </p:cBhvr>
                                      <p:to x="100000" y="100000"/>
                                    </p:animScale>
                                    <p:animScale>
                                      <p:cBhvr>
                                        <p:cTn id="93" dur="26">
                                          <p:stCondLst>
                                            <p:cond delay="1808"/>
                                          </p:stCondLst>
                                        </p:cTn>
                                        <p:tgtEl>
                                          <p:spTgt spid="16">
                                            <p:txEl>
                                              <p:pRg st="0" end="0"/>
                                            </p:txEl>
                                          </p:spTgt>
                                        </p:tgtEl>
                                      </p:cBhvr>
                                      <p:to x="100000" y="95000"/>
                                    </p:animScale>
                                    <p:animScale>
                                      <p:cBhvr>
                                        <p:cTn id="94" dur="166" decel="50000">
                                          <p:stCondLst>
                                            <p:cond delay="1834"/>
                                          </p:stCondLst>
                                        </p:cTn>
                                        <p:tgtEl>
                                          <p:spTgt spid="16">
                                            <p:txEl>
                                              <p:pRg st="0" end="0"/>
                                            </p:txEl>
                                          </p:spTgt>
                                        </p:tgtEl>
                                      </p:cBhvr>
                                      <p:to x="100000" y="100000"/>
                                    </p:animScale>
                                  </p:childTnLst>
                                </p:cTn>
                              </p:par>
                            </p:childTnLst>
                          </p:cTn>
                        </p:par>
                      </p:childTnLst>
                    </p:cTn>
                  </p:par>
                  <p:par>
                    <p:cTn id="95" fill="hold">
                      <p:stCondLst>
                        <p:cond delay="indefinite"/>
                      </p:stCondLst>
                      <p:childTnLst>
                        <p:par>
                          <p:cTn id="96" fill="hold">
                            <p:stCondLst>
                              <p:cond delay="0"/>
                            </p:stCondLst>
                            <p:childTnLst>
                              <p:par>
                                <p:cTn id="97" presetID="53" presetClass="entr" presetSubtype="16" fill="hold" grpId="0" nodeType="clickEffect">
                                  <p:stCondLst>
                                    <p:cond delay="0"/>
                                  </p:stCondLst>
                                  <p:childTnLst>
                                    <p:set>
                                      <p:cBhvr>
                                        <p:cTn id="98" dur="1" fill="hold">
                                          <p:stCondLst>
                                            <p:cond delay="0"/>
                                          </p:stCondLst>
                                        </p:cTn>
                                        <p:tgtEl>
                                          <p:spTgt spid="24"/>
                                        </p:tgtEl>
                                        <p:attrNameLst>
                                          <p:attrName>style.visibility</p:attrName>
                                        </p:attrNameLst>
                                      </p:cBhvr>
                                      <p:to>
                                        <p:strVal val="visible"/>
                                      </p:to>
                                    </p:set>
                                    <p:anim calcmode="lin" valueType="num">
                                      <p:cBhvr>
                                        <p:cTn id="99" dur="500" fill="hold"/>
                                        <p:tgtEl>
                                          <p:spTgt spid="24"/>
                                        </p:tgtEl>
                                        <p:attrNameLst>
                                          <p:attrName>ppt_w</p:attrName>
                                        </p:attrNameLst>
                                      </p:cBhvr>
                                      <p:tavLst>
                                        <p:tav tm="0">
                                          <p:val>
                                            <p:fltVal val="0"/>
                                          </p:val>
                                        </p:tav>
                                        <p:tav tm="100000">
                                          <p:val>
                                            <p:strVal val="#ppt_w"/>
                                          </p:val>
                                        </p:tav>
                                      </p:tavLst>
                                    </p:anim>
                                    <p:anim calcmode="lin" valueType="num">
                                      <p:cBhvr>
                                        <p:cTn id="100" dur="500" fill="hold"/>
                                        <p:tgtEl>
                                          <p:spTgt spid="24"/>
                                        </p:tgtEl>
                                        <p:attrNameLst>
                                          <p:attrName>ppt_h</p:attrName>
                                        </p:attrNameLst>
                                      </p:cBhvr>
                                      <p:tavLst>
                                        <p:tav tm="0">
                                          <p:val>
                                            <p:fltVal val="0"/>
                                          </p:val>
                                        </p:tav>
                                        <p:tav tm="100000">
                                          <p:val>
                                            <p:strVal val="#ppt_h"/>
                                          </p:val>
                                        </p:tav>
                                      </p:tavLst>
                                    </p:anim>
                                    <p:animEffect transition="in" filter="fade">
                                      <p:cBhvr>
                                        <p:cTn id="101" dur="500"/>
                                        <p:tgtEl>
                                          <p:spTgt spid="24"/>
                                        </p:tgtEl>
                                      </p:cBhvr>
                                    </p:animEffect>
                                  </p:childTnLst>
                                </p:cTn>
                              </p:par>
                              <p:par>
                                <p:cTn id="102" presetID="53" presetClass="entr" presetSubtype="16" fill="hold" grpId="0" nodeType="withEffect">
                                  <p:stCondLst>
                                    <p:cond delay="0"/>
                                  </p:stCondLst>
                                  <p:childTnLst>
                                    <p:set>
                                      <p:cBhvr>
                                        <p:cTn id="103" dur="1" fill="hold">
                                          <p:stCondLst>
                                            <p:cond delay="0"/>
                                          </p:stCondLst>
                                        </p:cTn>
                                        <p:tgtEl>
                                          <p:spTgt spid="41"/>
                                        </p:tgtEl>
                                        <p:attrNameLst>
                                          <p:attrName>style.visibility</p:attrName>
                                        </p:attrNameLst>
                                      </p:cBhvr>
                                      <p:to>
                                        <p:strVal val="visible"/>
                                      </p:to>
                                    </p:set>
                                    <p:anim calcmode="lin" valueType="num">
                                      <p:cBhvr>
                                        <p:cTn id="104" dur="500" fill="hold"/>
                                        <p:tgtEl>
                                          <p:spTgt spid="41"/>
                                        </p:tgtEl>
                                        <p:attrNameLst>
                                          <p:attrName>ppt_w</p:attrName>
                                        </p:attrNameLst>
                                      </p:cBhvr>
                                      <p:tavLst>
                                        <p:tav tm="0">
                                          <p:val>
                                            <p:fltVal val="0"/>
                                          </p:val>
                                        </p:tav>
                                        <p:tav tm="100000">
                                          <p:val>
                                            <p:strVal val="#ppt_w"/>
                                          </p:val>
                                        </p:tav>
                                      </p:tavLst>
                                    </p:anim>
                                    <p:anim calcmode="lin" valueType="num">
                                      <p:cBhvr>
                                        <p:cTn id="105" dur="500" fill="hold"/>
                                        <p:tgtEl>
                                          <p:spTgt spid="41"/>
                                        </p:tgtEl>
                                        <p:attrNameLst>
                                          <p:attrName>ppt_h</p:attrName>
                                        </p:attrNameLst>
                                      </p:cBhvr>
                                      <p:tavLst>
                                        <p:tav tm="0">
                                          <p:val>
                                            <p:fltVal val="0"/>
                                          </p:val>
                                        </p:tav>
                                        <p:tav tm="100000">
                                          <p:val>
                                            <p:strVal val="#ppt_h"/>
                                          </p:val>
                                        </p:tav>
                                      </p:tavLst>
                                    </p:anim>
                                    <p:animEffect transition="in" filter="fade">
                                      <p:cBhvr>
                                        <p:cTn id="106" dur="500"/>
                                        <p:tgtEl>
                                          <p:spTgt spid="41"/>
                                        </p:tgtEl>
                                      </p:cBhvr>
                                    </p:animEffect>
                                  </p:childTnLst>
                                </p:cTn>
                              </p:par>
                            </p:childTnLst>
                          </p:cTn>
                        </p:par>
                      </p:childTnLst>
                    </p:cTn>
                  </p:par>
                  <p:par>
                    <p:cTn id="107" fill="hold">
                      <p:stCondLst>
                        <p:cond delay="indefinite"/>
                      </p:stCondLst>
                      <p:childTnLst>
                        <p:par>
                          <p:cTn id="108" fill="hold">
                            <p:stCondLst>
                              <p:cond delay="0"/>
                            </p:stCondLst>
                            <p:childTnLst>
                              <p:par>
                                <p:cTn id="109" presetID="26" presetClass="entr" presetSubtype="0" fill="hold" grpId="0" nodeType="clickEffect">
                                  <p:stCondLst>
                                    <p:cond delay="0"/>
                                  </p:stCondLst>
                                  <p:childTnLst>
                                    <p:set>
                                      <p:cBhvr>
                                        <p:cTn id="110" dur="1" fill="hold">
                                          <p:stCondLst>
                                            <p:cond delay="0"/>
                                          </p:stCondLst>
                                        </p:cTn>
                                        <p:tgtEl>
                                          <p:spTgt spid="15"/>
                                        </p:tgtEl>
                                        <p:attrNameLst>
                                          <p:attrName>style.visibility</p:attrName>
                                        </p:attrNameLst>
                                      </p:cBhvr>
                                      <p:to>
                                        <p:strVal val="visible"/>
                                      </p:to>
                                    </p:set>
                                    <p:animEffect transition="in" filter="wipe(down)">
                                      <p:cBhvr>
                                        <p:cTn id="111" dur="580">
                                          <p:stCondLst>
                                            <p:cond delay="0"/>
                                          </p:stCondLst>
                                        </p:cTn>
                                        <p:tgtEl>
                                          <p:spTgt spid="15"/>
                                        </p:tgtEl>
                                      </p:cBhvr>
                                    </p:animEffect>
                                    <p:anim calcmode="lin" valueType="num">
                                      <p:cBhvr>
                                        <p:cTn id="112" dur="1822" tmFilter="0,0; 0.14,0.36; 0.43,0.73; 0.71,0.91; 1.0,1.0">
                                          <p:stCondLst>
                                            <p:cond delay="0"/>
                                          </p:stCondLst>
                                        </p:cTn>
                                        <p:tgtEl>
                                          <p:spTgt spid="15"/>
                                        </p:tgtEl>
                                        <p:attrNameLst>
                                          <p:attrName>ppt_x</p:attrName>
                                        </p:attrNameLst>
                                      </p:cBhvr>
                                      <p:tavLst>
                                        <p:tav tm="0">
                                          <p:val>
                                            <p:strVal val="#ppt_x-0.25"/>
                                          </p:val>
                                        </p:tav>
                                        <p:tav tm="100000">
                                          <p:val>
                                            <p:strVal val="#ppt_x"/>
                                          </p:val>
                                        </p:tav>
                                      </p:tavLst>
                                    </p:anim>
                                    <p:anim calcmode="lin" valueType="num">
                                      <p:cBhvr>
                                        <p:cTn id="113" dur="664" tmFilter="0.0,0.0; 0.25,0.07; 0.50,0.2; 0.75,0.467; 1.0,1.0">
                                          <p:stCondLst>
                                            <p:cond delay="0"/>
                                          </p:stCondLst>
                                        </p:cTn>
                                        <p:tgtEl>
                                          <p:spTgt spid="15"/>
                                        </p:tgtEl>
                                        <p:attrNameLst>
                                          <p:attrName>ppt_y</p:attrName>
                                        </p:attrNameLst>
                                      </p:cBhvr>
                                      <p:tavLst>
                                        <p:tav tm="0" fmla="#ppt_y-sin(pi*$)/3">
                                          <p:val>
                                            <p:fltVal val="0.5"/>
                                          </p:val>
                                        </p:tav>
                                        <p:tav tm="100000">
                                          <p:val>
                                            <p:fltVal val="1"/>
                                          </p:val>
                                        </p:tav>
                                      </p:tavLst>
                                    </p:anim>
                                    <p:anim calcmode="lin" valueType="num">
                                      <p:cBhvr>
                                        <p:cTn id="114" dur="664" tmFilter="0, 0; 0.125,0.2665; 0.25,0.4; 0.375,0.465; 0.5,0.5;  0.625,0.535; 0.75,0.6; 0.875,0.7335; 1,1">
                                          <p:stCondLst>
                                            <p:cond delay="664"/>
                                          </p:stCondLst>
                                        </p:cTn>
                                        <p:tgtEl>
                                          <p:spTgt spid="15"/>
                                        </p:tgtEl>
                                        <p:attrNameLst>
                                          <p:attrName>ppt_y</p:attrName>
                                        </p:attrNameLst>
                                      </p:cBhvr>
                                      <p:tavLst>
                                        <p:tav tm="0" fmla="#ppt_y-sin(pi*$)/9">
                                          <p:val>
                                            <p:fltVal val="0"/>
                                          </p:val>
                                        </p:tav>
                                        <p:tav tm="100000">
                                          <p:val>
                                            <p:fltVal val="1"/>
                                          </p:val>
                                        </p:tav>
                                      </p:tavLst>
                                    </p:anim>
                                    <p:anim calcmode="lin" valueType="num">
                                      <p:cBhvr>
                                        <p:cTn id="115" dur="332" tmFilter="0, 0; 0.125,0.2665; 0.25,0.4; 0.375,0.465; 0.5,0.5;  0.625,0.535; 0.75,0.6; 0.875,0.7335; 1,1">
                                          <p:stCondLst>
                                            <p:cond delay="1324"/>
                                          </p:stCondLst>
                                        </p:cTn>
                                        <p:tgtEl>
                                          <p:spTgt spid="15"/>
                                        </p:tgtEl>
                                        <p:attrNameLst>
                                          <p:attrName>ppt_y</p:attrName>
                                        </p:attrNameLst>
                                      </p:cBhvr>
                                      <p:tavLst>
                                        <p:tav tm="0" fmla="#ppt_y-sin(pi*$)/27">
                                          <p:val>
                                            <p:fltVal val="0"/>
                                          </p:val>
                                        </p:tav>
                                        <p:tav tm="100000">
                                          <p:val>
                                            <p:fltVal val="1"/>
                                          </p:val>
                                        </p:tav>
                                      </p:tavLst>
                                    </p:anim>
                                    <p:anim calcmode="lin" valueType="num">
                                      <p:cBhvr>
                                        <p:cTn id="116" dur="164" tmFilter="0, 0; 0.125,0.2665; 0.25,0.4; 0.375,0.465; 0.5,0.5;  0.625,0.535; 0.75,0.6; 0.875,0.7335; 1,1">
                                          <p:stCondLst>
                                            <p:cond delay="1656"/>
                                          </p:stCondLst>
                                        </p:cTn>
                                        <p:tgtEl>
                                          <p:spTgt spid="15"/>
                                        </p:tgtEl>
                                        <p:attrNameLst>
                                          <p:attrName>ppt_y</p:attrName>
                                        </p:attrNameLst>
                                      </p:cBhvr>
                                      <p:tavLst>
                                        <p:tav tm="0" fmla="#ppt_y-sin(pi*$)/81">
                                          <p:val>
                                            <p:fltVal val="0"/>
                                          </p:val>
                                        </p:tav>
                                        <p:tav tm="100000">
                                          <p:val>
                                            <p:fltVal val="1"/>
                                          </p:val>
                                        </p:tav>
                                      </p:tavLst>
                                    </p:anim>
                                    <p:animScale>
                                      <p:cBhvr>
                                        <p:cTn id="117" dur="26">
                                          <p:stCondLst>
                                            <p:cond delay="650"/>
                                          </p:stCondLst>
                                        </p:cTn>
                                        <p:tgtEl>
                                          <p:spTgt spid="15"/>
                                        </p:tgtEl>
                                      </p:cBhvr>
                                      <p:to x="100000" y="60000"/>
                                    </p:animScale>
                                    <p:animScale>
                                      <p:cBhvr>
                                        <p:cTn id="118" dur="166" decel="50000">
                                          <p:stCondLst>
                                            <p:cond delay="676"/>
                                          </p:stCondLst>
                                        </p:cTn>
                                        <p:tgtEl>
                                          <p:spTgt spid="15"/>
                                        </p:tgtEl>
                                      </p:cBhvr>
                                      <p:to x="100000" y="100000"/>
                                    </p:animScale>
                                    <p:animScale>
                                      <p:cBhvr>
                                        <p:cTn id="119" dur="26">
                                          <p:stCondLst>
                                            <p:cond delay="1312"/>
                                          </p:stCondLst>
                                        </p:cTn>
                                        <p:tgtEl>
                                          <p:spTgt spid="15"/>
                                        </p:tgtEl>
                                      </p:cBhvr>
                                      <p:to x="100000" y="80000"/>
                                    </p:animScale>
                                    <p:animScale>
                                      <p:cBhvr>
                                        <p:cTn id="120" dur="166" decel="50000">
                                          <p:stCondLst>
                                            <p:cond delay="1338"/>
                                          </p:stCondLst>
                                        </p:cTn>
                                        <p:tgtEl>
                                          <p:spTgt spid="15"/>
                                        </p:tgtEl>
                                      </p:cBhvr>
                                      <p:to x="100000" y="100000"/>
                                    </p:animScale>
                                    <p:animScale>
                                      <p:cBhvr>
                                        <p:cTn id="121" dur="26">
                                          <p:stCondLst>
                                            <p:cond delay="1642"/>
                                          </p:stCondLst>
                                        </p:cTn>
                                        <p:tgtEl>
                                          <p:spTgt spid="15"/>
                                        </p:tgtEl>
                                      </p:cBhvr>
                                      <p:to x="100000" y="90000"/>
                                    </p:animScale>
                                    <p:animScale>
                                      <p:cBhvr>
                                        <p:cTn id="122" dur="166" decel="50000">
                                          <p:stCondLst>
                                            <p:cond delay="1668"/>
                                          </p:stCondLst>
                                        </p:cTn>
                                        <p:tgtEl>
                                          <p:spTgt spid="15"/>
                                        </p:tgtEl>
                                      </p:cBhvr>
                                      <p:to x="100000" y="100000"/>
                                    </p:animScale>
                                    <p:animScale>
                                      <p:cBhvr>
                                        <p:cTn id="123" dur="26">
                                          <p:stCondLst>
                                            <p:cond delay="1808"/>
                                          </p:stCondLst>
                                        </p:cTn>
                                        <p:tgtEl>
                                          <p:spTgt spid="15"/>
                                        </p:tgtEl>
                                      </p:cBhvr>
                                      <p:to x="100000" y="95000"/>
                                    </p:animScale>
                                    <p:animScale>
                                      <p:cBhvr>
                                        <p:cTn id="124" dur="166" decel="50000">
                                          <p:stCondLst>
                                            <p:cond delay="1834"/>
                                          </p:stCondLst>
                                        </p:cTn>
                                        <p:tgtEl>
                                          <p:spTgt spid="15"/>
                                        </p:tgtEl>
                                      </p:cBhvr>
                                      <p:to x="100000" y="100000"/>
                                    </p:animScale>
                                  </p:childTnLst>
                                </p:cTn>
                              </p:par>
                              <p:par>
                                <p:cTn id="125" presetID="26" presetClass="entr" presetSubtype="0" fill="hold" grpId="0" nodeType="withEffect">
                                  <p:stCondLst>
                                    <p:cond delay="0"/>
                                  </p:stCondLst>
                                  <p:childTnLst>
                                    <p:set>
                                      <p:cBhvr>
                                        <p:cTn id="126" dur="1" fill="hold">
                                          <p:stCondLst>
                                            <p:cond delay="0"/>
                                          </p:stCondLst>
                                        </p:cTn>
                                        <p:tgtEl>
                                          <p:spTgt spid="14"/>
                                        </p:tgtEl>
                                        <p:attrNameLst>
                                          <p:attrName>style.visibility</p:attrName>
                                        </p:attrNameLst>
                                      </p:cBhvr>
                                      <p:to>
                                        <p:strVal val="visible"/>
                                      </p:to>
                                    </p:set>
                                    <p:animEffect transition="in" filter="wipe(down)">
                                      <p:cBhvr>
                                        <p:cTn id="127" dur="580">
                                          <p:stCondLst>
                                            <p:cond delay="0"/>
                                          </p:stCondLst>
                                        </p:cTn>
                                        <p:tgtEl>
                                          <p:spTgt spid="14"/>
                                        </p:tgtEl>
                                      </p:cBhvr>
                                    </p:animEffect>
                                    <p:anim calcmode="lin" valueType="num">
                                      <p:cBhvr>
                                        <p:cTn id="128" dur="1822" tmFilter="0,0; 0.14,0.36; 0.43,0.73; 0.71,0.91; 1.0,1.0">
                                          <p:stCondLst>
                                            <p:cond delay="0"/>
                                          </p:stCondLst>
                                        </p:cTn>
                                        <p:tgtEl>
                                          <p:spTgt spid="14"/>
                                        </p:tgtEl>
                                        <p:attrNameLst>
                                          <p:attrName>ppt_x</p:attrName>
                                        </p:attrNameLst>
                                      </p:cBhvr>
                                      <p:tavLst>
                                        <p:tav tm="0">
                                          <p:val>
                                            <p:strVal val="#ppt_x-0.25"/>
                                          </p:val>
                                        </p:tav>
                                        <p:tav tm="100000">
                                          <p:val>
                                            <p:strVal val="#ppt_x"/>
                                          </p:val>
                                        </p:tav>
                                      </p:tavLst>
                                    </p:anim>
                                    <p:anim calcmode="lin" valueType="num">
                                      <p:cBhvr>
                                        <p:cTn id="129" dur="664" tmFilter="0.0,0.0; 0.25,0.07; 0.50,0.2; 0.75,0.467; 1.0,1.0">
                                          <p:stCondLst>
                                            <p:cond delay="0"/>
                                          </p:stCondLst>
                                        </p:cTn>
                                        <p:tgtEl>
                                          <p:spTgt spid="14"/>
                                        </p:tgtEl>
                                        <p:attrNameLst>
                                          <p:attrName>ppt_y</p:attrName>
                                        </p:attrNameLst>
                                      </p:cBhvr>
                                      <p:tavLst>
                                        <p:tav tm="0" fmla="#ppt_y-sin(pi*$)/3">
                                          <p:val>
                                            <p:fltVal val="0.5"/>
                                          </p:val>
                                        </p:tav>
                                        <p:tav tm="100000">
                                          <p:val>
                                            <p:fltVal val="1"/>
                                          </p:val>
                                        </p:tav>
                                      </p:tavLst>
                                    </p:anim>
                                    <p:anim calcmode="lin" valueType="num">
                                      <p:cBhvr>
                                        <p:cTn id="130" dur="664" tmFilter="0, 0; 0.125,0.2665; 0.25,0.4; 0.375,0.465; 0.5,0.5;  0.625,0.535; 0.75,0.6; 0.875,0.7335; 1,1">
                                          <p:stCondLst>
                                            <p:cond delay="664"/>
                                          </p:stCondLst>
                                        </p:cTn>
                                        <p:tgtEl>
                                          <p:spTgt spid="14"/>
                                        </p:tgtEl>
                                        <p:attrNameLst>
                                          <p:attrName>ppt_y</p:attrName>
                                        </p:attrNameLst>
                                      </p:cBhvr>
                                      <p:tavLst>
                                        <p:tav tm="0" fmla="#ppt_y-sin(pi*$)/9">
                                          <p:val>
                                            <p:fltVal val="0"/>
                                          </p:val>
                                        </p:tav>
                                        <p:tav tm="100000">
                                          <p:val>
                                            <p:fltVal val="1"/>
                                          </p:val>
                                        </p:tav>
                                      </p:tavLst>
                                    </p:anim>
                                    <p:anim calcmode="lin" valueType="num">
                                      <p:cBhvr>
                                        <p:cTn id="131" dur="332" tmFilter="0, 0; 0.125,0.2665; 0.25,0.4; 0.375,0.465; 0.5,0.5;  0.625,0.535; 0.75,0.6; 0.875,0.7335; 1,1">
                                          <p:stCondLst>
                                            <p:cond delay="1324"/>
                                          </p:stCondLst>
                                        </p:cTn>
                                        <p:tgtEl>
                                          <p:spTgt spid="14"/>
                                        </p:tgtEl>
                                        <p:attrNameLst>
                                          <p:attrName>ppt_y</p:attrName>
                                        </p:attrNameLst>
                                      </p:cBhvr>
                                      <p:tavLst>
                                        <p:tav tm="0" fmla="#ppt_y-sin(pi*$)/27">
                                          <p:val>
                                            <p:fltVal val="0"/>
                                          </p:val>
                                        </p:tav>
                                        <p:tav tm="100000">
                                          <p:val>
                                            <p:fltVal val="1"/>
                                          </p:val>
                                        </p:tav>
                                      </p:tavLst>
                                    </p:anim>
                                    <p:anim calcmode="lin" valueType="num">
                                      <p:cBhvr>
                                        <p:cTn id="132" dur="164" tmFilter="0, 0; 0.125,0.2665; 0.25,0.4; 0.375,0.465; 0.5,0.5;  0.625,0.535; 0.75,0.6; 0.875,0.7335; 1,1">
                                          <p:stCondLst>
                                            <p:cond delay="1656"/>
                                          </p:stCondLst>
                                        </p:cTn>
                                        <p:tgtEl>
                                          <p:spTgt spid="14"/>
                                        </p:tgtEl>
                                        <p:attrNameLst>
                                          <p:attrName>ppt_y</p:attrName>
                                        </p:attrNameLst>
                                      </p:cBhvr>
                                      <p:tavLst>
                                        <p:tav tm="0" fmla="#ppt_y-sin(pi*$)/81">
                                          <p:val>
                                            <p:fltVal val="0"/>
                                          </p:val>
                                        </p:tav>
                                        <p:tav tm="100000">
                                          <p:val>
                                            <p:fltVal val="1"/>
                                          </p:val>
                                        </p:tav>
                                      </p:tavLst>
                                    </p:anim>
                                    <p:animScale>
                                      <p:cBhvr>
                                        <p:cTn id="133" dur="26">
                                          <p:stCondLst>
                                            <p:cond delay="650"/>
                                          </p:stCondLst>
                                        </p:cTn>
                                        <p:tgtEl>
                                          <p:spTgt spid="14"/>
                                        </p:tgtEl>
                                      </p:cBhvr>
                                      <p:to x="100000" y="60000"/>
                                    </p:animScale>
                                    <p:animScale>
                                      <p:cBhvr>
                                        <p:cTn id="134" dur="166" decel="50000">
                                          <p:stCondLst>
                                            <p:cond delay="676"/>
                                          </p:stCondLst>
                                        </p:cTn>
                                        <p:tgtEl>
                                          <p:spTgt spid="14"/>
                                        </p:tgtEl>
                                      </p:cBhvr>
                                      <p:to x="100000" y="100000"/>
                                    </p:animScale>
                                    <p:animScale>
                                      <p:cBhvr>
                                        <p:cTn id="135" dur="26">
                                          <p:stCondLst>
                                            <p:cond delay="1312"/>
                                          </p:stCondLst>
                                        </p:cTn>
                                        <p:tgtEl>
                                          <p:spTgt spid="14"/>
                                        </p:tgtEl>
                                      </p:cBhvr>
                                      <p:to x="100000" y="80000"/>
                                    </p:animScale>
                                    <p:animScale>
                                      <p:cBhvr>
                                        <p:cTn id="136" dur="166" decel="50000">
                                          <p:stCondLst>
                                            <p:cond delay="1338"/>
                                          </p:stCondLst>
                                        </p:cTn>
                                        <p:tgtEl>
                                          <p:spTgt spid="14"/>
                                        </p:tgtEl>
                                      </p:cBhvr>
                                      <p:to x="100000" y="100000"/>
                                    </p:animScale>
                                    <p:animScale>
                                      <p:cBhvr>
                                        <p:cTn id="137" dur="26">
                                          <p:stCondLst>
                                            <p:cond delay="1642"/>
                                          </p:stCondLst>
                                        </p:cTn>
                                        <p:tgtEl>
                                          <p:spTgt spid="14"/>
                                        </p:tgtEl>
                                      </p:cBhvr>
                                      <p:to x="100000" y="90000"/>
                                    </p:animScale>
                                    <p:animScale>
                                      <p:cBhvr>
                                        <p:cTn id="138" dur="166" decel="50000">
                                          <p:stCondLst>
                                            <p:cond delay="1668"/>
                                          </p:stCondLst>
                                        </p:cTn>
                                        <p:tgtEl>
                                          <p:spTgt spid="14"/>
                                        </p:tgtEl>
                                      </p:cBhvr>
                                      <p:to x="100000" y="100000"/>
                                    </p:animScale>
                                    <p:animScale>
                                      <p:cBhvr>
                                        <p:cTn id="139" dur="26">
                                          <p:stCondLst>
                                            <p:cond delay="1808"/>
                                          </p:stCondLst>
                                        </p:cTn>
                                        <p:tgtEl>
                                          <p:spTgt spid="14"/>
                                        </p:tgtEl>
                                      </p:cBhvr>
                                      <p:to x="100000" y="95000"/>
                                    </p:animScale>
                                    <p:animScale>
                                      <p:cBhvr>
                                        <p:cTn id="140" dur="166" decel="50000">
                                          <p:stCondLst>
                                            <p:cond delay="1834"/>
                                          </p:stCondLst>
                                        </p:cTn>
                                        <p:tgtEl>
                                          <p:spTgt spid="1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2" grpId="0" animBg="1"/>
      <p:bldP spid="17" grpId="0"/>
      <p:bldP spid="23" grpId="0" animBg="1"/>
      <p:bldP spid="14" grpId="0"/>
      <p:bldP spid="15" grpId="0"/>
      <p:bldP spid="24" grpId="0" animBg="1"/>
      <p:bldP spid="39" grpId="0"/>
      <p:bldP spid="40" grpId="0"/>
      <p:bldP spid="4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3BED6-CCEF-CBB1-82CF-9BD5AAD35BB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FA1190C-C919-0690-6C78-0C5D65AF88A7}"/>
              </a:ext>
            </a:extLst>
          </p:cNvPr>
          <p:cNvSpPr txBox="1">
            <a:spLocks/>
          </p:cNvSpPr>
          <p:nvPr/>
        </p:nvSpPr>
        <p:spPr>
          <a:xfrm>
            <a:off x="764209" y="1293943"/>
            <a:ext cx="8574156" cy="1193226"/>
          </a:xfrm>
          <a:prstGeom prst="rect">
            <a:avLst/>
          </a:prstGeom>
        </p:spPr>
        <p:txBody>
          <a:bodyPr/>
          <a:lstStyle>
            <a:lvl1pPr algn="l" defTabSz="914377" rtl="0" eaLnBrk="1" latinLnBrk="0" hangingPunct="1">
              <a:lnSpc>
                <a:spcPct val="100000"/>
              </a:lnSpc>
              <a:spcBef>
                <a:spcPct val="0"/>
              </a:spcBef>
              <a:buNone/>
              <a:defRPr sz="2533" b="1" kern="1200">
                <a:solidFill>
                  <a:schemeClr val="accent2"/>
                </a:solidFill>
                <a:latin typeface="+mj-lt"/>
                <a:ea typeface="+mj-ea"/>
                <a:cs typeface="Arial" panose="020B0604020202020204" pitchFamily="34" charset="0"/>
              </a:defRPr>
            </a:lvl1pPr>
          </a:lstStyle>
          <a:p>
            <a:br>
              <a:rPr lang="fr-FR" sz="1800" dirty="0">
                <a:solidFill>
                  <a:schemeClr val="bg1"/>
                </a:solidFill>
              </a:rPr>
            </a:br>
            <a:br>
              <a:rPr lang="fr-FR" dirty="0"/>
            </a:br>
            <a:r>
              <a:rPr lang="fr-FR" dirty="0"/>
              <a:t>CENTRAL EXPERT DIGITAL PLATFORM</a:t>
            </a:r>
          </a:p>
        </p:txBody>
      </p:sp>
      <p:pic>
        <p:nvPicPr>
          <p:cNvPr id="6" name="Image 5">
            <a:extLst>
              <a:ext uri="{FF2B5EF4-FFF2-40B4-BE49-F238E27FC236}">
                <a16:creationId xmlns:a16="http://schemas.microsoft.com/office/drawing/2014/main" id="{A758EBCC-7E6C-3BD9-1DAD-4CF87F5AB685}"/>
              </a:ext>
            </a:extLst>
          </p:cNvPr>
          <p:cNvPicPr>
            <a:picLocks noChangeAspect="1"/>
          </p:cNvPicPr>
          <p:nvPr/>
        </p:nvPicPr>
        <p:blipFill>
          <a:blip r:embed="rId2"/>
          <a:stretch>
            <a:fillRect/>
          </a:stretch>
        </p:blipFill>
        <p:spPr>
          <a:xfrm>
            <a:off x="10652761" y="-1"/>
            <a:ext cx="1539240" cy="1472319"/>
          </a:xfrm>
          <a:prstGeom prst="rect">
            <a:avLst/>
          </a:prstGeom>
        </p:spPr>
      </p:pic>
      <p:sp>
        <p:nvSpPr>
          <p:cNvPr id="4" name="Sous-titre 2">
            <a:extLst>
              <a:ext uri="{FF2B5EF4-FFF2-40B4-BE49-F238E27FC236}">
                <a16:creationId xmlns:a16="http://schemas.microsoft.com/office/drawing/2014/main" id="{34E9C2D8-6A13-D6AF-5594-AB93B9BE5BB9}"/>
              </a:ext>
            </a:extLst>
          </p:cNvPr>
          <p:cNvSpPr txBox="1">
            <a:spLocks/>
          </p:cNvSpPr>
          <p:nvPr/>
        </p:nvSpPr>
        <p:spPr>
          <a:xfrm>
            <a:off x="764209" y="2919741"/>
            <a:ext cx="6640107" cy="2712963"/>
          </a:xfrm>
          <a:prstGeom prst="rect">
            <a:avLst/>
          </a:prstGeom>
        </p:spPr>
        <p:txBody>
          <a:bodyPr>
            <a:normAutofit/>
          </a:bodyPr>
          <a:lstStyle>
            <a:lvl1pPr marL="0" indent="0" algn="l" defTabSz="914377" rtl="0" eaLnBrk="1" latinLnBrk="0" hangingPunct="1">
              <a:lnSpc>
                <a:spcPts val="2267"/>
              </a:lnSpc>
              <a:spcBef>
                <a:spcPts val="667"/>
              </a:spcBef>
              <a:buFont typeface="Arial" panose="020B0604020202020204" pitchFamily="34" charset="0"/>
              <a:buNone/>
              <a:defRPr sz="2133" b="1" i="0" kern="1200" cap="all" baseline="0">
                <a:solidFill>
                  <a:schemeClr val="accent1"/>
                </a:solidFill>
                <a:latin typeface="Arial Black" panose="020B0604020202020204" pitchFamily="34" charset="0"/>
                <a:ea typeface="+mn-ea"/>
                <a:cs typeface="Arial Black" panose="020B0604020202020204" pitchFamily="34" charset="0"/>
              </a:defRPr>
            </a:lvl1pPr>
            <a:lvl2pPr marL="8466" indent="0" algn="l" defTabSz="914377" rtl="0" eaLnBrk="1" latinLnBrk="0" hangingPunct="1">
              <a:lnSpc>
                <a:spcPts val="2133"/>
              </a:lnSpc>
              <a:spcBef>
                <a:spcPts val="667"/>
              </a:spcBef>
              <a:buFont typeface="Arial" panose="020B0604020202020204" pitchFamily="34" charset="0"/>
              <a:buNone/>
              <a:tabLst/>
              <a:defRPr sz="2000" b="1" i="0" kern="1200">
                <a:solidFill>
                  <a:schemeClr val="accent2"/>
                </a:solidFill>
                <a:latin typeface="Arial Black" panose="020B0604020202020204" pitchFamily="34" charset="0"/>
                <a:ea typeface="+mn-ea"/>
                <a:cs typeface="Arial Black" panose="020B0604020202020204" pitchFamily="34" charset="0"/>
              </a:defRPr>
            </a:lvl2pPr>
            <a:lvl3pPr marL="296326" indent="-287859" algn="l" defTabSz="914377" rtl="0" eaLnBrk="1" latinLnBrk="0" hangingPunct="1">
              <a:lnSpc>
                <a:spcPts val="1733"/>
              </a:lnSpc>
              <a:spcBef>
                <a:spcPts val="2000"/>
              </a:spcBef>
              <a:buSzPct val="115000"/>
              <a:buFontTx/>
              <a:buBlip>
                <a:blip r:embed="rId3"/>
              </a:buBlip>
              <a:tabLst/>
              <a:defRPr sz="1600" b="1" i="0" kern="1200" cap="all" baseline="0">
                <a:solidFill>
                  <a:schemeClr val="accent1"/>
                </a:solidFill>
                <a:latin typeface="Arial Black" panose="020B0604020202020204" pitchFamily="34" charset="0"/>
                <a:ea typeface="+mn-ea"/>
                <a:cs typeface="Arial Black" panose="020B0604020202020204" pitchFamily="34" charset="0"/>
              </a:defRPr>
            </a:lvl3pPr>
            <a:lvl4pPr marL="8466" indent="0" algn="l" defTabSz="914377" rtl="0" eaLnBrk="1" latinLnBrk="0" hangingPunct="1">
              <a:lnSpc>
                <a:spcPts val="2133"/>
              </a:lnSpc>
              <a:spcBef>
                <a:spcPts val="800"/>
              </a:spcBef>
              <a:buFont typeface="Arial" panose="020B0604020202020204" pitchFamily="34" charset="0"/>
              <a:buNone/>
              <a:tabLst/>
              <a:defRPr sz="1867" kern="1200">
                <a:solidFill>
                  <a:schemeClr val="accent2"/>
                </a:solidFill>
                <a:latin typeface="+mn-lt"/>
                <a:ea typeface="+mn-ea"/>
                <a:cs typeface="Arial" panose="020B0604020202020204" pitchFamily="34" charset="0"/>
              </a:defRPr>
            </a:lvl4pPr>
            <a:lvl5pPr marL="298443" indent="-289977" algn="l" defTabSz="914377" rtl="0" eaLnBrk="1" latinLnBrk="0" hangingPunct="1">
              <a:lnSpc>
                <a:spcPts val="2133"/>
              </a:lnSpc>
              <a:spcBef>
                <a:spcPts val="800"/>
              </a:spcBef>
              <a:buClr>
                <a:schemeClr val="accent1"/>
              </a:buClr>
              <a:buSzPct val="100000"/>
              <a:buFontTx/>
              <a:buBlip>
                <a:blip r:embed="rId4"/>
              </a:buBlip>
              <a:tabLst/>
              <a:defRPr sz="1867" kern="1200">
                <a:solidFill>
                  <a:schemeClr val="accent2"/>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400" dirty="0"/>
              <a:t>Politique digitale</a:t>
            </a:r>
          </a:p>
          <a:p>
            <a:r>
              <a:rPr lang="fr-FR" sz="2400" dirty="0"/>
              <a:t>Exemples concrets des impacts potentiels sur les processus</a:t>
            </a:r>
          </a:p>
        </p:txBody>
      </p:sp>
    </p:spTree>
    <p:extLst>
      <p:ext uri="{BB962C8B-B14F-4D97-AF65-F5344CB8AC3E}">
        <p14:creationId xmlns:p14="http://schemas.microsoft.com/office/powerpoint/2010/main" val="28117431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F123D726-4B79-A847-A311-BA390A77794B}"/>
              </a:ext>
            </a:extLst>
          </p:cNvPr>
          <p:cNvSpPr txBox="1"/>
          <p:nvPr/>
        </p:nvSpPr>
        <p:spPr>
          <a:xfrm>
            <a:off x="1255572" y="121961"/>
            <a:ext cx="9680856" cy="400110"/>
          </a:xfrm>
          <a:prstGeom prst="rect">
            <a:avLst/>
          </a:prstGeom>
          <a:noFill/>
        </p:spPr>
        <p:txBody>
          <a:bodyPr wrap="none" rtlCol="0">
            <a:spAutoFit/>
          </a:bodyPr>
          <a:lstStyle/>
          <a:p>
            <a:pPr algn="ctr"/>
            <a:r>
              <a:rPr lang="fr-FR" sz="2000" b="1" dirty="0">
                <a:solidFill>
                  <a:schemeClr val="tx2"/>
                </a:solidFill>
                <a:latin typeface="Poppins" pitchFamily="2" charset="77"/>
                <a:cs typeface="Poppins" pitchFamily="2" charset="77"/>
              </a:rPr>
              <a:t>Gestion d’une demande client technique faisant appel à un diagnostic</a:t>
            </a:r>
          </a:p>
        </p:txBody>
      </p:sp>
      <p:sp>
        <p:nvSpPr>
          <p:cNvPr id="18" name="TextBox 17">
            <a:extLst>
              <a:ext uri="{FF2B5EF4-FFF2-40B4-BE49-F238E27FC236}">
                <a16:creationId xmlns:a16="http://schemas.microsoft.com/office/drawing/2014/main" id="{1E974B7C-F80C-E348-8323-419659BAD508}"/>
              </a:ext>
            </a:extLst>
          </p:cNvPr>
          <p:cNvSpPr txBox="1"/>
          <p:nvPr/>
        </p:nvSpPr>
        <p:spPr>
          <a:xfrm>
            <a:off x="2264114" y="543074"/>
            <a:ext cx="7704353" cy="276999"/>
          </a:xfrm>
          <a:prstGeom prst="rect">
            <a:avLst/>
          </a:prstGeom>
          <a:noFill/>
        </p:spPr>
        <p:txBody>
          <a:bodyPr wrap="none" rtlCol="0">
            <a:spAutoFit/>
          </a:bodyPr>
          <a:lstStyle/>
          <a:p>
            <a:pPr algn="ctr"/>
            <a:r>
              <a:rPr lang="fr-FR" sz="1200" spc="150" dirty="0">
                <a:solidFill>
                  <a:schemeClr val="bg1">
                    <a:lumMod val="65000"/>
                  </a:schemeClr>
                </a:solidFill>
                <a:latin typeface="Poppins Light" pitchFamily="2" charset="77"/>
                <a:cs typeface="Poppins Light" pitchFamily="2" charset="77"/>
              </a:rPr>
              <a:t>Amélioration de la qualité des entrants pour une prise de décision centralisée</a:t>
            </a:r>
          </a:p>
        </p:txBody>
      </p:sp>
      <p:sp>
        <p:nvSpPr>
          <p:cNvPr id="2" name="Freeform 6">
            <a:extLst>
              <a:ext uri="{FF2B5EF4-FFF2-40B4-BE49-F238E27FC236}">
                <a16:creationId xmlns:a16="http://schemas.microsoft.com/office/drawing/2014/main" id="{E737251E-EC68-B441-B405-B814BC2FE820}"/>
              </a:ext>
            </a:extLst>
          </p:cNvPr>
          <p:cNvSpPr>
            <a:spLocks noChangeArrowheads="1"/>
          </p:cNvSpPr>
          <p:nvPr/>
        </p:nvSpPr>
        <p:spPr bwMode="auto">
          <a:xfrm>
            <a:off x="3394688" y="1024697"/>
            <a:ext cx="1429463" cy="1405750"/>
          </a:xfrm>
          <a:custGeom>
            <a:avLst/>
            <a:gdLst>
              <a:gd name="T0" fmla="*/ 1020 w 2040"/>
              <a:gd name="T1" fmla="*/ 0 h 2039"/>
              <a:gd name="T2" fmla="*/ 1020 w 2040"/>
              <a:gd name="T3" fmla="*/ 0 h 2039"/>
              <a:gd name="T4" fmla="*/ 2039 w 2040"/>
              <a:gd name="T5" fmla="*/ 1019 h 2039"/>
              <a:gd name="T6" fmla="*/ 2039 w 2040"/>
              <a:gd name="T7" fmla="*/ 1019 h 2039"/>
              <a:gd name="T8" fmla="*/ 1020 w 2040"/>
              <a:gd name="T9" fmla="*/ 2038 h 2039"/>
              <a:gd name="T10" fmla="*/ 1020 w 2040"/>
              <a:gd name="T11" fmla="*/ 2038 h 2039"/>
              <a:gd name="T12" fmla="*/ 0 w 2040"/>
              <a:gd name="T13" fmla="*/ 1019 h 2039"/>
              <a:gd name="T14" fmla="*/ 0 w 2040"/>
              <a:gd name="T15" fmla="*/ 1019 h 2039"/>
              <a:gd name="T16" fmla="*/ 1020 w 2040"/>
              <a:gd name="T17" fmla="*/ 0 h 20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40" h="2039">
                <a:moveTo>
                  <a:pt x="1020" y="0"/>
                </a:moveTo>
                <a:lnTo>
                  <a:pt x="1020" y="0"/>
                </a:lnTo>
                <a:cubicBezTo>
                  <a:pt x="1582" y="0"/>
                  <a:pt x="2039" y="456"/>
                  <a:pt x="2039" y="1019"/>
                </a:cubicBezTo>
                <a:lnTo>
                  <a:pt x="2039" y="1019"/>
                </a:lnTo>
                <a:cubicBezTo>
                  <a:pt x="2039" y="1581"/>
                  <a:pt x="1582" y="2038"/>
                  <a:pt x="1020" y="2038"/>
                </a:cubicBezTo>
                <a:lnTo>
                  <a:pt x="1020" y="2038"/>
                </a:lnTo>
                <a:cubicBezTo>
                  <a:pt x="457" y="2038"/>
                  <a:pt x="0" y="1581"/>
                  <a:pt x="0" y="1019"/>
                </a:cubicBezTo>
                <a:lnTo>
                  <a:pt x="0" y="1019"/>
                </a:lnTo>
                <a:cubicBezTo>
                  <a:pt x="0" y="456"/>
                  <a:pt x="457" y="0"/>
                  <a:pt x="1020" y="0"/>
                </a:cubicBezTo>
              </a:path>
            </a:pathLst>
          </a:custGeom>
          <a:solidFill>
            <a:schemeClr val="accent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a:r>
              <a:rPr lang="en-US" sz="1600" dirty="0">
                <a:solidFill>
                  <a:schemeClr val="bg1"/>
                </a:solidFill>
              </a:rPr>
              <a:t>1er Contact</a:t>
            </a:r>
            <a:br>
              <a:rPr lang="en-US" sz="1600" dirty="0">
                <a:solidFill>
                  <a:schemeClr val="bg1"/>
                </a:solidFill>
              </a:rPr>
            </a:br>
            <a:r>
              <a:rPr lang="en-US" sz="1600" dirty="0">
                <a:solidFill>
                  <a:schemeClr val="bg1"/>
                </a:solidFill>
              </a:rPr>
              <a:t> avec le client</a:t>
            </a:r>
          </a:p>
        </p:txBody>
      </p:sp>
      <p:sp>
        <p:nvSpPr>
          <p:cNvPr id="19" name="Down Arrow 18">
            <a:extLst>
              <a:ext uri="{FF2B5EF4-FFF2-40B4-BE49-F238E27FC236}">
                <a16:creationId xmlns:a16="http://schemas.microsoft.com/office/drawing/2014/main" id="{E460A0ED-108A-DB45-90F3-5D9780DBDC0D}"/>
              </a:ext>
            </a:extLst>
          </p:cNvPr>
          <p:cNvSpPr/>
          <p:nvPr/>
        </p:nvSpPr>
        <p:spPr>
          <a:xfrm rot="16200000">
            <a:off x="5447118" y="1327474"/>
            <a:ext cx="281163" cy="502195"/>
          </a:xfrm>
          <a:prstGeom prst="downArrow">
            <a:avLst>
              <a:gd name="adj1" fmla="val 50000"/>
              <a:gd name="adj2" fmla="val 9317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35" name="Subtitle 2">
            <a:extLst>
              <a:ext uri="{FF2B5EF4-FFF2-40B4-BE49-F238E27FC236}">
                <a16:creationId xmlns:a16="http://schemas.microsoft.com/office/drawing/2014/main" id="{D65C7090-82A6-D848-8324-187C930CDE34}"/>
              </a:ext>
            </a:extLst>
          </p:cNvPr>
          <p:cNvSpPr txBox="1">
            <a:spLocks/>
          </p:cNvSpPr>
          <p:nvPr/>
        </p:nvSpPr>
        <p:spPr>
          <a:xfrm>
            <a:off x="2323008" y="2647766"/>
            <a:ext cx="3772991" cy="2387513"/>
          </a:xfrm>
          <a:prstGeom prst="rect">
            <a:avLst/>
          </a:prstGeom>
          <a:ln w="28575">
            <a:solidFill>
              <a:schemeClr val="accent1"/>
            </a:solidFill>
          </a:ln>
        </p:spPr>
        <p:txBody>
          <a:bodyPr vert="horz" wrap="square" lIns="45720" tIns="22860" rIns="45720" bIns="22860" rtlCol="0">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1750"/>
              </a:lnSpc>
            </a:pPr>
            <a:r>
              <a:rPr lang="fr-FR" sz="1000" dirty="0">
                <a:solidFill>
                  <a:schemeClr val="tx1"/>
                </a:solidFill>
                <a:latin typeface="+mn-lt"/>
                <a:ea typeface="Lato Light" panose="020F0502020204030203" pitchFamily="34" charset="0"/>
                <a:cs typeface="Mukta ExtraLight" panose="020B0000000000000000" pitchFamily="34" charset="77"/>
              </a:rPr>
              <a:t>Par une analyse trop macro de la situation, la demande du client est mal interprétée, les outils d’aide ne sont pas assez intégrés, double impact :</a:t>
            </a:r>
          </a:p>
          <a:p>
            <a:pPr marL="1259086" lvl="1" indent="-171450" algn="l">
              <a:lnSpc>
                <a:spcPts val="1750"/>
              </a:lnSpc>
              <a:buFontTx/>
              <a:buChar char="-"/>
            </a:pPr>
            <a:r>
              <a:rPr lang="fr-FR" sz="1000" dirty="0">
                <a:solidFill>
                  <a:schemeClr val="tx1"/>
                </a:solidFill>
                <a:latin typeface="+mn-lt"/>
                <a:ea typeface="Lato Light" panose="020F0502020204030203" pitchFamily="34" charset="0"/>
                <a:cs typeface="Mukta ExtraLight" panose="020B0000000000000000" pitchFamily="34" charset="77"/>
              </a:rPr>
              <a:t>La planification se réalise sans avoir les bons niveaux de priorisation et sans forcément diriger les interventions vers les bonnes ressources</a:t>
            </a:r>
          </a:p>
          <a:p>
            <a:pPr marL="1259086" lvl="1" indent="-171450" algn="l">
              <a:lnSpc>
                <a:spcPts val="1750"/>
              </a:lnSpc>
              <a:buFontTx/>
              <a:buChar char="-"/>
            </a:pPr>
            <a:r>
              <a:rPr lang="fr-FR" sz="1000" dirty="0">
                <a:solidFill>
                  <a:schemeClr val="tx1"/>
                </a:solidFill>
                <a:latin typeface="+mn-lt"/>
                <a:ea typeface="Lato Light" panose="020F0502020204030203" pitchFamily="34" charset="0"/>
                <a:cs typeface="Mukta ExtraLight" panose="020B0000000000000000" pitchFamily="34" charset="77"/>
              </a:rPr>
              <a:t>L’intervention sur le terrain n’a pas les bons éléments d’informations pour être réalisée correctement .</a:t>
            </a:r>
          </a:p>
        </p:txBody>
      </p:sp>
      <p:pic>
        <p:nvPicPr>
          <p:cNvPr id="9" name="Image 8">
            <a:extLst>
              <a:ext uri="{FF2B5EF4-FFF2-40B4-BE49-F238E27FC236}">
                <a16:creationId xmlns:a16="http://schemas.microsoft.com/office/drawing/2014/main" id="{56505C00-C744-0613-0FF8-B029A51475B6}"/>
              </a:ext>
            </a:extLst>
          </p:cNvPr>
          <p:cNvPicPr>
            <a:picLocks noChangeAspect="1"/>
          </p:cNvPicPr>
          <p:nvPr/>
        </p:nvPicPr>
        <p:blipFill>
          <a:blip r:embed="rId3"/>
          <a:stretch>
            <a:fillRect/>
          </a:stretch>
        </p:blipFill>
        <p:spPr>
          <a:xfrm>
            <a:off x="11262361" y="0"/>
            <a:ext cx="929640" cy="889222"/>
          </a:xfrm>
          <a:prstGeom prst="rect">
            <a:avLst/>
          </a:prstGeom>
        </p:spPr>
      </p:pic>
      <p:sp>
        <p:nvSpPr>
          <p:cNvPr id="10" name="Freeform 6">
            <a:extLst>
              <a:ext uri="{FF2B5EF4-FFF2-40B4-BE49-F238E27FC236}">
                <a16:creationId xmlns:a16="http://schemas.microsoft.com/office/drawing/2014/main" id="{EB506C39-83DD-0EE9-F26F-A0B32E482183}"/>
              </a:ext>
            </a:extLst>
          </p:cNvPr>
          <p:cNvSpPr>
            <a:spLocks noChangeArrowheads="1"/>
          </p:cNvSpPr>
          <p:nvPr/>
        </p:nvSpPr>
        <p:spPr bwMode="auto">
          <a:xfrm>
            <a:off x="6340352" y="1016278"/>
            <a:ext cx="1429463" cy="1405750"/>
          </a:xfrm>
          <a:custGeom>
            <a:avLst/>
            <a:gdLst>
              <a:gd name="T0" fmla="*/ 1020 w 2040"/>
              <a:gd name="T1" fmla="*/ 0 h 2039"/>
              <a:gd name="T2" fmla="*/ 1020 w 2040"/>
              <a:gd name="T3" fmla="*/ 0 h 2039"/>
              <a:gd name="T4" fmla="*/ 2039 w 2040"/>
              <a:gd name="T5" fmla="*/ 1019 h 2039"/>
              <a:gd name="T6" fmla="*/ 2039 w 2040"/>
              <a:gd name="T7" fmla="*/ 1019 h 2039"/>
              <a:gd name="T8" fmla="*/ 1020 w 2040"/>
              <a:gd name="T9" fmla="*/ 2038 h 2039"/>
              <a:gd name="T10" fmla="*/ 1020 w 2040"/>
              <a:gd name="T11" fmla="*/ 2038 h 2039"/>
              <a:gd name="T12" fmla="*/ 0 w 2040"/>
              <a:gd name="T13" fmla="*/ 1019 h 2039"/>
              <a:gd name="T14" fmla="*/ 0 w 2040"/>
              <a:gd name="T15" fmla="*/ 1019 h 2039"/>
              <a:gd name="T16" fmla="*/ 1020 w 2040"/>
              <a:gd name="T17" fmla="*/ 0 h 20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40" h="2039">
                <a:moveTo>
                  <a:pt x="1020" y="0"/>
                </a:moveTo>
                <a:lnTo>
                  <a:pt x="1020" y="0"/>
                </a:lnTo>
                <a:cubicBezTo>
                  <a:pt x="1582" y="0"/>
                  <a:pt x="2039" y="456"/>
                  <a:pt x="2039" y="1019"/>
                </a:cubicBezTo>
                <a:lnTo>
                  <a:pt x="2039" y="1019"/>
                </a:lnTo>
                <a:cubicBezTo>
                  <a:pt x="2039" y="1581"/>
                  <a:pt x="1582" y="2038"/>
                  <a:pt x="1020" y="2038"/>
                </a:cubicBezTo>
                <a:lnTo>
                  <a:pt x="1020" y="2038"/>
                </a:lnTo>
                <a:cubicBezTo>
                  <a:pt x="457" y="2038"/>
                  <a:pt x="0" y="1581"/>
                  <a:pt x="0" y="1019"/>
                </a:cubicBezTo>
                <a:lnTo>
                  <a:pt x="0" y="1019"/>
                </a:lnTo>
                <a:cubicBezTo>
                  <a:pt x="0" y="456"/>
                  <a:pt x="457" y="0"/>
                  <a:pt x="1020" y="0"/>
                </a:cubicBezTo>
              </a:path>
            </a:pathLst>
          </a:custGeom>
          <a:solidFill>
            <a:schemeClr val="accent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a:r>
              <a:rPr lang="en-US" sz="1600" dirty="0">
                <a:solidFill>
                  <a:schemeClr val="bg1"/>
                </a:solidFill>
              </a:rPr>
              <a:t>Planification</a:t>
            </a:r>
          </a:p>
          <a:p>
            <a:pPr algn="ctr"/>
            <a:r>
              <a:rPr lang="fr-FR" sz="1600" dirty="0">
                <a:solidFill>
                  <a:schemeClr val="bg1"/>
                </a:solidFill>
              </a:rPr>
              <a:t>d’une</a:t>
            </a:r>
            <a:r>
              <a:rPr lang="en-US" sz="1600" dirty="0">
                <a:solidFill>
                  <a:schemeClr val="bg1"/>
                </a:solidFill>
              </a:rPr>
              <a:t> </a:t>
            </a:r>
          </a:p>
          <a:p>
            <a:pPr algn="ctr"/>
            <a:r>
              <a:rPr lang="en-US" sz="1600" dirty="0">
                <a:solidFill>
                  <a:schemeClr val="bg1"/>
                </a:solidFill>
              </a:rPr>
              <a:t>Intervention</a:t>
            </a:r>
            <a:br>
              <a:rPr lang="en-US" sz="1600" dirty="0">
                <a:solidFill>
                  <a:schemeClr val="bg1"/>
                </a:solidFill>
              </a:rPr>
            </a:br>
            <a:r>
              <a:rPr lang="en-US" sz="1600" dirty="0">
                <a:solidFill>
                  <a:schemeClr val="bg1"/>
                </a:solidFill>
              </a:rPr>
              <a:t>Technique</a:t>
            </a:r>
          </a:p>
        </p:txBody>
      </p:sp>
      <p:sp>
        <p:nvSpPr>
          <p:cNvPr id="20" name="Freeform 6">
            <a:extLst>
              <a:ext uri="{FF2B5EF4-FFF2-40B4-BE49-F238E27FC236}">
                <a16:creationId xmlns:a16="http://schemas.microsoft.com/office/drawing/2014/main" id="{EC9CC6C4-E297-4C25-9447-60B0FB1148E3}"/>
              </a:ext>
            </a:extLst>
          </p:cNvPr>
          <p:cNvSpPr>
            <a:spLocks noChangeArrowheads="1"/>
          </p:cNvSpPr>
          <p:nvPr/>
        </p:nvSpPr>
        <p:spPr bwMode="auto">
          <a:xfrm>
            <a:off x="8813650" y="1254313"/>
            <a:ext cx="1429463" cy="1405750"/>
          </a:xfrm>
          <a:custGeom>
            <a:avLst/>
            <a:gdLst>
              <a:gd name="T0" fmla="*/ 1020 w 2040"/>
              <a:gd name="T1" fmla="*/ 0 h 2039"/>
              <a:gd name="T2" fmla="*/ 1020 w 2040"/>
              <a:gd name="T3" fmla="*/ 0 h 2039"/>
              <a:gd name="T4" fmla="*/ 2039 w 2040"/>
              <a:gd name="T5" fmla="*/ 1019 h 2039"/>
              <a:gd name="T6" fmla="*/ 2039 w 2040"/>
              <a:gd name="T7" fmla="*/ 1019 h 2039"/>
              <a:gd name="T8" fmla="*/ 1020 w 2040"/>
              <a:gd name="T9" fmla="*/ 2038 h 2039"/>
              <a:gd name="T10" fmla="*/ 1020 w 2040"/>
              <a:gd name="T11" fmla="*/ 2038 h 2039"/>
              <a:gd name="T12" fmla="*/ 0 w 2040"/>
              <a:gd name="T13" fmla="*/ 1019 h 2039"/>
              <a:gd name="T14" fmla="*/ 0 w 2040"/>
              <a:gd name="T15" fmla="*/ 1019 h 2039"/>
              <a:gd name="T16" fmla="*/ 1020 w 2040"/>
              <a:gd name="T17" fmla="*/ 0 h 20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40" h="2039">
                <a:moveTo>
                  <a:pt x="1020" y="0"/>
                </a:moveTo>
                <a:lnTo>
                  <a:pt x="1020" y="0"/>
                </a:lnTo>
                <a:cubicBezTo>
                  <a:pt x="1582" y="0"/>
                  <a:pt x="2039" y="456"/>
                  <a:pt x="2039" y="1019"/>
                </a:cubicBezTo>
                <a:lnTo>
                  <a:pt x="2039" y="1019"/>
                </a:lnTo>
                <a:cubicBezTo>
                  <a:pt x="2039" y="1581"/>
                  <a:pt x="1582" y="2038"/>
                  <a:pt x="1020" y="2038"/>
                </a:cubicBezTo>
                <a:lnTo>
                  <a:pt x="1020" y="2038"/>
                </a:lnTo>
                <a:cubicBezTo>
                  <a:pt x="457" y="2038"/>
                  <a:pt x="0" y="1581"/>
                  <a:pt x="0" y="1019"/>
                </a:cubicBezTo>
                <a:lnTo>
                  <a:pt x="0" y="1019"/>
                </a:lnTo>
                <a:cubicBezTo>
                  <a:pt x="0" y="456"/>
                  <a:pt x="457" y="0"/>
                  <a:pt x="1020" y="0"/>
                </a:cubicBezTo>
              </a:path>
            </a:pathLst>
          </a:custGeom>
          <a:solidFill>
            <a:schemeClr val="accent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a:r>
              <a:rPr lang="fr-FR" sz="1600" dirty="0">
                <a:solidFill>
                  <a:schemeClr val="bg1"/>
                </a:solidFill>
              </a:rPr>
              <a:t>Intervention</a:t>
            </a:r>
            <a:br>
              <a:rPr lang="fr-FR" sz="1600" dirty="0">
                <a:solidFill>
                  <a:schemeClr val="bg1"/>
                </a:solidFill>
              </a:rPr>
            </a:br>
            <a:r>
              <a:rPr lang="fr-FR" sz="1600" dirty="0">
                <a:solidFill>
                  <a:schemeClr val="bg1"/>
                </a:solidFill>
              </a:rPr>
              <a:t>sur le </a:t>
            </a:r>
            <a:br>
              <a:rPr lang="fr-FR" sz="1600" dirty="0">
                <a:solidFill>
                  <a:schemeClr val="bg1"/>
                </a:solidFill>
              </a:rPr>
            </a:br>
            <a:r>
              <a:rPr lang="fr-FR" sz="1600" dirty="0">
                <a:solidFill>
                  <a:schemeClr val="bg1"/>
                </a:solidFill>
              </a:rPr>
              <a:t>chez le client</a:t>
            </a:r>
            <a:endParaRPr lang="en-US" sz="1600" dirty="0">
              <a:solidFill>
                <a:schemeClr val="bg1"/>
              </a:solidFill>
            </a:endParaRPr>
          </a:p>
        </p:txBody>
      </p:sp>
      <p:sp>
        <p:nvSpPr>
          <p:cNvPr id="21" name="Down Arrow 18">
            <a:extLst>
              <a:ext uri="{FF2B5EF4-FFF2-40B4-BE49-F238E27FC236}">
                <a16:creationId xmlns:a16="http://schemas.microsoft.com/office/drawing/2014/main" id="{623996A4-842A-47ED-EEC5-7280E6D31A6F}"/>
              </a:ext>
            </a:extLst>
          </p:cNvPr>
          <p:cNvSpPr/>
          <p:nvPr/>
        </p:nvSpPr>
        <p:spPr>
          <a:xfrm rot="16200000">
            <a:off x="8299121" y="1637885"/>
            <a:ext cx="281163" cy="502195"/>
          </a:xfrm>
          <a:prstGeom prst="downArrow">
            <a:avLst>
              <a:gd name="adj1" fmla="val 50000"/>
              <a:gd name="adj2" fmla="val 9317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p>
        </p:txBody>
      </p:sp>
      <p:sp>
        <p:nvSpPr>
          <p:cNvPr id="34" name="Subtitle 2">
            <a:extLst>
              <a:ext uri="{FF2B5EF4-FFF2-40B4-BE49-F238E27FC236}">
                <a16:creationId xmlns:a16="http://schemas.microsoft.com/office/drawing/2014/main" id="{3C8A5E04-4CE6-1049-C227-C9240938E975}"/>
              </a:ext>
            </a:extLst>
          </p:cNvPr>
          <p:cNvSpPr txBox="1">
            <a:spLocks/>
          </p:cNvSpPr>
          <p:nvPr/>
        </p:nvSpPr>
        <p:spPr>
          <a:xfrm>
            <a:off x="113260" y="2635073"/>
            <a:ext cx="2150854" cy="2400206"/>
          </a:xfrm>
          <a:prstGeom prst="rect">
            <a:avLst/>
          </a:prstGeom>
          <a:solidFill>
            <a:schemeClr val="accent1">
              <a:lumMod val="60000"/>
              <a:lumOff val="40000"/>
            </a:schemeClr>
          </a:solidFill>
          <a:ln w="28575">
            <a:solidFill>
              <a:schemeClr val="accent1"/>
            </a:solidFill>
          </a:ln>
        </p:spPr>
        <p:txBody>
          <a:bodyPr vert="horz" wrap="square" lIns="45720" tIns="22860" rIns="45720" bIns="22860" rtlCol="0">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750"/>
              </a:lnSpc>
            </a:pPr>
            <a:r>
              <a:rPr lang="fr-FR" sz="1200"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Les points faibles souvent rencontrés à chacune de ces étapes</a:t>
            </a:r>
          </a:p>
        </p:txBody>
      </p:sp>
      <p:sp>
        <p:nvSpPr>
          <p:cNvPr id="46" name="Subtitle 2">
            <a:extLst>
              <a:ext uri="{FF2B5EF4-FFF2-40B4-BE49-F238E27FC236}">
                <a16:creationId xmlns:a16="http://schemas.microsoft.com/office/drawing/2014/main" id="{061FA9A5-4C30-88B0-10EE-CE3FFABC2E18}"/>
              </a:ext>
            </a:extLst>
          </p:cNvPr>
          <p:cNvSpPr txBox="1">
            <a:spLocks/>
          </p:cNvSpPr>
          <p:nvPr/>
        </p:nvSpPr>
        <p:spPr>
          <a:xfrm>
            <a:off x="6154893" y="2633480"/>
            <a:ext cx="2150854" cy="2400206"/>
          </a:xfrm>
          <a:prstGeom prst="rect">
            <a:avLst/>
          </a:prstGeom>
          <a:ln w="28575">
            <a:solidFill>
              <a:schemeClr val="accent1"/>
            </a:solidFill>
          </a:ln>
        </p:spPr>
        <p:txBody>
          <a:bodyPr vert="horz" wrap="square" lIns="45720" tIns="22860" rIns="45720" bIns="22860" rtlCol="0">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750"/>
              </a:lnSpc>
            </a:pPr>
            <a:r>
              <a:rPr lang="fr-FR" sz="1000" dirty="0">
                <a:solidFill>
                  <a:schemeClr val="tx1"/>
                </a:solidFill>
                <a:latin typeface="+mn-lt"/>
                <a:ea typeface="Lato Light" panose="020F0502020204030203" pitchFamily="34" charset="0"/>
                <a:cs typeface="Mukta ExtraLight" panose="020B0000000000000000" pitchFamily="34" charset="77"/>
              </a:rPr>
              <a:t>100 % dépendante des informations collectée </a:t>
            </a:r>
          </a:p>
        </p:txBody>
      </p:sp>
      <p:sp>
        <p:nvSpPr>
          <p:cNvPr id="49" name="Subtitle 2">
            <a:extLst>
              <a:ext uri="{FF2B5EF4-FFF2-40B4-BE49-F238E27FC236}">
                <a16:creationId xmlns:a16="http://schemas.microsoft.com/office/drawing/2014/main" id="{24B33CA9-D085-2B9A-4C3D-71CB7EBBB920}"/>
              </a:ext>
            </a:extLst>
          </p:cNvPr>
          <p:cNvSpPr txBox="1">
            <a:spLocks/>
          </p:cNvSpPr>
          <p:nvPr/>
        </p:nvSpPr>
        <p:spPr>
          <a:xfrm>
            <a:off x="8645291" y="2715278"/>
            <a:ext cx="2150854" cy="713722"/>
          </a:xfrm>
          <a:prstGeom prst="rect">
            <a:avLst/>
          </a:prstGeom>
          <a:ln w="28575">
            <a:solidFill>
              <a:schemeClr val="accent1"/>
            </a:solidFill>
          </a:ln>
        </p:spPr>
        <p:txBody>
          <a:bodyPr vert="horz" wrap="square" lIns="45720" tIns="22860" rIns="45720" bIns="22860" rtlCol="0">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750"/>
              </a:lnSpc>
            </a:pPr>
            <a:r>
              <a:rPr lang="fr-FR" sz="1200"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Les points </a:t>
            </a:r>
            <a:r>
              <a:rPr lang="fr-FR" sz="1200" dirty="0" err="1">
                <a:solidFill>
                  <a:schemeClr val="tx1"/>
                </a:solidFill>
                <a:latin typeface="Lato Light" panose="020F0502020204030203" pitchFamily="34" charset="0"/>
                <a:ea typeface="Lato Light" panose="020F0502020204030203" pitchFamily="34" charset="0"/>
                <a:cs typeface="Mukta ExtraLight" panose="020B0000000000000000" pitchFamily="34" charset="77"/>
              </a:rPr>
              <a:t>faiRegroupement</a:t>
            </a:r>
            <a:r>
              <a:rPr lang="fr-FR" sz="1200"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 des diagnostics (pour un périmètre donné)</a:t>
            </a:r>
          </a:p>
        </p:txBody>
      </p:sp>
    </p:spTree>
    <p:extLst>
      <p:ext uri="{BB962C8B-B14F-4D97-AF65-F5344CB8AC3E}">
        <p14:creationId xmlns:p14="http://schemas.microsoft.com/office/powerpoint/2010/main" val="2630165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par>
                                <p:cTn id="21" presetID="26"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wipe(down)">
                                      <p:cBhvr>
                                        <p:cTn id="23" dur="580">
                                          <p:stCondLst>
                                            <p:cond delay="0"/>
                                          </p:stCondLst>
                                        </p:cTn>
                                        <p:tgtEl>
                                          <p:spTgt spid="19"/>
                                        </p:tgtEl>
                                      </p:cBhvr>
                                    </p:animEffect>
                                    <p:anim calcmode="lin" valueType="num">
                                      <p:cBhvr>
                                        <p:cTn id="24" dur="1822" tmFilter="0,0; 0.14,0.36; 0.43,0.73; 0.71,0.91; 1.0,1.0">
                                          <p:stCondLst>
                                            <p:cond delay="0"/>
                                          </p:stCondLst>
                                        </p:cTn>
                                        <p:tgtEl>
                                          <p:spTgt spid="19"/>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19"/>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19"/>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19"/>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19"/>
                                        </p:tgtEl>
                                        <p:attrNameLst>
                                          <p:attrName>ppt_y</p:attrName>
                                        </p:attrNameLst>
                                      </p:cBhvr>
                                      <p:tavLst>
                                        <p:tav tm="0" fmla="#ppt_y-sin(pi*$)/81">
                                          <p:val>
                                            <p:fltVal val="0"/>
                                          </p:val>
                                        </p:tav>
                                        <p:tav tm="100000">
                                          <p:val>
                                            <p:fltVal val="1"/>
                                          </p:val>
                                        </p:tav>
                                      </p:tavLst>
                                    </p:anim>
                                    <p:animScale>
                                      <p:cBhvr>
                                        <p:cTn id="29" dur="26">
                                          <p:stCondLst>
                                            <p:cond delay="650"/>
                                          </p:stCondLst>
                                        </p:cTn>
                                        <p:tgtEl>
                                          <p:spTgt spid="19"/>
                                        </p:tgtEl>
                                      </p:cBhvr>
                                      <p:to x="100000" y="60000"/>
                                    </p:animScale>
                                    <p:animScale>
                                      <p:cBhvr>
                                        <p:cTn id="30" dur="166" decel="50000">
                                          <p:stCondLst>
                                            <p:cond delay="676"/>
                                          </p:stCondLst>
                                        </p:cTn>
                                        <p:tgtEl>
                                          <p:spTgt spid="19"/>
                                        </p:tgtEl>
                                      </p:cBhvr>
                                      <p:to x="100000" y="100000"/>
                                    </p:animScale>
                                    <p:animScale>
                                      <p:cBhvr>
                                        <p:cTn id="31" dur="26">
                                          <p:stCondLst>
                                            <p:cond delay="1312"/>
                                          </p:stCondLst>
                                        </p:cTn>
                                        <p:tgtEl>
                                          <p:spTgt spid="19"/>
                                        </p:tgtEl>
                                      </p:cBhvr>
                                      <p:to x="100000" y="80000"/>
                                    </p:animScale>
                                    <p:animScale>
                                      <p:cBhvr>
                                        <p:cTn id="32" dur="166" decel="50000">
                                          <p:stCondLst>
                                            <p:cond delay="1338"/>
                                          </p:stCondLst>
                                        </p:cTn>
                                        <p:tgtEl>
                                          <p:spTgt spid="19"/>
                                        </p:tgtEl>
                                      </p:cBhvr>
                                      <p:to x="100000" y="100000"/>
                                    </p:animScale>
                                    <p:animScale>
                                      <p:cBhvr>
                                        <p:cTn id="33" dur="26">
                                          <p:stCondLst>
                                            <p:cond delay="1642"/>
                                          </p:stCondLst>
                                        </p:cTn>
                                        <p:tgtEl>
                                          <p:spTgt spid="19"/>
                                        </p:tgtEl>
                                      </p:cBhvr>
                                      <p:to x="100000" y="90000"/>
                                    </p:animScale>
                                    <p:animScale>
                                      <p:cBhvr>
                                        <p:cTn id="34" dur="166" decel="50000">
                                          <p:stCondLst>
                                            <p:cond delay="1668"/>
                                          </p:stCondLst>
                                        </p:cTn>
                                        <p:tgtEl>
                                          <p:spTgt spid="19"/>
                                        </p:tgtEl>
                                      </p:cBhvr>
                                      <p:to x="100000" y="100000"/>
                                    </p:animScale>
                                    <p:animScale>
                                      <p:cBhvr>
                                        <p:cTn id="35" dur="26">
                                          <p:stCondLst>
                                            <p:cond delay="1808"/>
                                          </p:stCondLst>
                                        </p:cTn>
                                        <p:tgtEl>
                                          <p:spTgt spid="19"/>
                                        </p:tgtEl>
                                      </p:cBhvr>
                                      <p:to x="100000" y="95000"/>
                                    </p:animScale>
                                    <p:animScale>
                                      <p:cBhvr>
                                        <p:cTn id="36" dur="166" decel="50000">
                                          <p:stCondLst>
                                            <p:cond delay="1834"/>
                                          </p:stCondLst>
                                        </p:cTn>
                                        <p:tgtEl>
                                          <p:spTgt spid="19"/>
                                        </p:tgtEl>
                                      </p:cBhvr>
                                      <p:to x="100000" y="100000"/>
                                    </p:animScale>
                                  </p:childTnLst>
                                </p:cTn>
                              </p:par>
                              <p:par>
                                <p:cTn id="37" presetID="26" presetClass="entr" presetSubtype="0" fill="hold" grpId="0" nodeType="withEffect">
                                  <p:stCondLst>
                                    <p:cond delay="0"/>
                                  </p:stCondLst>
                                  <p:childTnLst>
                                    <p:set>
                                      <p:cBhvr>
                                        <p:cTn id="38" dur="1" fill="hold">
                                          <p:stCondLst>
                                            <p:cond delay="0"/>
                                          </p:stCondLst>
                                        </p:cTn>
                                        <p:tgtEl>
                                          <p:spTgt spid="35"/>
                                        </p:tgtEl>
                                        <p:attrNameLst>
                                          <p:attrName>style.visibility</p:attrName>
                                        </p:attrNameLst>
                                      </p:cBhvr>
                                      <p:to>
                                        <p:strVal val="visible"/>
                                      </p:to>
                                    </p:set>
                                    <p:animEffect transition="in" filter="wipe(down)">
                                      <p:cBhvr>
                                        <p:cTn id="39" dur="580">
                                          <p:stCondLst>
                                            <p:cond delay="0"/>
                                          </p:stCondLst>
                                        </p:cTn>
                                        <p:tgtEl>
                                          <p:spTgt spid="35"/>
                                        </p:tgtEl>
                                      </p:cBhvr>
                                    </p:animEffect>
                                    <p:anim calcmode="lin" valueType="num">
                                      <p:cBhvr>
                                        <p:cTn id="40" dur="1822" tmFilter="0,0; 0.14,0.36; 0.43,0.73; 0.71,0.91; 1.0,1.0">
                                          <p:stCondLst>
                                            <p:cond delay="0"/>
                                          </p:stCondLst>
                                        </p:cTn>
                                        <p:tgtEl>
                                          <p:spTgt spid="35"/>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35"/>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35"/>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35"/>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35"/>
                                        </p:tgtEl>
                                        <p:attrNameLst>
                                          <p:attrName>ppt_y</p:attrName>
                                        </p:attrNameLst>
                                      </p:cBhvr>
                                      <p:tavLst>
                                        <p:tav tm="0" fmla="#ppt_y-sin(pi*$)/81">
                                          <p:val>
                                            <p:fltVal val="0"/>
                                          </p:val>
                                        </p:tav>
                                        <p:tav tm="100000">
                                          <p:val>
                                            <p:fltVal val="1"/>
                                          </p:val>
                                        </p:tav>
                                      </p:tavLst>
                                    </p:anim>
                                    <p:animScale>
                                      <p:cBhvr>
                                        <p:cTn id="45" dur="26">
                                          <p:stCondLst>
                                            <p:cond delay="650"/>
                                          </p:stCondLst>
                                        </p:cTn>
                                        <p:tgtEl>
                                          <p:spTgt spid="35"/>
                                        </p:tgtEl>
                                      </p:cBhvr>
                                      <p:to x="100000" y="60000"/>
                                    </p:animScale>
                                    <p:animScale>
                                      <p:cBhvr>
                                        <p:cTn id="46" dur="166" decel="50000">
                                          <p:stCondLst>
                                            <p:cond delay="676"/>
                                          </p:stCondLst>
                                        </p:cTn>
                                        <p:tgtEl>
                                          <p:spTgt spid="35"/>
                                        </p:tgtEl>
                                      </p:cBhvr>
                                      <p:to x="100000" y="100000"/>
                                    </p:animScale>
                                    <p:animScale>
                                      <p:cBhvr>
                                        <p:cTn id="47" dur="26">
                                          <p:stCondLst>
                                            <p:cond delay="1312"/>
                                          </p:stCondLst>
                                        </p:cTn>
                                        <p:tgtEl>
                                          <p:spTgt spid="35"/>
                                        </p:tgtEl>
                                      </p:cBhvr>
                                      <p:to x="100000" y="80000"/>
                                    </p:animScale>
                                    <p:animScale>
                                      <p:cBhvr>
                                        <p:cTn id="48" dur="166" decel="50000">
                                          <p:stCondLst>
                                            <p:cond delay="1338"/>
                                          </p:stCondLst>
                                        </p:cTn>
                                        <p:tgtEl>
                                          <p:spTgt spid="35"/>
                                        </p:tgtEl>
                                      </p:cBhvr>
                                      <p:to x="100000" y="100000"/>
                                    </p:animScale>
                                    <p:animScale>
                                      <p:cBhvr>
                                        <p:cTn id="49" dur="26">
                                          <p:stCondLst>
                                            <p:cond delay="1642"/>
                                          </p:stCondLst>
                                        </p:cTn>
                                        <p:tgtEl>
                                          <p:spTgt spid="35"/>
                                        </p:tgtEl>
                                      </p:cBhvr>
                                      <p:to x="100000" y="90000"/>
                                    </p:animScale>
                                    <p:animScale>
                                      <p:cBhvr>
                                        <p:cTn id="50" dur="166" decel="50000">
                                          <p:stCondLst>
                                            <p:cond delay="1668"/>
                                          </p:stCondLst>
                                        </p:cTn>
                                        <p:tgtEl>
                                          <p:spTgt spid="35"/>
                                        </p:tgtEl>
                                      </p:cBhvr>
                                      <p:to x="100000" y="100000"/>
                                    </p:animScale>
                                    <p:animScale>
                                      <p:cBhvr>
                                        <p:cTn id="51" dur="26">
                                          <p:stCondLst>
                                            <p:cond delay="1808"/>
                                          </p:stCondLst>
                                        </p:cTn>
                                        <p:tgtEl>
                                          <p:spTgt spid="35"/>
                                        </p:tgtEl>
                                      </p:cBhvr>
                                      <p:to x="100000" y="95000"/>
                                    </p:animScale>
                                    <p:animScale>
                                      <p:cBhvr>
                                        <p:cTn id="52" dur="166" decel="50000">
                                          <p:stCondLst>
                                            <p:cond delay="1834"/>
                                          </p:stCondLst>
                                        </p:cTn>
                                        <p:tgtEl>
                                          <p:spTgt spid="35"/>
                                        </p:tgtEl>
                                      </p:cBhvr>
                                      <p:to x="100000" y="100000"/>
                                    </p:animScale>
                                  </p:childTnLst>
                                </p:cTn>
                              </p:par>
                            </p:childTnLst>
                          </p:cTn>
                        </p:par>
                      </p:childTnLst>
                    </p:cTn>
                  </p:par>
                  <p:par>
                    <p:cTn id="53" fill="hold">
                      <p:stCondLst>
                        <p:cond delay="indefinite"/>
                      </p:stCondLst>
                      <p:childTnLst>
                        <p:par>
                          <p:cTn id="54" fill="hold">
                            <p:stCondLst>
                              <p:cond delay="0"/>
                            </p:stCondLst>
                            <p:childTnLst>
                              <p:par>
                                <p:cTn id="55" presetID="26" presetClass="entr" presetSubtype="0" fill="hold" grpId="0" nodeType="clickEffect">
                                  <p:stCondLst>
                                    <p:cond delay="0"/>
                                  </p:stCondLst>
                                  <p:childTnLst>
                                    <p:set>
                                      <p:cBhvr>
                                        <p:cTn id="56" dur="1" fill="hold">
                                          <p:stCondLst>
                                            <p:cond delay="0"/>
                                          </p:stCondLst>
                                        </p:cTn>
                                        <p:tgtEl>
                                          <p:spTgt spid="10"/>
                                        </p:tgtEl>
                                        <p:attrNameLst>
                                          <p:attrName>style.visibility</p:attrName>
                                        </p:attrNameLst>
                                      </p:cBhvr>
                                      <p:to>
                                        <p:strVal val="visible"/>
                                      </p:to>
                                    </p:set>
                                    <p:animEffect transition="in" filter="wipe(down)">
                                      <p:cBhvr>
                                        <p:cTn id="57" dur="580">
                                          <p:stCondLst>
                                            <p:cond delay="0"/>
                                          </p:stCondLst>
                                        </p:cTn>
                                        <p:tgtEl>
                                          <p:spTgt spid="10"/>
                                        </p:tgtEl>
                                      </p:cBhvr>
                                    </p:animEffect>
                                    <p:anim calcmode="lin" valueType="num">
                                      <p:cBhvr>
                                        <p:cTn id="58"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59"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60"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61"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62"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63" dur="26">
                                          <p:stCondLst>
                                            <p:cond delay="650"/>
                                          </p:stCondLst>
                                        </p:cTn>
                                        <p:tgtEl>
                                          <p:spTgt spid="10"/>
                                        </p:tgtEl>
                                      </p:cBhvr>
                                      <p:to x="100000" y="60000"/>
                                    </p:animScale>
                                    <p:animScale>
                                      <p:cBhvr>
                                        <p:cTn id="64" dur="166" decel="50000">
                                          <p:stCondLst>
                                            <p:cond delay="676"/>
                                          </p:stCondLst>
                                        </p:cTn>
                                        <p:tgtEl>
                                          <p:spTgt spid="10"/>
                                        </p:tgtEl>
                                      </p:cBhvr>
                                      <p:to x="100000" y="100000"/>
                                    </p:animScale>
                                    <p:animScale>
                                      <p:cBhvr>
                                        <p:cTn id="65" dur="26">
                                          <p:stCondLst>
                                            <p:cond delay="1312"/>
                                          </p:stCondLst>
                                        </p:cTn>
                                        <p:tgtEl>
                                          <p:spTgt spid="10"/>
                                        </p:tgtEl>
                                      </p:cBhvr>
                                      <p:to x="100000" y="80000"/>
                                    </p:animScale>
                                    <p:animScale>
                                      <p:cBhvr>
                                        <p:cTn id="66" dur="166" decel="50000">
                                          <p:stCondLst>
                                            <p:cond delay="1338"/>
                                          </p:stCondLst>
                                        </p:cTn>
                                        <p:tgtEl>
                                          <p:spTgt spid="10"/>
                                        </p:tgtEl>
                                      </p:cBhvr>
                                      <p:to x="100000" y="100000"/>
                                    </p:animScale>
                                    <p:animScale>
                                      <p:cBhvr>
                                        <p:cTn id="67" dur="26">
                                          <p:stCondLst>
                                            <p:cond delay="1642"/>
                                          </p:stCondLst>
                                        </p:cTn>
                                        <p:tgtEl>
                                          <p:spTgt spid="10"/>
                                        </p:tgtEl>
                                      </p:cBhvr>
                                      <p:to x="100000" y="90000"/>
                                    </p:animScale>
                                    <p:animScale>
                                      <p:cBhvr>
                                        <p:cTn id="68" dur="166" decel="50000">
                                          <p:stCondLst>
                                            <p:cond delay="1668"/>
                                          </p:stCondLst>
                                        </p:cTn>
                                        <p:tgtEl>
                                          <p:spTgt spid="10"/>
                                        </p:tgtEl>
                                      </p:cBhvr>
                                      <p:to x="100000" y="100000"/>
                                    </p:animScale>
                                    <p:animScale>
                                      <p:cBhvr>
                                        <p:cTn id="69" dur="26">
                                          <p:stCondLst>
                                            <p:cond delay="1808"/>
                                          </p:stCondLst>
                                        </p:cTn>
                                        <p:tgtEl>
                                          <p:spTgt spid="10"/>
                                        </p:tgtEl>
                                      </p:cBhvr>
                                      <p:to x="100000" y="95000"/>
                                    </p:animScale>
                                    <p:animScale>
                                      <p:cBhvr>
                                        <p:cTn id="70" dur="166" decel="50000">
                                          <p:stCondLst>
                                            <p:cond delay="1834"/>
                                          </p:stCondLst>
                                        </p:cTn>
                                        <p:tgtEl>
                                          <p:spTgt spid="10"/>
                                        </p:tgtEl>
                                      </p:cBhvr>
                                      <p:to x="100000" y="100000"/>
                                    </p:animScale>
                                  </p:childTnLst>
                                </p:cTn>
                              </p:par>
                            </p:childTnLst>
                          </p:cTn>
                        </p:par>
                      </p:childTnLst>
                    </p:cTn>
                  </p:par>
                  <p:par>
                    <p:cTn id="71" fill="hold">
                      <p:stCondLst>
                        <p:cond delay="indefinite"/>
                      </p:stCondLst>
                      <p:childTnLst>
                        <p:par>
                          <p:cTn id="72" fill="hold">
                            <p:stCondLst>
                              <p:cond delay="0"/>
                            </p:stCondLst>
                            <p:childTnLst>
                              <p:par>
                                <p:cTn id="73" presetID="26" presetClass="entr" presetSubtype="0" fill="hold" grpId="0" nodeType="clickEffect">
                                  <p:stCondLst>
                                    <p:cond delay="0"/>
                                  </p:stCondLst>
                                  <p:childTnLst>
                                    <p:set>
                                      <p:cBhvr>
                                        <p:cTn id="74" dur="1" fill="hold">
                                          <p:stCondLst>
                                            <p:cond delay="0"/>
                                          </p:stCondLst>
                                        </p:cTn>
                                        <p:tgtEl>
                                          <p:spTgt spid="20"/>
                                        </p:tgtEl>
                                        <p:attrNameLst>
                                          <p:attrName>style.visibility</p:attrName>
                                        </p:attrNameLst>
                                      </p:cBhvr>
                                      <p:to>
                                        <p:strVal val="visible"/>
                                      </p:to>
                                    </p:set>
                                    <p:animEffect transition="in" filter="wipe(down)">
                                      <p:cBhvr>
                                        <p:cTn id="75" dur="580">
                                          <p:stCondLst>
                                            <p:cond delay="0"/>
                                          </p:stCondLst>
                                        </p:cTn>
                                        <p:tgtEl>
                                          <p:spTgt spid="20"/>
                                        </p:tgtEl>
                                      </p:cBhvr>
                                    </p:animEffect>
                                    <p:anim calcmode="lin" valueType="num">
                                      <p:cBhvr>
                                        <p:cTn id="76" dur="1822" tmFilter="0,0; 0.14,0.36; 0.43,0.73; 0.71,0.91; 1.0,1.0">
                                          <p:stCondLst>
                                            <p:cond delay="0"/>
                                          </p:stCondLst>
                                        </p:cTn>
                                        <p:tgtEl>
                                          <p:spTgt spid="20"/>
                                        </p:tgtEl>
                                        <p:attrNameLst>
                                          <p:attrName>ppt_x</p:attrName>
                                        </p:attrNameLst>
                                      </p:cBhvr>
                                      <p:tavLst>
                                        <p:tav tm="0">
                                          <p:val>
                                            <p:strVal val="#ppt_x-0.25"/>
                                          </p:val>
                                        </p:tav>
                                        <p:tav tm="100000">
                                          <p:val>
                                            <p:strVal val="#ppt_x"/>
                                          </p:val>
                                        </p:tav>
                                      </p:tavLst>
                                    </p:anim>
                                    <p:anim calcmode="lin" valueType="num">
                                      <p:cBhvr>
                                        <p:cTn id="77" dur="664" tmFilter="0.0,0.0; 0.25,0.07; 0.50,0.2; 0.75,0.467; 1.0,1.0">
                                          <p:stCondLst>
                                            <p:cond delay="0"/>
                                          </p:stCondLst>
                                        </p:cTn>
                                        <p:tgtEl>
                                          <p:spTgt spid="20"/>
                                        </p:tgtEl>
                                        <p:attrNameLst>
                                          <p:attrName>ppt_y</p:attrName>
                                        </p:attrNameLst>
                                      </p:cBhvr>
                                      <p:tavLst>
                                        <p:tav tm="0" fmla="#ppt_y-sin(pi*$)/3">
                                          <p:val>
                                            <p:fltVal val="0.5"/>
                                          </p:val>
                                        </p:tav>
                                        <p:tav tm="100000">
                                          <p:val>
                                            <p:fltVal val="1"/>
                                          </p:val>
                                        </p:tav>
                                      </p:tavLst>
                                    </p:anim>
                                    <p:anim calcmode="lin" valueType="num">
                                      <p:cBhvr>
                                        <p:cTn id="78" dur="664" tmFilter="0, 0; 0.125,0.2665; 0.25,0.4; 0.375,0.465; 0.5,0.5;  0.625,0.535; 0.75,0.6; 0.875,0.7335; 1,1">
                                          <p:stCondLst>
                                            <p:cond delay="664"/>
                                          </p:stCondLst>
                                        </p:cTn>
                                        <p:tgtEl>
                                          <p:spTgt spid="20"/>
                                        </p:tgtEl>
                                        <p:attrNameLst>
                                          <p:attrName>ppt_y</p:attrName>
                                        </p:attrNameLst>
                                      </p:cBhvr>
                                      <p:tavLst>
                                        <p:tav tm="0" fmla="#ppt_y-sin(pi*$)/9">
                                          <p:val>
                                            <p:fltVal val="0"/>
                                          </p:val>
                                        </p:tav>
                                        <p:tav tm="100000">
                                          <p:val>
                                            <p:fltVal val="1"/>
                                          </p:val>
                                        </p:tav>
                                      </p:tavLst>
                                    </p:anim>
                                    <p:anim calcmode="lin" valueType="num">
                                      <p:cBhvr>
                                        <p:cTn id="79" dur="332" tmFilter="0, 0; 0.125,0.2665; 0.25,0.4; 0.375,0.465; 0.5,0.5;  0.625,0.535; 0.75,0.6; 0.875,0.7335; 1,1">
                                          <p:stCondLst>
                                            <p:cond delay="1324"/>
                                          </p:stCondLst>
                                        </p:cTn>
                                        <p:tgtEl>
                                          <p:spTgt spid="20"/>
                                        </p:tgtEl>
                                        <p:attrNameLst>
                                          <p:attrName>ppt_y</p:attrName>
                                        </p:attrNameLst>
                                      </p:cBhvr>
                                      <p:tavLst>
                                        <p:tav tm="0" fmla="#ppt_y-sin(pi*$)/27">
                                          <p:val>
                                            <p:fltVal val="0"/>
                                          </p:val>
                                        </p:tav>
                                        <p:tav tm="100000">
                                          <p:val>
                                            <p:fltVal val="1"/>
                                          </p:val>
                                        </p:tav>
                                      </p:tavLst>
                                    </p:anim>
                                    <p:anim calcmode="lin" valueType="num">
                                      <p:cBhvr>
                                        <p:cTn id="80" dur="164" tmFilter="0, 0; 0.125,0.2665; 0.25,0.4; 0.375,0.465; 0.5,0.5;  0.625,0.535; 0.75,0.6; 0.875,0.7335; 1,1">
                                          <p:stCondLst>
                                            <p:cond delay="1656"/>
                                          </p:stCondLst>
                                        </p:cTn>
                                        <p:tgtEl>
                                          <p:spTgt spid="20"/>
                                        </p:tgtEl>
                                        <p:attrNameLst>
                                          <p:attrName>ppt_y</p:attrName>
                                        </p:attrNameLst>
                                      </p:cBhvr>
                                      <p:tavLst>
                                        <p:tav tm="0" fmla="#ppt_y-sin(pi*$)/81">
                                          <p:val>
                                            <p:fltVal val="0"/>
                                          </p:val>
                                        </p:tav>
                                        <p:tav tm="100000">
                                          <p:val>
                                            <p:fltVal val="1"/>
                                          </p:val>
                                        </p:tav>
                                      </p:tavLst>
                                    </p:anim>
                                    <p:animScale>
                                      <p:cBhvr>
                                        <p:cTn id="81" dur="26">
                                          <p:stCondLst>
                                            <p:cond delay="650"/>
                                          </p:stCondLst>
                                        </p:cTn>
                                        <p:tgtEl>
                                          <p:spTgt spid="20"/>
                                        </p:tgtEl>
                                      </p:cBhvr>
                                      <p:to x="100000" y="60000"/>
                                    </p:animScale>
                                    <p:animScale>
                                      <p:cBhvr>
                                        <p:cTn id="82" dur="166" decel="50000">
                                          <p:stCondLst>
                                            <p:cond delay="676"/>
                                          </p:stCondLst>
                                        </p:cTn>
                                        <p:tgtEl>
                                          <p:spTgt spid="20"/>
                                        </p:tgtEl>
                                      </p:cBhvr>
                                      <p:to x="100000" y="100000"/>
                                    </p:animScale>
                                    <p:animScale>
                                      <p:cBhvr>
                                        <p:cTn id="83" dur="26">
                                          <p:stCondLst>
                                            <p:cond delay="1312"/>
                                          </p:stCondLst>
                                        </p:cTn>
                                        <p:tgtEl>
                                          <p:spTgt spid="20"/>
                                        </p:tgtEl>
                                      </p:cBhvr>
                                      <p:to x="100000" y="80000"/>
                                    </p:animScale>
                                    <p:animScale>
                                      <p:cBhvr>
                                        <p:cTn id="84" dur="166" decel="50000">
                                          <p:stCondLst>
                                            <p:cond delay="1338"/>
                                          </p:stCondLst>
                                        </p:cTn>
                                        <p:tgtEl>
                                          <p:spTgt spid="20"/>
                                        </p:tgtEl>
                                      </p:cBhvr>
                                      <p:to x="100000" y="100000"/>
                                    </p:animScale>
                                    <p:animScale>
                                      <p:cBhvr>
                                        <p:cTn id="85" dur="26">
                                          <p:stCondLst>
                                            <p:cond delay="1642"/>
                                          </p:stCondLst>
                                        </p:cTn>
                                        <p:tgtEl>
                                          <p:spTgt spid="20"/>
                                        </p:tgtEl>
                                      </p:cBhvr>
                                      <p:to x="100000" y="90000"/>
                                    </p:animScale>
                                    <p:animScale>
                                      <p:cBhvr>
                                        <p:cTn id="86" dur="166" decel="50000">
                                          <p:stCondLst>
                                            <p:cond delay="1668"/>
                                          </p:stCondLst>
                                        </p:cTn>
                                        <p:tgtEl>
                                          <p:spTgt spid="20"/>
                                        </p:tgtEl>
                                      </p:cBhvr>
                                      <p:to x="100000" y="100000"/>
                                    </p:animScale>
                                    <p:animScale>
                                      <p:cBhvr>
                                        <p:cTn id="87" dur="26">
                                          <p:stCondLst>
                                            <p:cond delay="1808"/>
                                          </p:stCondLst>
                                        </p:cTn>
                                        <p:tgtEl>
                                          <p:spTgt spid="20"/>
                                        </p:tgtEl>
                                      </p:cBhvr>
                                      <p:to x="100000" y="95000"/>
                                    </p:animScale>
                                    <p:animScale>
                                      <p:cBhvr>
                                        <p:cTn id="88" dur="166" decel="50000">
                                          <p:stCondLst>
                                            <p:cond delay="1834"/>
                                          </p:stCondLst>
                                        </p:cTn>
                                        <p:tgtEl>
                                          <p:spTgt spid="20"/>
                                        </p:tgtEl>
                                      </p:cBhvr>
                                      <p:to x="100000" y="100000"/>
                                    </p:animScale>
                                  </p:childTnLst>
                                </p:cTn>
                              </p:par>
                              <p:par>
                                <p:cTn id="89" presetID="26" presetClass="entr" presetSubtype="0" fill="hold" grpId="0" nodeType="withEffect">
                                  <p:stCondLst>
                                    <p:cond delay="0"/>
                                  </p:stCondLst>
                                  <p:childTnLst>
                                    <p:set>
                                      <p:cBhvr>
                                        <p:cTn id="90" dur="1" fill="hold">
                                          <p:stCondLst>
                                            <p:cond delay="0"/>
                                          </p:stCondLst>
                                        </p:cTn>
                                        <p:tgtEl>
                                          <p:spTgt spid="21"/>
                                        </p:tgtEl>
                                        <p:attrNameLst>
                                          <p:attrName>style.visibility</p:attrName>
                                        </p:attrNameLst>
                                      </p:cBhvr>
                                      <p:to>
                                        <p:strVal val="visible"/>
                                      </p:to>
                                    </p:set>
                                    <p:animEffect transition="in" filter="wipe(down)">
                                      <p:cBhvr>
                                        <p:cTn id="91" dur="580">
                                          <p:stCondLst>
                                            <p:cond delay="0"/>
                                          </p:stCondLst>
                                        </p:cTn>
                                        <p:tgtEl>
                                          <p:spTgt spid="21"/>
                                        </p:tgtEl>
                                      </p:cBhvr>
                                    </p:animEffect>
                                    <p:anim calcmode="lin" valueType="num">
                                      <p:cBhvr>
                                        <p:cTn id="92" dur="1822" tmFilter="0,0; 0.14,0.36; 0.43,0.73; 0.71,0.91; 1.0,1.0">
                                          <p:stCondLst>
                                            <p:cond delay="0"/>
                                          </p:stCondLst>
                                        </p:cTn>
                                        <p:tgtEl>
                                          <p:spTgt spid="21"/>
                                        </p:tgtEl>
                                        <p:attrNameLst>
                                          <p:attrName>ppt_x</p:attrName>
                                        </p:attrNameLst>
                                      </p:cBhvr>
                                      <p:tavLst>
                                        <p:tav tm="0">
                                          <p:val>
                                            <p:strVal val="#ppt_x-0.25"/>
                                          </p:val>
                                        </p:tav>
                                        <p:tav tm="100000">
                                          <p:val>
                                            <p:strVal val="#ppt_x"/>
                                          </p:val>
                                        </p:tav>
                                      </p:tavLst>
                                    </p:anim>
                                    <p:anim calcmode="lin" valueType="num">
                                      <p:cBhvr>
                                        <p:cTn id="93" dur="664" tmFilter="0.0,0.0; 0.25,0.07; 0.50,0.2; 0.75,0.467; 1.0,1.0">
                                          <p:stCondLst>
                                            <p:cond delay="0"/>
                                          </p:stCondLst>
                                        </p:cTn>
                                        <p:tgtEl>
                                          <p:spTgt spid="21"/>
                                        </p:tgtEl>
                                        <p:attrNameLst>
                                          <p:attrName>ppt_y</p:attrName>
                                        </p:attrNameLst>
                                      </p:cBhvr>
                                      <p:tavLst>
                                        <p:tav tm="0" fmla="#ppt_y-sin(pi*$)/3">
                                          <p:val>
                                            <p:fltVal val="0.5"/>
                                          </p:val>
                                        </p:tav>
                                        <p:tav tm="100000">
                                          <p:val>
                                            <p:fltVal val="1"/>
                                          </p:val>
                                        </p:tav>
                                      </p:tavLst>
                                    </p:anim>
                                    <p:anim calcmode="lin" valueType="num">
                                      <p:cBhvr>
                                        <p:cTn id="94" dur="664" tmFilter="0, 0; 0.125,0.2665; 0.25,0.4; 0.375,0.465; 0.5,0.5;  0.625,0.535; 0.75,0.6; 0.875,0.7335; 1,1">
                                          <p:stCondLst>
                                            <p:cond delay="664"/>
                                          </p:stCondLst>
                                        </p:cTn>
                                        <p:tgtEl>
                                          <p:spTgt spid="21"/>
                                        </p:tgtEl>
                                        <p:attrNameLst>
                                          <p:attrName>ppt_y</p:attrName>
                                        </p:attrNameLst>
                                      </p:cBhvr>
                                      <p:tavLst>
                                        <p:tav tm="0" fmla="#ppt_y-sin(pi*$)/9">
                                          <p:val>
                                            <p:fltVal val="0"/>
                                          </p:val>
                                        </p:tav>
                                        <p:tav tm="100000">
                                          <p:val>
                                            <p:fltVal val="1"/>
                                          </p:val>
                                        </p:tav>
                                      </p:tavLst>
                                    </p:anim>
                                    <p:anim calcmode="lin" valueType="num">
                                      <p:cBhvr>
                                        <p:cTn id="95" dur="332" tmFilter="0, 0; 0.125,0.2665; 0.25,0.4; 0.375,0.465; 0.5,0.5;  0.625,0.535; 0.75,0.6; 0.875,0.7335; 1,1">
                                          <p:stCondLst>
                                            <p:cond delay="1324"/>
                                          </p:stCondLst>
                                        </p:cTn>
                                        <p:tgtEl>
                                          <p:spTgt spid="21"/>
                                        </p:tgtEl>
                                        <p:attrNameLst>
                                          <p:attrName>ppt_y</p:attrName>
                                        </p:attrNameLst>
                                      </p:cBhvr>
                                      <p:tavLst>
                                        <p:tav tm="0" fmla="#ppt_y-sin(pi*$)/27">
                                          <p:val>
                                            <p:fltVal val="0"/>
                                          </p:val>
                                        </p:tav>
                                        <p:tav tm="100000">
                                          <p:val>
                                            <p:fltVal val="1"/>
                                          </p:val>
                                        </p:tav>
                                      </p:tavLst>
                                    </p:anim>
                                    <p:anim calcmode="lin" valueType="num">
                                      <p:cBhvr>
                                        <p:cTn id="96" dur="164" tmFilter="0, 0; 0.125,0.2665; 0.25,0.4; 0.375,0.465; 0.5,0.5;  0.625,0.535; 0.75,0.6; 0.875,0.7335; 1,1">
                                          <p:stCondLst>
                                            <p:cond delay="1656"/>
                                          </p:stCondLst>
                                        </p:cTn>
                                        <p:tgtEl>
                                          <p:spTgt spid="21"/>
                                        </p:tgtEl>
                                        <p:attrNameLst>
                                          <p:attrName>ppt_y</p:attrName>
                                        </p:attrNameLst>
                                      </p:cBhvr>
                                      <p:tavLst>
                                        <p:tav tm="0" fmla="#ppt_y-sin(pi*$)/81">
                                          <p:val>
                                            <p:fltVal val="0"/>
                                          </p:val>
                                        </p:tav>
                                        <p:tav tm="100000">
                                          <p:val>
                                            <p:fltVal val="1"/>
                                          </p:val>
                                        </p:tav>
                                      </p:tavLst>
                                    </p:anim>
                                    <p:animScale>
                                      <p:cBhvr>
                                        <p:cTn id="97" dur="26">
                                          <p:stCondLst>
                                            <p:cond delay="650"/>
                                          </p:stCondLst>
                                        </p:cTn>
                                        <p:tgtEl>
                                          <p:spTgt spid="21"/>
                                        </p:tgtEl>
                                      </p:cBhvr>
                                      <p:to x="100000" y="60000"/>
                                    </p:animScale>
                                    <p:animScale>
                                      <p:cBhvr>
                                        <p:cTn id="98" dur="166" decel="50000">
                                          <p:stCondLst>
                                            <p:cond delay="676"/>
                                          </p:stCondLst>
                                        </p:cTn>
                                        <p:tgtEl>
                                          <p:spTgt spid="21"/>
                                        </p:tgtEl>
                                      </p:cBhvr>
                                      <p:to x="100000" y="100000"/>
                                    </p:animScale>
                                    <p:animScale>
                                      <p:cBhvr>
                                        <p:cTn id="99" dur="26">
                                          <p:stCondLst>
                                            <p:cond delay="1312"/>
                                          </p:stCondLst>
                                        </p:cTn>
                                        <p:tgtEl>
                                          <p:spTgt spid="21"/>
                                        </p:tgtEl>
                                      </p:cBhvr>
                                      <p:to x="100000" y="80000"/>
                                    </p:animScale>
                                    <p:animScale>
                                      <p:cBhvr>
                                        <p:cTn id="100" dur="166" decel="50000">
                                          <p:stCondLst>
                                            <p:cond delay="1338"/>
                                          </p:stCondLst>
                                        </p:cTn>
                                        <p:tgtEl>
                                          <p:spTgt spid="21"/>
                                        </p:tgtEl>
                                      </p:cBhvr>
                                      <p:to x="100000" y="100000"/>
                                    </p:animScale>
                                    <p:animScale>
                                      <p:cBhvr>
                                        <p:cTn id="101" dur="26">
                                          <p:stCondLst>
                                            <p:cond delay="1642"/>
                                          </p:stCondLst>
                                        </p:cTn>
                                        <p:tgtEl>
                                          <p:spTgt spid="21"/>
                                        </p:tgtEl>
                                      </p:cBhvr>
                                      <p:to x="100000" y="90000"/>
                                    </p:animScale>
                                    <p:animScale>
                                      <p:cBhvr>
                                        <p:cTn id="102" dur="166" decel="50000">
                                          <p:stCondLst>
                                            <p:cond delay="1668"/>
                                          </p:stCondLst>
                                        </p:cTn>
                                        <p:tgtEl>
                                          <p:spTgt spid="21"/>
                                        </p:tgtEl>
                                      </p:cBhvr>
                                      <p:to x="100000" y="100000"/>
                                    </p:animScale>
                                    <p:animScale>
                                      <p:cBhvr>
                                        <p:cTn id="103" dur="26">
                                          <p:stCondLst>
                                            <p:cond delay="1808"/>
                                          </p:stCondLst>
                                        </p:cTn>
                                        <p:tgtEl>
                                          <p:spTgt spid="21"/>
                                        </p:tgtEl>
                                      </p:cBhvr>
                                      <p:to x="100000" y="95000"/>
                                    </p:animScale>
                                    <p:animScale>
                                      <p:cBhvr>
                                        <p:cTn id="104" dur="166" decel="50000">
                                          <p:stCondLst>
                                            <p:cond delay="1834"/>
                                          </p:stCondLst>
                                        </p:cTn>
                                        <p:tgtEl>
                                          <p:spTgt spid="21"/>
                                        </p:tgtEl>
                                      </p:cBhvr>
                                      <p:to x="100000" y="100000"/>
                                    </p:animScale>
                                  </p:childTnLst>
                                </p:cTn>
                              </p:par>
                              <p:par>
                                <p:cTn id="105" presetID="26" presetClass="entr" presetSubtype="0" fill="hold" grpId="0" nodeType="withEffect">
                                  <p:stCondLst>
                                    <p:cond delay="0"/>
                                  </p:stCondLst>
                                  <p:childTnLst>
                                    <p:set>
                                      <p:cBhvr>
                                        <p:cTn id="106" dur="1" fill="hold">
                                          <p:stCondLst>
                                            <p:cond delay="0"/>
                                          </p:stCondLst>
                                        </p:cTn>
                                        <p:tgtEl>
                                          <p:spTgt spid="34"/>
                                        </p:tgtEl>
                                        <p:attrNameLst>
                                          <p:attrName>style.visibility</p:attrName>
                                        </p:attrNameLst>
                                      </p:cBhvr>
                                      <p:to>
                                        <p:strVal val="visible"/>
                                      </p:to>
                                    </p:set>
                                    <p:animEffect transition="in" filter="wipe(down)">
                                      <p:cBhvr>
                                        <p:cTn id="107" dur="580">
                                          <p:stCondLst>
                                            <p:cond delay="0"/>
                                          </p:stCondLst>
                                        </p:cTn>
                                        <p:tgtEl>
                                          <p:spTgt spid="34"/>
                                        </p:tgtEl>
                                      </p:cBhvr>
                                    </p:animEffect>
                                    <p:anim calcmode="lin" valueType="num">
                                      <p:cBhvr>
                                        <p:cTn id="108" dur="1822" tmFilter="0,0; 0.14,0.36; 0.43,0.73; 0.71,0.91; 1.0,1.0">
                                          <p:stCondLst>
                                            <p:cond delay="0"/>
                                          </p:stCondLst>
                                        </p:cTn>
                                        <p:tgtEl>
                                          <p:spTgt spid="34"/>
                                        </p:tgtEl>
                                        <p:attrNameLst>
                                          <p:attrName>ppt_x</p:attrName>
                                        </p:attrNameLst>
                                      </p:cBhvr>
                                      <p:tavLst>
                                        <p:tav tm="0">
                                          <p:val>
                                            <p:strVal val="#ppt_x-0.25"/>
                                          </p:val>
                                        </p:tav>
                                        <p:tav tm="100000">
                                          <p:val>
                                            <p:strVal val="#ppt_x"/>
                                          </p:val>
                                        </p:tav>
                                      </p:tavLst>
                                    </p:anim>
                                    <p:anim calcmode="lin" valueType="num">
                                      <p:cBhvr>
                                        <p:cTn id="109" dur="664" tmFilter="0.0,0.0; 0.25,0.07; 0.50,0.2; 0.75,0.467; 1.0,1.0">
                                          <p:stCondLst>
                                            <p:cond delay="0"/>
                                          </p:stCondLst>
                                        </p:cTn>
                                        <p:tgtEl>
                                          <p:spTgt spid="34"/>
                                        </p:tgtEl>
                                        <p:attrNameLst>
                                          <p:attrName>ppt_y</p:attrName>
                                        </p:attrNameLst>
                                      </p:cBhvr>
                                      <p:tavLst>
                                        <p:tav tm="0" fmla="#ppt_y-sin(pi*$)/3">
                                          <p:val>
                                            <p:fltVal val="0.5"/>
                                          </p:val>
                                        </p:tav>
                                        <p:tav tm="100000">
                                          <p:val>
                                            <p:fltVal val="1"/>
                                          </p:val>
                                        </p:tav>
                                      </p:tavLst>
                                    </p:anim>
                                    <p:anim calcmode="lin" valueType="num">
                                      <p:cBhvr>
                                        <p:cTn id="110" dur="664" tmFilter="0, 0; 0.125,0.2665; 0.25,0.4; 0.375,0.465; 0.5,0.5;  0.625,0.535; 0.75,0.6; 0.875,0.7335; 1,1">
                                          <p:stCondLst>
                                            <p:cond delay="664"/>
                                          </p:stCondLst>
                                        </p:cTn>
                                        <p:tgtEl>
                                          <p:spTgt spid="34"/>
                                        </p:tgtEl>
                                        <p:attrNameLst>
                                          <p:attrName>ppt_y</p:attrName>
                                        </p:attrNameLst>
                                      </p:cBhvr>
                                      <p:tavLst>
                                        <p:tav tm="0" fmla="#ppt_y-sin(pi*$)/9">
                                          <p:val>
                                            <p:fltVal val="0"/>
                                          </p:val>
                                        </p:tav>
                                        <p:tav tm="100000">
                                          <p:val>
                                            <p:fltVal val="1"/>
                                          </p:val>
                                        </p:tav>
                                      </p:tavLst>
                                    </p:anim>
                                    <p:anim calcmode="lin" valueType="num">
                                      <p:cBhvr>
                                        <p:cTn id="111" dur="332" tmFilter="0, 0; 0.125,0.2665; 0.25,0.4; 0.375,0.465; 0.5,0.5;  0.625,0.535; 0.75,0.6; 0.875,0.7335; 1,1">
                                          <p:stCondLst>
                                            <p:cond delay="1324"/>
                                          </p:stCondLst>
                                        </p:cTn>
                                        <p:tgtEl>
                                          <p:spTgt spid="34"/>
                                        </p:tgtEl>
                                        <p:attrNameLst>
                                          <p:attrName>ppt_y</p:attrName>
                                        </p:attrNameLst>
                                      </p:cBhvr>
                                      <p:tavLst>
                                        <p:tav tm="0" fmla="#ppt_y-sin(pi*$)/27">
                                          <p:val>
                                            <p:fltVal val="0"/>
                                          </p:val>
                                        </p:tav>
                                        <p:tav tm="100000">
                                          <p:val>
                                            <p:fltVal val="1"/>
                                          </p:val>
                                        </p:tav>
                                      </p:tavLst>
                                    </p:anim>
                                    <p:anim calcmode="lin" valueType="num">
                                      <p:cBhvr>
                                        <p:cTn id="112" dur="164" tmFilter="0, 0; 0.125,0.2665; 0.25,0.4; 0.375,0.465; 0.5,0.5;  0.625,0.535; 0.75,0.6; 0.875,0.7335; 1,1">
                                          <p:stCondLst>
                                            <p:cond delay="1656"/>
                                          </p:stCondLst>
                                        </p:cTn>
                                        <p:tgtEl>
                                          <p:spTgt spid="34"/>
                                        </p:tgtEl>
                                        <p:attrNameLst>
                                          <p:attrName>ppt_y</p:attrName>
                                        </p:attrNameLst>
                                      </p:cBhvr>
                                      <p:tavLst>
                                        <p:tav tm="0" fmla="#ppt_y-sin(pi*$)/81">
                                          <p:val>
                                            <p:fltVal val="0"/>
                                          </p:val>
                                        </p:tav>
                                        <p:tav tm="100000">
                                          <p:val>
                                            <p:fltVal val="1"/>
                                          </p:val>
                                        </p:tav>
                                      </p:tavLst>
                                    </p:anim>
                                    <p:animScale>
                                      <p:cBhvr>
                                        <p:cTn id="113" dur="26">
                                          <p:stCondLst>
                                            <p:cond delay="650"/>
                                          </p:stCondLst>
                                        </p:cTn>
                                        <p:tgtEl>
                                          <p:spTgt spid="34"/>
                                        </p:tgtEl>
                                      </p:cBhvr>
                                      <p:to x="100000" y="60000"/>
                                    </p:animScale>
                                    <p:animScale>
                                      <p:cBhvr>
                                        <p:cTn id="114" dur="166" decel="50000">
                                          <p:stCondLst>
                                            <p:cond delay="676"/>
                                          </p:stCondLst>
                                        </p:cTn>
                                        <p:tgtEl>
                                          <p:spTgt spid="34"/>
                                        </p:tgtEl>
                                      </p:cBhvr>
                                      <p:to x="100000" y="100000"/>
                                    </p:animScale>
                                    <p:animScale>
                                      <p:cBhvr>
                                        <p:cTn id="115" dur="26">
                                          <p:stCondLst>
                                            <p:cond delay="1312"/>
                                          </p:stCondLst>
                                        </p:cTn>
                                        <p:tgtEl>
                                          <p:spTgt spid="34"/>
                                        </p:tgtEl>
                                      </p:cBhvr>
                                      <p:to x="100000" y="80000"/>
                                    </p:animScale>
                                    <p:animScale>
                                      <p:cBhvr>
                                        <p:cTn id="116" dur="166" decel="50000">
                                          <p:stCondLst>
                                            <p:cond delay="1338"/>
                                          </p:stCondLst>
                                        </p:cTn>
                                        <p:tgtEl>
                                          <p:spTgt spid="34"/>
                                        </p:tgtEl>
                                      </p:cBhvr>
                                      <p:to x="100000" y="100000"/>
                                    </p:animScale>
                                    <p:animScale>
                                      <p:cBhvr>
                                        <p:cTn id="117" dur="26">
                                          <p:stCondLst>
                                            <p:cond delay="1642"/>
                                          </p:stCondLst>
                                        </p:cTn>
                                        <p:tgtEl>
                                          <p:spTgt spid="34"/>
                                        </p:tgtEl>
                                      </p:cBhvr>
                                      <p:to x="100000" y="90000"/>
                                    </p:animScale>
                                    <p:animScale>
                                      <p:cBhvr>
                                        <p:cTn id="118" dur="166" decel="50000">
                                          <p:stCondLst>
                                            <p:cond delay="1668"/>
                                          </p:stCondLst>
                                        </p:cTn>
                                        <p:tgtEl>
                                          <p:spTgt spid="34"/>
                                        </p:tgtEl>
                                      </p:cBhvr>
                                      <p:to x="100000" y="100000"/>
                                    </p:animScale>
                                    <p:animScale>
                                      <p:cBhvr>
                                        <p:cTn id="119" dur="26">
                                          <p:stCondLst>
                                            <p:cond delay="1808"/>
                                          </p:stCondLst>
                                        </p:cTn>
                                        <p:tgtEl>
                                          <p:spTgt spid="34"/>
                                        </p:tgtEl>
                                      </p:cBhvr>
                                      <p:to x="100000" y="95000"/>
                                    </p:animScale>
                                    <p:animScale>
                                      <p:cBhvr>
                                        <p:cTn id="120" dur="166" decel="50000">
                                          <p:stCondLst>
                                            <p:cond delay="1834"/>
                                          </p:stCondLst>
                                        </p:cTn>
                                        <p:tgtEl>
                                          <p:spTgt spid="34"/>
                                        </p:tgtEl>
                                      </p:cBhvr>
                                      <p:to x="100000" y="100000"/>
                                    </p:animScale>
                                  </p:childTnLst>
                                </p:cTn>
                              </p:par>
                              <p:par>
                                <p:cTn id="121" presetID="26" presetClass="entr" presetSubtype="0" fill="hold" grpId="0" nodeType="withEffect">
                                  <p:stCondLst>
                                    <p:cond delay="0"/>
                                  </p:stCondLst>
                                  <p:childTnLst>
                                    <p:set>
                                      <p:cBhvr>
                                        <p:cTn id="122" dur="1" fill="hold">
                                          <p:stCondLst>
                                            <p:cond delay="0"/>
                                          </p:stCondLst>
                                        </p:cTn>
                                        <p:tgtEl>
                                          <p:spTgt spid="46"/>
                                        </p:tgtEl>
                                        <p:attrNameLst>
                                          <p:attrName>style.visibility</p:attrName>
                                        </p:attrNameLst>
                                      </p:cBhvr>
                                      <p:to>
                                        <p:strVal val="visible"/>
                                      </p:to>
                                    </p:set>
                                    <p:animEffect transition="in" filter="wipe(down)">
                                      <p:cBhvr>
                                        <p:cTn id="123" dur="580">
                                          <p:stCondLst>
                                            <p:cond delay="0"/>
                                          </p:stCondLst>
                                        </p:cTn>
                                        <p:tgtEl>
                                          <p:spTgt spid="46"/>
                                        </p:tgtEl>
                                      </p:cBhvr>
                                    </p:animEffect>
                                    <p:anim calcmode="lin" valueType="num">
                                      <p:cBhvr>
                                        <p:cTn id="124" dur="1822" tmFilter="0,0; 0.14,0.36; 0.43,0.73; 0.71,0.91; 1.0,1.0">
                                          <p:stCondLst>
                                            <p:cond delay="0"/>
                                          </p:stCondLst>
                                        </p:cTn>
                                        <p:tgtEl>
                                          <p:spTgt spid="46"/>
                                        </p:tgtEl>
                                        <p:attrNameLst>
                                          <p:attrName>ppt_x</p:attrName>
                                        </p:attrNameLst>
                                      </p:cBhvr>
                                      <p:tavLst>
                                        <p:tav tm="0">
                                          <p:val>
                                            <p:strVal val="#ppt_x-0.25"/>
                                          </p:val>
                                        </p:tav>
                                        <p:tav tm="100000">
                                          <p:val>
                                            <p:strVal val="#ppt_x"/>
                                          </p:val>
                                        </p:tav>
                                      </p:tavLst>
                                    </p:anim>
                                    <p:anim calcmode="lin" valueType="num">
                                      <p:cBhvr>
                                        <p:cTn id="125" dur="664" tmFilter="0.0,0.0; 0.25,0.07; 0.50,0.2; 0.75,0.467; 1.0,1.0">
                                          <p:stCondLst>
                                            <p:cond delay="0"/>
                                          </p:stCondLst>
                                        </p:cTn>
                                        <p:tgtEl>
                                          <p:spTgt spid="46"/>
                                        </p:tgtEl>
                                        <p:attrNameLst>
                                          <p:attrName>ppt_y</p:attrName>
                                        </p:attrNameLst>
                                      </p:cBhvr>
                                      <p:tavLst>
                                        <p:tav tm="0" fmla="#ppt_y-sin(pi*$)/3">
                                          <p:val>
                                            <p:fltVal val="0.5"/>
                                          </p:val>
                                        </p:tav>
                                        <p:tav tm="100000">
                                          <p:val>
                                            <p:fltVal val="1"/>
                                          </p:val>
                                        </p:tav>
                                      </p:tavLst>
                                    </p:anim>
                                    <p:anim calcmode="lin" valueType="num">
                                      <p:cBhvr>
                                        <p:cTn id="126" dur="664" tmFilter="0, 0; 0.125,0.2665; 0.25,0.4; 0.375,0.465; 0.5,0.5;  0.625,0.535; 0.75,0.6; 0.875,0.7335; 1,1">
                                          <p:stCondLst>
                                            <p:cond delay="664"/>
                                          </p:stCondLst>
                                        </p:cTn>
                                        <p:tgtEl>
                                          <p:spTgt spid="46"/>
                                        </p:tgtEl>
                                        <p:attrNameLst>
                                          <p:attrName>ppt_y</p:attrName>
                                        </p:attrNameLst>
                                      </p:cBhvr>
                                      <p:tavLst>
                                        <p:tav tm="0" fmla="#ppt_y-sin(pi*$)/9">
                                          <p:val>
                                            <p:fltVal val="0"/>
                                          </p:val>
                                        </p:tav>
                                        <p:tav tm="100000">
                                          <p:val>
                                            <p:fltVal val="1"/>
                                          </p:val>
                                        </p:tav>
                                      </p:tavLst>
                                    </p:anim>
                                    <p:anim calcmode="lin" valueType="num">
                                      <p:cBhvr>
                                        <p:cTn id="127" dur="332" tmFilter="0, 0; 0.125,0.2665; 0.25,0.4; 0.375,0.465; 0.5,0.5;  0.625,0.535; 0.75,0.6; 0.875,0.7335; 1,1">
                                          <p:stCondLst>
                                            <p:cond delay="1324"/>
                                          </p:stCondLst>
                                        </p:cTn>
                                        <p:tgtEl>
                                          <p:spTgt spid="46"/>
                                        </p:tgtEl>
                                        <p:attrNameLst>
                                          <p:attrName>ppt_y</p:attrName>
                                        </p:attrNameLst>
                                      </p:cBhvr>
                                      <p:tavLst>
                                        <p:tav tm="0" fmla="#ppt_y-sin(pi*$)/27">
                                          <p:val>
                                            <p:fltVal val="0"/>
                                          </p:val>
                                        </p:tav>
                                        <p:tav tm="100000">
                                          <p:val>
                                            <p:fltVal val="1"/>
                                          </p:val>
                                        </p:tav>
                                      </p:tavLst>
                                    </p:anim>
                                    <p:anim calcmode="lin" valueType="num">
                                      <p:cBhvr>
                                        <p:cTn id="128" dur="164" tmFilter="0, 0; 0.125,0.2665; 0.25,0.4; 0.375,0.465; 0.5,0.5;  0.625,0.535; 0.75,0.6; 0.875,0.7335; 1,1">
                                          <p:stCondLst>
                                            <p:cond delay="1656"/>
                                          </p:stCondLst>
                                        </p:cTn>
                                        <p:tgtEl>
                                          <p:spTgt spid="46"/>
                                        </p:tgtEl>
                                        <p:attrNameLst>
                                          <p:attrName>ppt_y</p:attrName>
                                        </p:attrNameLst>
                                      </p:cBhvr>
                                      <p:tavLst>
                                        <p:tav tm="0" fmla="#ppt_y-sin(pi*$)/81">
                                          <p:val>
                                            <p:fltVal val="0"/>
                                          </p:val>
                                        </p:tav>
                                        <p:tav tm="100000">
                                          <p:val>
                                            <p:fltVal val="1"/>
                                          </p:val>
                                        </p:tav>
                                      </p:tavLst>
                                    </p:anim>
                                    <p:animScale>
                                      <p:cBhvr>
                                        <p:cTn id="129" dur="26">
                                          <p:stCondLst>
                                            <p:cond delay="650"/>
                                          </p:stCondLst>
                                        </p:cTn>
                                        <p:tgtEl>
                                          <p:spTgt spid="46"/>
                                        </p:tgtEl>
                                      </p:cBhvr>
                                      <p:to x="100000" y="60000"/>
                                    </p:animScale>
                                    <p:animScale>
                                      <p:cBhvr>
                                        <p:cTn id="130" dur="166" decel="50000">
                                          <p:stCondLst>
                                            <p:cond delay="676"/>
                                          </p:stCondLst>
                                        </p:cTn>
                                        <p:tgtEl>
                                          <p:spTgt spid="46"/>
                                        </p:tgtEl>
                                      </p:cBhvr>
                                      <p:to x="100000" y="100000"/>
                                    </p:animScale>
                                    <p:animScale>
                                      <p:cBhvr>
                                        <p:cTn id="131" dur="26">
                                          <p:stCondLst>
                                            <p:cond delay="1312"/>
                                          </p:stCondLst>
                                        </p:cTn>
                                        <p:tgtEl>
                                          <p:spTgt spid="46"/>
                                        </p:tgtEl>
                                      </p:cBhvr>
                                      <p:to x="100000" y="80000"/>
                                    </p:animScale>
                                    <p:animScale>
                                      <p:cBhvr>
                                        <p:cTn id="132" dur="166" decel="50000">
                                          <p:stCondLst>
                                            <p:cond delay="1338"/>
                                          </p:stCondLst>
                                        </p:cTn>
                                        <p:tgtEl>
                                          <p:spTgt spid="46"/>
                                        </p:tgtEl>
                                      </p:cBhvr>
                                      <p:to x="100000" y="100000"/>
                                    </p:animScale>
                                    <p:animScale>
                                      <p:cBhvr>
                                        <p:cTn id="133" dur="26">
                                          <p:stCondLst>
                                            <p:cond delay="1642"/>
                                          </p:stCondLst>
                                        </p:cTn>
                                        <p:tgtEl>
                                          <p:spTgt spid="46"/>
                                        </p:tgtEl>
                                      </p:cBhvr>
                                      <p:to x="100000" y="90000"/>
                                    </p:animScale>
                                    <p:animScale>
                                      <p:cBhvr>
                                        <p:cTn id="134" dur="166" decel="50000">
                                          <p:stCondLst>
                                            <p:cond delay="1668"/>
                                          </p:stCondLst>
                                        </p:cTn>
                                        <p:tgtEl>
                                          <p:spTgt spid="46"/>
                                        </p:tgtEl>
                                      </p:cBhvr>
                                      <p:to x="100000" y="100000"/>
                                    </p:animScale>
                                    <p:animScale>
                                      <p:cBhvr>
                                        <p:cTn id="135" dur="26">
                                          <p:stCondLst>
                                            <p:cond delay="1808"/>
                                          </p:stCondLst>
                                        </p:cTn>
                                        <p:tgtEl>
                                          <p:spTgt spid="46"/>
                                        </p:tgtEl>
                                      </p:cBhvr>
                                      <p:to x="100000" y="95000"/>
                                    </p:animScale>
                                    <p:animScale>
                                      <p:cBhvr>
                                        <p:cTn id="136" dur="166" decel="50000">
                                          <p:stCondLst>
                                            <p:cond delay="1834"/>
                                          </p:stCondLst>
                                        </p:cTn>
                                        <p:tgtEl>
                                          <p:spTgt spid="46"/>
                                        </p:tgtEl>
                                      </p:cBhvr>
                                      <p:to x="100000" y="100000"/>
                                    </p:animScale>
                                  </p:childTnLst>
                                </p:cTn>
                              </p:par>
                              <p:par>
                                <p:cTn id="137" presetID="26" presetClass="entr" presetSubtype="0" fill="hold" grpId="0" nodeType="withEffect">
                                  <p:stCondLst>
                                    <p:cond delay="0"/>
                                  </p:stCondLst>
                                  <p:childTnLst>
                                    <p:set>
                                      <p:cBhvr>
                                        <p:cTn id="138" dur="1" fill="hold">
                                          <p:stCondLst>
                                            <p:cond delay="0"/>
                                          </p:stCondLst>
                                        </p:cTn>
                                        <p:tgtEl>
                                          <p:spTgt spid="49"/>
                                        </p:tgtEl>
                                        <p:attrNameLst>
                                          <p:attrName>style.visibility</p:attrName>
                                        </p:attrNameLst>
                                      </p:cBhvr>
                                      <p:to>
                                        <p:strVal val="visible"/>
                                      </p:to>
                                    </p:set>
                                    <p:animEffect transition="in" filter="wipe(down)">
                                      <p:cBhvr>
                                        <p:cTn id="139" dur="580">
                                          <p:stCondLst>
                                            <p:cond delay="0"/>
                                          </p:stCondLst>
                                        </p:cTn>
                                        <p:tgtEl>
                                          <p:spTgt spid="49"/>
                                        </p:tgtEl>
                                      </p:cBhvr>
                                    </p:animEffect>
                                    <p:anim calcmode="lin" valueType="num">
                                      <p:cBhvr>
                                        <p:cTn id="140" dur="1822" tmFilter="0,0; 0.14,0.36; 0.43,0.73; 0.71,0.91; 1.0,1.0">
                                          <p:stCondLst>
                                            <p:cond delay="0"/>
                                          </p:stCondLst>
                                        </p:cTn>
                                        <p:tgtEl>
                                          <p:spTgt spid="49"/>
                                        </p:tgtEl>
                                        <p:attrNameLst>
                                          <p:attrName>ppt_x</p:attrName>
                                        </p:attrNameLst>
                                      </p:cBhvr>
                                      <p:tavLst>
                                        <p:tav tm="0">
                                          <p:val>
                                            <p:strVal val="#ppt_x-0.25"/>
                                          </p:val>
                                        </p:tav>
                                        <p:tav tm="100000">
                                          <p:val>
                                            <p:strVal val="#ppt_x"/>
                                          </p:val>
                                        </p:tav>
                                      </p:tavLst>
                                    </p:anim>
                                    <p:anim calcmode="lin" valueType="num">
                                      <p:cBhvr>
                                        <p:cTn id="141" dur="664" tmFilter="0.0,0.0; 0.25,0.07; 0.50,0.2; 0.75,0.467; 1.0,1.0">
                                          <p:stCondLst>
                                            <p:cond delay="0"/>
                                          </p:stCondLst>
                                        </p:cTn>
                                        <p:tgtEl>
                                          <p:spTgt spid="49"/>
                                        </p:tgtEl>
                                        <p:attrNameLst>
                                          <p:attrName>ppt_y</p:attrName>
                                        </p:attrNameLst>
                                      </p:cBhvr>
                                      <p:tavLst>
                                        <p:tav tm="0" fmla="#ppt_y-sin(pi*$)/3">
                                          <p:val>
                                            <p:fltVal val="0.5"/>
                                          </p:val>
                                        </p:tav>
                                        <p:tav tm="100000">
                                          <p:val>
                                            <p:fltVal val="1"/>
                                          </p:val>
                                        </p:tav>
                                      </p:tavLst>
                                    </p:anim>
                                    <p:anim calcmode="lin" valueType="num">
                                      <p:cBhvr>
                                        <p:cTn id="142" dur="664" tmFilter="0, 0; 0.125,0.2665; 0.25,0.4; 0.375,0.465; 0.5,0.5;  0.625,0.535; 0.75,0.6; 0.875,0.7335; 1,1">
                                          <p:stCondLst>
                                            <p:cond delay="664"/>
                                          </p:stCondLst>
                                        </p:cTn>
                                        <p:tgtEl>
                                          <p:spTgt spid="49"/>
                                        </p:tgtEl>
                                        <p:attrNameLst>
                                          <p:attrName>ppt_y</p:attrName>
                                        </p:attrNameLst>
                                      </p:cBhvr>
                                      <p:tavLst>
                                        <p:tav tm="0" fmla="#ppt_y-sin(pi*$)/9">
                                          <p:val>
                                            <p:fltVal val="0"/>
                                          </p:val>
                                        </p:tav>
                                        <p:tav tm="100000">
                                          <p:val>
                                            <p:fltVal val="1"/>
                                          </p:val>
                                        </p:tav>
                                      </p:tavLst>
                                    </p:anim>
                                    <p:anim calcmode="lin" valueType="num">
                                      <p:cBhvr>
                                        <p:cTn id="143" dur="332" tmFilter="0, 0; 0.125,0.2665; 0.25,0.4; 0.375,0.465; 0.5,0.5;  0.625,0.535; 0.75,0.6; 0.875,0.7335; 1,1">
                                          <p:stCondLst>
                                            <p:cond delay="1324"/>
                                          </p:stCondLst>
                                        </p:cTn>
                                        <p:tgtEl>
                                          <p:spTgt spid="49"/>
                                        </p:tgtEl>
                                        <p:attrNameLst>
                                          <p:attrName>ppt_y</p:attrName>
                                        </p:attrNameLst>
                                      </p:cBhvr>
                                      <p:tavLst>
                                        <p:tav tm="0" fmla="#ppt_y-sin(pi*$)/27">
                                          <p:val>
                                            <p:fltVal val="0"/>
                                          </p:val>
                                        </p:tav>
                                        <p:tav tm="100000">
                                          <p:val>
                                            <p:fltVal val="1"/>
                                          </p:val>
                                        </p:tav>
                                      </p:tavLst>
                                    </p:anim>
                                    <p:anim calcmode="lin" valueType="num">
                                      <p:cBhvr>
                                        <p:cTn id="144" dur="164" tmFilter="0, 0; 0.125,0.2665; 0.25,0.4; 0.375,0.465; 0.5,0.5;  0.625,0.535; 0.75,0.6; 0.875,0.7335; 1,1">
                                          <p:stCondLst>
                                            <p:cond delay="1656"/>
                                          </p:stCondLst>
                                        </p:cTn>
                                        <p:tgtEl>
                                          <p:spTgt spid="49"/>
                                        </p:tgtEl>
                                        <p:attrNameLst>
                                          <p:attrName>ppt_y</p:attrName>
                                        </p:attrNameLst>
                                      </p:cBhvr>
                                      <p:tavLst>
                                        <p:tav tm="0" fmla="#ppt_y-sin(pi*$)/81">
                                          <p:val>
                                            <p:fltVal val="0"/>
                                          </p:val>
                                        </p:tav>
                                        <p:tav tm="100000">
                                          <p:val>
                                            <p:fltVal val="1"/>
                                          </p:val>
                                        </p:tav>
                                      </p:tavLst>
                                    </p:anim>
                                    <p:animScale>
                                      <p:cBhvr>
                                        <p:cTn id="145" dur="26">
                                          <p:stCondLst>
                                            <p:cond delay="650"/>
                                          </p:stCondLst>
                                        </p:cTn>
                                        <p:tgtEl>
                                          <p:spTgt spid="49"/>
                                        </p:tgtEl>
                                      </p:cBhvr>
                                      <p:to x="100000" y="60000"/>
                                    </p:animScale>
                                    <p:animScale>
                                      <p:cBhvr>
                                        <p:cTn id="146" dur="166" decel="50000">
                                          <p:stCondLst>
                                            <p:cond delay="676"/>
                                          </p:stCondLst>
                                        </p:cTn>
                                        <p:tgtEl>
                                          <p:spTgt spid="49"/>
                                        </p:tgtEl>
                                      </p:cBhvr>
                                      <p:to x="100000" y="100000"/>
                                    </p:animScale>
                                    <p:animScale>
                                      <p:cBhvr>
                                        <p:cTn id="147" dur="26">
                                          <p:stCondLst>
                                            <p:cond delay="1312"/>
                                          </p:stCondLst>
                                        </p:cTn>
                                        <p:tgtEl>
                                          <p:spTgt spid="49"/>
                                        </p:tgtEl>
                                      </p:cBhvr>
                                      <p:to x="100000" y="80000"/>
                                    </p:animScale>
                                    <p:animScale>
                                      <p:cBhvr>
                                        <p:cTn id="148" dur="166" decel="50000">
                                          <p:stCondLst>
                                            <p:cond delay="1338"/>
                                          </p:stCondLst>
                                        </p:cTn>
                                        <p:tgtEl>
                                          <p:spTgt spid="49"/>
                                        </p:tgtEl>
                                      </p:cBhvr>
                                      <p:to x="100000" y="100000"/>
                                    </p:animScale>
                                    <p:animScale>
                                      <p:cBhvr>
                                        <p:cTn id="149" dur="26">
                                          <p:stCondLst>
                                            <p:cond delay="1642"/>
                                          </p:stCondLst>
                                        </p:cTn>
                                        <p:tgtEl>
                                          <p:spTgt spid="49"/>
                                        </p:tgtEl>
                                      </p:cBhvr>
                                      <p:to x="100000" y="90000"/>
                                    </p:animScale>
                                    <p:animScale>
                                      <p:cBhvr>
                                        <p:cTn id="150" dur="166" decel="50000">
                                          <p:stCondLst>
                                            <p:cond delay="1668"/>
                                          </p:stCondLst>
                                        </p:cTn>
                                        <p:tgtEl>
                                          <p:spTgt spid="49"/>
                                        </p:tgtEl>
                                      </p:cBhvr>
                                      <p:to x="100000" y="100000"/>
                                    </p:animScale>
                                    <p:animScale>
                                      <p:cBhvr>
                                        <p:cTn id="151" dur="26">
                                          <p:stCondLst>
                                            <p:cond delay="1808"/>
                                          </p:stCondLst>
                                        </p:cTn>
                                        <p:tgtEl>
                                          <p:spTgt spid="49"/>
                                        </p:tgtEl>
                                      </p:cBhvr>
                                      <p:to x="100000" y="95000"/>
                                    </p:animScale>
                                    <p:animScale>
                                      <p:cBhvr>
                                        <p:cTn id="152" dur="166" decel="50000">
                                          <p:stCondLst>
                                            <p:cond delay="1834"/>
                                          </p:stCondLst>
                                        </p:cTn>
                                        <p:tgtEl>
                                          <p:spTgt spid="49"/>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9" grpId="0" animBg="1"/>
      <p:bldP spid="35" grpId="0"/>
      <p:bldP spid="10" grpId="0" animBg="1"/>
      <p:bldP spid="20" grpId="0" animBg="1"/>
      <p:bldP spid="21" grpId="0" animBg="1"/>
      <p:bldP spid="34" grpId="0"/>
      <p:bldP spid="46" grpId="0"/>
      <p:bldP spid="4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40573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49452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F123D726-4B79-A847-A311-BA390A77794B}"/>
              </a:ext>
            </a:extLst>
          </p:cNvPr>
          <p:cNvSpPr txBox="1"/>
          <p:nvPr/>
        </p:nvSpPr>
        <p:spPr>
          <a:xfrm>
            <a:off x="2604321" y="146080"/>
            <a:ext cx="7157730" cy="553998"/>
          </a:xfrm>
          <a:prstGeom prst="rect">
            <a:avLst/>
          </a:prstGeom>
          <a:noFill/>
        </p:spPr>
        <p:txBody>
          <a:bodyPr wrap="none" rtlCol="0">
            <a:spAutoFit/>
          </a:bodyPr>
          <a:lstStyle/>
          <a:p>
            <a:pPr algn="ctr"/>
            <a:r>
              <a:rPr lang="fr-FR" sz="3000" b="1" dirty="0">
                <a:solidFill>
                  <a:schemeClr val="tx2"/>
                </a:solidFill>
                <a:latin typeface="Poppins" pitchFamily="2" charset="77"/>
                <a:cs typeface="Poppins" pitchFamily="2" charset="77"/>
              </a:rPr>
              <a:t>Exemple devis travaux (&lt;7,5 </a:t>
            </a:r>
            <a:r>
              <a:rPr lang="fr-FR" sz="3000" b="1" dirty="0" err="1">
                <a:solidFill>
                  <a:schemeClr val="tx2"/>
                </a:solidFill>
                <a:latin typeface="Poppins" pitchFamily="2" charset="77"/>
                <a:cs typeface="Poppins" pitchFamily="2" charset="77"/>
              </a:rPr>
              <a:t>Keuro</a:t>
            </a:r>
            <a:r>
              <a:rPr lang="fr-FR" sz="3000" b="1" dirty="0">
                <a:solidFill>
                  <a:schemeClr val="tx2"/>
                </a:solidFill>
                <a:latin typeface="Poppins" pitchFamily="2" charset="77"/>
                <a:cs typeface="Poppins" pitchFamily="2" charset="77"/>
              </a:rPr>
              <a:t>)</a:t>
            </a:r>
          </a:p>
        </p:txBody>
      </p:sp>
      <p:sp>
        <p:nvSpPr>
          <p:cNvPr id="18" name="TextBox 17">
            <a:extLst>
              <a:ext uri="{FF2B5EF4-FFF2-40B4-BE49-F238E27FC236}">
                <a16:creationId xmlns:a16="http://schemas.microsoft.com/office/drawing/2014/main" id="{1E974B7C-F80C-E348-8323-419659BAD508}"/>
              </a:ext>
            </a:extLst>
          </p:cNvPr>
          <p:cNvSpPr txBox="1"/>
          <p:nvPr/>
        </p:nvSpPr>
        <p:spPr>
          <a:xfrm>
            <a:off x="1091302" y="644596"/>
            <a:ext cx="9862492" cy="646331"/>
          </a:xfrm>
          <a:prstGeom prst="rect">
            <a:avLst/>
          </a:prstGeom>
          <a:noFill/>
        </p:spPr>
        <p:txBody>
          <a:bodyPr wrap="square" rtlCol="0">
            <a:spAutoFit/>
          </a:bodyPr>
          <a:lstStyle/>
          <a:p>
            <a:pPr algn="ctr"/>
            <a:r>
              <a:rPr lang="fr-FR" sz="1200" spc="150">
                <a:solidFill>
                  <a:schemeClr val="bg1">
                    <a:lumMod val="65000"/>
                  </a:schemeClr>
                </a:solidFill>
                <a:latin typeface="Poppins Light" pitchFamily="2" charset="77"/>
                <a:cs typeface="Poppins Light" pitchFamily="2" charset="77"/>
              </a:rPr>
              <a:t>Réalisation des devis par une équipe spécialisée qui traite avec le client pour répondre à ses demandes et recueillir les informations complémentaires nécessaires</a:t>
            </a:r>
          </a:p>
          <a:p>
            <a:pPr algn="ctr"/>
            <a:r>
              <a:rPr lang="fr-FR" sz="1200" spc="150">
                <a:solidFill>
                  <a:schemeClr val="bg1">
                    <a:lumMod val="65000"/>
                  </a:schemeClr>
                </a:solidFill>
                <a:latin typeface="Poppins Light" pitchFamily="2" charset="77"/>
                <a:cs typeface="Poppins Light" pitchFamily="2" charset="77"/>
              </a:rPr>
              <a:t>Si besoin intervention d’un agent pour collecter dautres données </a:t>
            </a:r>
            <a:endParaRPr lang="fr-FR" sz="1200" spc="150" dirty="0">
              <a:solidFill>
                <a:schemeClr val="bg1">
                  <a:lumMod val="65000"/>
                </a:schemeClr>
              </a:solidFill>
              <a:latin typeface="Poppins Light" pitchFamily="2" charset="77"/>
              <a:cs typeface="Poppins Light" pitchFamily="2" charset="77"/>
            </a:endParaRPr>
          </a:p>
        </p:txBody>
      </p:sp>
      <p:sp>
        <p:nvSpPr>
          <p:cNvPr id="16" name="Freeform 4">
            <a:extLst>
              <a:ext uri="{FF2B5EF4-FFF2-40B4-BE49-F238E27FC236}">
                <a16:creationId xmlns:a16="http://schemas.microsoft.com/office/drawing/2014/main" id="{7EDF62E4-E9D6-FF4D-9AEC-B5A902B9C977}"/>
              </a:ext>
            </a:extLst>
          </p:cNvPr>
          <p:cNvSpPr>
            <a:spLocks noChangeArrowheads="1"/>
          </p:cNvSpPr>
          <p:nvPr/>
        </p:nvSpPr>
        <p:spPr bwMode="auto">
          <a:xfrm>
            <a:off x="1963939" y="3044543"/>
            <a:ext cx="8264123" cy="1713797"/>
          </a:xfrm>
          <a:custGeom>
            <a:avLst/>
            <a:gdLst>
              <a:gd name="T0" fmla="*/ 2752 w 13271"/>
              <a:gd name="T1" fmla="*/ 1376 h 2752"/>
              <a:gd name="T2" fmla="*/ 2349 w 13271"/>
              <a:gd name="T3" fmla="*/ 403 h 2752"/>
              <a:gd name="T4" fmla="*/ 1376 w 13271"/>
              <a:gd name="T5" fmla="*/ 0 h 2752"/>
              <a:gd name="T6" fmla="*/ 403 w 13271"/>
              <a:gd name="T7" fmla="*/ 403 h 2752"/>
              <a:gd name="T8" fmla="*/ 2 w 13271"/>
              <a:gd name="T9" fmla="*/ 1314 h 2752"/>
              <a:gd name="T10" fmla="*/ 62 w 13271"/>
              <a:gd name="T11" fmla="*/ 1376 h 2752"/>
              <a:gd name="T12" fmla="*/ 126 w 13271"/>
              <a:gd name="T13" fmla="*/ 1314 h 2752"/>
              <a:gd name="T14" fmla="*/ 491 w 13271"/>
              <a:gd name="T15" fmla="*/ 491 h 2752"/>
              <a:gd name="T16" fmla="*/ 1376 w 13271"/>
              <a:gd name="T17" fmla="*/ 124 h 2752"/>
              <a:gd name="T18" fmla="*/ 2262 w 13271"/>
              <a:gd name="T19" fmla="*/ 491 h 2752"/>
              <a:gd name="T20" fmla="*/ 2630 w 13271"/>
              <a:gd name="T21" fmla="*/ 1376 h 2752"/>
              <a:gd name="T22" fmla="*/ 3033 w 13271"/>
              <a:gd name="T23" fmla="*/ 2348 h 2752"/>
              <a:gd name="T24" fmla="*/ 4006 w 13271"/>
              <a:gd name="T25" fmla="*/ 2751 h 2752"/>
              <a:gd name="T26" fmla="*/ 4979 w 13271"/>
              <a:gd name="T27" fmla="*/ 2348 h 2752"/>
              <a:gd name="T28" fmla="*/ 5382 w 13271"/>
              <a:gd name="T29" fmla="*/ 1376 h 2752"/>
              <a:gd name="T30" fmla="*/ 5384 w 13271"/>
              <a:gd name="T31" fmla="*/ 1376 h 2752"/>
              <a:gd name="T32" fmla="*/ 5751 w 13271"/>
              <a:gd name="T33" fmla="*/ 491 h 2752"/>
              <a:gd name="T34" fmla="*/ 6636 w 13271"/>
              <a:gd name="T35" fmla="*/ 124 h 2752"/>
              <a:gd name="T36" fmla="*/ 7520 w 13271"/>
              <a:gd name="T37" fmla="*/ 491 h 2752"/>
              <a:gd name="T38" fmla="*/ 7888 w 13271"/>
              <a:gd name="T39" fmla="*/ 1376 h 2752"/>
              <a:gd name="T40" fmla="*/ 8292 w 13271"/>
              <a:gd name="T41" fmla="*/ 2348 h 2752"/>
              <a:gd name="T42" fmla="*/ 9264 w 13271"/>
              <a:gd name="T43" fmla="*/ 2751 h 2752"/>
              <a:gd name="T44" fmla="*/ 10238 w 13271"/>
              <a:gd name="T45" fmla="*/ 2348 h 2752"/>
              <a:gd name="T46" fmla="*/ 10641 w 13271"/>
              <a:gd name="T47" fmla="*/ 1376 h 2752"/>
              <a:gd name="T48" fmla="*/ 10643 w 13271"/>
              <a:gd name="T49" fmla="*/ 1376 h 2752"/>
              <a:gd name="T50" fmla="*/ 11009 w 13271"/>
              <a:gd name="T51" fmla="*/ 491 h 2752"/>
              <a:gd name="T52" fmla="*/ 11894 w 13271"/>
              <a:gd name="T53" fmla="*/ 124 h 2752"/>
              <a:gd name="T54" fmla="*/ 12779 w 13271"/>
              <a:gd name="T55" fmla="*/ 491 h 2752"/>
              <a:gd name="T56" fmla="*/ 13144 w 13271"/>
              <a:gd name="T57" fmla="*/ 1314 h 2752"/>
              <a:gd name="T58" fmla="*/ 13208 w 13271"/>
              <a:gd name="T59" fmla="*/ 1376 h 2752"/>
              <a:gd name="T60" fmla="*/ 13269 w 13271"/>
              <a:gd name="T61" fmla="*/ 1314 h 2752"/>
              <a:gd name="T62" fmla="*/ 12867 w 13271"/>
              <a:gd name="T63" fmla="*/ 403 h 2752"/>
              <a:gd name="T64" fmla="*/ 11894 w 13271"/>
              <a:gd name="T65" fmla="*/ 0 h 2752"/>
              <a:gd name="T66" fmla="*/ 10921 w 13271"/>
              <a:gd name="T67" fmla="*/ 403 h 2752"/>
              <a:gd name="T68" fmla="*/ 10516 w 13271"/>
              <a:gd name="T69" fmla="*/ 1376 h 2752"/>
              <a:gd name="T70" fmla="*/ 10149 w 13271"/>
              <a:gd name="T71" fmla="*/ 2260 h 2752"/>
              <a:gd name="T72" fmla="*/ 9264 w 13271"/>
              <a:gd name="T73" fmla="*/ 2627 h 2752"/>
              <a:gd name="T74" fmla="*/ 8379 w 13271"/>
              <a:gd name="T75" fmla="*/ 2260 h 2752"/>
              <a:gd name="T76" fmla="*/ 8013 w 13271"/>
              <a:gd name="T77" fmla="*/ 1376 h 2752"/>
              <a:gd name="T78" fmla="*/ 8011 w 13271"/>
              <a:gd name="T79" fmla="*/ 1376 h 2752"/>
              <a:gd name="T80" fmla="*/ 7608 w 13271"/>
              <a:gd name="T81" fmla="*/ 403 h 2752"/>
              <a:gd name="T82" fmla="*/ 6636 w 13271"/>
              <a:gd name="T83" fmla="*/ 0 h 2752"/>
              <a:gd name="T84" fmla="*/ 5663 w 13271"/>
              <a:gd name="T85" fmla="*/ 403 h 2752"/>
              <a:gd name="T86" fmla="*/ 5258 w 13271"/>
              <a:gd name="T87" fmla="*/ 1376 h 2752"/>
              <a:gd name="T88" fmla="*/ 4891 w 13271"/>
              <a:gd name="T89" fmla="*/ 2260 h 2752"/>
              <a:gd name="T90" fmla="*/ 4006 w 13271"/>
              <a:gd name="T91" fmla="*/ 2627 h 2752"/>
              <a:gd name="T92" fmla="*/ 3121 w 13271"/>
              <a:gd name="T93" fmla="*/ 2260 h 2752"/>
              <a:gd name="T94" fmla="*/ 2755 w 13271"/>
              <a:gd name="T95" fmla="*/ 1376 h 27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3271" h="2752">
                <a:moveTo>
                  <a:pt x="2752" y="1376"/>
                </a:moveTo>
                <a:lnTo>
                  <a:pt x="2752" y="1376"/>
                </a:lnTo>
                <a:cubicBezTo>
                  <a:pt x="2752" y="1011"/>
                  <a:pt x="2607" y="661"/>
                  <a:pt x="2349" y="403"/>
                </a:cubicBezTo>
                <a:lnTo>
                  <a:pt x="2349" y="403"/>
                </a:lnTo>
                <a:cubicBezTo>
                  <a:pt x="2091" y="145"/>
                  <a:pt x="1741" y="0"/>
                  <a:pt x="1376" y="0"/>
                </a:cubicBezTo>
                <a:lnTo>
                  <a:pt x="1376" y="0"/>
                </a:lnTo>
                <a:cubicBezTo>
                  <a:pt x="1012" y="0"/>
                  <a:pt x="661" y="145"/>
                  <a:pt x="403" y="403"/>
                </a:cubicBezTo>
                <a:lnTo>
                  <a:pt x="403" y="403"/>
                </a:lnTo>
                <a:cubicBezTo>
                  <a:pt x="160" y="646"/>
                  <a:pt x="17" y="972"/>
                  <a:pt x="2" y="1314"/>
                </a:cubicBezTo>
                <a:lnTo>
                  <a:pt x="2" y="1314"/>
                </a:lnTo>
                <a:cubicBezTo>
                  <a:pt x="0" y="1348"/>
                  <a:pt x="28" y="1376"/>
                  <a:pt x="62" y="1376"/>
                </a:cubicBezTo>
                <a:lnTo>
                  <a:pt x="62" y="1376"/>
                </a:lnTo>
                <a:cubicBezTo>
                  <a:pt x="97" y="1376"/>
                  <a:pt x="124" y="1348"/>
                  <a:pt x="126" y="1314"/>
                </a:cubicBezTo>
                <a:lnTo>
                  <a:pt x="126" y="1314"/>
                </a:lnTo>
                <a:cubicBezTo>
                  <a:pt x="141" y="1005"/>
                  <a:pt x="271" y="711"/>
                  <a:pt x="491" y="491"/>
                </a:cubicBezTo>
                <a:lnTo>
                  <a:pt x="491" y="491"/>
                </a:lnTo>
                <a:cubicBezTo>
                  <a:pt x="726" y="256"/>
                  <a:pt x="1045" y="124"/>
                  <a:pt x="1376" y="124"/>
                </a:cubicBezTo>
                <a:lnTo>
                  <a:pt x="1376" y="124"/>
                </a:lnTo>
                <a:cubicBezTo>
                  <a:pt x="1708" y="124"/>
                  <a:pt x="2027" y="256"/>
                  <a:pt x="2262" y="491"/>
                </a:cubicBezTo>
                <a:lnTo>
                  <a:pt x="2262" y="491"/>
                </a:lnTo>
                <a:cubicBezTo>
                  <a:pt x="2496" y="726"/>
                  <a:pt x="2628" y="1044"/>
                  <a:pt x="2628" y="1376"/>
                </a:cubicBezTo>
                <a:lnTo>
                  <a:pt x="2630" y="1376"/>
                </a:lnTo>
                <a:lnTo>
                  <a:pt x="2630" y="1376"/>
                </a:lnTo>
                <a:cubicBezTo>
                  <a:pt x="2630" y="1740"/>
                  <a:pt x="2775" y="2090"/>
                  <a:pt x="3033" y="2348"/>
                </a:cubicBezTo>
                <a:lnTo>
                  <a:pt x="3033" y="2348"/>
                </a:lnTo>
                <a:cubicBezTo>
                  <a:pt x="3291" y="2606"/>
                  <a:pt x="3642" y="2751"/>
                  <a:pt x="4006" y="2751"/>
                </a:cubicBezTo>
                <a:lnTo>
                  <a:pt x="4006" y="2751"/>
                </a:lnTo>
                <a:cubicBezTo>
                  <a:pt x="4371" y="2751"/>
                  <a:pt x="4721" y="2606"/>
                  <a:pt x="4979" y="2348"/>
                </a:cubicBezTo>
                <a:lnTo>
                  <a:pt x="4979" y="2348"/>
                </a:lnTo>
                <a:cubicBezTo>
                  <a:pt x="5237" y="2090"/>
                  <a:pt x="5382" y="1740"/>
                  <a:pt x="5382" y="1376"/>
                </a:cubicBezTo>
                <a:lnTo>
                  <a:pt x="5384" y="1376"/>
                </a:lnTo>
                <a:lnTo>
                  <a:pt x="5384" y="1376"/>
                </a:lnTo>
                <a:cubicBezTo>
                  <a:pt x="5384" y="1044"/>
                  <a:pt x="5516" y="726"/>
                  <a:pt x="5751" y="491"/>
                </a:cubicBezTo>
                <a:lnTo>
                  <a:pt x="5751" y="491"/>
                </a:lnTo>
                <a:cubicBezTo>
                  <a:pt x="5986" y="256"/>
                  <a:pt x="6304" y="124"/>
                  <a:pt x="6636" y="124"/>
                </a:cubicBezTo>
                <a:lnTo>
                  <a:pt x="6636" y="124"/>
                </a:lnTo>
                <a:cubicBezTo>
                  <a:pt x="6967" y="124"/>
                  <a:pt x="7285" y="256"/>
                  <a:pt x="7520" y="491"/>
                </a:cubicBezTo>
                <a:lnTo>
                  <a:pt x="7520" y="491"/>
                </a:lnTo>
                <a:cubicBezTo>
                  <a:pt x="7754" y="726"/>
                  <a:pt x="7886" y="1044"/>
                  <a:pt x="7886" y="1376"/>
                </a:cubicBezTo>
                <a:lnTo>
                  <a:pt x="7888" y="1376"/>
                </a:lnTo>
                <a:lnTo>
                  <a:pt x="7888" y="1376"/>
                </a:lnTo>
                <a:cubicBezTo>
                  <a:pt x="7888" y="1740"/>
                  <a:pt x="8033" y="2090"/>
                  <a:pt x="8292" y="2348"/>
                </a:cubicBezTo>
                <a:lnTo>
                  <a:pt x="8292" y="2348"/>
                </a:lnTo>
                <a:cubicBezTo>
                  <a:pt x="8550" y="2606"/>
                  <a:pt x="8900" y="2751"/>
                  <a:pt x="9264" y="2751"/>
                </a:cubicBezTo>
                <a:lnTo>
                  <a:pt x="9264" y="2751"/>
                </a:lnTo>
                <a:cubicBezTo>
                  <a:pt x="9630" y="2751"/>
                  <a:pt x="9980" y="2606"/>
                  <a:pt x="10238" y="2348"/>
                </a:cubicBezTo>
                <a:lnTo>
                  <a:pt x="10238" y="2348"/>
                </a:lnTo>
                <a:cubicBezTo>
                  <a:pt x="10496" y="2090"/>
                  <a:pt x="10641" y="1740"/>
                  <a:pt x="10641" y="1376"/>
                </a:cubicBezTo>
                <a:lnTo>
                  <a:pt x="10643" y="1376"/>
                </a:lnTo>
                <a:lnTo>
                  <a:pt x="10643" y="1376"/>
                </a:lnTo>
                <a:cubicBezTo>
                  <a:pt x="10643" y="1044"/>
                  <a:pt x="10774" y="726"/>
                  <a:pt x="11009" y="491"/>
                </a:cubicBezTo>
                <a:lnTo>
                  <a:pt x="11009" y="491"/>
                </a:lnTo>
                <a:cubicBezTo>
                  <a:pt x="11244" y="256"/>
                  <a:pt x="11562" y="124"/>
                  <a:pt x="11894" y="124"/>
                </a:cubicBezTo>
                <a:lnTo>
                  <a:pt x="11894" y="124"/>
                </a:lnTo>
                <a:cubicBezTo>
                  <a:pt x="12226" y="124"/>
                  <a:pt x="12545" y="256"/>
                  <a:pt x="12779" y="491"/>
                </a:cubicBezTo>
                <a:lnTo>
                  <a:pt x="12779" y="491"/>
                </a:lnTo>
                <a:cubicBezTo>
                  <a:pt x="12999" y="711"/>
                  <a:pt x="13129" y="1005"/>
                  <a:pt x="13144" y="1314"/>
                </a:cubicBezTo>
                <a:lnTo>
                  <a:pt x="13144" y="1314"/>
                </a:lnTo>
                <a:cubicBezTo>
                  <a:pt x="13146" y="1348"/>
                  <a:pt x="13174" y="1376"/>
                  <a:pt x="13208" y="1376"/>
                </a:cubicBezTo>
                <a:lnTo>
                  <a:pt x="13208" y="1376"/>
                </a:lnTo>
                <a:cubicBezTo>
                  <a:pt x="13243" y="1376"/>
                  <a:pt x="13270" y="1348"/>
                  <a:pt x="13269" y="1314"/>
                </a:cubicBezTo>
                <a:lnTo>
                  <a:pt x="13269" y="1314"/>
                </a:lnTo>
                <a:cubicBezTo>
                  <a:pt x="13254" y="972"/>
                  <a:pt x="13111" y="646"/>
                  <a:pt x="12867" y="403"/>
                </a:cubicBezTo>
                <a:lnTo>
                  <a:pt x="12867" y="403"/>
                </a:lnTo>
                <a:cubicBezTo>
                  <a:pt x="12609" y="145"/>
                  <a:pt x="12259" y="0"/>
                  <a:pt x="11894" y="0"/>
                </a:cubicBezTo>
                <a:lnTo>
                  <a:pt x="11894" y="0"/>
                </a:lnTo>
                <a:cubicBezTo>
                  <a:pt x="11530" y="0"/>
                  <a:pt x="11179" y="145"/>
                  <a:pt x="10921" y="403"/>
                </a:cubicBezTo>
                <a:lnTo>
                  <a:pt x="10921" y="403"/>
                </a:lnTo>
                <a:cubicBezTo>
                  <a:pt x="10663" y="661"/>
                  <a:pt x="10518" y="1011"/>
                  <a:pt x="10518" y="1376"/>
                </a:cubicBezTo>
                <a:lnTo>
                  <a:pt x="10516" y="1376"/>
                </a:lnTo>
                <a:lnTo>
                  <a:pt x="10516" y="1376"/>
                </a:lnTo>
                <a:cubicBezTo>
                  <a:pt x="10516" y="1707"/>
                  <a:pt x="10384" y="2025"/>
                  <a:pt x="10149" y="2260"/>
                </a:cubicBezTo>
                <a:lnTo>
                  <a:pt x="10149" y="2260"/>
                </a:lnTo>
                <a:cubicBezTo>
                  <a:pt x="9915" y="2495"/>
                  <a:pt x="9597" y="2627"/>
                  <a:pt x="9264" y="2627"/>
                </a:cubicBezTo>
                <a:lnTo>
                  <a:pt x="9264" y="2627"/>
                </a:lnTo>
                <a:cubicBezTo>
                  <a:pt x="8932" y="2627"/>
                  <a:pt x="8614" y="2495"/>
                  <a:pt x="8379" y="2260"/>
                </a:cubicBezTo>
                <a:lnTo>
                  <a:pt x="8379" y="2260"/>
                </a:lnTo>
                <a:cubicBezTo>
                  <a:pt x="8145" y="2025"/>
                  <a:pt x="8013" y="1707"/>
                  <a:pt x="8013" y="1376"/>
                </a:cubicBezTo>
                <a:lnTo>
                  <a:pt x="8011" y="1376"/>
                </a:lnTo>
                <a:lnTo>
                  <a:pt x="8011" y="1376"/>
                </a:lnTo>
                <a:cubicBezTo>
                  <a:pt x="8011" y="1011"/>
                  <a:pt x="7866" y="661"/>
                  <a:pt x="7608" y="403"/>
                </a:cubicBezTo>
                <a:lnTo>
                  <a:pt x="7608" y="403"/>
                </a:lnTo>
                <a:cubicBezTo>
                  <a:pt x="7350" y="145"/>
                  <a:pt x="7000" y="0"/>
                  <a:pt x="6636" y="0"/>
                </a:cubicBezTo>
                <a:lnTo>
                  <a:pt x="6636" y="0"/>
                </a:lnTo>
                <a:cubicBezTo>
                  <a:pt x="6271" y="0"/>
                  <a:pt x="5921" y="145"/>
                  <a:pt x="5663" y="403"/>
                </a:cubicBezTo>
                <a:lnTo>
                  <a:pt x="5663" y="403"/>
                </a:lnTo>
                <a:cubicBezTo>
                  <a:pt x="5405" y="661"/>
                  <a:pt x="5260" y="1011"/>
                  <a:pt x="5260" y="1376"/>
                </a:cubicBezTo>
                <a:lnTo>
                  <a:pt x="5258" y="1376"/>
                </a:lnTo>
                <a:lnTo>
                  <a:pt x="5258" y="1376"/>
                </a:lnTo>
                <a:cubicBezTo>
                  <a:pt x="5258" y="1707"/>
                  <a:pt x="5126" y="2025"/>
                  <a:pt x="4891" y="2260"/>
                </a:cubicBezTo>
                <a:lnTo>
                  <a:pt x="4891" y="2260"/>
                </a:lnTo>
                <a:cubicBezTo>
                  <a:pt x="4657" y="2495"/>
                  <a:pt x="4338" y="2627"/>
                  <a:pt x="4006" y="2627"/>
                </a:cubicBezTo>
                <a:lnTo>
                  <a:pt x="4006" y="2627"/>
                </a:lnTo>
                <a:cubicBezTo>
                  <a:pt x="3674" y="2627"/>
                  <a:pt x="3356" y="2495"/>
                  <a:pt x="3121" y="2260"/>
                </a:cubicBezTo>
                <a:lnTo>
                  <a:pt x="3121" y="2260"/>
                </a:lnTo>
                <a:cubicBezTo>
                  <a:pt x="2886" y="2025"/>
                  <a:pt x="2755" y="1707"/>
                  <a:pt x="2755" y="1376"/>
                </a:cubicBezTo>
                <a:lnTo>
                  <a:pt x="2752" y="1376"/>
                </a:lnTo>
              </a:path>
            </a:pathLst>
          </a:custGeom>
          <a:solidFill>
            <a:schemeClr val="bg1">
              <a:lumMod val="95000"/>
            </a:schemeClr>
          </a:solidFill>
          <a:ln>
            <a:noFill/>
          </a:ln>
          <a:effectLst/>
        </p:spPr>
        <p:txBody>
          <a:bodyPr wrap="none" anchor="ctr"/>
          <a:lstStyle/>
          <a:p>
            <a:endParaRPr lang="en-US" sz="3266"/>
          </a:p>
        </p:txBody>
      </p:sp>
      <p:sp>
        <p:nvSpPr>
          <p:cNvPr id="2" name="Freeform 6">
            <a:extLst>
              <a:ext uri="{FF2B5EF4-FFF2-40B4-BE49-F238E27FC236}">
                <a16:creationId xmlns:a16="http://schemas.microsoft.com/office/drawing/2014/main" id="{E737251E-EC68-B441-B405-B814BC2FE820}"/>
              </a:ext>
            </a:extLst>
          </p:cNvPr>
          <p:cNvSpPr>
            <a:spLocks noChangeArrowheads="1"/>
          </p:cNvSpPr>
          <p:nvPr/>
        </p:nvSpPr>
        <p:spPr bwMode="auto">
          <a:xfrm>
            <a:off x="2197391" y="3240796"/>
            <a:ext cx="1271614" cy="1268869"/>
          </a:xfrm>
          <a:custGeom>
            <a:avLst/>
            <a:gdLst>
              <a:gd name="T0" fmla="*/ 1020 w 2040"/>
              <a:gd name="T1" fmla="*/ 0 h 2039"/>
              <a:gd name="T2" fmla="*/ 1020 w 2040"/>
              <a:gd name="T3" fmla="*/ 0 h 2039"/>
              <a:gd name="T4" fmla="*/ 2039 w 2040"/>
              <a:gd name="T5" fmla="*/ 1019 h 2039"/>
              <a:gd name="T6" fmla="*/ 2039 w 2040"/>
              <a:gd name="T7" fmla="*/ 1019 h 2039"/>
              <a:gd name="T8" fmla="*/ 1020 w 2040"/>
              <a:gd name="T9" fmla="*/ 2038 h 2039"/>
              <a:gd name="T10" fmla="*/ 1020 w 2040"/>
              <a:gd name="T11" fmla="*/ 2038 h 2039"/>
              <a:gd name="T12" fmla="*/ 0 w 2040"/>
              <a:gd name="T13" fmla="*/ 1019 h 2039"/>
              <a:gd name="T14" fmla="*/ 0 w 2040"/>
              <a:gd name="T15" fmla="*/ 1019 h 2039"/>
              <a:gd name="T16" fmla="*/ 1020 w 2040"/>
              <a:gd name="T17" fmla="*/ 0 h 20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40" h="2039">
                <a:moveTo>
                  <a:pt x="1020" y="0"/>
                </a:moveTo>
                <a:lnTo>
                  <a:pt x="1020" y="0"/>
                </a:lnTo>
                <a:cubicBezTo>
                  <a:pt x="1582" y="0"/>
                  <a:pt x="2039" y="456"/>
                  <a:pt x="2039" y="1019"/>
                </a:cubicBezTo>
                <a:lnTo>
                  <a:pt x="2039" y="1019"/>
                </a:lnTo>
                <a:cubicBezTo>
                  <a:pt x="2039" y="1581"/>
                  <a:pt x="1582" y="2038"/>
                  <a:pt x="1020" y="2038"/>
                </a:cubicBezTo>
                <a:lnTo>
                  <a:pt x="1020" y="2038"/>
                </a:lnTo>
                <a:cubicBezTo>
                  <a:pt x="457" y="2038"/>
                  <a:pt x="0" y="1581"/>
                  <a:pt x="0" y="1019"/>
                </a:cubicBezTo>
                <a:lnTo>
                  <a:pt x="0" y="1019"/>
                </a:lnTo>
                <a:cubicBezTo>
                  <a:pt x="0" y="456"/>
                  <a:pt x="457" y="0"/>
                  <a:pt x="1020" y="0"/>
                </a:cubicBezTo>
              </a:path>
            </a:pathLst>
          </a:custGeom>
          <a:solidFill>
            <a:schemeClr val="accent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266"/>
          </a:p>
        </p:txBody>
      </p:sp>
      <p:sp>
        <p:nvSpPr>
          <p:cNvPr id="3" name="Freeform 7">
            <a:extLst>
              <a:ext uri="{FF2B5EF4-FFF2-40B4-BE49-F238E27FC236}">
                <a16:creationId xmlns:a16="http://schemas.microsoft.com/office/drawing/2014/main" id="{14C8CDD7-8F58-5A49-B09B-4283531F91D8}"/>
              </a:ext>
            </a:extLst>
          </p:cNvPr>
          <p:cNvSpPr>
            <a:spLocks noChangeArrowheads="1"/>
          </p:cNvSpPr>
          <p:nvPr/>
        </p:nvSpPr>
        <p:spPr bwMode="auto">
          <a:xfrm>
            <a:off x="3823299" y="3267006"/>
            <a:ext cx="1271614" cy="1268869"/>
          </a:xfrm>
          <a:custGeom>
            <a:avLst/>
            <a:gdLst>
              <a:gd name="T0" fmla="*/ 1019 w 2040"/>
              <a:gd name="T1" fmla="*/ 0 h 2039"/>
              <a:gd name="T2" fmla="*/ 1019 w 2040"/>
              <a:gd name="T3" fmla="*/ 0 h 2039"/>
              <a:gd name="T4" fmla="*/ 2039 w 2040"/>
              <a:gd name="T5" fmla="*/ 1019 h 2039"/>
              <a:gd name="T6" fmla="*/ 2039 w 2040"/>
              <a:gd name="T7" fmla="*/ 1019 h 2039"/>
              <a:gd name="T8" fmla="*/ 1019 w 2040"/>
              <a:gd name="T9" fmla="*/ 2038 h 2039"/>
              <a:gd name="T10" fmla="*/ 1019 w 2040"/>
              <a:gd name="T11" fmla="*/ 2038 h 2039"/>
              <a:gd name="T12" fmla="*/ 0 w 2040"/>
              <a:gd name="T13" fmla="*/ 1019 h 2039"/>
              <a:gd name="T14" fmla="*/ 0 w 2040"/>
              <a:gd name="T15" fmla="*/ 1019 h 2039"/>
              <a:gd name="T16" fmla="*/ 1019 w 2040"/>
              <a:gd name="T17" fmla="*/ 0 h 20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40" h="2039">
                <a:moveTo>
                  <a:pt x="1019" y="0"/>
                </a:moveTo>
                <a:lnTo>
                  <a:pt x="1019" y="0"/>
                </a:lnTo>
                <a:cubicBezTo>
                  <a:pt x="1582" y="0"/>
                  <a:pt x="2039" y="456"/>
                  <a:pt x="2039" y="1019"/>
                </a:cubicBezTo>
                <a:lnTo>
                  <a:pt x="2039" y="1019"/>
                </a:lnTo>
                <a:cubicBezTo>
                  <a:pt x="2039" y="1581"/>
                  <a:pt x="1582" y="2038"/>
                  <a:pt x="1019" y="2038"/>
                </a:cubicBezTo>
                <a:lnTo>
                  <a:pt x="1019" y="2038"/>
                </a:lnTo>
                <a:cubicBezTo>
                  <a:pt x="456" y="2038"/>
                  <a:pt x="0" y="1581"/>
                  <a:pt x="0" y="1019"/>
                </a:cubicBezTo>
                <a:lnTo>
                  <a:pt x="0" y="1019"/>
                </a:lnTo>
                <a:cubicBezTo>
                  <a:pt x="0" y="456"/>
                  <a:pt x="456" y="0"/>
                  <a:pt x="1019" y="0"/>
                </a:cubicBezTo>
              </a:path>
            </a:pathLst>
          </a:custGeom>
          <a:solidFill>
            <a:schemeClr val="accent2"/>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266"/>
          </a:p>
        </p:txBody>
      </p:sp>
      <p:sp>
        <p:nvSpPr>
          <p:cNvPr id="4" name="Freeform 8">
            <a:extLst>
              <a:ext uri="{FF2B5EF4-FFF2-40B4-BE49-F238E27FC236}">
                <a16:creationId xmlns:a16="http://schemas.microsoft.com/office/drawing/2014/main" id="{A57789FF-6A0A-5B46-9332-2DA435776245}"/>
              </a:ext>
            </a:extLst>
          </p:cNvPr>
          <p:cNvSpPr>
            <a:spLocks noChangeArrowheads="1"/>
          </p:cNvSpPr>
          <p:nvPr/>
        </p:nvSpPr>
        <p:spPr bwMode="auto">
          <a:xfrm>
            <a:off x="5468433" y="3267006"/>
            <a:ext cx="1268869" cy="1268869"/>
          </a:xfrm>
          <a:custGeom>
            <a:avLst/>
            <a:gdLst>
              <a:gd name="T0" fmla="*/ 1019 w 2039"/>
              <a:gd name="T1" fmla="*/ 0 h 2039"/>
              <a:gd name="T2" fmla="*/ 1019 w 2039"/>
              <a:gd name="T3" fmla="*/ 0 h 2039"/>
              <a:gd name="T4" fmla="*/ 2038 w 2039"/>
              <a:gd name="T5" fmla="*/ 1019 h 2039"/>
              <a:gd name="T6" fmla="*/ 2038 w 2039"/>
              <a:gd name="T7" fmla="*/ 1019 h 2039"/>
              <a:gd name="T8" fmla="*/ 1019 w 2039"/>
              <a:gd name="T9" fmla="*/ 2038 h 2039"/>
              <a:gd name="T10" fmla="*/ 1019 w 2039"/>
              <a:gd name="T11" fmla="*/ 2038 h 2039"/>
              <a:gd name="T12" fmla="*/ 0 w 2039"/>
              <a:gd name="T13" fmla="*/ 1019 h 2039"/>
              <a:gd name="T14" fmla="*/ 0 w 2039"/>
              <a:gd name="T15" fmla="*/ 1019 h 2039"/>
              <a:gd name="T16" fmla="*/ 1019 w 2039"/>
              <a:gd name="T17" fmla="*/ 0 h 20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39" h="2039">
                <a:moveTo>
                  <a:pt x="1019" y="0"/>
                </a:moveTo>
                <a:lnTo>
                  <a:pt x="1019" y="0"/>
                </a:lnTo>
                <a:cubicBezTo>
                  <a:pt x="1581" y="0"/>
                  <a:pt x="2038" y="456"/>
                  <a:pt x="2038" y="1019"/>
                </a:cubicBezTo>
                <a:lnTo>
                  <a:pt x="2038" y="1019"/>
                </a:lnTo>
                <a:cubicBezTo>
                  <a:pt x="2038" y="1581"/>
                  <a:pt x="1581" y="2038"/>
                  <a:pt x="1019" y="2038"/>
                </a:cubicBezTo>
                <a:lnTo>
                  <a:pt x="1019" y="2038"/>
                </a:lnTo>
                <a:cubicBezTo>
                  <a:pt x="456" y="2038"/>
                  <a:pt x="0" y="1581"/>
                  <a:pt x="0" y="1019"/>
                </a:cubicBezTo>
                <a:lnTo>
                  <a:pt x="0" y="1019"/>
                </a:lnTo>
                <a:cubicBezTo>
                  <a:pt x="0" y="456"/>
                  <a:pt x="456" y="0"/>
                  <a:pt x="1019" y="0"/>
                </a:cubicBezTo>
              </a:path>
            </a:pathLst>
          </a:custGeom>
          <a:solidFill>
            <a:schemeClr val="accent3"/>
          </a:solidFill>
          <a:ln>
            <a:noFill/>
          </a:ln>
          <a:effectLst/>
        </p:spPr>
        <p:txBody>
          <a:bodyPr wrap="none" anchor="ctr"/>
          <a:lstStyle/>
          <a:p>
            <a:endParaRPr lang="en-US" sz="3266"/>
          </a:p>
        </p:txBody>
      </p:sp>
      <p:sp>
        <p:nvSpPr>
          <p:cNvPr id="5" name="Freeform 9">
            <a:extLst>
              <a:ext uri="{FF2B5EF4-FFF2-40B4-BE49-F238E27FC236}">
                <a16:creationId xmlns:a16="http://schemas.microsoft.com/office/drawing/2014/main" id="{5EA3A733-CB88-E845-BBF3-90D6A932FCCB}"/>
              </a:ext>
            </a:extLst>
          </p:cNvPr>
          <p:cNvSpPr>
            <a:spLocks noChangeArrowheads="1"/>
          </p:cNvSpPr>
          <p:nvPr/>
        </p:nvSpPr>
        <p:spPr bwMode="auto">
          <a:xfrm>
            <a:off x="7091596" y="3267006"/>
            <a:ext cx="1271614" cy="1268869"/>
          </a:xfrm>
          <a:custGeom>
            <a:avLst/>
            <a:gdLst>
              <a:gd name="T0" fmla="*/ 1020 w 2040"/>
              <a:gd name="T1" fmla="*/ 0 h 2039"/>
              <a:gd name="T2" fmla="*/ 1020 w 2040"/>
              <a:gd name="T3" fmla="*/ 0 h 2039"/>
              <a:gd name="T4" fmla="*/ 2039 w 2040"/>
              <a:gd name="T5" fmla="*/ 1019 h 2039"/>
              <a:gd name="T6" fmla="*/ 2039 w 2040"/>
              <a:gd name="T7" fmla="*/ 1019 h 2039"/>
              <a:gd name="T8" fmla="*/ 1020 w 2040"/>
              <a:gd name="T9" fmla="*/ 2038 h 2039"/>
              <a:gd name="T10" fmla="*/ 1020 w 2040"/>
              <a:gd name="T11" fmla="*/ 2038 h 2039"/>
              <a:gd name="T12" fmla="*/ 0 w 2040"/>
              <a:gd name="T13" fmla="*/ 1019 h 2039"/>
              <a:gd name="T14" fmla="*/ 0 w 2040"/>
              <a:gd name="T15" fmla="*/ 1019 h 2039"/>
              <a:gd name="T16" fmla="*/ 1020 w 2040"/>
              <a:gd name="T17" fmla="*/ 0 h 20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40" h="2039">
                <a:moveTo>
                  <a:pt x="1020" y="0"/>
                </a:moveTo>
                <a:lnTo>
                  <a:pt x="1020" y="0"/>
                </a:lnTo>
                <a:cubicBezTo>
                  <a:pt x="1582" y="0"/>
                  <a:pt x="2039" y="456"/>
                  <a:pt x="2039" y="1019"/>
                </a:cubicBezTo>
                <a:lnTo>
                  <a:pt x="2039" y="1019"/>
                </a:lnTo>
                <a:cubicBezTo>
                  <a:pt x="2039" y="1581"/>
                  <a:pt x="1582" y="2038"/>
                  <a:pt x="1020" y="2038"/>
                </a:cubicBezTo>
                <a:lnTo>
                  <a:pt x="1020" y="2038"/>
                </a:lnTo>
                <a:cubicBezTo>
                  <a:pt x="456" y="2038"/>
                  <a:pt x="0" y="1581"/>
                  <a:pt x="0" y="1019"/>
                </a:cubicBezTo>
                <a:lnTo>
                  <a:pt x="0" y="1019"/>
                </a:lnTo>
                <a:cubicBezTo>
                  <a:pt x="0" y="456"/>
                  <a:pt x="456" y="0"/>
                  <a:pt x="1020" y="0"/>
                </a:cubicBezTo>
              </a:path>
            </a:pathLst>
          </a:custGeom>
          <a:solidFill>
            <a:srgbClr val="7030A0"/>
          </a:solidFill>
          <a:ln>
            <a:noFill/>
          </a:ln>
          <a:effectLst/>
        </p:spPr>
        <p:txBody>
          <a:bodyPr wrap="none" anchor="ctr"/>
          <a:lstStyle/>
          <a:p>
            <a:endParaRPr lang="en-US" sz="3266"/>
          </a:p>
        </p:txBody>
      </p:sp>
      <p:sp>
        <p:nvSpPr>
          <p:cNvPr id="6" name="Freeform 10">
            <a:extLst>
              <a:ext uri="{FF2B5EF4-FFF2-40B4-BE49-F238E27FC236}">
                <a16:creationId xmlns:a16="http://schemas.microsoft.com/office/drawing/2014/main" id="{CDE2130A-2571-494D-8A8D-61E06F77B3CC}"/>
              </a:ext>
            </a:extLst>
          </p:cNvPr>
          <p:cNvSpPr>
            <a:spLocks noChangeArrowheads="1"/>
          </p:cNvSpPr>
          <p:nvPr/>
        </p:nvSpPr>
        <p:spPr bwMode="auto">
          <a:xfrm>
            <a:off x="8755956" y="3267006"/>
            <a:ext cx="1268869" cy="1268869"/>
          </a:xfrm>
          <a:custGeom>
            <a:avLst/>
            <a:gdLst>
              <a:gd name="T0" fmla="*/ 1019 w 2039"/>
              <a:gd name="T1" fmla="*/ 0 h 2039"/>
              <a:gd name="T2" fmla="*/ 1019 w 2039"/>
              <a:gd name="T3" fmla="*/ 0 h 2039"/>
              <a:gd name="T4" fmla="*/ 2038 w 2039"/>
              <a:gd name="T5" fmla="*/ 1019 h 2039"/>
              <a:gd name="T6" fmla="*/ 2038 w 2039"/>
              <a:gd name="T7" fmla="*/ 1019 h 2039"/>
              <a:gd name="T8" fmla="*/ 1019 w 2039"/>
              <a:gd name="T9" fmla="*/ 2038 h 2039"/>
              <a:gd name="T10" fmla="*/ 1019 w 2039"/>
              <a:gd name="T11" fmla="*/ 2038 h 2039"/>
              <a:gd name="T12" fmla="*/ 0 w 2039"/>
              <a:gd name="T13" fmla="*/ 1019 h 2039"/>
              <a:gd name="T14" fmla="*/ 0 w 2039"/>
              <a:gd name="T15" fmla="*/ 1019 h 2039"/>
              <a:gd name="T16" fmla="*/ 1019 w 2039"/>
              <a:gd name="T17" fmla="*/ 0 h 20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39" h="2039">
                <a:moveTo>
                  <a:pt x="1019" y="0"/>
                </a:moveTo>
                <a:lnTo>
                  <a:pt x="1019" y="0"/>
                </a:lnTo>
                <a:cubicBezTo>
                  <a:pt x="1582" y="0"/>
                  <a:pt x="2038" y="456"/>
                  <a:pt x="2038" y="1019"/>
                </a:cubicBezTo>
                <a:lnTo>
                  <a:pt x="2038" y="1019"/>
                </a:lnTo>
                <a:cubicBezTo>
                  <a:pt x="2038" y="1581"/>
                  <a:pt x="1582" y="2038"/>
                  <a:pt x="1019" y="2038"/>
                </a:cubicBezTo>
                <a:lnTo>
                  <a:pt x="1019" y="2038"/>
                </a:lnTo>
                <a:cubicBezTo>
                  <a:pt x="456" y="2038"/>
                  <a:pt x="0" y="1581"/>
                  <a:pt x="0" y="1019"/>
                </a:cubicBezTo>
                <a:lnTo>
                  <a:pt x="0" y="1019"/>
                </a:lnTo>
                <a:cubicBezTo>
                  <a:pt x="0" y="456"/>
                  <a:pt x="456" y="0"/>
                  <a:pt x="1019" y="0"/>
                </a:cubicBezTo>
              </a:path>
            </a:pathLst>
          </a:custGeom>
          <a:solidFill>
            <a:srgbClr val="FFC000"/>
          </a:solidFill>
          <a:ln>
            <a:noFill/>
          </a:ln>
          <a:effectLst/>
        </p:spPr>
        <p:txBody>
          <a:bodyPr wrap="none" anchor="ctr"/>
          <a:lstStyle/>
          <a:p>
            <a:endParaRPr lang="en-US" sz="3266"/>
          </a:p>
        </p:txBody>
      </p:sp>
      <p:sp>
        <p:nvSpPr>
          <p:cNvPr id="12" name="Freeform 26">
            <a:extLst>
              <a:ext uri="{FF2B5EF4-FFF2-40B4-BE49-F238E27FC236}">
                <a16:creationId xmlns:a16="http://schemas.microsoft.com/office/drawing/2014/main" id="{35364CFF-4E3B-8645-988B-E471C73CAD08}"/>
              </a:ext>
            </a:extLst>
          </p:cNvPr>
          <p:cNvSpPr>
            <a:spLocks noChangeArrowheads="1"/>
          </p:cNvSpPr>
          <p:nvPr/>
        </p:nvSpPr>
        <p:spPr bwMode="auto">
          <a:xfrm>
            <a:off x="3567878" y="3761371"/>
            <a:ext cx="140071" cy="140071"/>
          </a:xfrm>
          <a:custGeom>
            <a:avLst/>
            <a:gdLst>
              <a:gd name="T0" fmla="*/ 112 w 226"/>
              <a:gd name="T1" fmla="*/ 0 h 225"/>
              <a:gd name="T2" fmla="*/ 112 w 226"/>
              <a:gd name="T3" fmla="*/ 0 h 225"/>
              <a:gd name="T4" fmla="*/ 225 w 226"/>
              <a:gd name="T5" fmla="*/ 112 h 225"/>
              <a:gd name="T6" fmla="*/ 225 w 226"/>
              <a:gd name="T7" fmla="*/ 112 h 225"/>
              <a:gd name="T8" fmla="*/ 112 w 226"/>
              <a:gd name="T9" fmla="*/ 224 h 225"/>
              <a:gd name="T10" fmla="*/ 112 w 226"/>
              <a:gd name="T11" fmla="*/ 224 h 225"/>
              <a:gd name="T12" fmla="*/ 0 w 226"/>
              <a:gd name="T13" fmla="*/ 112 h 225"/>
              <a:gd name="T14" fmla="*/ 0 w 226"/>
              <a:gd name="T15" fmla="*/ 112 h 225"/>
              <a:gd name="T16" fmla="*/ 112 w 226"/>
              <a:gd name="T17" fmla="*/ 0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6" h="225">
                <a:moveTo>
                  <a:pt x="112" y="0"/>
                </a:moveTo>
                <a:lnTo>
                  <a:pt x="112" y="0"/>
                </a:lnTo>
                <a:cubicBezTo>
                  <a:pt x="175" y="0"/>
                  <a:pt x="225" y="50"/>
                  <a:pt x="225" y="112"/>
                </a:cubicBezTo>
                <a:lnTo>
                  <a:pt x="225" y="112"/>
                </a:lnTo>
                <a:cubicBezTo>
                  <a:pt x="225" y="174"/>
                  <a:pt x="175" y="224"/>
                  <a:pt x="112" y="224"/>
                </a:cubicBezTo>
                <a:lnTo>
                  <a:pt x="112" y="224"/>
                </a:lnTo>
                <a:cubicBezTo>
                  <a:pt x="50" y="224"/>
                  <a:pt x="0" y="174"/>
                  <a:pt x="0" y="112"/>
                </a:cubicBezTo>
                <a:lnTo>
                  <a:pt x="0" y="112"/>
                </a:lnTo>
                <a:cubicBezTo>
                  <a:pt x="0" y="50"/>
                  <a:pt x="50" y="0"/>
                  <a:pt x="112" y="0"/>
                </a:cubicBezTo>
              </a:path>
            </a:pathLst>
          </a:custGeom>
          <a:solidFill>
            <a:schemeClr val="tx1"/>
          </a:solidFill>
          <a:ln>
            <a:noFill/>
          </a:ln>
          <a:effectLst/>
        </p:spPr>
        <p:txBody>
          <a:bodyPr wrap="none" anchor="ctr"/>
          <a:lstStyle/>
          <a:p>
            <a:endParaRPr lang="en-US" sz="3266"/>
          </a:p>
        </p:txBody>
      </p:sp>
      <p:sp>
        <p:nvSpPr>
          <p:cNvPr id="13" name="Freeform 27">
            <a:extLst>
              <a:ext uri="{FF2B5EF4-FFF2-40B4-BE49-F238E27FC236}">
                <a16:creationId xmlns:a16="http://schemas.microsoft.com/office/drawing/2014/main" id="{3B26FF53-0F64-EC4F-9523-AFF4845F6E0C}"/>
              </a:ext>
            </a:extLst>
          </p:cNvPr>
          <p:cNvSpPr>
            <a:spLocks noChangeArrowheads="1"/>
          </p:cNvSpPr>
          <p:nvPr/>
        </p:nvSpPr>
        <p:spPr bwMode="auto">
          <a:xfrm>
            <a:off x="5213011" y="3761371"/>
            <a:ext cx="140070" cy="140071"/>
          </a:xfrm>
          <a:custGeom>
            <a:avLst/>
            <a:gdLst>
              <a:gd name="T0" fmla="*/ 112 w 225"/>
              <a:gd name="T1" fmla="*/ 0 h 225"/>
              <a:gd name="T2" fmla="*/ 112 w 225"/>
              <a:gd name="T3" fmla="*/ 0 h 225"/>
              <a:gd name="T4" fmla="*/ 224 w 225"/>
              <a:gd name="T5" fmla="*/ 112 h 225"/>
              <a:gd name="T6" fmla="*/ 224 w 225"/>
              <a:gd name="T7" fmla="*/ 112 h 225"/>
              <a:gd name="T8" fmla="*/ 112 w 225"/>
              <a:gd name="T9" fmla="*/ 224 h 225"/>
              <a:gd name="T10" fmla="*/ 112 w 225"/>
              <a:gd name="T11" fmla="*/ 224 h 225"/>
              <a:gd name="T12" fmla="*/ 0 w 225"/>
              <a:gd name="T13" fmla="*/ 112 h 225"/>
              <a:gd name="T14" fmla="*/ 0 w 225"/>
              <a:gd name="T15" fmla="*/ 112 h 225"/>
              <a:gd name="T16" fmla="*/ 112 w 225"/>
              <a:gd name="T17" fmla="*/ 0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5" h="225">
                <a:moveTo>
                  <a:pt x="112" y="0"/>
                </a:moveTo>
                <a:lnTo>
                  <a:pt x="112" y="0"/>
                </a:lnTo>
                <a:cubicBezTo>
                  <a:pt x="174" y="0"/>
                  <a:pt x="224" y="50"/>
                  <a:pt x="224" y="112"/>
                </a:cubicBezTo>
                <a:lnTo>
                  <a:pt x="224" y="112"/>
                </a:lnTo>
                <a:cubicBezTo>
                  <a:pt x="224" y="174"/>
                  <a:pt x="174" y="224"/>
                  <a:pt x="112" y="224"/>
                </a:cubicBezTo>
                <a:lnTo>
                  <a:pt x="112" y="224"/>
                </a:lnTo>
                <a:cubicBezTo>
                  <a:pt x="50" y="224"/>
                  <a:pt x="0" y="174"/>
                  <a:pt x="0" y="112"/>
                </a:cubicBezTo>
                <a:lnTo>
                  <a:pt x="0" y="112"/>
                </a:lnTo>
                <a:cubicBezTo>
                  <a:pt x="0" y="50"/>
                  <a:pt x="50" y="0"/>
                  <a:pt x="112" y="0"/>
                </a:cubicBezTo>
              </a:path>
            </a:pathLst>
          </a:custGeom>
          <a:solidFill>
            <a:schemeClr val="tx1"/>
          </a:solidFill>
          <a:ln>
            <a:noFill/>
          </a:ln>
          <a:effectLst/>
        </p:spPr>
        <p:txBody>
          <a:bodyPr wrap="none" anchor="ctr"/>
          <a:lstStyle/>
          <a:p>
            <a:endParaRPr lang="en-US" sz="3266"/>
          </a:p>
        </p:txBody>
      </p:sp>
      <p:sp>
        <p:nvSpPr>
          <p:cNvPr id="14" name="Freeform 28">
            <a:extLst>
              <a:ext uri="{FF2B5EF4-FFF2-40B4-BE49-F238E27FC236}">
                <a16:creationId xmlns:a16="http://schemas.microsoft.com/office/drawing/2014/main" id="{E0D6B7F3-4E79-D748-A1EF-BFE8EB4A64BE}"/>
              </a:ext>
            </a:extLst>
          </p:cNvPr>
          <p:cNvSpPr>
            <a:spLocks noChangeArrowheads="1"/>
          </p:cNvSpPr>
          <p:nvPr/>
        </p:nvSpPr>
        <p:spPr bwMode="auto">
          <a:xfrm>
            <a:off x="6844413" y="3761371"/>
            <a:ext cx="140070" cy="140071"/>
          </a:xfrm>
          <a:custGeom>
            <a:avLst/>
            <a:gdLst>
              <a:gd name="T0" fmla="*/ 111 w 225"/>
              <a:gd name="T1" fmla="*/ 0 h 225"/>
              <a:gd name="T2" fmla="*/ 111 w 225"/>
              <a:gd name="T3" fmla="*/ 0 h 225"/>
              <a:gd name="T4" fmla="*/ 224 w 225"/>
              <a:gd name="T5" fmla="*/ 112 h 225"/>
              <a:gd name="T6" fmla="*/ 224 w 225"/>
              <a:gd name="T7" fmla="*/ 112 h 225"/>
              <a:gd name="T8" fmla="*/ 111 w 225"/>
              <a:gd name="T9" fmla="*/ 224 h 225"/>
              <a:gd name="T10" fmla="*/ 111 w 225"/>
              <a:gd name="T11" fmla="*/ 224 h 225"/>
              <a:gd name="T12" fmla="*/ 0 w 225"/>
              <a:gd name="T13" fmla="*/ 112 h 225"/>
              <a:gd name="T14" fmla="*/ 0 w 225"/>
              <a:gd name="T15" fmla="*/ 112 h 225"/>
              <a:gd name="T16" fmla="*/ 111 w 225"/>
              <a:gd name="T17" fmla="*/ 0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5" h="225">
                <a:moveTo>
                  <a:pt x="111" y="0"/>
                </a:moveTo>
                <a:lnTo>
                  <a:pt x="111" y="0"/>
                </a:lnTo>
                <a:cubicBezTo>
                  <a:pt x="174" y="0"/>
                  <a:pt x="224" y="50"/>
                  <a:pt x="224" y="112"/>
                </a:cubicBezTo>
                <a:lnTo>
                  <a:pt x="224" y="112"/>
                </a:lnTo>
                <a:cubicBezTo>
                  <a:pt x="224" y="174"/>
                  <a:pt x="174" y="224"/>
                  <a:pt x="111" y="224"/>
                </a:cubicBezTo>
                <a:lnTo>
                  <a:pt x="111" y="224"/>
                </a:lnTo>
                <a:cubicBezTo>
                  <a:pt x="50" y="224"/>
                  <a:pt x="0" y="174"/>
                  <a:pt x="0" y="112"/>
                </a:cubicBezTo>
                <a:lnTo>
                  <a:pt x="0" y="112"/>
                </a:lnTo>
                <a:cubicBezTo>
                  <a:pt x="0" y="50"/>
                  <a:pt x="50" y="0"/>
                  <a:pt x="111" y="0"/>
                </a:cubicBezTo>
              </a:path>
            </a:pathLst>
          </a:custGeom>
          <a:solidFill>
            <a:schemeClr val="tx1"/>
          </a:solidFill>
          <a:ln>
            <a:noFill/>
          </a:ln>
          <a:effectLst/>
        </p:spPr>
        <p:txBody>
          <a:bodyPr wrap="none" anchor="ctr"/>
          <a:lstStyle/>
          <a:p>
            <a:endParaRPr lang="en-US" sz="3266"/>
          </a:p>
        </p:txBody>
      </p:sp>
      <p:sp>
        <p:nvSpPr>
          <p:cNvPr id="15" name="Freeform 29">
            <a:extLst>
              <a:ext uri="{FF2B5EF4-FFF2-40B4-BE49-F238E27FC236}">
                <a16:creationId xmlns:a16="http://schemas.microsoft.com/office/drawing/2014/main" id="{086679A4-7DBC-494C-8AAF-A89E95D40058}"/>
              </a:ext>
            </a:extLst>
          </p:cNvPr>
          <p:cNvSpPr>
            <a:spLocks noChangeArrowheads="1"/>
          </p:cNvSpPr>
          <p:nvPr/>
        </p:nvSpPr>
        <p:spPr bwMode="auto">
          <a:xfrm>
            <a:off x="8489548" y="3761371"/>
            <a:ext cx="140071" cy="140071"/>
          </a:xfrm>
          <a:custGeom>
            <a:avLst/>
            <a:gdLst>
              <a:gd name="T0" fmla="*/ 112 w 225"/>
              <a:gd name="T1" fmla="*/ 0 h 225"/>
              <a:gd name="T2" fmla="*/ 112 w 225"/>
              <a:gd name="T3" fmla="*/ 0 h 225"/>
              <a:gd name="T4" fmla="*/ 224 w 225"/>
              <a:gd name="T5" fmla="*/ 112 h 225"/>
              <a:gd name="T6" fmla="*/ 224 w 225"/>
              <a:gd name="T7" fmla="*/ 112 h 225"/>
              <a:gd name="T8" fmla="*/ 112 w 225"/>
              <a:gd name="T9" fmla="*/ 224 h 225"/>
              <a:gd name="T10" fmla="*/ 112 w 225"/>
              <a:gd name="T11" fmla="*/ 224 h 225"/>
              <a:gd name="T12" fmla="*/ 0 w 225"/>
              <a:gd name="T13" fmla="*/ 112 h 225"/>
              <a:gd name="T14" fmla="*/ 0 w 225"/>
              <a:gd name="T15" fmla="*/ 112 h 225"/>
              <a:gd name="T16" fmla="*/ 112 w 225"/>
              <a:gd name="T17" fmla="*/ 0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5" h="225">
                <a:moveTo>
                  <a:pt x="112" y="0"/>
                </a:moveTo>
                <a:lnTo>
                  <a:pt x="112" y="0"/>
                </a:lnTo>
                <a:cubicBezTo>
                  <a:pt x="174" y="0"/>
                  <a:pt x="224" y="50"/>
                  <a:pt x="224" y="112"/>
                </a:cubicBezTo>
                <a:lnTo>
                  <a:pt x="224" y="112"/>
                </a:lnTo>
                <a:cubicBezTo>
                  <a:pt x="224" y="174"/>
                  <a:pt x="174" y="224"/>
                  <a:pt x="112" y="224"/>
                </a:cubicBezTo>
                <a:lnTo>
                  <a:pt x="112" y="224"/>
                </a:lnTo>
                <a:cubicBezTo>
                  <a:pt x="50" y="224"/>
                  <a:pt x="0" y="174"/>
                  <a:pt x="0" y="112"/>
                </a:cubicBezTo>
                <a:lnTo>
                  <a:pt x="0" y="112"/>
                </a:lnTo>
                <a:cubicBezTo>
                  <a:pt x="0" y="50"/>
                  <a:pt x="50" y="0"/>
                  <a:pt x="112" y="0"/>
                </a:cubicBezTo>
              </a:path>
            </a:pathLst>
          </a:custGeom>
          <a:solidFill>
            <a:schemeClr val="tx1"/>
          </a:solidFill>
          <a:ln>
            <a:noFill/>
          </a:ln>
          <a:effectLst/>
        </p:spPr>
        <p:txBody>
          <a:bodyPr wrap="none" anchor="ctr"/>
          <a:lstStyle/>
          <a:p>
            <a:endParaRPr lang="en-US" sz="3266"/>
          </a:p>
        </p:txBody>
      </p:sp>
      <p:sp>
        <p:nvSpPr>
          <p:cNvPr id="22" name="Up Arrow 21">
            <a:extLst>
              <a:ext uri="{FF2B5EF4-FFF2-40B4-BE49-F238E27FC236}">
                <a16:creationId xmlns:a16="http://schemas.microsoft.com/office/drawing/2014/main" id="{1F680BF0-0A5B-BC44-8C13-938CF4BF7A27}"/>
              </a:ext>
            </a:extLst>
          </p:cNvPr>
          <p:cNvSpPr/>
          <p:nvPr/>
        </p:nvSpPr>
        <p:spPr>
          <a:xfrm>
            <a:off x="7637101" y="2365509"/>
            <a:ext cx="160638" cy="595020"/>
          </a:xfrm>
          <a:prstGeom prst="upArrow">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3" name="Down Arrow 22">
            <a:extLst>
              <a:ext uri="{FF2B5EF4-FFF2-40B4-BE49-F238E27FC236}">
                <a16:creationId xmlns:a16="http://schemas.microsoft.com/office/drawing/2014/main" id="{6D8C25FE-1B97-454F-9F5B-0C6DDBF6D45C}"/>
              </a:ext>
            </a:extLst>
          </p:cNvPr>
          <p:cNvSpPr/>
          <p:nvPr/>
        </p:nvSpPr>
        <p:spPr>
          <a:xfrm>
            <a:off x="9349137" y="4811940"/>
            <a:ext cx="160638" cy="595020"/>
          </a:xfrm>
          <a:prstGeom prst="downArrow">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4" name="Subtitle 2">
            <a:extLst>
              <a:ext uri="{FF2B5EF4-FFF2-40B4-BE49-F238E27FC236}">
                <a16:creationId xmlns:a16="http://schemas.microsoft.com/office/drawing/2014/main" id="{B14BDED5-18EA-C744-AB99-3F83A90BCA6E}"/>
              </a:ext>
            </a:extLst>
          </p:cNvPr>
          <p:cNvSpPr txBox="1">
            <a:spLocks/>
          </p:cNvSpPr>
          <p:nvPr/>
        </p:nvSpPr>
        <p:spPr>
          <a:xfrm>
            <a:off x="1722019" y="5915075"/>
            <a:ext cx="2150854" cy="482889"/>
          </a:xfrm>
          <a:prstGeom prst="rect">
            <a:avLst/>
          </a:prstGeom>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750"/>
              </a:lnSpc>
            </a:pPr>
            <a:r>
              <a:rPr lang="fr-FR" sz="1200" dirty="0">
                <a:solidFill>
                  <a:schemeClr val="tx1"/>
                </a:solidFill>
                <a:highlight>
                  <a:srgbClr val="00FFFF"/>
                </a:highlight>
                <a:latin typeface="Lato Light" panose="020F0502020204030203" pitchFamily="34" charset="0"/>
                <a:ea typeface="Lato Light" panose="020F0502020204030203" pitchFamily="34" charset="0"/>
                <a:cs typeface="Mukta ExtraLight" panose="020B0000000000000000" pitchFamily="34" charset="77"/>
              </a:rPr>
              <a:t>L’interface permet de recueillir le besoin du client </a:t>
            </a:r>
          </a:p>
        </p:txBody>
      </p:sp>
      <p:sp>
        <p:nvSpPr>
          <p:cNvPr id="25" name="TextBox 24">
            <a:extLst>
              <a:ext uri="{FF2B5EF4-FFF2-40B4-BE49-F238E27FC236}">
                <a16:creationId xmlns:a16="http://schemas.microsoft.com/office/drawing/2014/main" id="{DD2333D1-3B0A-5748-A1A9-E2A9348B55B9}"/>
              </a:ext>
            </a:extLst>
          </p:cNvPr>
          <p:cNvSpPr txBox="1"/>
          <p:nvPr/>
        </p:nvSpPr>
        <p:spPr>
          <a:xfrm>
            <a:off x="1367757" y="5333256"/>
            <a:ext cx="2707068" cy="584775"/>
          </a:xfrm>
          <a:prstGeom prst="rect">
            <a:avLst/>
          </a:prstGeom>
          <a:noFill/>
        </p:spPr>
        <p:txBody>
          <a:bodyPr wrap="square" rtlCol="0" anchor="b" anchorCtr="0">
            <a:spAutoFit/>
          </a:bodyPr>
          <a:lstStyle/>
          <a:p>
            <a:pPr algn="ctr"/>
            <a:r>
              <a:rPr lang="fr-FR" sz="1600" b="1" dirty="0">
                <a:solidFill>
                  <a:schemeClr val="tx2"/>
                </a:solidFill>
                <a:latin typeface="Poppins" pitchFamily="2" charset="77"/>
                <a:ea typeface="League Spartan" charset="0"/>
                <a:cs typeface="Poppins" pitchFamily="2" charset="77"/>
              </a:rPr>
              <a:t>Demande de devis sur interface digitale </a:t>
            </a:r>
          </a:p>
        </p:txBody>
      </p:sp>
      <p:sp>
        <p:nvSpPr>
          <p:cNvPr id="28" name="Subtitle 2">
            <a:extLst>
              <a:ext uri="{FF2B5EF4-FFF2-40B4-BE49-F238E27FC236}">
                <a16:creationId xmlns:a16="http://schemas.microsoft.com/office/drawing/2014/main" id="{635AC008-13BD-1F49-BCB6-ABB978AF0F2E}"/>
              </a:ext>
            </a:extLst>
          </p:cNvPr>
          <p:cNvSpPr txBox="1">
            <a:spLocks/>
          </p:cNvSpPr>
          <p:nvPr/>
        </p:nvSpPr>
        <p:spPr>
          <a:xfrm>
            <a:off x="4846816" y="5829102"/>
            <a:ext cx="2538949" cy="944554"/>
          </a:xfrm>
          <a:prstGeom prst="rect">
            <a:avLst/>
          </a:prstGeom>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750"/>
              </a:lnSpc>
            </a:pPr>
            <a:r>
              <a:rPr lang="fr-FR" sz="1200" dirty="0">
                <a:solidFill>
                  <a:schemeClr val="tx1"/>
                </a:solidFill>
                <a:highlight>
                  <a:srgbClr val="00FFFF"/>
                </a:highlight>
                <a:latin typeface="Lato Light" panose="020F0502020204030203" pitchFamily="34" charset="0"/>
                <a:ea typeface="Lato Light" panose="020F0502020204030203" pitchFamily="34" charset="0"/>
                <a:cs typeface="Mukta ExtraLight" panose="020B0000000000000000" pitchFamily="34" charset="77"/>
              </a:rPr>
              <a:t>La ressource </a:t>
            </a:r>
            <a:r>
              <a:rPr lang="fr-FR" sz="1200" dirty="0" err="1">
                <a:solidFill>
                  <a:schemeClr val="tx1"/>
                </a:solidFill>
                <a:highlight>
                  <a:srgbClr val="00FFFF"/>
                </a:highlight>
                <a:latin typeface="Lato Light" panose="020F0502020204030203" pitchFamily="34" charset="0"/>
                <a:ea typeface="Lato Light" panose="020F0502020204030203" pitchFamily="34" charset="0"/>
                <a:cs typeface="Mukta ExtraLight" panose="020B0000000000000000" pitchFamily="34" charset="77"/>
              </a:rPr>
              <a:t>centraliséé</a:t>
            </a:r>
            <a:r>
              <a:rPr lang="fr-FR" sz="1200" dirty="0">
                <a:solidFill>
                  <a:schemeClr val="tx1"/>
                </a:solidFill>
                <a:highlight>
                  <a:srgbClr val="00FFFF"/>
                </a:highlight>
                <a:latin typeface="Lato Light" panose="020F0502020204030203" pitchFamily="34" charset="0"/>
                <a:ea typeface="Lato Light" panose="020F0502020204030203" pitchFamily="34" charset="0"/>
                <a:cs typeface="Mukta ExtraLight" panose="020B0000000000000000" pitchFamily="34" charset="77"/>
              </a:rPr>
              <a:t> prépare le devis. Elle contacte le client pour lui présenter le devis et lui donner les explications utiles</a:t>
            </a:r>
          </a:p>
        </p:txBody>
      </p:sp>
      <p:sp>
        <p:nvSpPr>
          <p:cNvPr id="29" name="TextBox 28">
            <a:extLst>
              <a:ext uri="{FF2B5EF4-FFF2-40B4-BE49-F238E27FC236}">
                <a16:creationId xmlns:a16="http://schemas.microsoft.com/office/drawing/2014/main" id="{3091EB9A-8765-4540-A392-54351CB82BE1}"/>
              </a:ext>
            </a:extLst>
          </p:cNvPr>
          <p:cNvSpPr txBox="1"/>
          <p:nvPr/>
        </p:nvSpPr>
        <p:spPr>
          <a:xfrm>
            <a:off x="4883627" y="5376951"/>
            <a:ext cx="2438489" cy="338554"/>
          </a:xfrm>
          <a:prstGeom prst="rect">
            <a:avLst/>
          </a:prstGeom>
          <a:noFill/>
        </p:spPr>
        <p:txBody>
          <a:bodyPr wrap="none" rtlCol="0" anchor="b" anchorCtr="0">
            <a:spAutoFit/>
          </a:bodyPr>
          <a:lstStyle/>
          <a:p>
            <a:pPr algn="ctr"/>
            <a:r>
              <a:rPr lang="fr-FR" sz="1600" b="1" dirty="0">
                <a:solidFill>
                  <a:schemeClr val="tx2"/>
                </a:solidFill>
                <a:latin typeface="Poppins" pitchFamily="2" charset="77"/>
                <a:ea typeface="League Spartan" charset="0"/>
                <a:cs typeface="Poppins" pitchFamily="2" charset="77"/>
              </a:rPr>
              <a:t>Rédaction d’un devis </a:t>
            </a:r>
          </a:p>
        </p:txBody>
      </p:sp>
      <p:sp>
        <p:nvSpPr>
          <p:cNvPr id="32" name="TextBox 31">
            <a:extLst>
              <a:ext uri="{FF2B5EF4-FFF2-40B4-BE49-F238E27FC236}">
                <a16:creationId xmlns:a16="http://schemas.microsoft.com/office/drawing/2014/main" id="{C3DDEE5A-BAEE-B248-BE98-1C912AEA2122}"/>
              </a:ext>
            </a:extLst>
          </p:cNvPr>
          <p:cNvSpPr txBox="1"/>
          <p:nvPr/>
        </p:nvSpPr>
        <p:spPr>
          <a:xfrm>
            <a:off x="8542023" y="5367843"/>
            <a:ext cx="1803404" cy="584775"/>
          </a:xfrm>
          <a:prstGeom prst="rect">
            <a:avLst/>
          </a:prstGeom>
          <a:noFill/>
        </p:spPr>
        <p:txBody>
          <a:bodyPr wrap="square" rtlCol="0" anchor="b" anchorCtr="0">
            <a:spAutoFit/>
          </a:bodyPr>
          <a:lstStyle/>
          <a:p>
            <a:pPr algn="ctr"/>
            <a:r>
              <a:rPr lang="fr-FR" sz="1600" b="1" dirty="0">
                <a:solidFill>
                  <a:schemeClr val="tx2"/>
                </a:solidFill>
                <a:latin typeface="Poppins" pitchFamily="2" charset="77"/>
                <a:ea typeface="League Spartan" charset="0"/>
                <a:cs typeface="Poppins" pitchFamily="2" charset="77"/>
              </a:rPr>
              <a:t>Relance et </a:t>
            </a:r>
            <a:r>
              <a:rPr lang="fr-FR" sz="1600" b="1" dirty="0" err="1">
                <a:solidFill>
                  <a:schemeClr val="tx2"/>
                </a:solidFill>
                <a:latin typeface="Poppins" pitchFamily="2" charset="77"/>
                <a:ea typeface="League Spartan" charset="0"/>
                <a:cs typeface="Poppins" pitchFamily="2" charset="77"/>
              </a:rPr>
              <a:t>complement</a:t>
            </a:r>
            <a:endParaRPr lang="fr-FR" sz="1600" b="1" dirty="0">
              <a:solidFill>
                <a:schemeClr val="tx2"/>
              </a:solidFill>
              <a:latin typeface="Poppins" pitchFamily="2" charset="77"/>
              <a:ea typeface="League Spartan" charset="0"/>
              <a:cs typeface="Poppins" pitchFamily="2" charset="77"/>
            </a:endParaRPr>
          </a:p>
        </p:txBody>
      </p:sp>
      <p:sp>
        <p:nvSpPr>
          <p:cNvPr id="35" name="Subtitle 2">
            <a:extLst>
              <a:ext uri="{FF2B5EF4-FFF2-40B4-BE49-F238E27FC236}">
                <a16:creationId xmlns:a16="http://schemas.microsoft.com/office/drawing/2014/main" id="{D65C7090-82A6-D848-8324-187C930CDE34}"/>
              </a:ext>
            </a:extLst>
          </p:cNvPr>
          <p:cNvSpPr txBox="1">
            <a:spLocks/>
          </p:cNvSpPr>
          <p:nvPr/>
        </p:nvSpPr>
        <p:spPr>
          <a:xfrm>
            <a:off x="2777715" y="1343659"/>
            <a:ext cx="3277851" cy="713722"/>
          </a:xfrm>
          <a:prstGeom prst="rect">
            <a:avLst/>
          </a:prstGeom>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750"/>
              </a:lnSpc>
            </a:pPr>
            <a:r>
              <a:rPr lang="fr-FR" sz="1200" dirty="0">
                <a:solidFill>
                  <a:schemeClr val="tx1"/>
                </a:solidFill>
                <a:highlight>
                  <a:srgbClr val="00FFFF"/>
                </a:highlight>
                <a:latin typeface="Lato Light" panose="020F0502020204030203" pitchFamily="34" charset="0"/>
                <a:ea typeface="Lato Light" panose="020F0502020204030203" pitchFamily="34" charset="0"/>
                <a:cs typeface="Mukta ExtraLight" panose="020B0000000000000000" pitchFamily="34" charset="77"/>
              </a:rPr>
              <a:t>Une ressource spécialisée analyse les données fournies et contacte le client si besoin d’informations complémentaires </a:t>
            </a:r>
          </a:p>
        </p:txBody>
      </p:sp>
      <p:sp>
        <p:nvSpPr>
          <p:cNvPr id="36" name="TextBox 35">
            <a:extLst>
              <a:ext uri="{FF2B5EF4-FFF2-40B4-BE49-F238E27FC236}">
                <a16:creationId xmlns:a16="http://schemas.microsoft.com/office/drawing/2014/main" id="{2D2FFCC7-8F54-5F41-8D36-C2531A1E4E48}"/>
              </a:ext>
            </a:extLst>
          </p:cNvPr>
          <p:cNvSpPr txBox="1"/>
          <p:nvPr/>
        </p:nvSpPr>
        <p:spPr>
          <a:xfrm>
            <a:off x="3360417" y="2048887"/>
            <a:ext cx="2319866" cy="338554"/>
          </a:xfrm>
          <a:prstGeom prst="rect">
            <a:avLst/>
          </a:prstGeom>
          <a:noFill/>
        </p:spPr>
        <p:txBody>
          <a:bodyPr wrap="none" rtlCol="0" anchor="b" anchorCtr="0">
            <a:spAutoFit/>
          </a:bodyPr>
          <a:lstStyle/>
          <a:p>
            <a:pPr algn="ctr"/>
            <a:r>
              <a:rPr lang="fr-FR" sz="1600" b="1" dirty="0">
                <a:solidFill>
                  <a:schemeClr val="tx2"/>
                </a:solidFill>
                <a:latin typeface="Poppins" pitchFamily="2" charset="77"/>
                <a:ea typeface="League Spartan" charset="0"/>
                <a:cs typeface="Poppins" pitchFamily="2" charset="77"/>
              </a:rPr>
              <a:t>Instruction du devis </a:t>
            </a:r>
          </a:p>
        </p:txBody>
      </p:sp>
      <p:sp>
        <p:nvSpPr>
          <p:cNvPr id="38" name="Subtitle 2">
            <a:extLst>
              <a:ext uri="{FF2B5EF4-FFF2-40B4-BE49-F238E27FC236}">
                <a16:creationId xmlns:a16="http://schemas.microsoft.com/office/drawing/2014/main" id="{820A8C4D-FBB4-FA45-8666-56345D5B8470}"/>
              </a:ext>
            </a:extLst>
          </p:cNvPr>
          <p:cNvSpPr txBox="1">
            <a:spLocks/>
          </p:cNvSpPr>
          <p:nvPr/>
        </p:nvSpPr>
        <p:spPr>
          <a:xfrm>
            <a:off x="7964857" y="5979772"/>
            <a:ext cx="2988937" cy="713722"/>
          </a:xfrm>
          <a:prstGeom prst="rect">
            <a:avLst/>
          </a:prstGeom>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750"/>
              </a:lnSpc>
            </a:pPr>
            <a:r>
              <a:rPr lang="fr-FR" sz="1200" dirty="0">
                <a:solidFill>
                  <a:schemeClr val="tx1"/>
                </a:solidFill>
                <a:highlight>
                  <a:srgbClr val="00FFFF"/>
                </a:highlight>
                <a:latin typeface="Lato Light" panose="020F0502020204030203" pitchFamily="34" charset="0"/>
                <a:ea typeface="Lato Light" panose="020F0502020204030203" pitchFamily="34" charset="0"/>
                <a:cs typeface="Mukta ExtraLight" panose="020B0000000000000000" pitchFamily="34" charset="77"/>
              </a:rPr>
              <a:t>En fonction du besoin en activité la ressource relance les  clients si nécessaire  jusqu’à obtenir la commande des travaux</a:t>
            </a:r>
          </a:p>
        </p:txBody>
      </p:sp>
      <p:sp>
        <p:nvSpPr>
          <p:cNvPr id="39" name="TextBox 38">
            <a:extLst>
              <a:ext uri="{FF2B5EF4-FFF2-40B4-BE49-F238E27FC236}">
                <a16:creationId xmlns:a16="http://schemas.microsoft.com/office/drawing/2014/main" id="{2C384879-41FB-9E40-B766-F156C2DC1B6A}"/>
              </a:ext>
            </a:extLst>
          </p:cNvPr>
          <p:cNvSpPr txBox="1"/>
          <p:nvPr/>
        </p:nvSpPr>
        <p:spPr>
          <a:xfrm>
            <a:off x="7083637" y="1415696"/>
            <a:ext cx="1287532" cy="1077218"/>
          </a:xfrm>
          <a:prstGeom prst="rect">
            <a:avLst/>
          </a:prstGeom>
          <a:noFill/>
        </p:spPr>
        <p:txBody>
          <a:bodyPr wrap="none" rtlCol="0" anchor="b" anchorCtr="0">
            <a:spAutoFit/>
          </a:bodyPr>
          <a:lstStyle/>
          <a:p>
            <a:pPr algn="ctr"/>
            <a:r>
              <a:rPr lang="fr-FR" sz="1600" b="1" dirty="0">
                <a:solidFill>
                  <a:schemeClr val="tx2"/>
                </a:solidFill>
                <a:latin typeface="Poppins" pitchFamily="2" charset="77"/>
                <a:ea typeface="League Spartan" charset="0"/>
                <a:cs typeface="Poppins" pitchFamily="2" charset="77"/>
              </a:rPr>
              <a:t>Validation</a:t>
            </a:r>
          </a:p>
          <a:p>
            <a:pPr algn="ctr"/>
            <a:r>
              <a:rPr lang="fr-FR" sz="1600" b="1" dirty="0">
                <a:solidFill>
                  <a:schemeClr val="tx2"/>
                </a:solidFill>
                <a:latin typeface="Poppins" pitchFamily="2" charset="77"/>
                <a:ea typeface="League Spartan" charset="0"/>
                <a:cs typeface="Poppins" pitchFamily="2" charset="77"/>
              </a:rPr>
              <a:t> et envoi</a:t>
            </a:r>
          </a:p>
          <a:p>
            <a:pPr algn="ctr"/>
            <a:r>
              <a:rPr lang="fr-FR" sz="1600" b="1" dirty="0">
                <a:solidFill>
                  <a:schemeClr val="tx2"/>
                </a:solidFill>
                <a:latin typeface="Poppins" pitchFamily="2" charset="77"/>
                <a:ea typeface="League Spartan" charset="0"/>
                <a:cs typeface="Poppins" pitchFamily="2" charset="77"/>
              </a:rPr>
              <a:t>du devis</a:t>
            </a:r>
          </a:p>
          <a:p>
            <a:pPr algn="ctr"/>
            <a:endParaRPr lang="fr-FR" sz="1600" b="1" dirty="0">
              <a:solidFill>
                <a:schemeClr val="tx2"/>
              </a:solidFill>
              <a:latin typeface="Poppins" pitchFamily="2" charset="77"/>
              <a:ea typeface="League Spartan" charset="0"/>
              <a:cs typeface="Poppins" pitchFamily="2" charset="77"/>
            </a:endParaRPr>
          </a:p>
        </p:txBody>
      </p:sp>
      <p:sp>
        <p:nvSpPr>
          <p:cNvPr id="40" name="TextBox 39">
            <a:extLst>
              <a:ext uri="{FF2B5EF4-FFF2-40B4-BE49-F238E27FC236}">
                <a16:creationId xmlns:a16="http://schemas.microsoft.com/office/drawing/2014/main" id="{3A67BEB4-FD1A-BC41-9A21-D89B6FAF9BE8}"/>
              </a:ext>
            </a:extLst>
          </p:cNvPr>
          <p:cNvSpPr txBox="1"/>
          <p:nvPr/>
        </p:nvSpPr>
        <p:spPr>
          <a:xfrm>
            <a:off x="2627167" y="3509026"/>
            <a:ext cx="401072" cy="784830"/>
          </a:xfrm>
          <a:prstGeom prst="rect">
            <a:avLst/>
          </a:prstGeom>
          <a:noFill/>
        </p:spPr>
        <p:txBody>
          <a:bodyPr wrap="none" rtlCol="0" anchor="ctr">
            <a:spAutoFit/>
          </a:bodyPr>
          <a:lstStyle/>
          <a:p>
            <a:pPr algn="ctr"/>
            <a:r>
              <a:rPr lang="fr-FR" sz="4500" b="1" dirty="0">
                <a:solidFill>
                  <a:schemeClr val="bg1"/>
                </a:solidFill>
                <a:latin typeface="Poppins" pitchFamily="2" charset="77"/>
                <a:cs typeface="Poppins" pitchFamily="2" charset="77"/>
              </a:rPr>
              <a:t>1</a:t>
            </a:r>
          </a:p>
        </p:txBody>
      </p:sp>
      <p:sp>
        <p:nvSpPr>
          <p:cNvPr id="41" name="TextBox 40">
            <a:extLst>
              <a:ext uri="{FF2B5EF4-FFF2-40B4-BE49-F238E27FC236}">
                <a16:creationId xmlns:a16="http://schemas.microsoft.com/office/drawing/2014/main" id="{50FAAD48-DAA0-CF42-926E-15950A5DEBDF}"/>
              </a:ext>
            </a:extLst>
          </p:cNvPr>
          <p:cNvSpPr txBox="1"/>
          <p:nvPr/>
        </p:nvSpPr>
        <p:spPr>
          <a:xfrm>
            <a:off x="4201663" y="3509026"/>
            <a:ext cx="514885" cy="784830"/>
          </a:xfrm>
          <a:prstGeom prst="rect">
            <a:avLst/>
          </a:prstGeom>
          <a:noFill/>
        </p:spPr>
        <p:txBody>
          <a:bodyPr wrap="none" rtlCol="0" anchor="ctr">
            <a:spAutoFit/>
          </a:bodyPr>
          <a:lstStyle/>
          <a:p>
            <a:pPr algn="ctr"/>
            <a:r>
              <a:rPr lang="fr-FR" sz="4500" b="1" dirty="0">
                <a:solidFill>
                  <a:schemeClr val="bg1"/>
                </a:solidFill>
                <a:latin typeface="Poppins" pitchFamily="2" charset="77"/>
                <a:cs typeface="Poppins" pitchFamily="2" charset="77"/>
              </a:rPr>
              <a:t>2</a:t>
            </a:r>
          </a:p>
        </p:txBody>
      </p:sp>
      <p:sp>
        <p:nvSpPr>
          <p:cNvPr id="42" name="TextBox 41">
            <a:extLst>
              <a:ext uri="{FF2B5EF4-FFF2-40B4-BE49-F238E27FC236}">
                <a16:creationId xmlns:a16="http://schemas.microsoft.com/office/drawing/2014/main" id="{018BA886-3176-D343-8BA8-043491340D64}"/>
              </a:ext>
            </a:extLst>
          </p:cNvPr>
          <p:cNvSpPr txBox="1"/>
          <p:nvPr/>
        </p:nvSpPr>
        <p:spPr>
          <a:xfrm>
            <a:off x="5828939" y="3509026"/>
            <a:ext cx="534121" cy="784830"/>
          </a:xfrm>
          <a:prstGeom prst="rect">
            <a:avLst/>
          </a:prstGeom>
          <a:noFill/>
        </p:spPr>
        <p:txBody>
          <a:bodyPr wrap="none" rtlCol="0" anchor="ctr">
            <a:spAutoFit/>
          </a:bodyPr>
          <a:lstStyle/>
          <a:p>
            <a:pPr algn="ctr"/>
            <a:r>
              <a:rPr lang="fr-FR" sz="4500" b="1" dirty="0">
                <a:solidFill>
                  <a:schemeClr val="bg1"/>
                </a:solidFill>
                <a:latin typeface="Poppins" pitchFamily="2" charset="77"/>
                <a:cs typeface="Poppins" pitchFamily="2" charset="77"/>
              </a:rPr>
              <a:t>3</a:t>
            </a:r>
          </a:p>
        </p:txBody>
      </p:sp>
      <p:sp>
        <p:nvSpPr>
          <p:cNvPr id="43" name="TextBox 42">
            <a:extLst>
              <a:ext uri="{FF2B5EF4-FFF2-40B4-BE49-F238E27FC236}">
                <a16:creationId xmlns:a16="http://schemas.microsoft.com/office/drawing/2014/main" id="{B4B427F5-E51A-7F4A-8A54-390EAA594AA3}"/>
              </a:ext>
            </a:extLst>
          </p:cNvPr>
          <p:cNvSpPr txBox="1"/>
          <p:nvPr/>
        </p:nvSpPr>
        <p:spPr>
          <a:xfrm>
            <a:off x="7439503" y="3509026"/>
            <a:ext cx="575800" cy="784830"/>
          </a:xfrm>
          <a:prstGeom prst="rect">
            <a:avLst/>
          </a:prstGeom>
          <a:noFill/>
        </p:spPr>
        <p:txBody>
          <a:bodyPr wrap="none" rtlCol="0" anchor="ctr">
            <a:spAutoFit/>
          </a:bodyPr>
          <a:lstStyle/>
          <a:p>
            <a:pPr algn="ctr"/>
            <a:r>
              <a:rPr lang="fr-FR" sz="4500" b="1" dirty="0">
                <a:solidFill>
                  <a:schemeClr val="bg1"/>
                </a:solidFill>
                <a:latin typeface="Poppins" pitchFamily="2" charset="77"/>
                <a:cs typeface="Poppins" pitchFamily="2" charset="77"/>
              </a:rPr>
              <a:t>4</a:t>
            </a:r>
          </a:p>
        </p:txBody>
      </p:sp>
      <p:sp>
        <p:nvSpPr>
          <p:cNvPr id="44" name="TextBox 43">
            <a:extLst>
              <a:ext uri="{FF2B5EF4-FFF2-40B4-BE49-F238E27FC236}">
                <a16:creationId xmlns:a16="http://schemas.microsoft.com/office/drawing/2014/main" id="{1E172AC2-E4B5-9249-9AFD-856E798872D1}"/>
              </a:ext>
            </a:extLst>
          </p:cNvPr>
          <p:cNvSpPr txBox="1"/>
          <p:nvPr/>
        </p:nvSpPr>
        <p:spPr>
          <a:xfrm>
            <a:off x="9110506" y="3509026"/>
            <a:ext cx="559769" cy="784830"/>
          </a:xfrm>
          <a:prstGeom prst="rect">
            <a:avLst/>
          </a:prstGeom>
          <a:noFill/>
        </p:spPr>
        <p:txBody>
          <a:bodyPr wrap="none" rtlCol="0" anchor="ctr">
            <a:spAutoFit/>
          </a:bodyPr>
          <a:lstStyle/>
          <a:p>
            <a:pPr algn="ctr"/>
            <a:r>
              <a:rPr lang="fr-FR" sz="4500" b="1" dirty="0">
                <a:solidFill>
                  <a:schemeClr val="bg1"/>
                </a:solidFill>
                <a:latin typeface="Poppins" pitchFamily="2" charset="77"/>
                <a:cs typeface="Poppins" pitchFamily="2" charset="77"/>
              </a:rPr>
              <a:t>5</a:t>
            </a:r>
          </a:p>
        </p:txBody>
      </p:sp>
      <p:sp>
        <p:nvSpPr>
          <p:cNvPr id="8" name="TextBox 24">
            <a:extLst>
              <a:ext uri="{FF2B5EF4-FFF2-40B4-BE49-F238E27FC236}">
                <a16:creationId xmlns:a16="http://schemas.microsoft.com/office/drawing/2014/main" id="{027E60A7-D7BB-6C58-F752-77AE3724DCCF}"/>
              </a:ext>
            </a:extLst>
          </p:cNvPr>
          <p:cNvSpPr txBox="1"/>
          <p:nvPr/>
        </p:nvSpPr>
        <p:spPr>
          <a:xfrm>
            <a:off x="1899170" y="4440812"/>
            <a:ext cx="1806561" cy="338554"/>
          </a:xfrm>
          <a:prstGeom prst="rect">
            <a:avLst/>
          </a:prstGeom>
          <a:noFill/>
        </p:spPr>
        <p:txBody>
          <a:bodyPr wrap="square" rtlCol="0" anchor="b" anchorCtr="0">
            <a:spAutoFit/>
          </a:bodyPr>
          <a:lstStyle/>
          <a:p>
            <a:pPr algn="ctr"/>
            <a:r>
              <a:rPr lang="fr-FR" sz="1600" b="1" dirty="0" err="1">
                <a:solidFill>
                  <a:schemeClr val="tx2"/>
                </a:solidFill>
                <a:latin typeface="Poppins" pitchFamily="2" charset="77"/>
                <a:ea typeface="League Spartan" charset="0"/>
                <a:cs typeface="Poppins" pitchFamily="2" charset="77"/>
              </a:rPr>
              <a:t>Cient</a:t>
            </a:r>
            <a:r>
              <a:rPr lang="fr-FR" sz="1600" b="1" dirty="0">
                <a:solidFill>
                  <a:schemeClr val="tx2"/>
                </a:solidFill>
                <a:latin typeface="Poppins" pitchFamily="2" charset="77"/>
                <a:ea typeface="League Spartan" charset="0"/>
                <a:cs typeface="Poppins" pitchFamily="2" charset="77"/>
              </a:rPr>
              <a:t> </a:t>
            </a:r>
          </a:p>
        </p:txBody>
      </p:sp>
      <p:sp>
        <p:nvSpPr>
          <p:cNvPr id="26" name="TextBox 24">
            <a:extLst>
              <a:ext uri="{FF2B5EF4-FFF2-40B4-BE49-F238E27FC236}">
                <a16:creationId xmlns:a16="http://schemas.microsoft.com/office/drawing/2014/main" id="{79D39AED-76BD-A387-6656-CFE2B7EC486D}"/>
              </a:ext>
            </a:extLst>
          </p:cNvPr>
          <p:cNvSpPr txBox="1"/>
          <p:nvPr/>
        </p:nvSpPr>
        <p:spPr>
          <a:xfrm>
            <a:off x="3513362" y="2907449"/>
            <a:ext cx="1806561" cy="338554"/>
          </a:xfrm>
          <a:prstGeom prst="rect">
            <a:avLst/>
          </a:prstGeom>
          <a:noFill/>
        </p:spPr>
        <p:txBody>
          <a:bodyPr wrap="square" rtlCol="0" anchor="b" anchorCtr="0">
            <a:spAutoFit/>
          </a:bodyPr>
          <a:lstStyle/>
          <a:p>
            <a:pPr algn="ctr"/>
            <a:r>
              <a:rPr lang="fr-FR" sz="1600" b="1" dirty="0">
                <a:solidFill>
                  <a:schemeClr val="tx2"/>
                </a:solidFill>
                <a:highlight>
                  <a:srgbClr val="00FFFF"/>
                </a:highlight>
                <a:latin typeface="Poppins" pitchFamily="2" charset="77"/>
                <a:ea typeface="League Spartan" charset="0"/>
                <a:cs typeface="Poppins" pitchFamily="2" charset="77"/>
              </a:rPr>
              <a:t>Visio</a:t>
            </a:r>
          </a:p>
        </p:txBody>
      </p:sp>
      <p:sp>
        <p:nvSpPr>
          <p:cNvPr id="27" name="TextBox 24">
            <a:extLst>
              <a:ext uri="{FF2B5EF4-FFF2-40B4-BE49-F238E27FC236}">
                <a16:creationId xmlns:a16="http://schemas.microsoft.com/office/drawing/2014/main" id="{1DD7BE7A-EF0D-1C2F-50C8-1322D31FCDD6}"/>
              </a:ext>
            </a:extLst>
          </p:cNvPr>
          <p:cNvSpPr txBox="1"/>
          <p:nvPr/>
        </p:nvSpPr>
        <p:spPr>
          <a:xfrm>
            <a:off x="5213011" y="4510712"/>
            <a:ext cx="1806561" cy="338554"/>
          </a:xfrm>
          <a:prstGeom prst="rect">
            <a:avLst/>
          </a:prstGeom>
          <a:noFill/>
        </p:spPr>
        <p:txBody>
          <a:bodyPr wrap="square" rtlCol="0" anchor="b" anchorCtr="0">
            <a:spAutoFit/>
          </a:bodyPr>
          <a:lstStyle/>
          <a:p>
            <a:pPr algn="ctr"/>
            <a:r>
              <a:rPr lang="fr-FR" sz="1600" b="1" dirty="0">
                <a:solidFill>
                  <a:schemeClr val="tx2"/>
                </a:solidFill>
                <a:highlight>
                  <a:srgbClr val="00FFFF"/>
                </a:highlight>
                <a:latin typeface="Poppins" pitchFamily="2" charset="77"/>
                <a:ea typeface="League Spartan" charset="0"/>
                <a:cs typeface="Poppins" pitchFamily="2" charset="77"/>
              </a:rPr>
              <a:t>Visio</a:t>
            </a:r>
          </a:p>
        </p:txBody>
      </p:sp>
      <p:sp>
        <p:nvSpPr>
          <p:cNvPr id="30" name="TextBox 24">
            <a:extLst>
              <a:ext uri="{FF2B5EF4-FFF2-40B4-BE49-F238E27FC236}">
                <a16:creationId xmlns:a16="http://schemas.microsoft.com/office/drawing/2014/main" id="{444B7030-246F-0A3E-6E1A-546C5EE270C5}"/>
              </a:ext>
            </a:extLst>
          </p:cNvPr>
          <p:cNvSpPr txBox="1"/>
          <p:nvPr/>
        </p:nvSpPr>
        <p:spPr>
          <a:xfrm>
            <a:off x="6813751" y="2907449"/>
            <a:ext cx="1806561" cy="338554"/>
          </a:xfrm>
          <a:prstGeom prst="rect">
            <a:avLst/>
          </a:prstGeom>
          <a:noFill/>
        </p:spPr>
        <p:txBody>
          <a:bodyPr wrap="square" rtlCol="0" anchor="b" anchorCtr="0">
            <a:spAutoFit/>
          </a:bodyPr>
          <a:lstStyle/>
          <a:p>
            <a:pPr algn="ctr"/>
            <a:r>
              <a:rPr lang="fr-FR" sz="1600" b="1" dirty="0">
                <a:solidFill>
                  <a:schemeClr val="tx2"/>
                </a:solidFill>
                <a:highlight>
                  <a:srgbClr val="00FFFF"/>
                </a:highlight>
                <a:latin typeface="Poppins" pitchFamily="2" charset="77"/>
                <a:ea typeface="League Spartan" charset="0"/>
                <a:cs typeface="Poppins" pitchFamily="2" charset="77"/>
              </a:rPr>
              <a:t>Visio</a:t>
            </a:r>
          </a:p>
        </p:txBody>
      </p:sp>
      <p:sp>
        <p:nvSpPr>
          <p:cNvPr id="9" name="TextBox 24">
            <a:extLst>
              <a:ext uri="{FF2B5EF4-FFF2-40B4-BE49-F238E27FC236}">
                <a16:creationId xmlns:a16="http://schemas.microsoft.com/office/drawing/2014/main" id="{2F18C4A1-2D60-D668-2AB9-9FB9E119DE17}"/>
              </a:ext>
            </a:extLst>
          </p:cNvPr>
          <p:cNvSpPr txBox="1"/>
          <p:nvPr/>
        </p:nvSpPr>
        <p:spPr>
          <a:xfrm>
            <a:off x="8484671" y="4465249"/>
            <a:ext cx="1806561" cy="338554"/>
          </a:xfrm>
          <a:prstGeom prst="rect">
            <a:avLst/>
          </a:prstGeom>
          <a:noFill/>
        </p:spPr>
        <p:txBody>
          <a:bodyPr wrap="square" rtlCol="0" anchor="b" anchorCtr="0">
            <a:spAutoFit/>
          </a:bodyPr>
          <a:lstStyle/>
          <a:p>
            <a:pPr algn="ctr"/>
            <a:r>
              <a:rPr lang="fr-FR" sz="1600" b="1" dirty="0">
                <a:solidFill>
                  <a:schemeClr val="tx2"/>
                </a:solidFill>
                <a:highlight>
                  <a:srgbClr val="00FFFF"/>
                </a:highlight>
                <a:latin typeface="Poppins" pitchFamily="2" charset="77"/>
                <a:ea typeface="League Spartan" charset="0"/>
                <a:cs typeface="Poppins" pitchFamily="2" charset="77"/>
              </a:rPr>
              <a:t>Visio</a:t>
            </a:r>
          </a:p>
        </p:txBody>
      </p:sp>
      <p:sp>
        <p:nvSpPr>
          <p:cNvPr id="37" name="Down Arrow 18">
            <a:extLst>
              <a:ext uri="{FF2B5EF4-FFF2-40B4-BE49-F238E27FC236}">
                <a16:creationId xmlns:a16="http://schemas.microsoft.com/office/drawing/2014/main" id="{E294287D-C4D5-3827-3A06-241CD6C9C72E}"/>
              </a:ext>
            </a:extLst>
          </p:cNvPr>
          <p:cNvSpPr/>
          <p:nvPr/>
        </p:nvSpPr>
        <p:spPr>
          <a:xfrm>
            <a:off x="2684391" y="4800977"/>
            <a:ext cx="281163" cy="502195"/>
          </a:xfrm>
          <a:prstGeom prst="downArrow">
            <a:avLst>
              <a:gd name="adj1" fmla="val 50000"/>
              <a:gd name="adj2" fmla="val 9317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45" name="Down Arrow 18">
            <a:extLst>
              <a:ext uri="{FF2B5EF4-FFF2-40B4-BE49-F238E27FC236}">
                <a16:creationId xmlns:a16="http://schemas.microsoft.com/office/drawing/2014/main" id="{930D1E3D-168D-40DA-B669-2998CF157528}"/>
              </a:ext>
            </a:extLst>
          </p:cNvPr>
          <p:cNvSpPr/>
          <p:nvPr/>
        </p:nvSpPr>
        <p:spPr>
          <a:xfrm>
            <a:off x="5962285" y="4783830"/>
            <a:ext cx="281163" cy="502195"/>
          </a:xfrm>
          <a:prstGeom prst="downArrow">
            <a:avLst>
              <a:gd name="adj1" fmla="val 50000"/>
              <a:gd name="adj2" fmla="val 93171"/>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46" name="Down Arrow 18">
            <a:extLst>
              <a:ext uri="{FF2B5EF4-FFF2-40B4-BE49-F238E27FC236}">
                <a16:creationId xmlns:a16="http://schemas.microsoft.com/office/drawing/2014/main" id="{DD7B9AC7-59F7-9B89-D754-B53F37160A1B}"/>
              </a:ext>
            </a:extLst>
          </p:cNvPr>
          <p:cNvSpPr/>
          <p:nvPr/>
        </p:nvSpPr>
        <p:spPr>
          <a:xfrm>
            <a:off x="9292605" y="4805652"/>
            <a:ext cx="281163" cy="502195"/>
          </a:xfrm>
          <a:prstGeom prst="downArrow">
            <a:avLst>
              <a:gd name="adj1" fmla="val 50000"/>
              <a:gd name="adj2" fmla="val 93171"/>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47" name="Down Arrow 18">
            <a:extLst>
              <a:ext uri="{FF2B5EF4-FFF2-40B4-BE49-F238E27FC236}">
                <a16:creationId xmlns:a16="http://schemas.microsoft.com/office/drawing/2014/main" id="{8F3DB9B1-76D9-8E30-76F5-05D2777B39AA}"/>
              </a:ext>
            </a:extLst>
          </p:cNvPr>
          <p:cNvSpPr/>
          <p:nvPr/>
        </p:nvSpPr>
        <p:spPr>
          <a:xfrm rot="10800000">
            <a:off x="4276060" y="2353574"/>
            <a:ext cx="281163" cy="502195"/>
          </a:xfrm>
          <a:prstGeom prst="downArrow">
            <a:avLst>
              <a:gd name="adj1" fmla="val 50000"/>
              <a:gd name="adj2" fmla="val 93171"/>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48" name="Down Arrow 18">
            <a:extLst>
              <a:ext uri="{FF2B5EF4-FFF2-40B4-BE49-F238E27FC236}">
                <a16:creationId xmlns:a16="http://schemas.microsoft.com/office/drawing/2014/main" id="{F061BDB0-DF00-FE53-B192-C7B620DA6425}"/>
              </a:ext>
            </a:extLst>
          </p:cNvPr>
          <p:cNvSpPr/>
          <p:nvPr/>
        </p:nvSpPr>
        <p:spPr>
          <a:xfrm rot="10800000">
            <a:off x="7576451" y="2246916"/>
            <a:ext cx="281163" cy="502195"/>
          </a:xfrm>
          <a:prstGeom prst="downArrow">
            <a:avLst>
              <a:gd name="adj1" fmla="val 50000"/>
              <a:gd name="adj2" fmla="val 93171"/>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Box 16">
            <a:extLst>
              <a:ext uri="{FF2B5EF4-FFF2-40B4-BE49-F238E27FC236}">
                <a16:creationId xmlns:a16="http://schemas.microsoft.com/office/drawing/2014/main" id="{C17A3B19-319F-AAE3-3F96-1BF753F4C609}"/>
              </a:ext>
            </a:extLst>
          </p:cNvPr>
          <p:cNvSpPr txBox="1"/>
          <p:nvPr/>
        </p:nvSpPr>
        <p:spPr>
          <a:xfrm>
            <a:off x="9909038" y="1226550"/>
            <a:ext cx="2150855" cy="461665"/>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square" rtlCol="0" anchor="b" anchorCtr="0">
            <a:spAutoFit/>
          </a:bodyPr>
          <a:lstStyle/>
          <a:p>
            <a:pPr algn="ctr"/>
            <a:r>
              <a:rPr lang="fr-FR" sz="2400" b="1" dirty="0">
                <a:solidFill>
                  <a:srgbClr val="002060"/>
                </a:solidFill>
                <a:latin typeface="Poppins" pitchFamily="2" charset="77"/>
                <a:ea typeface="League Spartan" charset="0"/>
                <a:cs typeface="Poppins" pitchFamily="2" charset="77"/>
              </a:rPr>
              <a:t>Un rex libéré</a:t>
            </a:r>
          </a:p>
        </p:txBody>
      </p:sp>
      <p:pic>
        <p:nvPicPr>
          <p:cNvPr id="10" name="Image 9">
            <a:extLst>
              <a:ext uri="{FF2B5EF4-FFF2-40B4-BE49-F238E27FC236}">
                <a16:creationId xmlns:a16="http://schemas.microsoft.com/office/drawing/2014/main" id="{4F2E1A3D-8FC2-F41A-D619-6370A225E8C9}"/>
              </a:ext>
            </a:extLst>
          </p:cNvPr>
          <p:cNvPicPr>
            <a:picLocks noChangeAspect="1"/>
          </p:cNvPicPr>
          <p:nvPr/>
        </p:nvPicPr>
        <p:blipFill>
          <a:blip r:embed="rId3"/>
          <a:stretch>
            <a:fillRect/>
          </a:stretch>
        </p:blipFill>
        <p:spPr>
          <a:xfrm>
            <a:off x="11262361" y="0"/>
            <a:ext cx="929640" cy="889222"/>
          </a:xfrm>
          <a:prstGeom prst="rect">
            <a:avLst/>
          </a:prstGeom>
        </p:spPr>
      </p:pic>
    </p:spTree>
    <p:extLst>
      <p:ext uri="{BB962C8B-B14F-4D97-AF65-F5344CB8AC3E}">
        <p14:creationId xmlns:p14="http://schemas.microsoft.com/office/powerpoint/2010/main" val="435271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down)">
                                      <p:cBhvr>
                                        <p:cTn id="7" dur="580">
                                          <p:stCondLst>
                                            <p:cond delay="0"/>
                                          </p:stCondLst>
                                        </p:cTn>
                                        <p:tgtEl>
                                          <p:spTgt spid="16"/>
                                        </p:tgtEl>
                                      </p:cBhvr>
                                    </p:animEffect>
                                    <p:anim calcmode="lin" valueType="num">
                                      <p:cBhvr>
                                        <p:cTn id="8" dur="1822" tmFilter="0,0; 0.14,0.36; 0.43,0.73; 0.71,0.91; 1.0,1.0">
                                          <p:stCondLst>
                                            <p:cond delay="0"/>
                                          </p:stCondLst>
                                        </p:cTn>
                                        <p:tgtEl>
                                          <p:spTgt spid="16"/>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6"/>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6"/>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6"/>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6"/>
                                        </p:tgtEl>
                                        <p:attrNameLst>
                                          <p:attrName>ppt_y</p:attrName>
                                        </p:attrNameLst>
                                      </p:cBhvr>
                                      <p:tavLst>
                                        <p:tav tm="0" fmla="#ppt_y-sin(pi*$)/81">
                                          <p:val>
                                            <p:fltVal val="0"/>
                                          </p:val>
                                        </p:tav>
                                        <p:tav tm="100000">
                                          <p:val>
                                            <p:fltVal val="1"/>
                                          </p:val>
                                        </p:tav>
                                      </p:tavLst>
                                    </p:anim>
                                    <p:animScale>
                                      <p:cBhvr>
                                        <p:cTn id="13" dur="26">
                                          <p:stCondLst>
                                            <p:cond delay="650"/>
                                          </p:stCondLst>
                                        </p:cTn>
                                        <p:tgtEl>
                                          <p:spTgt spid="16"/>
                                        </p:tgtEl>
                                      </p:cBhvr>
                                      <p:to x="100000" y="60000"/>
                                    </p:animScale>
                                    <p:animScale>
                                      <p:cBhvr>
                                        <p:cTn id="14" dur="166" decel="50000">
                                          <p:stCondLst>
                                            <p:cond delay="676"/>
                                          </p:stCondLst>
                                        </p:cTn>
                                        <p:tgtEl>
                                          <p:spTgt spid="16"/>
                                        </p:tgtEl>
                                      </p:cBhvr>
                                      <p:to x="100000" y="100000"/>
                                    </p:animScale>
                                    <p:animScale>
                                      <p:cBhvr>
                                        <p:cTn id="15" dur="26">
                                          <p:stCondLst>
                                            <p:cond delay="1312"/>
                                          </p:stCondLst>
                                        </p:cTn>
                                        <p:tgtEl>
                                          <p:spTgt spid="16"/>
                                        </p:tgtEl>
                                      </p:cBhvr>
                                      <p:to x="100000" y="80000"/>
                                    </p:animScale>
                                    <p:animScale>
                                      <p:cBhvr>
                                        <p:cTn id="16" dur="166" decel="50000">
                                          <p:stCondLst>
                                            <p:cond delay="1338"/>
                                          </p:stCondLst>
                                        </p:cTn>
                                        <p:tgtEl>
                                          <p:spTgt spid="16"/>
                                        </p:tgtEl>
                                      </p:cBhvr>
                                      <p:to x="100000" y="100000"/>
                                    </p:animScale>
                                    <p:animScale>
                                      <p:cBhvr>
                                        <p:cTn id="17" dur="26">
                                          <p:stCondLst>
                                            <p:cond delay="1642"/>
                                          </p:stCondLst>
                                        </p:cTn>
                                        <p:tgtEl>
                                          <p:spTgt spid="16"/>
                                        </p:tgtEl>
                                      </p:cBhvr>
                                      <p:to x="100000" y="90000"/>
                                    </p:animScale>
                                    <p:animScale>
                                      <p:cBhvr>
                                        <p:cTn id="18" dur="166" decel="50000">
                                          <p:stCondLst>
                                            <p:cond delay="1668"/>
                                          </p:stCondLst>
                                        </p:cTn>
                                        <p:tgtEl>
                                          <p:spTgt spid="16"/>
                                        </p:tgtEl>
                                      </p:cBhvr>
                                      <p:to x="100000" y="100000"/>
                                    </p:animScale>
                                    <p:animScale>
                                      <p:cBhvr>
                                        <p:cTn id="19" dur="26">
                                          <p:stCondLst>
                                            <p:cond delay="1808"/>
                                          </p:stCondLst>
                                        </p:cTn>
                                        <p:tgtEl>
                                          <p:spTgt spid="16"/>
                                        </p:tgtEl>
                                      </p:cBhvr>
                                      <p:to x="100000" y="95000"/>
                                    </p:animScale>
                                    <p:animScale>
                                      <p:cBhvr>
                                        <p:cTn id="20" dur="166" decel="50000">
                                          <p:stCondLst>
                                            <p:cond delay="1834"/>
                                          </p:stCondLst>
                                        </p:cTn>
                                        <p:tgtEl>
                                          <p:spTgt spid="16"/>
                                        </p:tgtEl>
                                      </p:cBhvr>
                                      <p:to x="100000" y="100000"/>
                                    </p:animScale>
                                  </p:childTnLst>
                                </p:cTn>
                              </p:par>
                              <p:par>
                                <p:cTn id="21" presetID="26"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ipe(down)">
                                      <p:cBhvr>
                                        <p:cTn id="23" dur="580">
                                          <p:stCondLst>
                                            <p:cond delay="0"/>
                                          </p:stCondLst>
                                        </p:cTn>
                                        <p:tgtEl>
                                          <p:spTgt spid="12"/>
                                        </p:tgtEl>
                                      </p:cBhvr>
                                    </p:animEffect>
                                    <p:anim calcmode="lin" valueType="num">
                                      <p:cBhvr>
                                        <p:cTn id="24" dur="1822" tmFilter="0,0; 0.14,0.36; 0.43,0.73; 0.71,0.91; 1.0,1.0">
                                          <p:stCondLst>
                                            <p:cond delay="0"/>
                                          </p:stCondLst>
                                        </p:cTn>
                                        <p:tgtEl>
                                          <p:spTgt spid="12"/>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12"/>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12"/>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12"/>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12"/>
                                        </p:tgtEl>
                                        <p:attrNameLst>
                                          <p:attrName>ppt_y</p:attrName>
                                        </p:attrNameLst>
                                      </p:cBhvr>
                                      <p:tavLst>
                                        <p:tav tm="0" fmla="#ppt_y-sin(pi*$)/81">
                                          <p:val>
                                            <p:fltVal val="0"/>
                                          </p:val>
                                        </p:tav>
                                        <p:tav tm="100000">
                                          <p:val>
                                            <p:fltVal val="1"/>
                                          </p:val>
                                        </p:tav>
                                      </p:tavLst>
                                    </p:anim>
                                    <p:animScale>
                                      <p:cBhvr>
                                        <p:cTn id="29" dur="26">
                                          <p:stCondLst>
                                            <p:cond delay="650"/>
                                          </p:stCondLst>
                                        </p:cTn>
                                        <p:tgtEl>
                                          <p:spTgt spid="12"/>
                                        </p:tgtEl>
                                      </p:cBhvr>
                                      <p:to x="100000" y="60000"/>
                                    </p:animScale>
                                    <p:animScale>
                                      <p:cBhvr>
                                        <p:cTn id="30" dur="166" decel="50000">
                                          <p:stCondLst>
                                            <p:cond delay="676"/>
                                          </p:stCondLst>
                                        </p:cTn>
                                        <p:tgtEl>
                                          <p:spTgt spid="12"/>
                                        </p:tgtEl>
                                      </p:cBhvr>
                                      <p:to x="100000" y="100000"/>
                                    </p:animScale>
                                    <p:animScale>
                                      <p:cBhvr>
                                        <p:cTn id="31" dur="26">
                                          <p:stCondLst>
                                            <p:cond delay="1312"/>
                                          </p:stCondLst>
                                        </p:cTn>
                                        <p:tgtEl>
                                          <p:spTgt spid="12"/>
                                        </p:tgtEl>
                                      </p:cBhvr>
                                      <p:to x="100000" y="80000"/>
                                    </p:animScale>
                                    <p:animScale>
                                      <p:cBhvr>
                                        <p:cTn id="32" dur="166" decel="50000">
                                          <p:stCondLst>
                                            <p:cond delay="1338"/>
                                          </p:stCondLst>
                                        </p:cTn>
                                        <p:tgtEl>
                                          <p:spTgt spid="12"/>
                                        </p:tgtEl>
                                      </p:cBhvr>
                                      <p:to x="100000" y="100000"/>
                                    </p:animScale>
                                    <p:animScale>
                                      <p:cBhvr>
                                        <p:cTn id="33" dur="26">
                                          <p:stCondLst>
                                            <p:cond delay="1642"/>
                                          </p:stCondLst>
                                        </p:cTn>
                                        <p:tgtEl>
                                          <p:spTgt spid="12"/>
                                        </p:tgtEl>
                                      </p:cBhvr>
                                      <p:to x="100000" y="90000"/>
                                    </p:animScale>
                                    <p:animScale>
                                      <p:cBhvr>
                                        <p:cTn id="34" dur="166" decel="50000">
                                          <p:stCondLst>
                                            <p:cond delay="1668"/>
                                          </p:stCondLst>
                                        </p:cTn>
                                        <p:tgtEl>
                                          <p:spTgt spid="12"/>
                                        </p:tgtEl>
                                      </p:cBhvr>
                                      <p:to x="100000" y="100000"/>
                                    </p:animScale>
                                    <p:animScale>
                                      <p:cBhvr>
                                        <p:cTn id="35" dur="26">
                                          <p:stCondLst>
                                            <p:cond delay="1808"/>
                                          </p:stCondLst>
                                        </p:cTn>
                                        <p:tgtEl>
                                          <p:spTgt spid="12"/>
                                        </p:tgtEl>
                                      </p:cBhvr>
                                      <p:to x="100000" y="95000"/>
                                    </p:animScale>
                                    <p:animScale>
                                      <p:cBhvr>
                                        <p:cTn id="36" dur="166" decel="50000">
                                          <p:stCondLst>
                                            <p:cond delay="1834"/>
                                          </p:stCondLst>
                                        </p:cTn>
                                        <p:tgtEl>
                                          <p:spTgt spid="12"/>
                                        </p:tgtEl>
                                      </p:cBhvr>
                                      <p:to x="100000" y="100000"/>
                                    </p:animScale>
                                  </p:childTnLst>
                                </p:cTn>
                              </p:par>
                              <p:par>
                                <p:cTn id="37" presetID="26"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wipe(down)">
                                      <p:cBhvr>
                                        <p:cTn id="39" dur="580">
                                          <p:stCondLst>
                                            <p:cond delay="0"/>
                                          </p:stCondLst>
                                        </p:cTn>
                                        <p:tgtEl>
                                          <p:spTgt spid="13"/>
                                        </p:tgtEl>
                                      </p:cBhvr>
                                    </p:animEffect>
                                    <p:anim calcmode="lin" valueType="num">
                                      <p:cBhvr>
                                        <p:cTn id="40" dur="1822" tmFilter="0,0; 0.14,0.36; 0.43,0.73; 0.71,0.91; 1.0,1.0">
                                          <p:stCondLst>
                                            <p:cond delay="0"/>
                                          </p:stCondLst>
                                        </p:cTn>
                                        <p:tgtEl>
                                          <p:spTgt spid="13"/>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13"/>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13"/>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13"/>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13"/>
                                        </p:tgtEl>
                                        <p:attrNameLst>
                                          <p:attrName>ppt_y</p:attrName>
                                        </p:attrNameLst>
                                      </p:cBhvr>
                                      <p:tavLst>
                                        <p:tav tm="0" fmla="#ppt_y-sin(pi*$)/81">
                                          <p:val>
                                            <p:fltVal val="0"/>
                                          </p:val>
                                        </p:tav>
                                        <p:tav tm="100000">
                                          <p:val>
                                            <p:fltVal val="1"/>
                                          </p:val>
                                        </p:tav>
                                      </p:tavLst>
                                    </p:anim>
                                    <p:animScale>
                                      <p:cBhvr>
                                        <p:cTn id="45" dur="26">
                                          <p:stCondLst>
                                            <p:cond delay="650"/>
                                          </p:stCondLst>
                                        </p:cTn>
                                        <p:tgtEl>
                                          <p:spTgt spid="13"/>
                                        </p:tgtEl>
                                      </p:cBhvr>
                                      <p:to x="100000" y="60000"/>
                                    </p:animScale>
                                    <p:animScale>
                                      <p:cBhvr>
                                        <p:cTn id="46" dur="166" decel="50000">
                                          <p:stCondLst>
                                            <p:cond delay="676"/>
                                          </p:stCondLst>
                                        </p:cTn>
                                        <p:tgtEl>
                                          <p:spTgt spid="13"/>
                                        </p:tgtEl>
                                      </p:cBhvr>
                                      <p:to x="100000" y="100000"/>
                                    </p:animScale>
                                    <p:animScale>
                                      <p:cBhvr>
                                        <p:cTn id="47" dur="26">
                                          <p:stCondLst>
                                            <p:cond delay="1312"/>
                                          </p:stCondLst>
                                        </p:cTn>
                                        <p:tgtEl>
                                          <p:spTgt spid="13"/>
                                        </p:tgtEl>
                                      </p:cBhvr>
                                      <p:to x="100000" y="80000"/>
                                    </p:animScale>
                                    <p:animScale>
                                      <p:cBhvr>
                                        <p:cTn id="48" dur="166" decel="50000">
                                          <p:stCondLst>
                                            <p:cond delay="1338"/>
                                          </p:stCondLst>
                                        </p:cTn>
                                        <p:tgtEl>
                                          <p:spTgt spid="13"/>
                                        </p:tgtEl>
                                      </p:cBhvr>
                                      <p:to x="100000" y="100000"/>
                                    </p:animScale>
                                    <p:animScale>
                                      <p:cBhvr>
                                        <p:cTn id="49" dur="26">
                                          <p:stCondLst>
                                            <p:cond delay="1642"/>
                                          </p:stCondLst>
                                        </p:cTn>
                                        <p:tgtEl>
                                          <p:spTgt spid="13"/>
                                        </p:tgtEl>
                                      </p:cBhvr>
                                      <p:to x="100000" y="90000"/>
                                    </p:animScale>
                                    <p:animScale>
                                      <p:cBhvr>
                                        <p:cTn id="50" dur="166" decel="50000">
                                          <p:stCondLst>
                                            <p:cond delay="1668"/>
                                          </p:stCondLst>
                                        </p:cTn>
                                        <p:tgtEl>
                                          <p:spTgt spid="13"/>
                                        </p:tgtEl>
                                      </p:cBhvr>
                                      <p:to x="100000" y="100000"/>
                                    </p:animScale>
                                    <p:animScale>
                                      <p:cBhvr>
                                        <p:cTn id="51" dur="26">
                                          <p:stCondLst>
                                            <p:cond delay="1808"/>
                                          </p:stCondLst>
                                        </p:cTn>
                                        <p:tgtEl>
                                          <p:spTgt spid="13"/>
                                        </p:tgtEl>
                                      </p:cBhvr>
                                      <p:to x="100000" y="95000"/>
                                    </p:animScale>
                                    <p:animScale>
                                      <p:cBhvr>
                                        <p:cTn id="52" dur="166" decel="50000">
                                          <p:stCondLst>
                                            <p:cond delay="1834"/>
                                          </p:stCondLst>
                                        </p:cTn>
                                        <p:tgtEl>
                                          <p:spTgt spid="13"/>
                                        </p:tgtEl>
                                      </p:cBhvr>
                                      <p:to x="100000" y="100000"/>
                                    </p:animScale>
                                  </p:childTnLst>
                                </p:cTn>
                              </p:par>
                              <p:par>
                                <p:cTn id="53" presetID="26" presetClass="entr" presetSubtype="0" fill="hold" grpId="0" nodeType="withEffect">
                                  <p:stCondLst>
                                    <p:cond delay="0"/>
                                  </p:stCondLst>
                                  <p:childTnLst>
                                    <p:set>
                                      <p:cBhvr>
                                        <p:cTn id="54" dur="1" fill="hold">
                                          <p:stCondLst>
                                            <p:cond delay="0"/>
                                          </p:stCondLst>
                                        </p:cTn>
                                        <p:tgtEl>
                                          <p:spTgt spid="14"/>
                                        </p:tgtEl>
                                        <p:attrNameLst>
                                          <p:attrName>style.visibility</p:attrName>
                                        </p:attrNameLst>
                                      </p:cBhvr>
                                      <p:to>
                                        <p:strVal val="visible"/>
                                      </p:to>
                                    </p:set>
                                    <p:animEffect transition="in" filter="wipe(down)">
                                      <p:cBhvr>
                                        <p:cTn id="55" dur="580">
                                          <p:stCondLst>
                                            <p:cond delay="0"/>
                                          </p:stCondLst>
                                        </p:cTn>
                                        <p:tgtEl>
                                          <p:spTgt spid="14"/>
                                        </p:tgtEl>
                                      </p:cBhvr>
                                    </p:animEffect>
                                    <p:anim calcmode="lin" valueType="num">
                                      <p:cBhvr>
                                        <p:cTn id="56" dur="1822" tmFilter="0,0; 0.14,0.36; 0.43,0.73; 0.71,0.91; 1.0,1.0">
                                          <p:stCondLst>
                                            <p:cond delay="0"/>
                                          </p:stCondLst>
                                        </p:cTn>
                                        <p:tgtEl>
                                          <p:spTgt spid="14"/>
                                        </p:tgtEl>
                                        <p:attrNameLst>
                                          <p:attrName>ppt_x</p:attrName>
                                        </p:attrNameLst>
                                      </p:cBhvr>
                                      <p:tavLst>
                                        <p:tav tm="0">
                                          <p:val>
                                            <p:strVal val="#ppt_x-0.25"/>
                                          </p:val>
                                        </p:tav>
                                        <p:tav tm="100000">
                                          <p:val>
                                            <p:strVal val="#ppt_x"/>
                                          </p:val>
                                        </p:tav>
                                      </p:tavLst>
                                    </p:anim>
                                    <p:anim calcmode="lin" valueType="num">
                                      <p:cBhvr>
                                        <p:cTn id="57" dur="664" tmFilter="0.0,0.0; 0.25,0.07; 0.50,0.2; 0.75,0.467; 1.0,1.0">
                                          <p:stCondLst>
                                            <p:cond delay="0"/>
                                          </p:stCondLst>
                                        </p:cTn>
                                        <p:tgtEl>
                                          <p:spTgt spid="14"/>
                                        </p:tgtEl>
                                        <p:attrNameLst>
                                          <p:attrName>ppt_y</p:attrName>
                                        </p:attrNameLst>
                                      </p:cBhvr>
                                      <p:tavLst>
                                        <p:tav tm="0" fmla="#ppt_y-sin(pi*$)/3">
                                          <p:val>
                                            <p:fltVal val="0.5"/>
                                          </p:val>
                                        </p:tav>
                                        <p:tav tm="100000">
                                          <p:val>
                                            <p:fltVal val="1"/>
                                          </p:val>
                                        </p:tav>
                                      </p:tavLst>
                                    </p:anim>
                                    <p:anim calcmode="lin" valueType="num">
                                      <p:cBhvr>
                                        <p:cTn id="58" dur="664" tmFilter="0, 0; 0.125,0.2665; 0.25,0.4; 0.375,0.465; 0.5,0.5;  0.625,0.535; 0.75,0.6; 0.875,0.7335; 1,1">
                                          <p:stCondLst>
                                            <p:cond delay="664"/>
                                          </p:stCondLst>
                                        </p:cTn>
                                        <p:tgtEl>
                                          <p:spTgt spid="14"/>
                                        </p:tgtEl>
                                        <p:attrNameLst>
                                          <p:attrName>ppt_y</p:attrName>
                                        </p:attrNameLst>
                                      </p:cBhvr>
                                      <p:tavLst>
                                        <p:tav tm="0" fmla="#ppt_y-sin(pi*$)/9">
                                          <p:val>
                                            <p:fltVal val="0"/>
                                          </p:val>
                                        </p:tav>
                                        <p:tav tm="100000">
                                          <p:val>
                                            <p:fltVal val="1"/>
                                          </p:val>
                                        </p:tav>
                                      </p:tavLst>
                                    </p:anim>
                                    <p:anim calcmode="lin" valueType="num">
                                      <p:cBhvr>
                                        <p:cTn id="59" dur="332" tmFilter="0, 0; 0.125,0.2665; 0.25,0.4; 0.375,0.465; 0.5,0.5;  0.625,0.535; 0.75,0.6; 0.875,0.7335; 1,1">
                                          <p:stCondLst>
                                            <p:cond delay="1324"/>
                                          </p:stCondLst>
                                        </p:cTn>
                                        <p:tgtEl>
                                          <p:spTgt spid="14"/>
                                        </p:tgtEl>
                                        <p:attrNameLst>
                                          <p:attrName>ppt_y</p:attrName>
                                        </p:attrNameLst>
                                      </p:cBhvr>
                                      <p:tavLst>
                                        <p:tav tm="0" fmla="#ppt_y-sin(pi*$)/27">
                                          <p:val>
                                            <p:fltVal val="0"/>
                                          </p:val>
                                        </p:tav>
                                        <p:tav tm="100000">
                                          <p:val>
                                            <p:fltVal val="1"/>
                                          </p:val>
                                        </p:tav>
                                      </p:tavLst>
                                    </p:anim>
                                    <p:anim calcmode="lin" valueType="num">
                                      <p:cBhvr>
                                        <p:cTn id="60" dur="164" tmFilter="0, 0; 0.125,0.2665; 0.25,0.4; 0.375,0.465; 0.5,0.5;  0.625,0.535; 0.75,0.6; 0.875,0.7335; 1,1">
                                          <p:stCondLst>
                                            <p:cond delay="1656"/>
                                          </p:stCondLst>
                                        </p:cTn>
                                        <p:tgtEl>
                                          <p:spTgt spid="14"/>
                                        </p:tgtEl>
                                        <p:attrNameLst>
                                          <p:attrName>ppt_y</p:attrName>
                                        </p:attrNameLst>
                                      </p:cBhvr>
                                      <p:tavLst>
                                        <p:tav tm="0" fmla="#ppt_y-sin(pi*$)/81">
                                          <p:val>
                                            <p:fltVal val="0"/>
                                          </p:val>
                                        </p:tav>
                                        <p:tav tm="100000">
                                          <p:val>
                                            <p:fltVal val="1"/>
                                          </p:val>
                                        </p:tav>
                                      </p:tavLst>
                                    </p:anim>
                                    <p:animScale>
                                      <p:cBhvr>
                                        <p:cTn id="61" dur="26">
                                          <p:stCondLst>
                                            <p:cond delay="650"/>
                                          </p:stCondLst>
                                        </p:cTn>
                                        <p:tgtEl>
                                          <p:spTgt spid="14"/>
                                        </p:tgtEl>
                                      </p:cBhvr>
                                      <p:to x="100000" y="60000"/>
                                    </p:animScale>
                                    <p:animScale>
                                      <p:cBhvr>
                                        <p:cTn id="62" dur="166" decel="50000">
                                          <p:stCondLst>
                                            <p:cond delay="676"/>
                                          </p:stCondLst>
                                        </p:cTn>
                                        <p:tgtEl>
                                          <p:spTgt spid="14"/>
                                        </p:tgtEl>
                                      </p:cBhvr>
                                      <p:to x="100000" y="100000"/>
                                    </p:animScale>
                                    <p:animScale>
                                      <p:cBhvr>
                                        <p:cTn id="63" dur="26">
                                          <p:stCondLst>
                                            <p:cond delay="1312"/>
                                          </p:stCondLst>
                                        </p:cTn>
                                        <p:tgtEl>
                                          <p:spTgt spid="14"/>
                                        </p:tgtEl>
                                      </p:cBhvr>
                                      <p:to x="100000" y="80000"/>
                                    </p:animScale>
                                    <p:animScale>
                                      <p:cBhvr>
                                        <p:cTn id="64" dur="166" decel="50000">
                                          <p:stCondLst>
                                            <p:cond delay="1338"/>
                                          </p:stCondLst>
                                        </p:cTn>
                                        <p:tgtEl>
                                          <p:spTgt spid="14"/>
                                        </p:tgtEl>
                                      </p:cBhvr>
                                      <p:to x="100000" y="100000"/>
                                    </p:animScale>
                                    <p:animScale>
                                      <p:cBhvr>
                                        <p:cTn id="65" dur="26">
                                          <p:stCondLst>
                                            <p:cond delay="1642"/>
                                          </p:stCondLst>
                                        </p:cTn>
                                        <p:tgtEl>
                                          <p:spTgt spid="14"/>
                                        </p:tgtEl>
                                      </p:cBhvr>
                                      <p:to x="100000" y="90000"/>
                                    </p:animScale>
                                    <p:animScale>
                                      <p:cBhvr>
                                        <p:cTn id="66" dur="166" decel="50000">
                                          <p:stCondLst>
                                            <p:cond delay="1668"/>
                                          </p:stCondLst>
                                        </p:cTn>
                                        <p:tgtEl>
                                          <p:spTgt spid="14"/>
                                        </p:tgtEl>
                                      </p:cBhvr>
                                      <p:to x="100000" y="100000"/>
                                    </p:animScale>
                                    <p:animScale>
                                      <p:cBhvr>
                                        <p:cTn id="67" dur="26">
                                          <p:stCondLst>
                                            <p:cond delay="1808"/>
                                          </p:stCondLst>
                                        </p:cTn>
                                        <p:tgtEl>
                                          <p:spTgt spid="14"/>
                                        </p:tgtEl>
                                      </p:cBhvr>
                                      <p:to x="100000" y="95000"/>
                                    </p:animScale>
                                    <p:animScale>
                                      <p:cBhvr>
                                        <p:cTn id="68" dur="166" decel="50000">
                                          <p:stCondLst>
                                            <p:cond delay="1834"/>
                                          </p:stCondLst>
                                        </p:cTn>
                                        <p:tgtEl>
                                          <p:spTgt spid="14"/>
                                        </p:tgtEl>
                                      </p:cBhvr>
                                      <p:to x="100000" y="100000"/>
                                    </p:animScale>
                                  </p:childTnLst>
                                </p:cTn>
                              </p:par>
                              <p:par>
                                <p:cTn id="69" presetID="26" presetClass="entr" presetSubtype="0" fill="hold" grpId="0" nodeType="withEffect">
                                  <p:stCondLst>
                                    <p:cond delay="0"/>
                                  </p:stCondLst>
                                  <p:childTnLst>
                                    <p:set>
                                      <p:cBhvr>
                                        <p:cTn id="70" dur="1" fill="hold">
                                          <p:stCondLst>
                                            <p:cond delay="0"/>
                                          </p:stCondLst>
                                        </p:cTn>
                                        <p:tgtEl>
                                          <p:spTgt spid="15"/>
                                        </p:tgtEl>
                                        <p:attrNameLst>
                                          <p:attrName>style.visibility</p:attrName>
                                        </p:attrNameLst>
                                      </p:cBhvr>
                                      <p:to>
                                        <p:strVal val="visible"/>
                                      </p:to>
                                    </p:set>
                                    <p:animEffect transition="in" filter="wipe(down)">
                                      <p:cBhvr>
                                        <p:cTn id="71" dur="580">
                                          <p:stCondLst>
                                            <p:cond delay="0"/>
                                          </p:stCondLst>
                                        </p:cTn>
                                        <p:tgtEl>
                                          <p:spTgt spid="15"/>
                                        </p:tgtEl>
                                      </p:cBhvr>
                                    </p:animEffect>
                                    <p:anim calcmode="lin" valueType="num">
                                      <p:cBhvr>
                                        <p:cTn id="72" dur="1822" tmFilter="0,0; 0.14,0.36; 0.43,0.73; 0.71,0.91; 1.0,1.0">
                                          <p:stCondLst>
                                            <p:cond delay="0"/>
                                          </p:stCondLst>
                                        </p:cTn>
                                        <p:tgtEl>
                                          <p:spTgt spid="15"/>
                                        </p:tgtEl>
                                        <p:attrNameLst>
                                          <p:attrName>ppt_x</p:attrName>
                                        </p:attrNameLst>
                                      </p:cBhvr>
                                      <p:tavLst>
                                        <p:tav tm="0">
                                          <p:val>
                                            <p:strVal val="#ppt_x-0.25"/>
                                          </p:val>
                                        </p:tav>
                                        <p:tav tm="100000">
                                          <p:val>
                                            <p:strVal val="#ppt_x"/>
                                          </p:val>
                                        </p:tav>
                                      </p:tavLst>
                                    </p:anim>
                                    <p:anim calcmode="lin" valueType="num">
                                      <p:cBhvr>
                                        <p:cTn id="73" dur="664" tmFilter="0.0,0.0; 0.25,0.07; 0.50,0.2; 0.75,0.467; 1.0,1.0">
                                          <p:stCondLst>
                                            <p:cond delay="0"/>
                                          </p:stCondLst>
                                        </p:cTn>
                                        <p:tgtEl>
                                          <p:spTgt spid="15"/>
                                        </p:tgtEl>
                                        <p:attrNameLst>
                                          <p:attrName>ppt_y</p:attrName>
                                        </p:attrNameLst>
                                      </p:cBhvr>
                                      <p:tavLst>
                                        <p:tav tm="0" fmla="#ppt_y-sin(pi*$)/3">
                                          <p:val>
                                            <p:fltVal val="0.5"/>
                                          </p:val>
                                        </p:tav>
                                        <p:tav tm="100000">
                                          <p:val>
                                            <p:fltVal val="1"/>
                                          </p:val>
                                        </p:tav>
                                      </p:tavLst>
                                    </p:anim>
                                    <p:anim calcmode="lin" valueType="num">
                                      <p:cBhvr>
                                        <p:cTn id="74" dur="664" tmFilter="0, 0; 0.125,0.2665; 0.25,0.4; 0.375,0.465; 0.5,0.5;  0.625,0.535; 0.75,0.6; 0.875,0.7335; 1,1">
                                          <p:stCondLst>
                                            <p:cond delay="664"/>
                                          </p:stCondLst>
                                        </p:cTn>
                                        <p:tgtEl>
                                          <p:spTgt spid="15"/>
                                        </p:tgtEl>
                                        <p:attrNameLst>
                                          <p:attrName>ppt_y</p:attrName>
                                        </p:attrNameLst>
                                      </p:cBhvr>
                                      <p:tavLst>
                                        <p:tav tm="0" fmla="#ppt_y-sin(pi*$)/9">
                                          <p:val>
                                            <p:fltVal val="0"/>
                                          </p:val>
                                        </p:tav>
                                        <p:tav tm="100000">
                                          <p:val>
                                            <p:fltVal val="1"/>
                                          </p:val>
                                        </p:tav>
                                      </p:tavLst>
                                    </p:anim>
                                    <p:anim calcmode="lin" valueType="num">
                                      <p:cBhvr>
                                        <p:cTn id="75" dur="332" tmFilter="0, 0; 0.125,0.2665; 0.25,0.4; 0.375,0.465; 0.5,0.5;  0.625,0.535; 0.75,0.6; 0.875,0.7335; 1,1">
                                          <p:stCondLst>
                                            <p:cond delay="1324"/>
                                          </p:stCondLst>
                                        </p:cTn>
                                        <p:tgtEl>
                                          <p:spTgt spid="15"/>
                                        </p:tgtEl>
                                        <p:attrNameLst>
                                          <p:attrName>ppt_y</p:attrName>
                                        </p:attrNameLst>
                                      </p:cBhvr>
                                      <p:tavLst>
                                        <p:tav tm="0" fmla="#ppt_y-sin(pi*$)/27">
                                          <p:val>
                                            <p:fltVal val="0"/>
                                          </p:val>
                                        </p:tav>
                                        <p:tav tm="100000">
                                          <p:val>
                                            <p:fltVal val="1"/>
                                          </p:val>
                                        </p:tav>
                                      </p:tavLst>
                                    </p:anim>
                                    <p:anim calcmode="lin" valueType="num">
                                      <p:cBhvr>
                                        <p:cTn id="76" dur="164" tmFilter="0, 0; 0.125,0.2665; 0.25,0.4; 0.375,0.465; 0.5,0.5;  0.625,0.535; 0.75,0.6; 0.875,0.7335; 1,1">
                                          <p:stCondLst>
                                            <p:cond delay="1656"/>
                                          </p:stCondLst>
                                        </p:cTn>
                                        <p:tgtEl>
                                          <p:spTgt spid="15"/>
                                        </p:tgtEl>
                                        <p:attrNameLst>
                                          <p:attrName>ppt_y</p:attrName>
                                        </p:attrNameLst>
                                      </p:cBhvr>
                                      <p:tavLst>
                                        <p:tav tm="0" fmla="#ppt_y-sin(pi*$)/81">
                                          <p:val>
                                            <p:fltVal val="0"/>
                                          </p:val>
                                        </p:tav>
                                        <p:tav tm="100000">
                                          <p:val>
                                            <p:fltVal val="1"/>
                                          </p:val>
                                        </p:tav>
                                      </p:tavLst>
                                    </p:anim>
                                    <p:animScale>
                                      <p:cBhvr>
                                        <p:cTn id="77" dur="26">
                                          <p:stCondLst>
                                            <p:cond delay="650"/>
                                          </p:stCondLst>
                                        </p:cTn>
                                        <p:tgtEl>
                                          <p:spTgt spid="15"/>
                                        </p:tgtEl>
                                      </p:cBhvr>
                                      <p:to x="100000" y="60000"/>
                                    </p:animScale>
                                    <p:animScale>
                                      <p:cBhvr>
                                        <p:cTn id="78" dur="166" decel="50000">
                                          <p:stCondLst>
                                            <p:cond delay="676"/>
                                          </p:stCondLst>
                                        </p:cTn>
                                        <p:tgtEl>
                                          <p:spTgt spid="15"/>
                                        </p:tgtEl>
                                      </p:cBhvr>
                                      <p:to x="100000" y="100000"/>
                                    </p:animScale>
                                    <p:animScale>
                                      <p:cBhvr>
                                        <p:cTn id="79" dur="26">
                                          <p:stCondLst>
                                            <p:cond delay="1312"/>
                                          </p:stCondLst>
                                        </p:cTn>
                                        <p:tgtEl>
                                          <p:spTgt spid="15"/>
                                        </p:tgtEl>
                                      </p:cBhvr>
                                      <p:to x="100000" y="80000"/>
                                    </p:animScale>
                                    <p:animScale>
                                      <p:cBhvr>
                                        <p:cTn id="80" dur="166" decel="50000">
                                          <p:stCondLst>
                                            <p:cond delay="1338"/>
                                          </p:stCondLst>
                                        </p:cTn>
                                        <p:tgtEl>
                                          <p:spTgt spid="15"/>
                                        </p:tgtEl>
                                      </p:cBhvr>
                                      <p:to x="100000" y="100000"/>
                                    </p:animScale>
                                    <p:animScale>
                                      <p:cBhvr>
                                        <p:cTn id="81" dur="26">
                                          <p:stCondLst>
                                            <p:cond delay="1642"/>
                                          </p:stCondLst>
                                        </p:cTn>
                                        <p:tgtEl>
                                          <p:spTgt spid="15"/>
                                        </p:tgtEl>
                                      </p:cBhvr>
                                      <p:to x="100000" y="90000"/>
                                    </p:animScale>
                                    <p:animScale>
                                      <p:cBhvr>
                                        <p:cTn id="82" dur="166" decel="50000">
                                          <p:stCondLst>
                                            <p:cond delay="1668"/>
                                          </p:stCondLst>
                                        </p:cTn>
                                        <p:tgtEl>
                                          <p:spTgt spid="15"/>
                                        </p:tgtEl>
                                      </p:cBhvr>
                                      <p:to x="100000" y="100000"/>
                                    </p:animScale>
                                    <p:animScale>
                                      <p:cBhvr>
                                        <p:cTn id="83" dur="26">
                                          <p:stCondLst>
                                            <p:cond delay="1808"/>
                                          </p:stCondLst>
                                        </p:cTn>
                                        <p:tgtEl>
                                          <p:spTgt spid="15"/>
                                        </p:tgtEl>
                                      </p:cBhvr>
                                      <p:to x="100000" y="95000"/>
                                    </p:animScale>
                                    <p:animScale>
                                      <p:cBhvr>
                                        <p:cTn id="84" dur="166" decel="50000">
                                          <p:stCondLst>
                                            <p:cond delay="1834"/>
                                          </p:stCondLst>
                                        </p:cTn>
                                        <p:tgtEl>
                                          <p:spTgt spid="15"/>
                                        </p:tgtEl>
                                      </p:cBhvr>
                                      <p:to x="100000" y="100000"/>
                                    </p:animScale>
                                  </p:childTnLst>
                                </p:cTn>
                              </p:par>
                            </p:childTnLst>
                          </p:cTn>
                        </p:par>
                      </p:childTnLst>
                    </p:cTn>
                  </p:par>
                  <p:par>
                    <p:cTn id="85" fill="hold">
                      <p:stCondLst>
                        <p:cond delay="indefinite"/>
                      </p:stCondLst>
                      <p:childTnLst>
                        <p:par>
                          <p:cTn id="86" fill="hold">
                            <p:stCondLst>
                              <p:cond delay="0"/>
                            </p:stCondLst>
                            <p:childTnLst>
                              <p:par>
                                <p:cTn id="87" presetID="26" presetClass="entr" presetSubtype="0" fill="hold" grpId="0" nodeType="clickEffect">
                                  <p:stCondLst>
                                    <p:cond delay="0"/>
                                  </p:stCondLst>
                                  <p:childTnLst>
                                    <p:set>
                                      <p:cBhvr>
                                        <p:cTn id="88" dur="1" fill="hold">
                                          <p:stCondLst>
                                            <p:cond delay="0"/>
                                          </p:stCondLst>
                                        </p:cTn>
                                        <p:tgtEl>
                                          <p:spTgt spid="40"/>
                                        </p:tgtEl>
                                        <p:attrNameLst>
                                          <p:attrName>style.visibility</p:attrName>
                                        </p:attrNameLst>
                                      </p:cBhvr>
                                      <p:to>
                                        <p:strVal val="visible"/>
                                      </p:to>
                                    </p:set>
                                    <p:animEffect transition="in" filter="wipe(down)">
                                      <p:cBhvr>
                                        <p:cTn id="89" dur="580">
                                          <p:stCondLst>
                                            <p:cond delay="0"/>
                                          </p:stCondLst>
                                        </p:cTn>
                                        <p:tgtEl>
                                          <p:spTgt spid="40"/>
                                        </p:tgtEl>
                                      </p:cBhvr>
                                    </p:animEffect>
                                    <p:anim calcmode="lin" valueType="num">
                                      <p:cBhvr>
                                        <p:cTn id="90" dur="1822" tmFilter="0,0; 0.14,0.36; 0.43,0.73; 0.71,0.91; 1.0,1.0">
                                          <p:stCondLst>
                                            <p:cond delay="0"/>
                                          </p:stCondLst>
                                        </p:cTn>
                                        <p:tgtEl>
                                          <p:spTgt spid="40"/>
                                        </p:tgtEl>
                                        <p:attrNameLst>
                                          <p:attrName>ppt_x</p:attrName>
                                        </p:attrNameLst>
                                      </p:cBhvr>
                                      <p:tavLst>
                                        <p:tav tm="0">
                                          <p:val>
                                            <p:strVal val="#ppt_x-0.25"/>
                                          </p:val>
                                        </p:tav>
                                        <p:tav tm="100000">
                                          <p:val>
                                            <p:strVal val="#ppt_x"/>
                                          </p:val>
                                        </p:tav>
                                      </p:tavLst>
                                    </p:anim>
                                    <p:anim calcmode="lin" valueType="num">
                                      <p:cBhvr>
                                        <p:cTn id="91" dur="664" tmFilter="0.0,0.0; 0.25,0.07; 0.50,0.2; 0.75,0.467; 1.0,1.0">
                                          <p:stCondLst>
                                            <p:cond delay="0"/>
                                          </p:stCondLst>
                                        </p:cTn>
                                        <p:tgtEl>
                                          <p:spTgt spid="40"/>
                                        </p:tgtEl>
                                        <p:attrNameLst>
                                          <p:attrName>ppt_y</p:attrName>
                                        </p:attrNameLst>
                                      </p:cBhvr>
                                      <p:tavLst>
                                        <p:tav tm="0" fmla="#ppt_y-sin(pi*$)/3">
                                          <p:val>
                                            <p:fltVal val="0.5"/>
                                          </p:val>
                                        </p:tav>
                                        <p:tav tm="100000">
                                          <p:val>
                                            <p:fltVal val="1"/>
                                          </p:val>
                                        </p:tav>
                                      </p:tavLst>
                                    </p:anim>
                                    <p:anim calcmode="lin" valueType="num">
                                      <p:cBhvr>
                                        <p:cTn id="92" dur="664" tmFilter="0, 0; 0.125,0.2665; 0.25,0.4; 0.375,0.465; 0.5,0.5;  0.625,0.535; 0.75,0.6; 0.875,0.7335; 1,1">
                                          <p:stCondLst>
                                            <p:cond delay="664"/>
                                          </p:stCondLst>
                                        </p:cTn>
                                        <p:tgtEl>
                                          <p:spTgt spid="40"/>
                                        </p:tgtEl>
                                        <p:attrNameLst>
                                          <p:attrName>ppt_y</p:attrName>
                                        </p:attrNameLst>
                                      </p:cBhvr>
                                      <p:tavLst>
                                        <p:tav tm="0" fmla="#ppt_y-sin(pi*$)/9">
                                          <p:val>
                                            <p:fltVal val="0"/>
                                          </p:val>
                                        </p:tav>
                                        <p:tav tm="100000">
                                          <p:val>
                                            <p:fltVal val="1"/>
                                          </p:val>
                                        </p:tav>
                                      </p:tavLst>
                                    </p:anim>
                                    <p:anim calcmode="lin" valueType="num">
                                      <p:cBhvr>
                                        <p:cTn id="93" dur="332" tmFilter="0, 0; 0.125,0.2665; 0.25,0.4; 0.375,0.465; 0.5,0.5;  0.625,0.535; 0.75,0.6; 0.875,0.7335; 1,1">
                                          <p:stCondLst>
                                            <p:cond delay="1324"/>
                                          </p:stCondLst>
                                        </p:cTn>
                                        <p:tgtEl>
                                          <p:spTgt spid="40"/>
                                        </p:tgtEl>
                                        <p:attrNameLst>
                                          <p:attrName>ppt_y</p:attrName>
                                        </p:attrNameLst>
                                      </p:cBhvr>
                                      <p:tavLst>
                                        <p:tav tm="0" fmla="#ppt_y-sin(pi*$)/27">
                                          <p:val>
                                            <p:fltVal val="0"/>
                                          </p:val>
                                        </p:tav>
                                        <p:tav tm="100000">
                                          <p:val>
                                            <p:fltVal val="1"/>
                                          </p:val>
                                        </p:tav>
                                      </p:tavLst>
                                    </p:anim>
                                    <p:anim calcmode="lin" valueType="num">
                                      <p:cBhvr>
                                        <p:cTn id="94" dur="164" tmFilter="0, 0; 0.125,0.2665; 0.25,0.4; 0.375,0.465; 0.5,0.5;  0.625,0.535; 0.75,0.6; 0.875,0.7335; 1,1">
                                          <p:stCondLst>
                                            <p:cond delay="1656"/>
                                          </p:stCondLst>
                                        </p:cTn>
                                        <p:tgtEl>
                                          <p:spTgt spid="40"/>
                                        </p:tgtEl>
                                        <p:attrNameLst>
                                          <p:attrName>ppt_y</p:attrName>
                                        </p:attrNameLst>
                                      </p:cBhvr>
                                      <p:tavLst>
                                        <p:tav tm="0" fmla="#ppt_y-sin(pi*$)/81">
                                          <p:val>
                                            <p:fltVal val="0"/>
                                          </p:val>
                                        </p:tav>
                                        <p:tav tm="100000">
                                          <p:val>
                                            <p:fltVal val="1"/>
                                          </p:val>
                                        </p:tav>
                                      </p:tavLst>
                                    </p:anim>
                                    <p:animScale>
                                      <p:cBhvr>
                                        <p:cTn id="95" dur="26">
                                          <p:stCondLst>
                                            <p:cond delay="650"/>
                                          </p:stCondLst>
                                        </p:cTn>
                                        <p:tgtEl>
                                          <p:spTgt spid="40"/>
                                        </p:tgtEl>
                                      </p:cBhvr>
                                      <p:to x="100000" y="60000"/>
                                    </p:animScale>
                                    <p:animScale>
                                      <p:cBhvr>
                                        <p:cTn id="96" dur="166" decel="50000">
                                          <p:stCondLst>
                                            <p:cond delay="676"/>
                                          </p:stCondLst>
                                        </p:cTn>
                                        <p:tgtEl>
                                          <p:spTgt spid="40"/>
                                        </p:tgtEl>
                                      </p:cBhvr>
                                      <p:to x="100000" y="100000"/>
                                    </p:animScale>
                                    <p:animScale>
                                      <p:cBhvr>
                                        <p:cTn id="97" dur="26">
                                          <p:stCondLst>
                                            <p:cond delay="1312"/>
                                          </p:stCondLst>
                                        </p:cTn>
                                        <p:tgtEl>
                                          <p:spTgt spid="40"/>
                                        </p:tgtEl>
                                      </p:cBhvr>
                                      <p:to x="100000" y="80000"/>
                                    </p:animScale>
                                    <p:animScale>
                                      <p:cBhvr>
                                        <p:cTn id="98" dur="166" decel="50000">
                                          <p:stCondLst>
                                            <p:cond delay="1338"/>
                                          </p:stCondLst>
                                        </p:cTn>
                                        <p:tgtEl>
                                          <p:spTgt spid="40"/>
                                        </p:tgtEl>
                                      </p:cBhvr>
                                      <p:to x="100000" y="100000"/>
                                    </p:animScale>
                                    <p:animScale>
                                      <p:cBhvr>
                                        <p:cTn id="99" dur="26">
                                          <p:stCondLst>
                                            <p:cond delay="1642"/>
                                          </p:stCondLst>
                                        </p:cTn>
                                        <p:tgtEl>
                                          <p:spTgt spid="40"/>
                                        </p:tgtEl>
                                      </p:cBhvr>
                                      <p:to x="100000" y="90000"/>
                                    </p:animScale>
                                    <p:animScale>
                                      <p:cBhvr>
                                        <p:cTn id="100" dur="166" decel="50000">
                                          <p:stCondLst>
                                            <p:cond delay="1668"/>
                                          </p:stCondLst>
                                        </p:cTn>
                                        <p:tgtEl>
                                          <p:spTgt spid="40"/>
                                        </p:tgtEl>
                                      </p:cBhvr>
                                      <p:to x="100000" y="100000"/>
                                    </p:animScale>
                                    <p:animScale>
                                      <p:cBhvr>
                                        <p:cTn id="101" dur="26">
                                          <p:stCondLst>
                                            <p:cond delay="1808"/>
                                          </p:stCondLst>
                                        </p:cTn>
                                        <p:tgtEl>
                                          <p:spTgt spid="40"/>
                                        </p:tgtEl>
                                      </p:cBhvr>
                                      <p:to x="100000" y="95000"/>
                                    </p:animScale>
                                    <p:animScale>
                                      <p:cBhvr>
                                        <p:cTn id="102" dur="166" decel="50000">
                                          <p:stCondLst>
                                            <p:cond delay="1834"/>
                                          </p:stCondLst>
                                        </p:cTn>
                                        <p:tgtEl>
                                          <p:spTgt spid="40"/>
                                        </p:tgtEl>
                                      </p:cBhvr>
                                      <p:to x="100000" y="100000"/>
                                    </p:animScale>
                                  </p:childTnLst>
                                </p:cTn>
                              </p:par>
                              <p:par>
                                <p:cTn id="103" presetID="26" presetClass="entr" presetSubtype="0" fill="hold" grpId="0" nodeType="withEffect">
                                  <p:stCondLst>
                                    <p:cond delay="0"/>
                                  </p:stCondLst>
                                  <p:childTnLst>
                                    <p:set>
                                      <p:cBhvr>
                                        <p:cTn id="104" dur="1" fill="hold">
                                          <p:stCondLst>
                                            <p:cond delay="0"/>
                                          </p:stCondLst>
                                        </p:cTn>
                                        <p:tgtEl>
                                          <p:spTgt spid="2"/>
                                        </p:tgtEl>
                                        <p:attrNameLst>
                                          <p:attrName>style.visibility</p:attrName>
                                        </p:attrNameLst>
                                      </p:cBhvr>
                                      <p:to>
                                        <p:strVal val="visible"/>
                                      </p:to>
                                    </p:set>
                                    <p:animEffect transition="in" filter="wipe(down)">
                                      <p:cBhvr>
                                        <p:cTn id="105" dur="580">
                                          <p:stCondLst>
                                            <p:cond delay="0"/>
                                          </p:stCondLst>
                                        </p:cTn>
                                        <p:tgtEl>
                                          <p:spTgt spid="2"/>
                                        </p:tgtEl>
                                      </p:cBhvr>
                                    </p:animEffect>
                                    <p:anim calcmode="lin" valueType="num">
                                      <p:cBhvr>
                                        <p:cTn id="106"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107"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8"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09"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10"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11" dur="26">
                                          <p:stCondLst>
                                            <p:cond delay="650"/>
                                          </p:stCondLst>
                                        </p:cTn>
                                        <p:tgtEl>
                                          <p:spTgt spid="2"/>
                                        </p:tgtEl>
                                      </p:cBhvr>
                                      <p:to x="100000" y="60000"/>
                                    </p:animScale>
                                    <p:animScale>
                                      <p:cBhvr>
                                        <p:cTn id="112" dur="166" decel="50000">
                                          <p:stCondLst>
                                            <p:cond delay="676"/>
                                          </p:stCondLst>
                                        </p:cTn>
                                        <p:tgtEl>
                                          <p:spTgt spid="2"/>
                                        </p:tgtEl>
                                      </p:cBhvr>
                                      <p:to x="100000" y="100000"/>
                                    </p:animScale>
                                    <p:animScale>
                                      <p:cBhvr>
                                        <p:cTn id="113" dur="26">
                                          <p:stCondLst>
                                            <p:cond delay="1312"/>
                                          </p:stCondLst>
                                        </p:cTn>
                                        <p:tgtEl>
                                          <p:spTgt spid="2"/>
                                        </p:tgtEl>
                                      </p:cBhvr>
                                      <p:to x="100000" y="80000"/>
                                    </p:animScale>
                                    <p:animScale>
                                      <p:cBhvr>
                                        <p:cTn id="114" dur="166" decel="50000">
                                          <p:stCondLst>
                                            <p:cond delay="1338"/>
                                          </p:stCondLst>
                                        </p:cTn>
                                        <p:tgtEl>
                                          <p:spTgt spid="2"/>
                                        </p:tgtEl>
                                      </p:cBhvr>
                                      <p:to x="100000" y="100000"/>
                                    </p:animScale>
                                    <p:animScale>
                                      <p:cBhvr>
                                        <p:cTn id="115" dur="26">
                                          <p:stCondLst>
                                            <p:cond delay="1642"/>
                                          </p:stCondLst>
                                        </p:cTn>
                                        <p:tgtEl>
                                          <p:spTgt spid="2"/>
                                        </p:tgtEl>
                                      </p:cBhvr>
                                      <p:to x="100000" y="90000"/>
                                    </p:animScale>
                                    <p:animScale>
                                      <p:cBhvr>
                                        <p:cTn id="116" dur="166" decel="50000">
                                          <p:stCondLst>
                                            <p:cond delay="1668"/>
                                          </p:stCondLst>
                                        </p:cTn>
                                        <p:tgtEl>
                                          <p:spTgt spid="2"/>
                                        </p:tgtEl>
                                      </p:cBhvr>
                                      <p:to x="100000" y="100000"/>
                                    </p:animScale>
                                    <p:animScale>
                                      <p:cBhvr>
                                        <p:cTn id="117" dur="26">
                                          <p:stCondLst>
                                            <p:cond delay="1808"/>
                                          </p:stCondLst>
                                        </p:cTn>
                                        <p:tgtEl>
                                          <p:spTgt spid="2"/>
                                        </p:tgtEl>
                                      </p:cBhvr>
                                      <p:to x="100000" y="95000"/>
                                    </p:animScale>
                                    <p:animScale>
                                      <p:cBhvr>
                                        <p:cTn id="118" dur="166" decel="50000">
                                          <p:stCondLst>
                                            <p:cond delay="1834"/>
                                          </p:stCondLst>
                                        </p:cTn>
                                        <p:tgtEl>
                                          <p:spTgt spid="2"/>
                                        </p:tgtEl>
                                      </p:cBhvr>
                                      <p:to x="100000" y="100000"/>
                                    </p:animScale>
                                  </p:childTnLst>
                                </p:cTn>
                              </p:par>
                              <p:par>
                                <p:cTn id="119" presetID="26" presetClass="entr" presetSubtype="0" fill="hold" grpId="0" nodeType="withEffect">
                                  <p:stCondLst>
                                    <p:cond delay="0"/>
                                  </p:stCondLst>
                                  <p:childTnLst>
                                    <p:set>
                                      <p:cBhvr>
                                        <p:cTn id="120" dur="1" fill="hold">
                                          <p:stCondLst>
                                            <p:cond delay="0"/>
                                          </p:stCondLst>
                                        </p:cTn>
                                        <p:tgtEl>
                                          <p:spTgt spid="8"/>
                                        </p:tgtEl>
                                        <p:attrNameLst>
                                          <p:attrName>style.visibility</p:attrName>
                                        </p:attrNameLst>
                                      </p:cBhvr>
                                      <p:to>
                                        <p:strVal val="visible"/>
                                      </p:to>
                                    </p:set>
                                    <p:animEffect transition="in" filter="wipe(down)">
                                      <p:cBhvr>
                                        <p:cTn id="121" dur="580">
                                          <p:stCondLst>
                                            <p:cond delay="0"/>
                                          </p:stCondLst>
                                        </p:cTn>
                                        <p:tgtEl>
                                          <p:spTgt spid="8"/>
                                        </p:tgtEl>
                                      </p:cBhvr>
                                    </p:animEffect>
                                    <p:anim calcmode="lin" valueType="num">
                                      <p:cBhvr>
                                        <p:cTn id="122"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123"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124"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125"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126"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127" dur="26">
                                          <p:stCondLst>
                                            <p:cond delay="650"/>
                                          </p:stCondLst>
                                        </p:cTn>
                                        <p:tgtEl>
                                          <p:spTgt spid="8"/>
                                        </p:tgtEl>
                                      </p:cBhvr>
                                      <p:to x="100000" y="60000"/>
                                    </p:animScale>
                                    <p:animScale>
                                      <p:cBhvr>
                                        <p:cTn id="128" dur="166" decel="50000">
                                          <p:stCondLst>
                                            <p:cond delay="676"/>
                                          </p:stCondLst>
                                        </p:cTn>
                                        <p:tgtEl>
                                          <p:spTgt spid="8"/>
                                        </p:tgtEl>
                                      </p:cBhvr>
                                      <p:to x="100000" y="100000"/>
                                    </p:animScale>
                                    <p:animScale>
                                      <p:cBhvr>
                                        <p:cTn id="129" dur="26">
                                          <p:stCondLst>
                                            <p:cond delay="1312"/>
                                          </p:stCondLst>
                                        </p:cTn>
                                        <p:tgtEl>
                                          <p:spTgt spid="8"/>
                                        </p:tgtEl>
                                      </p:cBhvr>
                                      <p:to x="100000" y="80000"/>
                                    </p:animScale>
                                    <p:animScale>
                                      <p:cBhvr>
                                        <p:cTn id="130" dur="166" decel="50000">
                                          <p:stCondLst>
                                            <p:cond delay="1338"/>
                                          </p:stCondLst>
                                        </p:cTn>
                                        <p:tgtEl>
                                          <p:spTgt spid="8"/>
                                        </p:tgtEl>
                                      </p:cBhvr>
                                      <p:to x="100000" y="100000"/>
                                    </p:animScale>
                                    <p:animScale>
                                      <p:cBhvr>
                                        <p:cTn id="131" dur="26">
                                          <p:stCondLst>
                                            <p:cond delay="1642"/>
                                          </p:stCondLst>
                                        </p:cTn>
                                        <p:tgtEl>
                                          <p:spTgt spid="8"/>
                                        </p:tgtEl>
                                      </p:cBhvr>
                                      <p:to x="100000" y="90000"/>
                                    </p:animScale>
                                    <p:animScale>
                                      <p:cBhvr>
                                        <p:cTn id="132" dur="166" decel="50000">
                                          <p:stCondLst>
                                            <p:cond delay="1668"/>
                                          </p:stCondLst>
                                        </p:cTn>
                                        <p:tgtEl>
                                          <p:spTgt spid="8"/>
                                        </p:tgtEl>
                                      </p:cBhvr>
                                      <p:to x="100000" y="100000"/>
                                    </p:animScale>
                                    <p:animScale>
                                      <p:cBhvr>
                                        <p:cTn id="133" dur="26">
                                          <p:stCondLst>
                                            <p:cond delay="1808"/>
                                          </p:stCondLst>
                                        </p:cTn>
                                        <p:tgtEl>
                                          <p:spTgt spid="8"/>
                                        </p:tgtEl>
                                      </p:cBhvr>
                                      <p:to x="100000" y="95000"/>
                                    </p:animScale>
                                    <p:animScale>
                                      <p:cBhvr>
                                        <p:cTn id="134" dur="166" decel="50000">
                                          <p:stCondLst>
                                            <p:cond delay="1834"/>
                                          </p:stCondLst>
                                        </p:cTn>
                                        <p:tgtEl>
                                          <p:spTgt spid="8"/>
                                        </p:tgtEl>
                                      </p:cBhvr>
                                      <p:to x="100000" y="100000"/>
                                    </p:animScale>
                                  </p:childTnLst>
                                </p:cTn>
                              </p:par>
                              <p:par>
                                <p:cTn id="135" presetID="26" presetClass="entr" presetSubtype="0" fill="hold" grpId="0" nodeType="withEffect">
                                  <p:stCondLst>
                                    <p:cond delay="0"/>
                                  </p:stCondLst>
                                  <p:childTnLst>
                                    <p:set>
                                      <p:cBhvr>
                                        <p:cTn id="136" dur="1" fill="hold">
                                          <p:stCondLst>
                                            <p:cond delay="0"/>
                                          </p:stCondLst>
                                        </p:cTn>
                                        <p:tgtEl>
                                          <p:spTgt spid="37"/>
                                        </p:tgtEl>
                                        <p:attrNameLst>
                                          <p:attrName>style.visibility</p:attrName>
                                        </p:attrNameLst>
                                      </p:cBhvr>
                                      <p:to>
                                        <p:strVal val="visible"/>
                                      </p:to>
                                    </p:set>
                                    <p:animEffect transition="in" filter="wipe(down)">
                                      <p:cBhvr>
                                        <p:cTn id="137" dur="580">
                                          <p:stCondLst>
                                            <p:cond delay="0"/>
                                          </p:stCondLst>
                                        </p:cTn>
                                        <p:tgtEl>
                                          <p:spTgt spid="37"/>
                                        </p:tgtEl>
                                      </p:cBhvr>
                                    </p:animEffect>
                                    <p:anim calcmode="lin" valueType="num">
                                      <p:cBhvr>
                                        <p:cTn id="138" dur="1822" tmFilter="0,0; 0.14,0.36; 0.43,0.73; 0.71,0.91; 1.0,1.0">
                                          <p:stCondLst>
                                            <p:cond delay="0"/>
                                          </p:stCondLst>
                                        </p:cTn>
                                        <p:tgtEl>
                                          <p:spTgt spid="37"/>
                                        </p:tgtEl>
                                        <p:attrNameLst>
                                          <p:attrName>ppt_x</p:attrName>
                                        </p:attrNameLst>
                                      </p:cBhvr>
                                      <p:tavLst>
                                        <p:tav tm="0">
                                          <p:val>
                                            <p:strVal val="#ppt_x-0.25"/>
                                          </p:val>
                                        </p:tav>
                                        <p:tav tm="100000">
                                          <p:val>
                                            <p:strVal val="#ppt_x"/>
                                          </p:val>
                                        </p:tav>
                                      </p:tavLst>
                                    </p:anim>
                                    <p:anim calcmode="lin" valueType="num">
                                      <p:cBhvr>
                                        <p:cTn id="139" dur="664" tmFilter="0.0,0.0; 0.25,0.07; 0.50,0.2; 0.75,0.467; 1.0,1.0">
                                          <p:stCondLst>
                                            <p:cond delay="0"/>
                                          </p:stCondLst>
                                        </p:cTn>
                                        <p:tgtEl>
                                          <p:spTgt spid="37"/>
                                        </p:tgtEl>
                                        <p:attrNameLst>
                                          <p:attrName>ppt_y</p:attrName>
                                        </p:attrNameLst>
                                      </p:cBhvr>
                                      <p:tavLst>
                                        <p:tav tm="0" fmla="#ppt_y-sin(pi*$)/3">
                                          <p:val>
                                            <p:fltVal val="0.5"/>
                                          </p:val>
                                        </p:tav>
                                        <p:tav tm="100000">
                                          <p:val>
                                            <p:fltVal val="1"/>
                                          </p:val>
                                        </p:tav>
                                      </p:tavLst>
                                    </p:anim>
                                    <p:anim calcmode="lin" valueType="num">
                                      <p:cBhvr>
                                        <p:cTn id="140" dur="664" tmFilter="0, 0; 0.125,0.2665; 0.25,0.4; 0.375,0.465; 0.5,0.5;  0.625,0.535; 0.75,0.6; 0.875,0.7335; 1,1">
                                          <p:stCondLst>
                                            <p:cond delay="664"/>
                                          </p:stCondLst>
                                        </p:cTn>
                                        <p:tgtEl>
                                          <p:spTgt spid="37"/>
                                        </p:tgtEl>
                                        <p:attrNameLst>
                                          <p:attrName>ppt_y</p:attrName>
                                        </p:attrNameLst>
                                      </p:cBhvr>
                                      <p:tavLst>
                                        <p:tav tm="0" fmla="#ppt_y-sin(pi*$)/9">
                                          <p:val>
                                            <p:fltVal val="0"/>
                                          </p:val>
                                        </p:tav>
                                        <p:tav tm="100000">
                                          <p:val>
                                            <p:fltVal val="1"/>
                                          </p:val>
                                        </p:tav>
                                      </p:tavLst>
                                    </p:anim>
                                    <p:anim calcmode="lin" valueType="num">
                                      <p:cBhvr>
                                        <p:cTn id="141" dur="332" tmFilter="0, 0; 0.125,0.2665; 0.25,0.4; 0.375,0.465; 0.5,0.5;  0.625,0.535; 0.75,0.6; 0.875,0.7335; 1,1">
                                          <p:stCondLst>
                                            <p:cond delay="1324"/>
                                          </p:stCondLst>
                                        </p:cTn>
                                        <p:tgtEl>
                                          <p:spTgt spid="37"/>
                                        </p:tgtEl>
                                        <p:attrNameLst>
                                          <p:attrName>ppt_y</p:attrName>
                                        </p:attrNameLst>
                                      </p:cBhvr>
                                      <p:tavLst>
                                        <p:tav tm="0" fmla="#ppt_y-sin(pi*$)/27">
                                          <p:val>
                                            <p:fltVal val="0"/>
                                          </p:val>
                                        </p:tav>
                                        <p:tav tm="100000">
                                          <p:val>
                                            <p:fltVal val="1"/>
                                          </p:val>
                                        </p:tav>
                                      </p:tavLst>
                                    </p:anim>
                                    <p:anim calcmode="lin" valueType="num">
                                      <p:cBhvr>
                                        <p:cTn id="142" dur="164" tmFilter="0, 0; 0.125,0.2665; 0.25,0.4; 0.375,0.465; 0.5,0.5;  0.625,0.535; 0.75,0.6; 0.875,0.7335; 1,1">
                                          <p:stCondLst>
                                            <p:cond delay="1656"/>
                                          </p:stCondLst>
                                        </p:cTn>
                                        <p:tgtEl>
                                          <p:spTgt spid="37"/>
                                        </p:tgtEl>
                                        <p:attrNameLst>
                                          <p:attrName>ppt_y</p:attrName>
                                        </p:attrNameLst>
                                      </p:cBhvr>
                                      <p:tavLst>
                                        <p:tav tm="0" fmla="#ppt_y-sin(pi*$)/81">
                                          <p:val>
                                            <p:fltVal val="0"/>
                                          </p:val>
                                        </p:tav>
                                        <p:tav tm="100000">
                                          <p:val>
                                            <p:fltVal val="1"/>
                                          </p:val>
                                        </p:tav>
                                      </p:tavLst>
                                    </p:anim>
                                    <p:animScale>
                                      <p:cBhvr>
                                        <p:cTn id="143" dur="26">
                                          <p:stCondLst>
                                            <p:cond delay="650"/>
                                          </p:stCondLst>
                                        </p:cTn>
                                        <p:tgtEl>
                                          <p:spTgt spid="37"/>
                                        </p:tgtEl>
                                      </p:cBhvr>
                                      <p:to x="100000" y="60000"/>
                                    </p:animScale>
                                    <p:animScale>
                                      <p:cBhvr>
                                        <p:cTn id="144" dur="166" decel="50000">
                                          <p:stCondLst>
                                            <p:cond delay="676"/>
                                          </p:stCondLst>
                                        </p:cTn>
                                        <p:tgtEl>
                                          <p:spTgt spid="37"/>
                                        </p:tgtEl>
                                      </p:cBhvr>
                                      <p:to x="100000" y="100000"/>
                                    </p:animScale>
                                    <p:animScale>
                                      <p:cBhvr>
                                        <p:cTn id="145" dur="26">
                                          <p:stCondLst>
                                            <p:cond delay="1312"/>
                                          </p:stCondLst>
                                        </p:cTn>
                                        <p:tgtEl>
                                          <p:spTgt spid="37"/>
                                        </p:tgtEl>
                                      </p:cBhvr>
                                      <p:to x="100000" y="80000"/>
                                    </p:animScale>
                                    <p:animScale>
                                      <p:cBhvr>
                                        <p:cTn id="146" dur="166" decel="50000">
                                          <p:stCondLst>
                                            <p:cond delay="1338"/>
                                          </p:stCondLst>
                                        </p:cTn>
                                        <p:tgtEl>
                                          <p:spTgt spid="37"/>
                                        </p:tgtEl>
                                      </p:cBhvr>
                                      <p:to x="100000" y="100000"/>
                                    </p:animScale>
                                    <p:animScale>
                                      <p:cBhvr>
                                        <p:cTn id="147" dur="26">
                                          <p:stCondLst>
                                            <p:cond delay="1642"/>
                                          </p:stCondLst>
                                        </p:cTn>
                                        <p:tgtEl>
                                          <p:spTgt spid="37"/>
                                        </p:tgtEl>
                                      </p:cBhvr>
                                      <p:to x="100000" y="90000"/>
                                    </p:animScale>
                                    <p:animScale>
                                      <p:cBhvr>
                                        <p:cTn id="148" dur="166" decel="50000">
                                          <p:stCondLst>
                                            <p:cond delay="1668"/>
                                          </p:stCondLst>
                                        </p:cTn>
                                        <p:tgtEl>
                                          <p:spTgt spid="37"/>
                                        </p:tgtEl>
                                      </p:cBhvr>
                                      <p:to x="100000" y="100000"/>
                                    </p:animScale>
                                    <p:animScale>
                                      <p:cBhvr>
                                        <p:cTn id="149" dur="26">
                                          <p:stCondLst>
                                            <p:cond delay="1808"/>
                                          </p:stCondLst>
                                        </p:cTn>
                                        <p:tgtEl>
                                          <p:spTgt spid="37"/>
                                        </p:tgtEl>
                                      </p:cBhvr>
                                      <p:to x="100000" y="95000"/>
                                    </p:animScale>
                                    <p:animScale>
                                      <p:cBhvr>
                                        <p:cTn id="150" dur="166" decel="50000">
                                          <p:stCondLst>
                                            <p:cond delay="1834"/>
                                          </p:stCondLst>
                                        </p:cTn>
                                        <p:tgtEl>
                                          <p:spTgt spid="37"/>
                                        </p:tgtEl>
                                      </p:cBhvr>
                                      <p:to x="100000" y="100000"/>
                                    </p:animScale>
                                  </p:childTnLst>
                                </p:cTn>
                              </p:par>
                              <p:par>
                                <p:cTn id="151" presetID="26" presetClass="entr" presetSubtype="0" fill="hold" grpId="0" nodeType="withEffect">
                                  <p:stCondLst>
                                    <p:cond delay="0"/>
                                  </p:stCondLst>
                                  <p:childTnLst>
                                    <p:set>
                                      <p:cBhvr>
                                        <p:cTn id="152" dur="1" fill="hold">
                                          <p:stCondLst>
                                            <p:cond delay="0"/>
                                          </p:stCondLst>
                                        </p:cTn>
                                        <p:tgtEl>
                                          <p:spTgt spid="25"/>
                                        </p:tgtEl>
                                        <p:attrNameLst>
                                          <p:attrName>style.visibility</p:attrName>
                                        </p:attrNameLst>
                                      </p:cBhvr>
                                      <p:to>
                                        <p:strVal val="visible"/>
                                      </p:to>
                                    </p:set>
                                    <p:animEffect transition="in" filter="wipe(down)">
                                      <p:cBhvr>
                                        <p:cTn id="153" dur="580">
                                          <p:stCondLst>
                                            <p:cond delay="0"/>
                                          </p:stCondLst>
                                        </p:cTn>
                                        <p:tgtEl>
                                          <p:spTgt spid="25"/>
                                        </p:tgtEl>
                                      </p:cBhvr>
                                    </p:animEffect>
                                    <p:anim calcmode="lin" valueType="num">
                                      <p:cBhvr>
                                        <p:cTn id="154" dur="1822" tmFilter="0,0; 0.14,0.36; 0.43,0.73; 0.71,0.91; 1.0,1.0">
                                          <p:stCondLst>
                                            <p:cond delay="0"/>
                                          </p:stCondLst>
                                        </p:cTn>
                                        <p:tgtEl>
                                          <p:spTgt spid="25"/>
                                        </p:tgtEl>
                                        <p:attrNameLst>
                                          <p:attrName>ppt_x</p:attrName>
                                        </p:attrNameLst>
                                      </p:cBhvr>
                                      <p:tavLst>
                                        <p:tav tm="0">
                                          <p:val>
                                            <p:strVal val="#ppt_x-0.25"/>
                                          </p:val>
                                        </p:tav>
                                        <p:tav tm="100000">
                                          <p:val>
                                            <p:strVal val="#ppt_x"/>
                                          </p:val>
                                        </p:tav>
                                      </p:tavLst>
                                    </p:anim>
                                    <p:anim calcmode="lin" valueType="num">
                                      <p:cBhvr>
                                        <p:cTn id="155" dur="664" tmFilter="0.0,0.0; 0.25,0.07; 0.50,0.2; 0.75,0.467; 1.0,1.0">
                                          <p:stCondLst>
                                            <p:cond delay="0"/>
                                          </p:stCondLst>
                                        </p:cTn>
                                        <p:tgtEl>
                                          <p:spTgt spid="25"/>
                                        </p:tgtEl>
                                        <p:attrNameLst>
                                          <p:attrName>ppt_y</p:attrName>
                                        </p:attrNameLst>
                                      </p:cBhvr>
                                      <p:tavLst>
                                        <p:tav tm="0" fmla="#ppt_y-sin(pi*$)/3">
                                          <p:val>
                                            <p:fltVal val="0.5"/>
                                          </p:val>
                                        </p:tav>
                                        <p:tav tm="100000">
                                          <p:val>
                                            <p:fltVal val="1"/>
                                          </p:val>
                                        </p:tav>
                                      </p:tavLst>
                                    </p:anim>
                                    <p:anim calcmode="lin" valueType="num">
                                      <p:cBhvr>
                                        <p:cTn id="156" dur="664" tmFilter="0, 0; 0.125,0.2665; 0.25,0.4; 0.375,0.465; 0.5,0.5;  0.625,0.535; 0.75,0.6; 0.875,0.7335; 1,1">
                                          <p:stCondLst>
                                            <p:cond delay="664"/>
                                          </p:stCondLst>
                                        </p:cTn>
                                        <p:tgtEl>
                                          <p:spTgt spid="25"/>
                                        </p:tgtEl>
                                        <p:attrNameLst>
                                          <p:attrName>ppt_y</p:attrName>
                                        </p:attrNameLst>
                                      </p:cBhvr>
                                      <p:tavLst>
                                        <p:tav tm="0" fmla="#ppt_y-sin(pi*$)/9">
                                          <p:val>
                                            <p:fltVal val="0"/>
                                          </p:val>
                                        </p:tav>
                                        <p:tav tm="100000">
                                          <p:val>
                                            <p:fltVal val="1"/>
                                          </p:val>
                                        </p:tav>
                                      </p:tavLst>
                                    </p:anim>
                                    <p:anim calcmode="lin" valueType="num">
                                      <p:cBhvr>
                                        <p:cTn id="157" dur="332" tmFilter="0, 0; 0.125,0.2665; 0.25,0.4; 0.375,0.465; 0.5,0.5;  0.625,0.535; 0.75,0.6; 0.875,0.7335; 1,1">
                                          <p:stCondLst>
                                            <p:cond delay="1324"/>
                                          </p:stCondLst>
                                        </p:cTn>
                                        <p:tgtEl>
                                          <p:spTgt spid="25"/>
                                        </p:tgtEl>
                                        <p:attrNameLst>
                                          <p:attrName>ppt_y</p:attrName>
                                        </p:attrNameLst>
                                      </p:cBhvr>
                                      <p:tavLst>
                                        <p:tav tm="0" fmla="#ppt_y-sin(pi*$)/27">
                                          <p:val>
                                            <p:fltVal val="0"/>
                                          </p:val>
                                        </p:tav>
                                        <p:tav tm="100000">
                                          <p:val>
                                            <p:fltVal val="1"/>
                                          </p:val>
                                        </p:tav>
                                      </p:tavLst>
                                    </p:anim>
                                    <p:anim calcmode="lin" valueType="num">
                                      <p:cBhvr>
                                        <p:cTn id="158" dur="164" tmFilter="0, 0; 0.125,0.2665; 0.25,0.4; 0.375,0.465; 0.5,0.5;  0.625,0.535; 0.75,0.6; 0.875,0.7335; 1,1">
                                          <p:stCondLst>
                                            <p:cond delay="1656"/>
                                          </p:stCondLst>
                                        </p:cTn>
                                        <p:tgtEl>
                                          <p:spTgt spid="25"/>
                                        </p:tgtEl>
                                        <p:attrNameLst>
                                          <p:attrName>ppt_y</p:attrName>
                                        </p:attrNameLst>
                                      </p:cBhvr>
                                      <p:tavLst>
                                        <p:tav tm="0" fmla="#ppt_y-sin(pi*$)/81">
                                          <p:val>
                                            <p:fltVal val="0"/>
                                          </p:val>
                                        </p:tav>
                                        <p:tav tm="100000">
                                          <p:val>
                                            <p:fltVal val="1"/>
                                          </p:val>
                                        </p:tav>
                                      </p:tavLst>
                                    </p:anim>
                                    <p:animScale>
                                      <p:cBhvr>
                                        <p:cTn id="159" dur="26">
                                          <p:stCondLst>
                                            <p:cond delay="650"/>
                                          </p:stCondLst>
                                        </p:cTn>
                                        <p:tgtEl>
                                          <p:spTgt spid="25"/>
                                        </p:tgtEl>
                                      </p:cBhvr>
                                      <p:to x="100000" y="60000"/>
                                    </p:animScale>
                                    <p:animScale>
                                      <p:cBhvr>
                                        <p:cTn id="160" dur="166" decel="50000">
                                          <p:stCondLst>
                                            <p:cond delay="676"/>
                                          </p:stCondLst>
                                        </p:cTn>
                                        <p:tgtEl>
                                          <p:spTgt spid="25"/>
                                        </p:tgtEl>
                                      </p:cBhvr>
                                      <p:to x="100000" y="100000"/>
                                    </p:animScale>
                                    <p:animScale>
                                      <p:cBhvr>
                                        <p:cTn id="161" dur="26">
                                          <p:stCondLst>
                                            <p:cond delay="1312"/>
                                          </p:stCondLst>
                                        </p:cTn>
                                        <p:tgtEl>
                                          <p:spTgt spid="25"/>
                                        </p:tgtEl>
                                      </p:cBhvr>
                                      <p:to x="100000" y="80000"/>
                                    </p:animScale>
                                    <p:animScale>
                                      <p:cBhvr>
                                        <p:cTn id="162" dur="166" decel="50000">
                                          <p:stCondLst>
                                            <p:cond delay="1338"/>
                                          </p:stCondLst>
                                        </p:cTn>
                                        <p:tgtEl>
                                          <p:spTgt spid="25"/>
                                        </p:tgtEl>
                                      </p:cBhvr>
                                      <p:to x="100000" y="100000"/>
                                    </p:animScale>
                                    <p:animScale>
                                      <p:cBhvr>
                                        <p:cTn id="163" dur="26">
                                          <p:stCondLst>
                                            <p:cond delay="1642"/>
                                          </p:stCondLst>
                                        </p:cTn>
                                        <p:tgtEl>
                                          <p:spTgt spid="25"/>
                                        </p:tgtEl>
                                      </p:cBhvr>
                                      <p:to x="100000" y="90000"/>
                                    </p:animScale>
                                    <p:animScale>
                                      <p:cBhvr>
                                        <p:cTn id="164" dur="166" decel="50000">
                                          <p:stCondLst>
                                            <p:cond delay="1668"/>
                                          </p:stCondLst>
                                        </p:cTn>
                                        <p:tgtEl>
                                          <p:spTgt spid="25"/>
                                        </p:tgtEl>
                                      </p:cBhvr>
                                      <p:to x="100000" y="100000"/>
                                    </p:animScale>
                                    <p:animScale>
                                      <p:cBhvr>
                                        <p:cTn id="165" dur="26">
                                          <p:stCondLst>
                                            <p:cond delay="1808"/>
                                          </p:stCondLst>
                                        </p:cTn>
                                        <p:tgtEl>
                                          <p:spTgt spid="25"/>
                                        </p:tgtEl>
                                      </p:cBhvr>
                                      <p:to x="100000" y="95000"/>
                                    </p:animScale>
                                    <p:animScale>
                                      <p:cBhvr>
                                        <p:cTn id="166" dur="166" decel="50000">
                                          <p:stCondLst>
                                            <p:cond delay="1834"/>
                                          </p:stCondLst>
                                        </p:cTn>
                                        <p:tgtEl>
                                          <p:spTgt spid="25"/>
                                        </p:tgtEl>
                                      </p:cBhvr>
                                      <p:to x="100000" y="100000"/>
                                    </p:animScale>
                                  </p:childTnLst>
                                </p:cTn>
                              </p:par>
                            </p:childTnLst>
                          </p:cTn>
                        </p:par>
                      </p:childTnLst>
                    </p:cTn>
                  </p:par>
                  <p:par>
                    <p:cTn id="167" fill="hold">
                      <p:stCondLst>
                        <p:cond delay="indefinite"/>
                      </p:stCondLst>
                      <p:childTnLst>
                        <p:par>
                          <p:cTn id="168" fill="hold">
                            <p:stCondLst>
                              <p:cond delay="0"/>
                            </p:stCondLst>
                            <p:childTnLst>
                              <p:par>
                                <p:cTn id="169" presetID="26" presetClass="entr" presetSubtype="0" fill="hold" grpId="0" nodeType="clickEffect">
                                  <p:stCondLst>
                                    <p:cond delay="0"/>
                                  </p:stCondLst>
                                  <p:childTnLst>
                                    <p:set>
                                      <p:cBhvr>
                                        <p:cTn id="170" dur="1" fill="hold">
                                          <p:stCondLst>
                                            <p:cond delay="0"/>
                                          </p:stCondLst>
                                        </p:cTn>
                                        <p:tgtEl>
                                          <p:spTgt spid="24"/>
                                        </p:tgtEl>
                                        <p:attrNameLst>
                                          <p:attrName>style.visibility</p:attrName>
                                        </p:attrNameLst>
                                      </p:cBhvr>
                                      <p:to>
                                        <p:strVal val="visible"/>
                                      </p:to>
                                    </p:set>
                                    <p:animEffect transition="in" filter="wipe(down)">
                                      <p:cBhvr>
                                        <p:cTn id="171" dur="580">
                                          <p:stCondLst>
                                            <p:cond delay="0"/>
                                          </p:stCondLst>
                                        </p:cTn>
                                        <p:tgtEl>
                                          <p:spTgt spid="24"/>
                                        </p:tgtEl>
                                      </p:cBhvr>
                                    </p:animEffect>
                                    <p:anim calcmode="lin" valueType="num">
                                      <p:cBhvr>
                                        <p:cTn id="172" dur="1822" tmFilter="0,0; 0.14,0.36; 0.43,0.73; 0.71,0.91; 1.0,1.0">
                                          <p:stCondLst>
                                            <p:cond delay="0"/>
                                          </p:stCondLst>
                                        </p:cTn>
                                        <p:tgtEl>
                                          <p:spTgt spid="24"/>
                                        </p:tgtEl>
                                        <p:attrNameLst>
                                          <p:attrName>ppt_x</p:attrName>
                                        </p:attrNameLst>
                                      </p:cBhvr>
                                      <p:tavLst>
                                        <p:tav tm="0">
                                          <p:val>
                                            <p:strVal val="#ppt_x-0.25"/>
                                          </p:val>
                                        </p:tav>
                                        <p:tav tm="100000">
                                          <p:val>
                                            <p:strVal val="#ppt_x"/>
                                          </p:val>
                                        </p:tav>
                                      </p:tavLst>
                                    </p:anim>
                                    <p:anim calcmode="lin" valueType="num">
                                      <p:cBhvr>
                                        <p:cTn id="173" dur="664" tmFilter="0.0,0.0; 0.25,0.07; 0.50,0.2; 0.75,0.467; 1.0,1.0">
                                          <p:stCondLst>
                                            <p:cond delay="0"/>
                                          </p:stCondLst>
                                        </p:cTn>
                                        <p:tgtEl>
                                          <p:spTgt spid="24"/>
                                        </p:tgtEl>
                                        <p:attrNameLst>
                                          <p:attrName>ppt_y</p:attrName>
                                        </p:attrNameLst>
                                      </p:cBhvr>
                                      <p:tavLst>
                                        <p:tav tm="0" fmla="#ppt_y-sin(pi*$)/3">
                                          <p:val>
                                            <p:fltVal val="0.5"/>
                                          </p:val>
                                        </p:tav>
                                        <p:tav tm="100000">
                                          <p:val>
                                            <p:fltVal val="1"/>
                                          </p:val>
                                        </p:tav>
                                      </p:tavLst>
                                    </p:anim>
                                    <p:anim calcmode="lin" valueType="num">
                                      <p:cBhvr>
                                        <p:cTn id="174" dur="664" tmFilter="0, 0; 0.125,0.2665; 0.25,0.4; 0.375,0.465; 0.5,0.5;  0.625,0.535; 0.75,0.6; 0.875,0.7335; 1,1">
                                          <p:stCondLst>
                                            <p:cond delay="664"/>
                                          </p:stCondLst>
                                        </p:cTn>
                                        <p:tgtEl>
                                          <p:spTgt spid="24"/>
                                        </p:tgtEl>
                                        <p:attrNameLst>
                                          <p:attrName>ppt_y</p:attrName>
                                        </p:attrNameLst>
                                      </p:cBhvr>
                                      <p:tavLst>
                                        <p:tav tm="0" fmla="#ppt_y-sin(pi*$)/9">
                                          <p:val>
                                            <p:fltVal val="0"/>
                                          </p:val>
                                        </p:tav>
                                        <p:tav tm="100000">
                                          <p:val>
                                            <p:fltVal val="1"/>
                                          </p:val>
                                        </p:tav>
                                      </p:tavLst>
                                    </p:anim>
                                    <p:anim calcmode="lin" valueType="num">
                                      <p:cBhvr>
                                        <p:cTn id="175" dur="332" tmFilter="0, 0; 0.125,0.2665; 0.25,0.4; 0.375,0.465; 0.5,0.5;  0.625,0.535; 0.75,0.6; 0.875,0.7335; 1,1">
                                          <p:stCondLst>
                                            <p:cond delay="1324"/>
                                          </p:stCondLst>
                                        </p:cTn>
                                        <p:tgtEl>
                                          <p:spTgt spid="24"/>
                                        </p:tgtEl>
                                        <p:attrNameLst>
                                          <p:attrName>ppt_y</p:attrName>
                                        </p:attrNameLst>
                                      </p:cBhvr>
                                      <p:tavLst>
                                        <p:tav tm="0" fmla="#ppt_y-sin(pi*$)/27">
                                          <p:val>
                                            <p:fltVal val="0"/>
                                          </p:val>
                                        </p:tav>
                                        <p:tav tm="100000">
                                          <p:val>
                                            <p:fltVal val="1"/>
                                          </p:val>
                                        </p:tav>
                                      </p:tavLst>
                                    </p:anim>
                                    <p:anim calcmode="lin" valueType="num">
                                      <p:cBhvr>
                                        <p:cTn id="176" dur="164" tmFilter="0, 0; 0.125,0.2665; 0.25,0.4; 0.375,0.465; 0.5,0.5;  0.625,0.535; 0.75,0.6; 0.875,0.7335; 1,1">
                                          <p:stCondLst>
                                            <p:cond delay="1656"/>
                                          </p:stCondLst>
                                        </p:cTn>
                                        <p:tgtEl>
                                          <p:spTgt spid="24"/>
                                        </p:tgtEl>
                                        <p:attrNameLst>
                                          <p:attrName>ppt_y</p:attrName>
                                        </p:attrNameLst>
                                      </p:cBhvr>
                                      <p:tavLst>
                                        <p:tav tm="0" fmla="#ppt_y-sin(pi*$)/81">
                                          <p:val>
                                            <p:fltVal val="0"/>
                                          </p:val>
                                        </p:tav>
                                        <p:tav tm="100000">
                                          <p:val>
                                            <p:fltVal val="1"/>
                                          </p:val>
                                        </p:tav>
                                      </p:tavLst>
                                    </p:anim>
                                    <p:animScale>
                                      <p:cBhvr>
                                        <p:cTn id="177" dur="26">
                                          <p:stCondLst>
                                            <p:cond delay="650"/>
                                          </p:stCondLst>
                                        </p:cTn>
                                        <p:tgtEl>
                                          <p:spTgt spid="24"/>
                                        </p:tgtEl>
                                      </p:cBhvr>
                                      <p:to x="100000" y="60000"/>
                                    </p:animScale>
                                    <p:animScale>
                                      <p:cBhvr>
                                        <p:cTn id="178" dur="166" decel="50000">
                                          <p:stCondLst>
                                            <p:cond delay="676"/>
                                          </p:stCondLst>
                                        </p:cTn>
                                        <p:tgtEl>
                                          <p:spTgt spid="24"/>
                                        </p:tgtEl>
                                      </p:cBhvr>
                                      <p:to x="100000" y="100000"/>
                                    </p:animScale>
                                    <p:animScale>
                                      <p:cBhvr>
                                        <p:cTn id="179" dur="26">
                                          <p:stCondLst>
                                            <p:cond delay="1312"/>
                                          </p:stCondLst>
                                        </p:cTn>
                                        <p:tgtEl>
                                          <p:spTgt spid="24"/>
                                        </p:tgtEl>
                                      </p:cBhvr>
                                      <p:to x="100000" y="80000"/>
                                    </p:animScale>
                                    <p:animScale>
                                      <p:cBhvr>
                                        <p:cTn id="180" dur="166" decel="50000">
                                          <p:stCondLst>
                                            <p:cond delay="1338"/>
                                          </p:stCondLst>
                                        </p:cTn>
                                        <p:tgtEl>
                                          <p:spTgt spid="24"/>
                                        </p:tgtEl>
                                      </p:cBhvr>
                                      <p:to x="100000" y="100000"/>
                                    </p:animScale>
                                    <p:animScale>
                                      <p:cBhvr>
                                        <p:cTn id="181" dur="26">
                                          <p:stCondLst>
                                            <p:cond delay="1642"/>
                                          </p:stCondLst>
                                        </p:cTn>
                                        <p:tgtEl>
                                          <p:spTgt spid="24"/>
                                        </p:tgtEl>
                                      </p:cBhvr>
                                      <p:to x="100000" y="90000"/>
                                    </p:animScale>
                                    <p:animScale>
                                      <p:cBhvr>
                                        <p:cTn id="182" dur="166" decel="50000">
                                          <p:stCondLst>
                                            <p:cond delay="1668"/>
                                          </p:stCondLst>
                                        </p:cTn>
                                        <p:tgtEl>
                                          <p:spTgt spid="24"/>
                                        </p:tgtEl>
                                      </p:cBhvr>
                                      <p:to x="100000" y="100000"/>
                                    </p:animScale>
                                    <p:animScale>
                                      <p:cBhvr>
                                        <p:cTn id="183" dur="26">
                                          <p:stCondLst>
                                            <p:cond delay="1808"/>
                                          </p:stCondLst>
                                        </p:cTn>
                                        <p:tgtEl>
                                          <p:spTgt spid="24"/>
                                        </p:tgtEl>
                                      </p:cBhvr>
                                      <p:to x="100000" y="95000"/>
                                    </p:animScale>
                                    <p:animScale>
                                      <p:cBhvr>
                                        <p:cTn id="184" dur="166" decel="50000">
                                          <p:stCondLst>
                                            <p:cond delay="1834"/>
                                          </p:stCondLst>
                                        </p:cTn>
                                        <p:tgtEl>
                                          <p:spTgt spid="24"/>
                                        </p:tgtEl>
                                      </p:cBhvr>
                                      <p:to x="100000" y="100000"/>
                                    </p:animScale>
                                  </p:childTnLst>
                                </p:cTn>
                              </p:par>
                            </p:childTnLst>
                          </p:cTn>
                        </p:par>
                      </p:childTnLst>
                    </p:cTn>
                  </p:par>
                  <p:par>
                    <p:cTn id="185" fill="hold">
                      <p:stCondLst>
                        <p:cond delay="indefinite"/>
                      </p:stCondLst>
                      <p:childTnLst>
                        <p:par>
                          <p:cTn id="186" fill="hold">
                            <p:stCondLst>
                              <p:cond delay="0"/>
                            </p:stCondLst>
                            <p:childTnLst>
                              <p:par>
                                <p:cTn id="187" presetID="26" presetClass="entr" presetSubtype="0" fill="hold" grpId="0" nodeType="clickEffect">
                                  <p:stCondLst>
                                    <p:cond delay="0"/>
                                  </p:stCondLst>
                                  <p:childTnLst>
                                    <p:set>
                                      <p:cBhvr>
                                        <p:cTn id="188" dur="1" fill="hold">
                                          <p:stCondLst>
                                            <p:cond delay="0"/>
                                          </p:stCondLst>
                                        </p:cTn>
                                        <p:tgtEl>
                                          <p:spTgt spid="41"/>
                                        </p:tgtEl>
                                        <p:attrNameLst>
                                          <p:attrName>style.visibility</p:attrName>
                                        </p:attrNameLst>
                                      </p:cBhvr>
                                      <p:to>
                                        <p:strVal val="visible"/>
                                      </p:to>
                                    </p:set>
                                    <p:animEffect transition="in" filter="wipe(down)">
                                      <p:cBhvr>
                                        <p:cTn id="189" dur="580">
                                          <p:stCondLst>
                                            <p:cond delay="0"/>
                                          </p:stCondLst>
                                        </p:cTn>
                                        <p:tgtEl>
                                          <p:spTgt spid="41"/>
                                        </p:tgtEl>
                                      </p:cBhvr>
                                    </p:animEffect>
                                    <p:anim calcmode="lin" valueType="num">
                                      <p:cBhvr>
                                        <p:cTn id="190" dur="1822" tmFilter="0,0; 0.14,0.36; 0.43,0.73; 0.71,0.91; 1.0,1.0">
                                          <p:stCondLst>
                                            <p:cond delay="0"/>
                                          </p:stCondLst>
                                        </p:cTn>
                                        <p:tgtEl>
                                          <p:spTgt spid="41"/>
                                        </p:tgtEl>
                                        <p:attrNameLst>
                                          <p:attrName>ppt_x</p:attrName>
                                        </p:attrNameLst>
                                      </p:cBhvr>
                                      <p:tavLst>
                                        <p:tav tm="0">
                                          <p:val>
                                            <p:strVal val="#ppt_x-0.25"/>
                                          </p:val>
                                        </p:tav>
                                        <p:tav tm="100000">
                                          <p:val>
                                            <p:strVal val="#ppt_x"/>
                                          </p:val>
                                        </p:tav>
                                      </p:tavLst>
                                    </p:anim>
                                    <p:anim calcmode="lin" valueType="num">
                                      <p:cBhvr>
                                        <p:cTn id="191" dur="664" tmFilter="0.0,0.0; 0.25,0.07; 0.50,0.2; 0.75,0.467; 1.0,1.0">
                                          <p:stCondLst>
                                            <p:cond delay="0"/>
                                          </p:stCondLst>
                                        </p:cTn>
                                        <p:tgtEl>
                                          <p:spTgt spid="41"/>
                                        </p:tgtEl>
                                        <p:attrNameLst>
                                          <p:attrName>ppt_y</p:attrName>
                                        </p:attrNameLst>
                                      </p:cBhvr>
                                      <p:tavLst>
                                        <p:tav tm="0" fmla="#ppt_y-sin(pi*$)/3">
                                          <p:val>
                                            <p:fltVal val="0.5"/>
                                          </p:val>
                                        </p:tav>
                                        <p:tav tm="100000">
                                          <p:val>
                                            <p:fltVal val="1"/>
                                          </p:val>
                                        </p:tav>
                                      </p:tavLst>
                                    </p:anim>
                                    <p:anim calcmode="lin" valueType="num">
                                      <p:cBhvr>
                                        <p:cTn id="192" dur="664" tmFilter="0, 0; 0.125,0.2665; 0.25,0.4; 0.375,0.465; 0.5,0.5;  0.625,0.535; 0.75,0.6; 0.875,0.7335; 1,1">
                                          <p:stCondLst>
                                            <p:cond delay="664"/>
                                          </p:stCondLst>
                                        </p:cTn>
                                        <p:tgtEl>
                                          <p:spTgt spid="41"/>
                                        </p:tgtEl>
                                        <p:attrNameLst>
                                          <p:attrName>ppt_y</p:attrName>
                                        </p:attrNameLst>
                                      </p:cBhvr>
                                      <p:tavLst>
                                        <p:tav tm="0" fmla="#ppt_y-sin(pi*$)/9">
                                          <p:val>
                                            <p:fltVal val="0"/>
                                          </p:val>
                                        </p:tav>
                                        <p:tav tm="100000">
                                          <p:val>
                                            <p:fltVal val="1"/>
                                          </p:val>
                                        </p:tav>
                                      </p:tavLst>
                                    </p:anim>
                                    <p:anim calcmode="lin" valueType="num">
                                      <p:cBhvr>
                                        <p:cTn id="193" dur="332" tmFilter="0, 0; 0.125,0.2665; 0.25,0.4; 0.375,0.465; 0.5,0.5;  0.625,0.535; 0.75,0.6; 0.875,0.7335; 1,1">
                                          <p:stCondLst>
                                            <p:cond delay="1324"/>
                                          </p:stCondLst>
                                        </p:cTn>
                                        <p:tgtEl>
                                          <p:spTgt spid="41"/>
                                        </p:tgtEl>
                                        <p:attrNameLst>
                                          <p:attrName>ppt_y</p:attrName>
                                        </p:attrNameLst>
                                      </p:cBhvr>
                                      <p:tavLst>
                                        <p:tav tm="0" fmla="#ppt_y-sin(pi*$)/27">
                                          <p:val>
                                            <p:fltVal val="0"/>
                                          </p:val>
                                        </p:tav>
                                        <p:tav tm="100000">
                                          <p:val>
                                            <p:fltVal val="1"/>
                                          </p:val>
                                        </p:tav>
                                      </p:tavLst>
                                    </p:anim>
                                    <p:anim calcmode="lin" valueType="num">
                                      <p:cBhvr>
                                        <p:cTn id="194" dur="164" tmFilter="0, 0; 0.125,0.2665; 0.25,0.4; 0.375,0.465; 0.5,0.5;  0.625,0.535; 0.75,0.6; 0.875,0.7335; 1,1">
                                          <p:stCondLst>
                                            <p:cond delay="1656"/>
                                          </p:stCondLst>
                                        </p:cTn>
                                        <p:tgtEl>
                                          <p:spTgt spid="41"/>
                                        </p:tgtEl>
                                        <p:attrNameLst>
                                          <p:attrName>ppt_y</p:attrName>
                                        </p:attrNameLst>
                                      </p:cBhvr>
                                      <p:tavLst>
                                        <p:tav tm="0" fmla="#ppt_y-sin(pi*$)/81">
                                          <p:val>
                                            <p:fltVal val="0"/>
                                          </p:val>
                                        </p:tav>
                                        <p:tav tm="100000">
                                          <p:val>
                                            <p:fltVal val="1"/>
                                          </p:val>
                                        </p:tav>
                                      </p:tavLst>
                                    </p:anim>
                                    <p:animScale>
                                      <p:cBhvr>
                                        <p:cTn id="195" dur="26">
                                          <p:stCondLst>
                                            <p:cond delay="650"/>
                                          </p:stCondLst>
                                        </p:cTn>
                                        <p:tgtEl>
                                          <p:spTgt spid="41"/>
                                        </p:tgtEl>
                                      </p:cBhvr>
                                      <p:to x="100000" y="60000"/>
                                    </p:animScale>
                                    <p:animScale>
                                      <p:cBhvr>
                                        <p:cTn id="196" dur="166" decel="50000">
                                          <p:stCondLst>
                                            <p:cond delay="676"/>
                                          </p:stCondLst>
                                        </p:cTn>
                                        <p:tgtEl>
                                          <p:spTgt spid="41"/>
                                        </p:tgtEl>
                                      </p:cBhvr>
                                      <p:to x="100000" y="100000"/>
                                    </p:animScale>
                                    <p:animScale>
                                      <p:cBhvr>
                                        <p:cTn id="197" dur="26">
                                          <p:stCondLst>
                                            <p:cond delay="1312"/>
                                          </p:stCondLst>
                                        </p:cTn>
                                        <p:tgtEl>
                                          <p:spTgt spid="41"/>
                                        </p:tgtEl>
                                      </p:cBhvr>
                                      <p:to x="100000" y="80000"/>
                                    </p:animScale>
                                    <p:animScale>
                                      <p:cBhvr>
                                        <p:cTn id="198" dur="166" decel="50000">
                                          <p:stCondLst>
                                            <p:cond delay="1338"/>
                                          </p:stCondLst>
                                        </p:cTn>
                                        <p:tgtEl>
                                          <p:spTgt spid="41"/>
                                        </p:tgtEl>
                                      </p:cBhvr>
                                      <p:to x="100000" y="100000"/>
                                    </p:animScale>
                                    <p:animScale>
                                      <p:cBhvr>
                                        <p:cTn id="199" dur="26">
                                          <p:stCondLst>
                                            <p:cond delay="1642"/>
                                          </p:stCondLst>
                                        </p:cTn>
                                        <p:tgtEl>
                                          <p:spTgt spid="41"/>
                                        </p:tgtEl>
                                      </p:cBhvr>
                                      <p:to x="100000" y="90000"/>
                                    </p:animScale>
                                    <p:animScale>
                                      <p:cBhvr>
                                        <p:cTn id="200" dur="166" decel="50000">
                                          <p:stCondLst>
                                            <p:cond delay="1668"/>
                                          </p:stCondLst>
                                        </p:cTn>
                                        <p:tgtEl>
                                          <p:spTgt spid="41"/>
                                        </p:tgtEl>
                                      </p:cBhvr>
                                      <p:to x="100000" y="100000"/>
                                    </p:animScale>
                                    <p:animScale>
                                      <p:cBhvr>
                                        <p:cTn id="201" dur="26">
                                          <p:stCondLst>
                                            <p:cond delay="1808"/>
                                          </p:stCondLst>
                                        </p:cTn>
                                        <p:tgtEl>
                                          <p:spTgt spid="41"/>
                                        </p:tgtEl>
                                      </p:cBhvr>
                                      <p:to x="100000" y="95000"/>
                                    </p:animScale>
                                    <p:animScale>
                                      <p:cBhvr>
                                        <p:cTn id="202" dur="166" decel="50000">
                                          <p:stCondLst>
                                            <p:cond delay="1834"/>
                                          </p:stCondLst>
                                        </p:cTn>
                                        <p:tgtEl>
                                          <p:spTgt spid="41"/>
                                        </p:tgtEl>
                                      </p:cBhvr>
                                      <p:to x="100000" y="100000"/>
                                    </p:animScale>
                                  </p:childTnLst>
                                </p:cTn>
                              </p:par>
                              <p:par>
                                <p:cTn id="203" presetID="26" presetClass="entr" presetSubtype="0" fill="hold" grpId="0" nodeType="withEffect">
                                  <p:stCondLst>
                                    <p:cond delay="0"/>
                                  </p:stCondLst>
                                  <p:childTnLst>
                                    <p:set>
                                      <p:cBhvr>
                                        <p:cTn id="204" dur="1" fill="hold">
                                          <p:stCondLst>
                                            <p:cond delay="0"/>
                                          </p:stCondLst>
                                        </p:cTn>
                                        <p:tgtEl>
                                          <p:spTgt spid="3"/>
                                        </p:tgtEl>
                                        <p:attrNameLst>
                                          <p:attrName>style.visibility</p:attrName>
                                        </p:attrNameLst>
                                      </p:cBhvr>
                                      <p:to>
                                        <p:strVal val="visible"/>
                                      </p:to>
                                    </p:set>
                                    <p:animEffect transition="in" filter="wipe(down)">
                                      <p:cBhvr>
                                        <p:cTn id="205" dur="580">
                                          <p:stCondLst>
                                            <p:cond delay="0"/>
                                          </p:stCondLst>
                                        </p:cTn>
                                        <p:tgtEl>
                                          <p:spTgt spid="3"/>
                                        </p:tgtEl>
                                      </p:cBhvr>
                                    </p:animEffect>
                                    <p:anim calcmode="lin" valueType="num">
                                      <p:cBhvr>
                                        <p:cTn id="206"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207"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208"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209"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210"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211" dur="26">
                                          <p:stCondLst>
                                            <p:cond delay="650"/>
                                          </p:stCondLst>
                                        </p:cTn>
                                        <p:tgtEl>
                                          <p:spTgt spid="3"/>
                                        </p:tgtEl>
                                      </p:cBhvr>
                                      <p:to x="100000" y="60000"/>
                                    </p:animScale>
                                    <p:animScale>
                                      <p:cBhvr>
                                        <p:cTn id="212" dur="166" decel="50000">
                                          <p:stCondLst>
                                            <p:cond delay="676"/>
                                          </p:stCondLst>
                                        </p:cTn>
                                        <p:tgtEl>
                                          <p:spTgt spid="3"/>
                                        </p:tgtEl>
                                      </p:cBhvr>
                                      <p:to x="100000" y="100000"/>
                                    </p:animScale>
                                    <p:animScale>
                                      <p:cBhvr>
                                        <p:cTn id="213" dur="26">
                                          <p:stCondLst>
                                            <p:cond delay="1312"/>
                                          </p:stCondLst>
                                        </p:cTn>
                                        <p:tgtEl>
                                          <p:spTgt spid="3"/>
                                        </p:tgtEl>
                                      </p:cBhvr>
                                      <p:to x="100000" y="80000"/>
                                    </p:animScale>
                                    <p:animScale>
                                      <p:cBhvr>
                                        <p:cTn id="214" dur="166" decel="50000">
                                          <p:stCondLst>
                                            <p:cond delay="1338"/>
                                          </p:stCondLst>
                                        </p:cTn>
                                        <p:tgtEl>
                                          <p:spTgt spid="3"/>
                                        </p:tgtEl>
                                      </p:cBhvr>
                                      <p:to x="100000" y="100000"/>
                                    </p:animScale>
                                    <p:animScale>
                                      <p:cBhvr>
                                        <p:cTn id="215" dur="26">
                                          <p:stCondLst>
                                            <p:cond delay="1642"/>
                                          </p:stCondLst>
                                        </p:cTn>
                                        <p:tgtEl>
                                          <p:spTgt spid="3"/>
                                        </p:tgtEl>
                                      </p:cBhvr>
                                      <p:to x="100000" y="90000"/>
                                    </p:animScale>
                                    <p:animScale>
                                      <p:cBhvr>
                                        <p:cTn id="216" dur="166" decel="50000">
                                          <p:stCondLst>
                                            <p:cond delay="1668"/>
                                          </p:stCondLst>
                                        </p:cTn>
                                        <p:tgtEl>
                                          <p:spTgt spid="3"/>
                                        </p:tgtEl>
                                      </p:cBhvr>
                                      <p:to x="100000" y="100000"/>
                                    </p:animScale>
                                    <p:animScale>
                                      <p:cBhvr>
                                        <p:cTn id="217" dur="26">
                                          <p:stCondLst>
                                            <p:cond delay="1808"/>
                                          </p:stCondLst>
                                        </p:cTn>
                                        <p:tgtEl>
                                          <p:spTgt spid="3"/>
                                        </p:tgtEl>
                                      </p:cBhvr>
                                      <p:to x="100000" y="95000"/>
                                    </p:animScale>
                                    <p:animScale>
                                      <p:cBhvr>
                                        <p:cTn id="218" dur="166" decel="50000">
                                          <p:stCondLst>
                                            <p:cond delay="1834"/>
                                          </p:stCondLst>
                                        </p:cTn>
                                        <p:tgtEl>
                                          <p:spTgt spid="3"/>
                                        </p:tgtEl>
                                      </p:cBhvr>
                                      <p:to x="100000" y="100000"/>
                                    </p:animScale>
                                  </p:childTnLst>
                                </p:cTn>
                              </p:par>
                              <p:par>
                                <p:cTn id="219" presetID="26" presetClass="entr" presetSubtype="0" fill="hold" grpId="0" nodeType="withEffect">
                                  <p:stCondLst>
                                    <p:cond delay="0"/>
                                  </p:stCondLst>
                                  <p:childTnLst>
                                    <p:set>
                                      <p:cBhvr>
                                        <p:cTn id="220" dur="1" fill="hold">
                                          <p:stCondLst>
                                            <p:cond delay="0"/>
                                          </p:stCondLst>
                                        </p:cTn>
                                        <p:tgtEl>
                                          <p:spTgt spid="26"/>
                                        </p:tgtEl>
                                        <p:attrNameLst>
                                          <p:attrName>style.visibility</p:attrName>
                                        </p:attrNameLst>
                                      </p:cBhvr>
                                      <p:to>
                                        <p:strVal val="visible"/>
                                      </p:to>
                                    </p:set>
                                    <p:animEffect transition="in" filter="wipe(down)">
                                      <p:cBhvr>
                                        <p:cTn id="221" dur="580">
                                          <p:stCondLst>
                                            <p:cond delay="0"/>
                                          </p:stCondLst>
                                        </p:cTn>
                                        <p:tgtEl>
                                          <p:spTgt spid="26"/>
                                        </p:tgtEl>
                                      </p:cBhvr>
                                    </p:animEffect>
                                    <p:anim calcmode="lin" valueType="num">
                                      <p:cBhvr>
                                        <p:cTn id="222" dur="1822" tmFilter="0,0; 0.14,0.36; 0.43,0.73; 0.71,0.91; 1.0,1.0">
                                          <p:stCondLst>
                                            <p:cond delay="0"/>
                                          </p:stCondLst>
                                        </p:cTn>
                                        <p:tgtEl>
                                          <p:spTgt spid="26"/>
                                        </p:tgtEl>
                                        <p:attrNameLst>
                                          <p:attrName>ppt_x</p:attrName>
                                        </p:attrNameLst>
                                      </p:cBhvr>
                                      <p:tavLst>
                                        <p:tav tm="0">
                                          <p:val>
                                            <p:strVal val="#ppt_x-0.25"/>
                                          </p:val>
                                        </p:tav>
                                        <p:tav tm="100000">
                                          <p:val>
                                            <p:strVal val="#ppt_x"/>
                                          </p:val>
                                        </p:tav>
                                      </p:tavLst>
                                    </p:anim>
                                    <p:anim calcmode="lin" valueType="num">
                                      <p:cBhvr>
                                        <p:cTn id="223" dur="664" tmFilter="0.0,0.0; 0.25,0.07; 0.50,0.2; 0.75,0.467; 1.0,1.0">
                                          <p:stCondLst>
                                            <p:cond delay="0"/>
                                          </p:stCondLst>
                                        </p:cTn>
                                        <p:tgtEl>
                                          <p:spTgt spid="26"/>
                                        </p:tgtEl>
                                        <p:attrNameLst>
                                          <p:attrName>ppt_y</p:attrName>
                                        </p:attrNameLst>
                                      </p:cBhvr>
                                      <p:tavLst>
                                        <p:tav tm="0" fmla="#ppt_y-sin(pi*$)/3">
                                          <p:val>
                                            <p:fltVal val="0.5"/>
                                          </p:val>
                                        </p:tav>
                                        <p:tav tm="100000">
                                          <p:val>
                                            <p:fltVal val="1"/>
                                          </p:val>
                                        </p:tav>
                                      </p:tavLst>
                                    </p:anim>
                                    <p:anim calcmode="lin" valueType="num">
                                      <p:cBhvr>
                                        <p:cTn id="224" dur="664" tmFilter="0, 0; 0.125,0.2665; 0.25,0.4; 0.375,0.465; 0.5,0.5;  0.625,0.535; 0.75,0.6; 0.875,0.7335; 1,1">
                                          <p:stCondLst>
                                            <p:cond delay="664"/>
                                          </p:stCondLst>
                                        </p:cTn>
                                        <p:tgtEl>
                                          <p:spTgt spid="26"/>
                                        </p:tgtEl>
                                        <p:attrNameLst>
                                          <p:attrName>ppt_y</p:attrName>
                                        </p:attrNameLst>
                                      </p:cBhvr>
                                      <p:tavLst>
                                        <p:tav tm="0" fmla="#ppt_y-sin(pi*$)/9">
                                          <p:val>
                                            <p:fltVal val="0"/>
                                          </p:val>
                                        </p:tav>
                                        <p:tav tm="100000">
                                          <p:val>
                                            <p:fltVal val="1"/>
                                          </p:val>
                                        </p:tav>
                                      </p:tavLst>
                                    </p:anim>
                                    <p:anim calcmode="lin" valueType="num">
                                      <p:cBhvr>
                                        <p:cTn id="225" dur="332" tmFilter="0, 0; 0.125,0.2665; 0.25,0.4; 0.375,0.465; 0.5,0.5;  0.625,0.535; 0.75,0.6; 0.875,0.7335; 1,1">
                                          <p:stCondLst>
                                            <p:cond delay="1324"/>
                                          </p:stCondLst>
                                        </p:cTn>
                                        <p:tgtEl>
                                          <p:spTgt spid="26"/>
                                        </p:tgtEl>
                                        <p:attrNameLst>
                                          <p:attrName>ppt_y</p:attrName>
                                        </p:attrNameLst>
                                      </p:cBhvr>
                                      <p:tavLst>
                                        <p:tav tm="0" fmla="#ppt_y-sin(pi*$)/27">
                                          <p:val>
                                            <p:fltVal val="0"/>
                                          </p:val>
                                        </p:tav>
                                        <p:tav tm="100000">
                                          <p:val>
                                            <p:fltVal val="1"/>
                                          </p:val>
                                        </p:tav>
                                      </p:tavLst>
                                    </p:anim>
                                    <p:anim calcmode="lin" valueType="num">
                                      <p:cBhvr>
                                        <p:cTn id="226" dur="164" tmFilter="0, 0; 0.125,0.2665; 0.25,0.4; 0.375,0.465; 0.5,0.5;  0.625,0.535; 0.75,0.6; 0.875,0.7335; 1,1">
                                          <p:stCondLst>
                                            <p:cond delay="1656"/>
                                          </p:stCondLst>
                                        </p:cTn>
                                        <p:tgtEl>
                                          <p:spTgt spid="26"/>
                                        </p:tgtEl>
                                        <p:attrNameLst>
                                          <p:attrName>ppt_y</p:attrName>
                                        </p:attrNameLst>
                                      </p:cBhvr>
                                      <p:tavLst>
                                        <p:tav tm="0" fmla="#ppt_y-sin(pi*$)/81">
                                          <p:val>
                                            <p:fltVal val="0"/>
                                          </p:val>
                                        </p:tav>
                                        <p:tav tm="100000">
                                          <p:val>
                                            <p:fltVal val="1"/>
                                          </p:val>
                                        </p:tav>
                                      </p:tavLst>
                                    </p:anim>
                                    <p:animScale>
                                      <p:cBhvr>
                                        <p:cTn id="227" dur="26">
                                          <p:stCondLst>
                                            <p:cond delay="650"/>
                                          </p:stCondLst>
                                        </p:cTn>
                                        <p:tgtEl>
                                          <p:spTgt spid="26"/>
                                        </p:tgtEl>
                                      </p:cBhvr>
                                      <p:to x="100000" y="60000"/>
                                    </p:animScale>
                                    <p:animScale>
                                      <p:cBhvr>
                                        <p:cTn id="228" dur="166" decel="50000">
                                          <p:stCondLst>
                                            <p:cond delay="676"/>
                                          </p:stCondLst>
                                        </p:cTn>
                                        <p:tgtEl>
                                          <p:spTgt spid="26"/>
                                        </p:tgtEl>
                                      </p:cBhvr>
                                      <p:to x="100000" y="100000"/>
                                    </p:animScale>
                                    <p:animScale>
                                      <p:cBhvr>
                                        <p:cTn id="229" dur="26">
                                          <p:stCondLst>
                                            <p:cond delay="1312"/>
                                          </p:stCondLst>
                                        </p:cTn>
                                        <p:tgtEl>
                                          <p:spTgt spid="26"/>
                                        </p:tgtEl>
                                      </p:cBhvr>
                                      <p:to x="100000" y="80000"/>
                                    </p:animScale>
                                    <p:animScale>
                                      <p:cBhvr>
                                        <p:cTn id="230" dur="166" decel="50000">
                                          <p:stCondLst>
                                            <p:cond delay="1338"/>
                                          </p:stCondLst>
                                        </p:cTn>
                                        <p:tgtEl>
                                          <p:spTgt spid="26"/>
                                        </p:tgtEl>
                                      </p:cBhvr>
                                      <p:to x="100000" y="100000"/>
                                    </p:animScale>
                                    <p:animScale>
                                      <p:cBhvr>
                                        <p:cTn id="231" dur="26">
                                          <p:stCondLst>
                                            <p:cond delay="1642"/>
                                          </p:stCondLst>
                                        </p:cTn>
                                        <p:tgtEl>
                                          <p:spTgt spid="26"/>
                                        </p:tgtEl>
                                      </p:cBhvr>
                                      <p:to x="100000" y="90000"/>
                                    </p:animScale>
                                    <p:animScale>
                                      <p:cBhvr>
                                        <p:cTn id="232" dur="166" decel="50000">
                                          <p:stCondLst>
                                            <p:cond delay="1668"/>
                                          </p:stCondLst>
                                        </p:cTn>
                                        <p:tgtEl>
                                          <p:spTgt spid="26"/>
                                        </p:tgtEl>
                                      </p:cBhvr>
                                      <p:to x="100000" y="100000"/>
                                    </p:animScale>
                                    <p:animScale>
                                      <p:cBhvr>
                                        <p:cTn id="233" dur="26">
                                          <p:stCondLst>
                                            <p:cond delay="1808"/>
                                          </p:stCondLst>
                                        </p:cTn>
                                        <p:tgtEl>
                                          <p:spTgt spid="26"/>
                                        </p:tgtEl>
                                      </p:cBhvr>
                                      <p:to x="100000" y="95000"/>
                                    </p:animScale>
                                    <p:animScale>
                                      <p:cBhvr>
                                        <p:cTn id="234" dur="166" decel="50000">
                                          <p:stCondLst>
                                            <p:cond delay="1834"/>
                                          </p:stCondLst>
                                        </p:cTn>
                                        <p:tgtEl>
                                          <p:spTgt spid="26"/>
                                        </p:tgtEl>
                                      </p:cBhvr>
                                      <p:to x="100000" y="100000"/>
                                    </p:animScale>
                                  </p:childTnLst>
                                </p:cTn>
                              </p:par>
                              <p:par>
                                <p:cTn id="235" presetID="26" presetClass="entr" presetSubtype="0" fill="hold" grpId="0" nodeType="withEffect">
                                  <p:stCondLst>
                                    <p:cond delay="0"/>
                                  </p:stCondLst>
                                  <p:childTnLst>
                                    <p:set>
                                      <p:cBhvr>
                                        <p:cTn id="236" dur="1" fill="hold">
                                          <p:stCondLst>
                                            <p:cond delay="0"/>
                                          </p:stCondLst>
                                        </p:cTn>
                                        <p:tgtEl>
                                          <p:spTgt spid="47"/>
                                        </p:tgtEl>
                                        <p:attrNameLst>
                                          <p:attrName>style.visibility</p:attrName>
                                        </p:attrNameLst>
                                      </p:cBhvr>
                                      <p:to>
                                        <p:strVal val="visible"/>
                                      </p:to>
                                    </p:set>
                                    <p:animEffect transition="in" filter="wipe(down)">
                                      <p:cBhvr>
                                        <p:cTn id="237" dur="580">
                                          <p:stCondLst>
                                            <p:cond delay="0"/>
                                          </p:stCondLst>
                                        </p:cTn>
                                        <p:tgtEl>
                                          <p:spTgt spid="47"/>
                                        </p:tgtEl>
                                      </p:cBhvr>
                                    </p:animEffect>
                                    <p:anim calcmode="lin" valueType="num">
                                      <p:cBhvr>
                                        <p:cTn id="238" dur="1822" tmFilter="0,0; 0.14,0.36; 0.43,0.73; 0.71,0.91; 1.0,1.0">
                                          <p:stCondLst>
                                            <p:cond delay="0"/>
                                          </p:stCondLst>
                                        </p:cTn>
                                        <p:tgtEl>
                                          <p:spTgt spid="47"/>
                                        </p:tgtEl>
                                        <p:attrNameLst>
                                          <p:attrName>ppt_x</p:attrName>
                                        </p:attrNameLst>
                                      </p:cBhvr>
                                      <p:tavLst>
                                        <p:tav tm="0">
                                          <p:val>
                                            <p:strVal val="#ppt_x-0.25"/>
                                          </p:val>
                                        </p:tav>
                                        <p:tav tm="100000">
                                          <p:val>
                                            <p:strVal val="#ppt_x"/>
                                          </p:val>
                                        </p:tav>
                                      </p:tavLst>
                                    </p:anim>
                                    <p:anim calcmode="lin" valueType="num">
                                      <p:cBhvr>
                                        <p:cTn id="239" dur="664" tmFilter="0.0,0.0; 0.25,0.07; 0.50,0.2; 0.75,0.467; 1.0,1.0">
                                          <p:stCondLst>
                                            <p:cond delay="0"/>
                                          </p:stCondLst>
                                        </p:cTn>
                                        <p:tgtEl>
                                          <p:spTgt spid="47"/>
                                        </p:tgtEl>
                                        <p:attrNameLst>
                                          <p:attrName>ppt_y</p:attrName>
                                        </p:attrNameLst>
                                      </p:cBhvr>
                                      <p:tavLst>
                                        <p:tav tm="0" fmla="#ppt_y-sin(pi*$)/3">
                                          <p:val>
                                            <p:fltVal val="0.5"/>
                                          </p:val>
                                        </p:tav>
                                        <p:tav tm="100000">
                                          <p:val>
                                            <p:fltVal val="1"/>
                                          </p:val>
                                        </p:tav>
                                      </p:tavLst>
                                    </p:anim>
                                    <p:anim calcmode="lin" valueType="num">
                                      <p:cBhvr>
                                        <p:cTn id="240" dur="664" tmFilter="0, 0; 0.125,0.2665; 0.25,0.4; 0.375,0.465; 0.5,0.5;  0.625,0.535; 0.75,0.6; 0.875,0.7335; 1,1">
                                          <p:stCondLst>
                                            <p:cond delay="664"/>
                                          </p:stCondLst>
                                        </p:cTn>
                                        <p:tgtEl>
                                          <p:spTgt spid="47"/>
                                        </p:tgtEl>
                                        <p:attrNameLst>
                                          <p:attrName>ppt_y</p:attrName>
                                        </p:attrNameLst>
                                      </p:cBhvr>
                                      <p:tavLst>
                                        <p:tav tm="0" fmla="#ppt_y-sin(pi*$)/9">
                                          <p:val>
                                            <p:fltVal val="0"/>
                                          </p:val>
                                        </p:tav>
                                        <p:tav tm="100000">
                                          <p:val>
                                            <p:fltVal val="1"/>
                                          </p:val>
                                        </p:tav>
                                      </p:tavLst>
                                    </p:anim>
                                    <p:anim calcmode="lin" valueType="num">
                                      <p:cBhvr>
                                        <p:cTn id="241" dur="332" tmFilter="0, 0; 0.125,0.2665; 0.25,0.4; 0.375,0.465; 0.5,0.5;  0.625,0.535; 0.75,0.6; 0.875,0.7335; 1,1">
                                          <p:stCondLst>
                                            <p:cond delay="1324"/>
                                          </p:stCondLst>
                                        </p:cTn>
                                        <p:tgtEl>
                                          <p:spTgt spid="47"/>
                                        </p:tgtEl>
                                        <p:attrNameLst>
                                          <p:attrName>ppt_y</p:attrName>
                                        </p:attrNameLst>
                                      </p:cBhvr>
                                      <p:tavLst>
                                        <p:tav tm="0" fmla="#ppt_y-sin(pi*$)/27">
                                          <p:val>
                                            <p:fltVal val="0"/>
                                          </p:val>
                                        </p:tav>
                                        <p:tav tm="100000">
                                          <p:val>
                                            <p:fltVal val="1"/>
                                          </p:val>
                                        </p:tav>
                                      </p:tavLst>
                                    </p:anim>
                                    <p:anim calcmode="lin" valueType="num">
                                      <p:cBhvr>
                                        <p:cTn id="242" dur="164" tmFilter="0, 0; 0.125,0.2665; 0.25,0.4; 0.375,0.465; 0.5,0.5;  0.625,0.535; 0.75,0.6; 0.875,0.7335; 1,1">
                                          <p:stCondLst>
                                            <p:cond delay="1656"/>
                                          </p:stCondLst>
                                        </p:cTn>
                                        <p:tgtEl>
                                          <p:spTgt spid="47"/>
                                        </p:tgtEl>
                                        <p:attrNameLst>
                                          <p:attrName>ppt_y</p:attrName>
                                        </p:attrNameLst>
                                      </p:cBhvr>
                                      <p:tavLst>
                                        <p:tav tm="0" fmla="#ppt_y-sin(pi*$)/81">
                                          <p:val>
                                            <p:fltVal val="0"/>
                                          </p:val>
                                        </p:tav>
                                        <p:tav tm="100000">
                                          <p:val>
                                            <p:fltVal val="1"/>
                                          </p:val>
                                        </p:tav>
                                      </p:tavLst>
                                    </p:anim>
                                    <p:animScale>
                                      <p:cBhvr>
                                        <p:cTn id="243" dur="26">
                                          <p:stCondLst>
                                            <p:cond delay="650"/>
                                          </p:stCondLst>
                                        </p:cTn>
                                        <p:tgtEl>
                                          <p:spTgt spid="47"/>
                                        </p:tgtEl>
                                      </p:cBhvr>
                                      <p:to x="100000" y="60000"/>
                                    </p:animScale>
                                    <p:animScale>
                                      <p:cBhvr>
                                        <p:cTn id="244" dur="166" decel="50000">
                                          <p:stCondLst>
                                            <p:cond delay="676"/>
                                          </p:stCondLst>
                                        </p:cTn>
                                        <p:tgtEl>
                                          <p:spTgt spid="47"/>
                                        </p:tgtEl>
                                      </p:cBhvr>
                                      <p:to x="100000" y="100000"/>
                                    </p:animScale>
                                    <p:animScale>
                                      <p:cBhvr>
                                        <p:cTn id="245" dur="26">
                                          <p:stCondLst>
                                            <p:cond delay="1312"/>
                                          </p:stCondLst>
                                        </p:cTn>
                                        <p:tgtEl>
                                          <p:spTgt spid="47"/>
                                        </p:tgtEl>
                                      </p:cBhvr>
                                      <p:to x="100000" y="80000"/>
                                    </p:animScale>
                                    <p:animScale>
                                      <p:cBhvr>
                                        <p:cTn id="246" dur="166" decel="50000">
                                          <p:stCondLst>
                                            <p:cond delay="1338"/>
                                          </p:stCondLst>
                                        </p:cTn>
                                        <p:tgtEl>
                                          <p:spTgt spid="47"/>
                                        </p:tgtEl>
                                      </p:cBhvr>
                                      <p:to x="100000" y="100000"/>
                                    </p:animScale>
                                    <p:animScale>
                                      <p:cBhvr>
                                        <p:cTn id="247" dur="26">
                                          <p:stCondLst>
                                            <p:cond delay="1642"/>
                                          </p:stCondLst>
                                        </p:cTn>
                                        <p:tgtEl>
                                          <p:spTgt spid="47"/>
                                        </p:tgtEl>
                                      </p:cBhvr>
                                      <p:to x="100000" y="90000"/>
                                    </p:animScale>
                                    <p:animScale>
                                      <p:cBhvr>
                                        <p:cTn id="248" dur="166" decel="50000">
                                          <p:stCondLst>
                                            <p:cond delay="1668"/>
                                          </p:stCondLst>
                                        </p:cTn>
                                        <p:tgtEl>
                                          <p:spTgt spid="47"/>
                                        </p:tgtEl>
                                      </p:cBhvr>
                                      <p:to x="100000" y="100000"/>
                                    </p:animScale>
                                    <p:animScale>
                                      <p:cBhvr>
                                        <p:cTn id="249" dur="26">
                                          <p:stCondLst>
                                            <p:cond delay="1808"/>
                                          </p:stCondLst>
                                        </p:cTn>
                                        <p:tgtEl>
                                          <p:spTgt spid="47"/>
                                        </p:tgtEl>
                                      </p:cBhvr>
                                      <p:to x="100000" y="95000"/>
                                    </p:animScale>
                                    <p:animScale>
                                      <p:cBhvr>
                                        <p:cTn id="250" dur="166" decel="50000">
                                          <p:stCondLst>
                                            <p:cond delay="1834"/>
                                          </p:stCondLst>
                                        </p:cTn>
                                        <p:tgtEl>
                                          <p:spTgt spid="47"/>
                                        </p:tgtEl>
                                      </p:cBhvr>
                                      <p:to x="100000" y="100000"/>
                                    </p:animScale>
                                  </p:childTnLst>
                                </p:cTn>
                              </p:par>
                              <p:par>
                                <p:cTn id="251" presetID="26" presetClass="entr" presetSubtype="0" fill="hold" grpId="0" nodeType="withEffect">
                                  <p:stCondLst>
                                    <p:cond delay="0"/>
                                  </p:stCondLst>
                                  <p:childTnLst>
                                    <p:set>
                                      <p:cBhvr>
                                        <p:cTn id="252" dur="1" fill="hold">
                                          <p:stCondLst>
                                            <p:cond delay="0"/>
                                          </p:stCondLst>
                                        </p:cTn>
                                        <p:tgtEl>
                                          <p:spTgt spid="36"/>
                                        </p:tgtEl>
                                        <p:attrNameLst>
                                          <p:attrName>style.visibility</p:attrName>
                                        </p:attrNameLst>
                                      </p:cBhvr>
                                      <p:to>
                                        <p:strVal val="visible"/>
                                      </p:to>
                                    </p:set>
                                    <p:animEffect transition="in" filter="wipe(down)">
                                      <p:cBhvr>
                                        <p:cTn id="253" dur="580">
                                          <p:stCondLst>
                                            <p:cond delay="0"/>
                                          </p:stCondLst>
                                        </p:cTn>
                                        <p:tgtEl>
                                          <p:spTgt spid="36"/>
                                        </p:tgtEl>
                                      </p:cBhvr>
                                    </p:animEffect>
                                    <p:anim calcmode="lin" valueType="num">
                                      <p:cBhvr>
                                        <p:cTn id="254" dur="1822" tmFilter="0,0; 0.14,0.36; 0.43,0.73; 0.71,0.91; 1.0,1.0">
                                          <p:stCondLst>
                                            <p:cond delay="0"/>
                                          </p:stCondLst>
                                        </p:cTn>
                                        <p:tgtEl>
                                          <p:spTgt spid="36"/>
                                        </p:tgtEl>
                                        <p:attrNameLst>
                                          <p:attrName>ppt_x</p:attrName>
                                        </p:attrNameLst>
                                      </p:cBhvr>
                                      <p:tavLst>
                                        <p:tav tm="0">
                                          <p:val>
                                            <p:strVal val="#ppt_x-0.25"/>
                                          </p:val>
                                        </p:tav>
                                        <p:tav tm="100000">
                                          <p:val>
                                            <p:strVal val="#ppt_x"/>
                                          </p:val>
                                        </p:tav>
                                      </p:tavLst>
                                    </p:anim>
                                    <p:anim calcmode="lin" valueType="num">
                                      <p:cBhvr>
                                        <p:cTn id="255" dur="664" tmFilter="0.0,0.0; 0.25,0.07; 0.50,0.2; 0.75,0.467; 1.0,1.0">
                                          <p:stCondLst>
                                            <p:cond delay="0"/>
                                          </p:stCondLst>
                                        </p:cTn>
                                        <p:tgtEl>
                                          <p:spTgt spid="36"/>
                                        </p:tgtEl>
                                        <p:attrNameLst>
                                          <p:attrName>ppt_y</p:attrName>
                                        </p:attrNameLst>
                                      </p:cBhvr>
                                      <p:tavLst>
                                        <p:tav tm="0" fmla="#ppt_y-sin(pi*$)/3">
                                          <p:val>
                                            <p:fltVal val="0.5"/>
                                          </p:val>
                                        </p:tav>
                                        <p:tav tm="100000">
                                          <p:val>
                                            <p:fltVal val="1"/>
                                          </p:val>
                                        </p:tav>
                                      </p:tavLst>
                                    </p:anim>
                                    <p:anim calcmode="lin" valueType="num">
                                      <p:cBhvr>
                                        <p:cTn id="256" dur="664" tmFilter="0, 0; 0.125,0.2665; 0.25,0.4; 0.375,0.465; 0.5,0.5;  0.625,0.535; 0.75,0.6; 0.875,0.7335; 1,1">
                                          <p:stCondLst>
                                            <p:cond delay="664"/>
                                          </p:stCondLst>
                                        </p:cTn>
                                        <p:tgtEl>
                                          <p:spTgt spid="36"/>
                                        </p:tgtEl>
                                        <p:attrNameLst>
                                          <p:attrName>ppt_y</p:attrName>
                                        </p:attrNameLst>
                                      </p:cBhvr>
                                      <p:tavLst>
                                        <p:tav tm="0" fmla="#ppt_y-sin(pi*$)/9">
                                          <p:val>
                                            <p:fltVal val="0"/>
                                          </p:val>
                                        </p:tav>
                                        <p:tav tm="100000">
                                          <p:val>
                                            <p:fltVal val="1"/>
                                          </p:val>
                                        </p:tav>
                                      </p:tavLst>
                                    </p:anim>
                                    <p:anim calcmode="lin" valueType="num">
                                      <p:cBhvr>
                                        <p:cTn id="257" dur="332" tmFilter="0, 0; 0.125,0.2665; 0.25,0.4; 0.375,0.465; 0.5,0.5;  0.625,0.535; 0.75,0.6; 0.875,0.7335; 1,1">
                                          <p:stCondLst>
                                            <p:cond delay="1324"/>
                                          </p:stCondLst>
                                        </p:cTn>
                                        <p:tgtEl>
                                          <p:spTgt spid="36"/>
                                        </p:tgtEl>
                                        <p:attrNameLst>
                                          <p:attrName>ppt_y</p:attrName>
                                        </p:attrNameLst>
                                      </p:cBhvr>
                                      <p:tavLst>
                                        <p:tav tm="0" fmla="#ppt_y-sin(pi*$)/27">
                                          <p:val>
                                            <p:fltVal val="0"/>
                                          </p:val>
                                        </p:tav>
                                        <p:tav tm="100000">
                                          <p:val>
                                            <p:fltVal val="1"/>
                                          </p:val>
                                        </p:tav>
                                      </p:tavLst>
                                    </p:anim>
                                    <p:anim calcmode="lin" valueType="num">
                                      <p:cBhvr>
                                        <p:cTn id="258" dur="164" tmFilter="0, 0; 0.125,0.2665; 0.25,0.4; 0.375,0.465; 0.5,0.5;  0.625,0.535; 0.75,0.6; 0.875,0.7335; 1,1">
                                          <p:stCondLst>
                                            <p:cond delay="1656"/>
                                          </p:stCondLst>
                                        </p:cTn>
                                        <p:tgtEl>
                                          <p:spTgt spid="36"/>
                                        </p:tgtEl>
                                        <p:attrNameLst>
                                          <p:attrName>ppt_y</p:attrName>
                                        </p:attrNameLst>
                                      </p:cBhvr>
                                      <p:tavLst>
                                        <p:tav tm="0" fmla="#ppt_y-sin(pi*$)/81">
                                          <p:val>
                                            <p:fltVal val="0"/>
                                          </p:val>
                                        </p:tav>
                                        <p:tav tm="100000">
                                          <p:val>
                                            <p:fltVal val="1"/>
                                          </p:val>
                                        </p:tav>
                                      </p:tavLst>
                                    </p:anim>
                                    <p:animScale>
                                      <p:cBhvr>
                                        <p:cTn id="259" dur="26">
                                          <p:stCondLst>
                                            <p:cond delay="650"/>
                                          </p:stCondLst>
                                        </p:cTn>
                                        <p:tgtEl>
                                          <p:spTgt spid="36"/>
                                        </p:tgtEl>
                                      </p:cBhvr>
                                      <p:to x="100000" y="60000"/>
                                    </p:animScale>
                                    <p:animScale>
                                      <p:cBhvr>
                                        <p:cTn id="260" dur="166" decel="50000">
                                          <p:stCondLst>
                                            <p:cond delay="676"/>
                                          </p:stCondLst>
                                        </p:cTn>
                                        <p:tgtEl>
                                          <p:spTgt spid="36"/>
                                        </p:tgtEl>
                                      </p:cBhvr>
                                      <p:to x="100000" y="100000"/>
                                    </p:animScale>
                                    <p:animScale>
                                      <p:cBhvr>
                                        <p:cTn id="261" dur="26">
                                          <p:stCondLst>
                                            <p:cond delay="1312"/>
                                          </p:stCondLst>
                                        </p:cTn>
                                        <p:tgtEl>
                                          <p:spTgt spid="36"/>
                                        </p:tgtEl>
                                      </p:cBhvr>
                                      <p:to x="100000" y="80000"/>
                                    </p:animScale>
                                    <p:animScale>
                                      <p:cBhvr>
                                        <p:cTn id="262" dur="166" decel="50000">
                                          <p:stCondLst>
                                            <p:cond delay="1338"/>
                                          </p:stCondLst>
                                        </p:cTn>
                                        <p:tgtEl>
                                          <p:spTgt spid="36"/>
                                        </p:tgtEl>
                                      </p:cBhvr>
                                      <p:to x="100000" y="100000"/>
                                    </p:animScale>
                                    <p:animScale>
                                      <p:cBhvr>
                                        <p:cTn id="263" dur="26">
                                          <p:stCondLst>
                                            <p:cond delay="1642"/>
                                          </p:stCondLst>
                                        </p:cTn>
                                        <p:tgtEl>
                                          <p:spTgt spid="36"/>
                                        </p:tgtEl>
                                      </p:cBhvr>
                                      <p:to x="100000" y="90000"/>
                                    </p:animScale>
                                    <p:animScale>
                                      <p:cBhvr>
                                        <p:cTn id="264" dur="166" decel="50000">
                                          <p:stCondLst>
                                            <p:cond delay="1668"/>
                                          </p:stCondLst>
                                        </p:cTn>
                                        <p:tgtEl>
                                          <p:spTgt spid="36"/>
                                        </p:tgtEl>
                                      </p:cBhvr>
                                      <p:to x="100000" y="100000"/>
                                    </p:animScale>
                                    <p:animScale>
                                      <p:cBhvr>
                                        <p:cTn id="265" dur="26">
                                          <p:stCondLst>
                                            <p:cond delay="1808"/>
                                          </p:stCondLst>
                                        </p:cTn>
                                        <p:tgtEl>
                                          <p:spTgt spid="36"/>
                                        </p:tgtEl>
                                      </p:cBhvr>
                                      <p:to x="100000" y="95000"/>
                                    </p:animScale>
                                    <p:animScale>
                                      <p:cBhvr>
                                        <p:cTn id="266" dur="166" decel="50000">
                                          <p:stCondLst>
                                            <p:cond delay="1834"/>
                                          </p:stCondLst>
                                        </p:cTn>
                                        <p:tgtEl>
                                          <p:spTgt spid="36"/>
                                        </p:tgtEl>
                                      </p:cBhvr>
                                      <p:to x="100000" y="100000"/>
                                    </p:animScale>
                                  </p:childTnLst>
                                </p:cTn>
                              </p:par>
                            </p:childTnLst>
                          </p:cTn>
                        </p:par>
                      </p:childTnLst>
                    </p:cTn>
                  </p:par>
                  <p:par>
                    <p:cTn id="267" fill="hold">
                      <p:stCondLst>
                        <p:cond delay="indefinite"/>
                      </p:stCondLst>
                      <p:childTnLst>
                        <p:par>
                          <p:cTn id="268" fill="hold">
                            <p:stCondLst>
                              <p:cond delay="0"/>
                            </p:stCondLst>
                            <p:childTnLst>
                              <p:par>
                                <p:cTn id="269" presetID="26" presetClass="entr" presetSubtype="0" fill="hold" grpId="0" nodeType="clickEffect">
                                  <p:stCondLst>
                                    <p:cond delay="0"/>
                                  </p:stCondLst>
                                  <p:childTnLst>
                                    <p:set>
                                      <p:cBhvr>
                                        <p:cTn id="270" dur="1" fill="hold">
                                          <p:stCondLst>
                                            <p:cond delay="0"/>
                                          </p:stCondLst>
                                        </p:cTn>
                                        <p:tgtEl>
                                          <p:spTgt spid="35"/>
                                        </p:tgtEl>
                                        <p:attrNameLst>
                                          <p:attrName>style.visibility</p:attrName>
                                        </p:attrNameLst>
                                      </p:cBhvr>
                                      <p:to>
                                        <p:strVal val="visible"/>
                                      </p:to>
                                    </p:set>
                                    <p:animEffect transition="in" filter="wipe(down)">
                                      <p:cBhvr>
                                        <p:cTn id="271" dur="580">
                                          <p:stCondLst>
                                            <p:cond delay="0"/>
                                          </p:stCondLst>
                                        </p:cTn>
                                        <p:tgtEl>
                                          <p:spTgt spid="35"/>
                                        </p:tgtEl>
                                      </p:cBhvr>
                                    </p:animEffect>
                                    <p:anim calcmode="lin" valueType="num">
                                      <p:cBhvr>
                                        <p:cTn id="272" dur="1822" tmFilter="0,0; 0.14,0.36; 0.43,0.73; 0.71,0.91; 1.0,1.0">
                                          <p:stCondLst>
                                            <p:cond delay="0"/>
                                          </p:stCondLst>
                                        </p:cTn>
                                        <p:tgtEl>
                                          <p:spTgt spid="35"/>
                                        </p:tgtEl>
                                        <p:attrNameLst>
                                          <p:attrName>ppt_x</p:attrName>
                                        </p:attrNameLst>
                                      </p:cBhvr>
                                      <p:tavLst>
                                        <p:tav tm="0">
                                          <p:val>
                                            <p:strVal val="#ppt_x-0.25"/>
                                          </p:val>
                                        </p:tav>
                                        <p:tav tm="100000">
                                          <p:val>
                                            <p:strVal val="#ppt_x"/>
                                          </p:val>
                                        </p:tav>
                                      </p:tavLst>
                                    </p:anim>
                                    <p:anim calcmode="lin" valueType="num">
                                      <p:cBhvr>
                                        <p:cTn id="273" dur="664" tmFilter="0.0,0.0; 0.25,0.07; 0.50,0.2; 0.75,0.467; 1.0,1.0">
                                          <p:stCondLst>
                                            <p:cond delay="0"/>
                                          </p:stCondLst>
                                        </p:cTn>
                                        <p:tgtEl>
                                          <p:spTgt spid="35"/>
                                        </p:tgtEl>
                                        <p:attrNameLst>
                                          <p:attrName>ppt_y</p:attrName>
                                        </p:attrNameLst>
                                      </p:cBhvr>
                                      <p:tavLst>
                                        <p:tav tm="0" fmla="#ppt_y-sin(pi*$)/3">
                                          <p:val>
                                            <p:fltVal val="0.5"/>
                                          </p:val>
                                        </p:tav>
                                        <p:tav tm="100000">
                                          <p:val>
                                            <p:fltVal val="1"/>
                                          </p:val>
                                        </p:tav>
                                      </p:tavLst>
                                    </p:anim>
                                    <p:anim calcmode="lin" valueType="num">
                                      <p:cBhvr>
                                        <p:cTn id="274" dur="664" tmFilter="0, 0; 0.125,0.2665; 0.25,0.4; 0.375,0.465; 0.5,0.5;  0.625,0.535; 0.75,0.6; 0.875,0.7335; 1,1">
                                          <p:stCondLst>
                                            <p:cond delay="664"/>
                                          </p:stCondLst>
                                        </p:cTn>
                                        <p:tgtEl>
                                          <p:spTgt spid="35"/>
                                        </p:tgtEl>
                                        <p:attrNameLst>
                                          <p:attrName>ppt_y</p:attrName>
                                        </p:attrNameLst>
                                      </p:cBhvr>
                                      <p:tavLst>
                                        <p:tav tm="0" fmla="#ppt_y-sin(pi*$)/9">
                                          <p:val>
                                            <p:fltVal val="0"/>
                                          </p:val>
                                        </p:tav>
                                        <p:tav tm="100000">
                                          <p:val>
                                            <p:fltVal val="1"/>
                                          </p:val>
                                        </p:tav>
                                      </p:tavLst>
                                    </p:anim>
                                    <p:anim calcmode="lin" valueType="num">
                                      <p:cBhvr>
                                        <p:cTn id="275" dur="332" tmFilter="0, 0; 0.125,0.2665; 0.25,0.4; 0.375,0.465; 0.5,0.5;  0.625,0.535; 0.75,0.6; 0.875,0.7335; 1,1">
                                          <p:stCondLst>
                                            <p:cond delay="1324"/>
                                          </p:stCondLst>
                                        </p:cTn>
                                        <p:tgtEl>
                                          <p:spTgt spid="35"/>
                                        </p:tgtEl>
                                        <p:attrNameLst>
                                          <p:attrName>ppt_y</p:attrName>
                                        </p:attrNameLst>
                                      </p:cBhvr>
                                      <p:tavLst>
                                        <p:tav tm="0" fmla="#ppt_y-sin(pi*$)/27">
                                          <p:val>
                                            <p:fltVal val="0"/>
                                          </p:val>
                                        </p:tav>
                                        <p:tav tm="100000">
                                          <p:val>
                                            <p:fltVal val="1"/>
                                          </p:val>
                                        </p:tav>
                                      </p:tavLst>
                                    </p:anim>
                                    <p:anim calcmode="lin" valueType="num">
                                      <p:cBhvr>
                                        <p:cTn id="276" dur="164" tmFilter="0, 0; 0.125,0.2665; 0.25,0.4; 0.375,0.465; 0.5,0.5;  0.625,0.535; 0.75,0.6; 0.875,0.7335; 1,1">
                                          <p:stCondLst>
                                            <p:cond delay="1656"/>
                                          </p:stCondLst>
                                        </p:cTn>
                                        <p:tgtEl>
                                          <p:spTgt spid="35"/>
                                        </p:tgtEl>
                                        <p:attrNameLst>
                                          <p:attrName>ppt_y</p:attrName>
                                        </p:attrNameLst>
                                      </p:cBhvr>
                                      <p:tavLst>
                                        <p:tav tm="0" fmla="#ppt_y-sin(pi*$)/81">
                                          <p:val>
                                            <p:fltVal val="0"/>
                                          </p:val>
                                        </p:tav>
                                        <p:tav tm="100000">
                                          <p:val>
                                            <p:fltVal val="1"/>
                                          </p:val>
                                        </p:tav>
                                      </p:tavLst>
                                    </p:anim>
                                    <p:animScale>
                                      <p:cBhvr>
                                        <p:cTn id="277" dur="26">
                                          <p:stCondLst>
                                            <p:cond delay="650"/>
                                          </p:stCondLst>
                                        </p:cTn>
                                        <p:tgtEl>
                                          <p:spTgt spid="35"/>
                                        </p:tgtEl>
                                      </p:cBhvr>
                                      <p:to x="100000" y="60000"/>
                                    </p:animScale>
                                    <p:animScale>
                                      <p:cBhvr>
                                        <p:cTn id="278" dur="166" decel="50000">
                                          <p:stCondLst>
                                            <p:cond delay="676"/>
                                          </p:stCondLst>
                                        </p:cTn>
                                        <p:tgtEl>
                                          <p:spTgt spid="35"/>
                                        </p:tgtEl>
                                      </p:cBhvr>
                                      <p:to x="100000" y="100000"/>
                                    </p:animScale>
                                    <p:animScale>
                                      <p:cBhvr>
                                        <p:cTn id="279" dur="26">
                                          <p:stCondLst>
                                            <p:cond delay="1312"/>
                                          </p:stCondLst>
                                        </p:cTn>
                                        <p:tgtEl>
                                          <p:spTgt spid="35"/>
                                        </p:tgtEl>
                                      </p:cBhvr>
                                      <p:to x="100000" y="80000"/>
                                    </p:animScale>
                                    <p:animScale>
                                      <p:cBhvr>
                                        <p:cTn id="280" dur="166" decel="50000">
                                          <p:stCondLst>
                                            <p:cond delay="1338"/>
                                          </p:stCondLst>
                                        </p:cTn>
                                        <p:tgtEl>
                                          <p:spTgt spid="35"/>
                                        </p:tgtEl>
                                      </p:cBhvr>
                                      <p:to x="100000" y="100000"/>
                                    </p:animScale>
                                    <p:animScale>
                                      <p:cBhvr>
                                        <p:cTn id="281" dur="26">
                                          <p:stCondLst>
                                            <p:cond delay="1642"/>
                                          </p:stCondLst>
                                        </p:cTn>
                                        <p:tgtEl>
                                          <p:spTgt spid="35"/>
                                        </p:tgtEl>
                                      </p:cBhvr>
                                      <p:to x="100000" y="90000"/>
                                    </p:animScale>
                                    <p:animScale>
                                      <p:cBhvr>
                                        <p:cTn id="282" dur="166" decel="50000">
                                          <p:stCondLst>
                                            <p:cond delay="1668"/>
                                          </p:stCondLst>
                                        </p:cTn>
                                        <p:tgtEl>
                                          <p:spTgt spid="35"/>
                                        </p:tgtEl>
                                      </p:cBhvr>
                                      <p:to x="100000" y="100000"/>
                                    </p:animScale>
                                    <p:animScale>
                                      <p:cBhvr>
                                        <p:cTn id="283" dur="26">
                                          <p:stCondLst>
                                            <p:cond delay="1808"/>
                                          </p:stCondLst>
                                        </p:cTn>
                                        <p:tgtEl>
                                          <p:spTgt spid="35"/>
                                        </p:tgtEl>
                                      </p:cBhvr>
                                      <p:to x="100000" y="95000"/>
                                    </p:animScale>
                                    <p:animScale>
                                      <p:cBhvr>
                                        <p:cTn id="284" dur="166" decel="50000">
                                          <p:stCondLst>
                                            <p:cond delay="1834"/>
                                          </p:stCondLst>
                                        </p:cTn>
                                        <p:tgtEl>
                                          <p:spTgt spid="35"/>
                                        </p:tgtEl>
                                      </p:cBhvr>
                                      <p:to x="100000" y="100000"/>
                                    </p:animScale>
                                  </p:childTnLst>
                                </p:cTn>
                              </p:par>
                            </p:childTnLst>
                          </p:cTn>
                        </p:par>
                      </p:childTnLst>
                    </p:cTn>
                  </p:par>
                  <p:par>
                    <p:cTn id="285" fill="hold">
                      <p:stCondLst>
                        <p:cond delay="indefinite"/>
                      </p:stCondLst>
                      <p:childTnLst>
                        <p:par>
                          <p:cTn id="286" fill="hold">
                            <p:stCondLst>
                              <p:cond delay="0"/>
                            </p:stCondLst>
                            <p:childTnLst>
                              <p:par>
                                <p:cTn id="287" presetID="26" presetClass="entr" presetSubtype="0" fill="hold" grpId="0" nodeType="clickEffect">
                                  <p:stCondLst>
                                    <p:cond delay="0"/>
                                  </p:stCondLst>
                                  <p:childTnLst>
                                    <p:set>
                                      <p:cBhvr>
                                        <p:cTn id="288" dur="1" fill="hold">
                                          <p:stCondLst>
                                            <p:cond delay="0"/>
                                          </p:stCondLst>
                                        </p:cTn>
                                        <p:tgtEl>
                                          <p:spTgt spid="42"/>
                                        </p:tgtEl>
                                        <p:attrNameLst>
                                          <p:attrName>style.visibility</p:attrName>
                                        </p:attrNameLst>
                                      </p:cBhvr>
                                      <p:to>
                                        <p:strVal val="visible"/>
                                      </p:to>
                                    </p:set>
                                    <p:animEffect transition="in" filter="wipe(down)">
                                      <p:cBhvr>
                                        <p:cTn id="289" dur="580">
                                          <p:stCondLst>
                                            <p:cond delay="0"/>
                                          </p:stCondLst>
                                        </p:cTn>
                                        <p:tgtEl>
                                          <p:spTgt spid="42"/>
                                        </p:tgtEl>
                                      </p:cBhvr>
                                    </p:animEffect>
                                    <p:anim calcmode="lin" valueType="num">
                                      <p:cBhvr>
                                        <p:cTn id="290" dur="1822" tmFilter="0,0; 0.14,0.36; 0.43,0.73; 0.71,0.91; 1.0,1.0">
                                          <p:stCondLst>
                                            <p:cond delay="0"/>
                                          </p:stCondLst>
                                        </p:cTn>
                                        <p:tgtEl>
                                          <p:spTgt spid="42"/>
                                        </p:tgtEl>
                                        <p:attrNameLst>
                                          <p:attrName>ppt_x</p:attrName>
                                        </p:attrNameLst>
                                      </p:cBhvr>
                                      <p:tavLst>
                                        <p:tav tm="0">
                                          <p:val>
                                            <p:strVal val="#ppt_x-0.25"/>
                                          </p:val>
                                        </p:tav>
                                        <p:tav tm="100000">
                                          <p:val>
                                            <p:strVal val="#ppt_x"/>
                                          </p:val>
                                        </p:tav>
                                      </p:tavLst>
                                    </p:anim>
                                    <p:anim calcmode="lin" valueType="num">
                                      <p:cBhvr>
                                        <p:cTn id="291" dur="664" tmFilter="0.0,0.0; 0.25,0.07; 0.50,0.2; 0.75,0.467; 1.0,1.0">
                                          <p:stCondLst>
                                            <p:cond delay="0"/>
                                          </p:stCondLst>
                                        </p:cTn>
                                        <p:tgtEl>
                                          <p:spTgt spid="42"/>
                                        </p:tgtEl>
                                        <p:attrNameLst>
                                          <p:attrName>ppt_y</p:attrName>
                                        </p:attrNameLst>
                                      </p:cBhvr>
                                      <p:tavLst>
                                        <p:tav tm="0" fmla="#ppt_y-sin(pi*$)/3">
                                          <p:val>
                                            <p:fltVal val="0.5"/>
                                          </p:val>
                                        </p:tav>
                                        <p:tav tm="100000">
                                          <p:val>
                                            <p:fltVal val="1"/>
                                          </p:val>
                                        </p:tav>
                                      </p:tavLst>
                                    </p:anim>
                                    <p:anim calcmode="lin" valueType="num">
                                      <p:cBhvr>
                                        <p:cTn id="292" dur="664" tmFilter="0, 0; 0.125,0.2665; 0.25,0.4; 0.375,0.465; 0.5,0.5;  0.625,0.535; 0.75,0.6; 0.875,0.7335; 1,1">
                                          <p:stCondLst>
                                            <p:cond delay="664"/>
                                          </p:stCondLst>
                                        </p:cTn>
                                        <p:tgtEl>
                                          <p:spTgt spid="42"/>
                                        </p:tgtEl>
                                        <p:attrNameLst>
                                          <p:attrName>ppt_y</p:attrName>
                                        </p:attrNameLst>
                                      </p:cBhvr>
                                      <p:tavLst>
                                        <p:tav tm="0" fmla="#ppt_y-sin(pi*$)/9">
                                          <p:val>
                                            <p:fltVal val="0"/>
                                          </p:val>
                                        </p:tav>
                                        <p:tav tm="100000">
                                          <p:val>
                                            <p:fltVal val="1"/>
                                          </p:val>
                                        </p:tav>
                                      </p:tavLst>
                                    </p:anim>
                                    <p:anim calcmode="lin" valueType="num">
                                      <p:cBhvr>
                                        <p:cTn id="293" dur="332" tmFilter="0, 0; 0.125,0.2665; 0.25,0.4; 0.375,0.465; 0.5,0.5;  0.625,0.535; 0.75,0.6; 0.875,0.7335; 1,1">
                                          <p:stCondLst>
                                            <p:cond delay="1324"/>
                                          </p:stCondLst>
                                        </p:cTn>
                                        <p:tgtEl>
                                          <p:spTgt spid="42"/>
                                        </p:tgtEl>
                                        <p:attrNameLst>
                                          <p:attrName>ppt_y</p:attrName>
                                        </p:attrNameLst>
                                      </p:cBhvr>
                                      <p:tavLst>
                                        <p:tav tm="0" fmla="#ppt_y-sin(pi*$)/27">
                                          <p:val>
                                            <p:fltVal val="0"/>
                                          </p:val>
                                        </p:tav>
                                        <p:tav tm="100000">
                                          <p:val>
                                            <p:fltVal val="1"/>
                                          </p:val>
                                        </p:tav>
                                      </p:tavLst>
                                    </p:anim>
                                    <p:anim calcmode="lin" valueType="num">
                                      <p:cBhvr>
                                        <p:cTn id="294" dur="164" tmFilter="0, 0; 0.125,0.2665; 0.25,0.4; 0.375,0.465; 0.5,0.5;  0.625,0.535; 0.75,0.6; 0.875,0.7335; 1,1">
                                          <p:stCondLst>
                                            <p:cond delay="1656"/>
                                          </p:stCondLst>
                                        </p:cTn>
                                        <p:tgtEl>
                                          <p:spTgt spid="42"/>
                                        </p:tgtEl>
                                        <p:attrNameLst>
                                          <p:attrName>ppt_y</p:attrName>
                                        </p:attrNameLst>
                                      </p:cBhvr>
                                      <p:tavLst>
                                        <p:tav tm="0" fmla="#ppt_y-sin(pi*$)/81">
                                          <p:val>
                                            <p:fltVal val="0"/>
                                          </p:val>
                                        </p:tav>
                                        <p:tav tm="100000">
                                          <p:val>
                                            <p:fltVal val="1"/>
                                          </p:val>
                                        </p:tav>
                                      </p:tavLst>
                                    </p:anim>
                                    <p:animScale>
                                      <p:cBhvr>
                                        <p:cTn id="295" dur="26">
                                          <p:stCondLst>
                                            <p:cond delay="650"/>
                                          </p:stCondLst>
                                        </p:cTn>
                                        <p:tgtEl>
                                          <p:spTgt spid="42"/>
                                        </p:tgtEl>
                                      </p:cBhvr>
                                      <p:to x="100000" y="60000"/>
                                    </p:animScale>
                                    <p:animScale>
                                      <p:cBhvr>
                                        <p:cTn id="296" dur="166" decel="50000">
                                          <p:stCondLst>
                                            <p:cond delay="676"/>
                                          </p:stCondLst>
                                        </p:cTn>
                                        <p:tgtEl>
                                          <p:spTgt spid="42"/>
                                        </p:tgtEl>
                                      </p:cBhvr>
                                      <p:to x="100000" y="100000"/>
                                    </p:animScale>
                                    <p:animScale>
                                      <p:cBhvr>
                                        <p:cTn id="297" dur="26">
                                          <p:stCondLst>
                                            <p:cond delay="1312"/>
                                          </p:stCondLst>
                                        </p:cTn>
                                        <p:tgtEl>
                                          <p:spTgt spid="42"/>
                                        </p:tgtEl>
                                      </p:cBhvr>
                                      <p:to x="100000" y="80000"/>
                                    </p:animScale>
                                    <p:animScale>
                                      <p:cBhvr>
                                        <p:cTn id="298" dur="166" decel="50000">
                                          <p:stCondLst>
                                            <p:cond delay="1338"/>
                                          </p:stCondLst>
                                        </p:cTn>
                                        <p:tgtEl>
                                          <p:spTgt spid="42"/>
                                        </p:tgtEl>
                                      </p:cBhvr>
                                      <p:to x="100000" y="100000"/>
                                    </p:animScale>
                                    <p:animScale>
                                      <p:cBhvr>
                                        <p:cTn id="299" dur="26">
                                          <p:stCondLst>
                                            <p:cond delay="1642"/>
                                          </p:stCondLst>
                                        </p:cTn>
                                        <p:tgtEl>
                                          <p:spTgt spid="42"/>
                                        </p:tgtEl>
                                      </p:cBhvr>
                                      <p:to x="100000" y="90000"/>
                                    </p:animScale>
                                    <p:animScale>
                                      <p:cBhvr>
                                        <p:cTn id="300" dur="166" decel="50000">
                                          <p:stCondLst>
                                            <p:cond delay="1668"/>
                                          </p:stCondLst>
                                        </p:cTn>
                                        <p:tgtEl>
                                          <p:spTgt spid="42"/>
                                        </p:tgtEl>
                                      </p:cBhvr>
                                      <p:to x="100000" y="100000"/>
                                    </p:animScale>
                                    <p:animScale>
                                      <p:cBhvr>
                                        <p:cTn id="301" dur="26">
                                          <p:stCondLst>
                                            <p:cond delay="1808"/>
                                          </p:stCondLst>
                                        </p:cTn>
                                        <p:tgtEl>
                                          <p:spTgt spid="42"/>
                                        </p:tgtEl>
                                      </p:cBhvr>
                                      <p:to x="100000" y="95000"/>
                                    </p:animScale>
                                    <p:animScale>
                                      <p:cBhvr>
                                        <p:cTn id="302" dur="166" decel="50000">
                                          <p:stCondLst>
                                            <p:cond delay="1834"/>
                                          </p:stCondLst>
                                        </p:cTn>
                                        <p:tgtEl>
                                          <p:spTgt spid="42"/>
                                        </p:tgtEl>
                                      </p:cBhvr>
                                      <p:to x="100000" y="100000"/>
                                    </p:animScale>
                                  </p:childTnLst>
                                </p:cTn>
                              </p:par>
                              <p:par>
                                <p:cTn id="303" presetID="26" presetClass="entr" presetSubtype="0" fill="hold" grpId="0" nodeType="withEffect">
                                  <p:stCondLst>
                                    <p:cond delay="0"/>
                                  </p:stCondLst>
                                  <p:childTnLst>
                                    <p:set>
                                      <p:cBhvr>
                                        <p:cTn id="304" dur="1" fill="hold">
                                          <p:stCondLst>
                                            <p:cond delay="0"/>
                                          </p:stCondLst>
                                        </p:cTn>
                                        <p:tgtEl>
                                          <p:spTgt spid="4"/>
                                        </p:tgtEl>
                                        <p:attrNameLst>
                                          <p:attrName>style.visibility</p:attrName>
                                        </p:attrNameLst>
                                      </p:cBhvr>
                                      <p:to>
                                        <p:strVal val="visible"/>
                                      </p:to>
                                    </p:set>
                                    <p:animEffect transition="in" filter="wipe(down)">
                                      <p:cBhvr>
                                        <p:cTn id="305" dur="580">
                                          <p:stCondLst>
                                            <p:cond delay="0"/>
                                          </p:stCondLst>
                                        </p:cTn>
                                        <p:tgtEl>
                                          <p:spTgt spid="4"/>
                                        </p:tgtEl>
                                      </p:cBhvr>
                                    </p:animEffect>
                                    <p:anim calcmode="lin" valueType="num">
                                      <p:cBhvr>
                                        <p:cTn id="306"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307"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308"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309"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310"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311" dur="26">
                                          <p:stCondLst>
                                            <p:cond delay="650"/>
                                          </p:stCondLst>
                                        </p:cTn>
                                        <p:tgtEl>
                                          <p:spTgt spid="4"/>
                                        </p:tgtEl>
                                      </p:cBhvr>
                                      <p:to x="100000" y="60000"/>
                                    </p:animScale>
                                    <p:animScale>
                                      <p:cBhvr>
                                        <p:cTn id="312" dur="166" decel="50000">
                                          <p:stCondLst>
                                            <p:cond delay="676"/>
                                          </p:stCondLst>
                                        </p:cTn>
                                        <p:tgtEl>
                                          <p:spTgt spid="4"/>
                                        </p:tgtEl>
                                      </p:cBhvr>
                                      <p:to x="100000" y="100000"/>
                                    </p:animScale>
                                    <p:animScale>
                                      <p:cBhvr>
                                        <p:cTn id="313" dur="26">
                                          <p:stCondLst>
                                            <p:cond delay="1312"/>
                                          </p:stCondLst>
                                        </p:cTn>
                                        <p:tgtEl>
                                          <p:spTgt spid="4"/>
                                        </p:tgtEl>
                                      </p:cBhvr>
                                      <p:to x="100000" y="80000"/>
                                    </p:animScale>
                                    <p:animScale>
                                      <p:cBhvr>
                                        <p:cTn id="314" dur="166" decel="50000">
                                          <p:stCondLst>
                                            <p:cond delay="1338"/>
                                          </p:stCondLst>
                                        </p:cTn>
                                        <p:tgtEl>
                                          <p:spTgt spid="4"/>
                                        </p:tgtEl>
                                      </p:cBhvr>
                                      <p:to x="100000" y="100000"/>
                                    </p:animScale>
                                    <p:animScale>
                                      <p:cBhvr>
                                        <p:cTn id="315" dur="26">
                                          <p:stCondLst>
                                            <p:cond delay="1642"/>
                                          </p:stCondLst>
                                        </p:cTn>
                                        <p:tgtEl>
                                          <p:spTgt spid="4"/>
                                        </p:tgtEl>
                                      </p:cBhvr>
                                      <p:to x="100000" y="90000"/>
                                    </p:animScale>
                                    <p:animScale>
                                      <p:cBhvr>
                                        <p:cTn id="316" dur="166" decel="50000">
                                          <p:stCondLst>
                                            <p:cond delay="1668"/>
                                          </p:stCondLst>
                                        </p:cTn>
                                        <p:tgtEl>
                                          <p:spTgt spid="4"/>
                                        </p:tgtEl>
                                      </p:cBhvr>
                                      <p:to x="100000" y="100000"/>
                                    </p:animScale>
                                    <p:animScale>
                                      <p:cBhvr>
                                        <p:cTn id="317" dur="26">
                                          <p:stCondLst>
                                            <p:cond delay="1808"/>
                                          </p:stCondLst>
                                        </p:cTn>
                                        <p:tgtEl>
                                          <p:spTgt spid="4"/>
                                        </p:tgtEl>
                                      </p:cBhvr>
                                      <p:to x="100000" y="95000"/>
                                    </p:animScale>
                                    <p:animScale>
                                      <p:cBhvr>
                                        <p:cTn id="318" dur="166" decel="50000">
                                          <p:stCondLst>
                                            <p:cond delay="1834"/>
                                          </p:stCondLst>
                                        </p:cTn>
                                        <p:tgtEl>
                                          <p:spTgt spid="4"/>
                                        </p:tgtEl>
                                      </p:cBhvr>
                                      <p:to x="100000" y="100000"/>
                                    </p:animScale>
                                  </p:childTnLst>
                                </p:cTn>
                              </p:par>
                              <p:par>
                                <p:cTn id="319" presetID="26" presetClass="entr" presetSubtype="0" fill="hold" grpId="0" nodeType="withEffect">
                                  <p:stCondLst>
                                    <p:cond delay="0"/>
                                  </p:stCondLst>
                                  <p:childTnLst>
                                    <p:set>
                                      <p:cBhvr>
                                        <p:cTn id="320" dur="1" fill="hold">
                                          <p:stCondLst>
                                            <p:cond delay="0"/>
                                          </p:stCondLst>
                                        </p:cTn>
                                        <p:tgtEl>
                                          <p:spTgt spid="27"/>
                                        </p:tgtEl>
                                        <p:attrNameLst>
                                          <p:attrName>style.visibility</p:attrName>
                                        </p:attrNameLst>
                                      </p:cBhvr>
                                      <p:to>
                                        <p:strVal val="visible"/>
                                      </p:to>
                                    </p:set>
                                    <p:animEffect transition="in" filter="wipe(down)">
                                      <p:cBhvr>
                                        <p:cTn id="321" dur="580">
                                          <p:stCondLst>
                                            <p:cond delay="0"/>
                                          </p:stCondLst>
                                        </p:cTn>
                                        <p:tgtEl>
                                          <p:spTgt spid="27"/>
                                        </p:tgtEl>
                                      </p:cBhvr>
                                    </p:animEffect>
                                    <p:anim calcmode="lin" valueType="num">
                                      <p:cBhvr>
                                        <p:cTn id="322" dur="1822" tmFilter="0,0; 0.14,0.36; 0.43,0.73; 0.71,0.91; 1.0,1.0">
                                          <p:stCondLst>
                                            <p:cond delay="0"/>
                                          </p:stCondLst>
                                        </p:cTn>
                                        <p:tgtEl>
                                          <p:spTgt spid="27"/>
                                        </p:tgtEl>
                                        <p:attrNameLst>
                                          <p:attrName>ppt_x</p:attrName>
                                        </p:attrNameLst>
                                      </p:cBhvr>
                                      <p:tavLst>
                                        <p:tav tm="0">
                                          <p:val>
                                            <p:strVal val="#ppt_x-0.25"/>
                                          </p:val>
                                        </p:tav>
                                        <p:tav tm="100000">
                                          <p:val>
                                            <p:strVal val="#ppt_x"/>
                                          </p:val>
                                        </p:tav>
                                      </p:tavLst>
                                    </p:anim>
                                    <p:anim calcmode="lin" valueType="num">
                                      <p:cBhvr>
                                        <p:cTn id="323" dur="664" tmFilter="0.0,0.0; 0.25,0.07; 0.50,0.2; 0.75,0.467; 1.0,1.0">
                                          <p:stCondLst>
                                            <p:cond delay="0"/>
                                          </p:stCondLst>
                                        </p:cTn>
                                        <p:tgtEl>
                                          <p:spTgt spid="27"/>
                                        </p:tgtEl>
                                        <p:attrNameLst>
                                          <p:attrName>ppt_y</p:attrName>
                                        </p:attrNameLst>
                                      </p:cBhvr>
                                      <p:tavLst>
                                        <p:tav tm="0" fmla="#ppt_y-sin(pi*$)/3">
                                          <p:val>
                                            <p:fltVal val="0.5"/>
                                          </p:val>
                                        </p:tav>
                                        <p:tav tm="100000">
                                          <p:val>
                                            <p:fltVal val="1"/>
                                          </p:val>
                                        </p:tav>
                                      </p:tavLst>
                                    </p:anim>
                                    <p:anim calcmode="lin" valueType="num">
                                      <p:cBhvr>
                                        <p:cTn id="324" dur="664" tmFilter="0, 0; 0.125,0.2665; 0.25,0.4; 0.375,0.465; 0.5,0.5;  0.625,0.535; 0.75,0.6; 0.875,0.7335; 1,1">
                                          <p:stCondLst>
                                            <p:cond delay="664"/>
                                          </p:stCondLst>
                                        </p:cTn>
                                        <p:tgtEl>
                                          <p:spTgt spid="27"/>
                                        </p:tgtEl>
                                        <p:attrNameLst>
                                          <p:attrName>ppt_y</p:attrName>
                                        </p:attrNameLst>
                                      </p:cBhvr>
                                      <p:tavLst>
                                        <p:tav tm="0" fmla="#ppt_y-sin(pi*$)/9">
                                          <p:val>
                                            <p:fltVal val="0"/>
                                          </p:val>
                                        </p:tav>
                                        <p:tav tm="100000">
                                          <p:val>
                                            <p:fltVal val="1"/>
                                          </p:val>
                                        </p:tav>
                                      </p:tavLst>
                                    </p:anim>
                                    <p:anim calcmode="lin" valueType="num">
                                      <p:cBhvr>
                                        <p:cTn id="325" dur="332" tmFilter="0, 0; 0.125,0.2665; 0.25,0.4; 0.375,0.465; 0.5,0.5;  0.625,0.535; 0.75,0.6; 0.875,0.7335; 1,1">
                                          <p:stCondLst>
                                            <p:cond delay="1324"/>
                                          </p:stCondLst>
                                        </p:cTn>
                                        <p:tgtEl>
                                          <p:spTgt spid="27"/>
                                        </p:tgtEl>
                                        <p:attrNameLst>
                                          <p:attrName>ppt_y</p:attrName>
                                        </p:attrNameLst>
                                      </p:cBhvr>
                                      <p:tavLst>
                                        <p:tav tm="0" fmla="#ppt_y-sin(pi*$)/27">
                                          <p:val>
                                            <p:fltVal val="0"/>
                                          </p:val>
                                        </p:tav>
                                        <p:tav tm="100000">
                                          <p:val>
                                            <p:fltVal val="1"/>
                                          </p:val>
                                        </p:tav>
                                      </p:tavLst>
                                    </p:anim>
                                    <p:anim calcmode="lin" valueType="num">
                                      <p:cBhvr>
                                        <p:cTn id="326" dur="164" tmFilter="0, 0; 0.125,0.2665; 0.25,0.4; 0.375,0.465; 0.5,0.5;  0.625,0.535; 0.75,0.6; 0.875,0.7335; 1,1">
                                          <p:stCondLst>
                                            <p:cond delay="1656"/>
                                          </p:stCondLst>
                                        </p:cTn>
                                        <p:tgtEl>
                                          <p:spTgt spid="27"/>
                                        </p:tgtEl>
                                        <p:attrNameLst>
                                          <p:attrName>ppt_y</p:attrName>
                                        </p:attrNameLst>
                                      </p:cBhvr>
                                      <p:tavLst>
                                        <p:tav tm="0" fmla="#ppt_y-sin(pi*$)/81">
                                          <p:val>
                                            <p:fltVal val="0"/>
                                          </p:val>
                                        </p:tav>
                                        <p:tav tm="100000">
                                          <p:val>
                                            <p:fltVal val="1"/>
                                          </p:val>
                                        </p:tav>
                                      </p:tavLst>
                                    </p:anim>
                                    <p:animScale>
                                      <p:cBhvr>
                                        <p:cTn id="327" dur="26">
                                          <p:stCondLst>
                                            <p:cond delay="650"/>
                                          </p:stCondLst>
                                        </p:cTn>
                                        <p:tgtEl>
                                          <p:spTgt spid="27"/>
                                        </p:tgtEl>
                                      </p:cBhvr>
                                      <p:to x="100000" y="60000"/>
                                    </p:animScale>
                                    <p:animScale>
                                      <p:cBhvr>
                                        <p:cTn id="328" dur="166" decel="50000">
                                          <p:stCondLst>
                                            <p:cond delay="676"/>
                                          </p:stCondLst>
                                        </p:cTn>
                                        <p:tgtEl>
                                          <p:spTgt spid="27"/>
                                        </p:tgtEl>
                                      </p:cBhvr>
                                      <p:to x="100000" y="100000"/>
                                    </p:animScale>
                                    <p:animScale>
                                      <p:cBhvr>
                                        <p:cTn id="329" dur="26">
                                          <p:stCondLst>
                                            <p:cond delay="1312"/>
                                          </p:stCondLst>
                                        </p:cTn>
                                        <p:tgtEl>
                                          <p:spTgt spid="27"/>
                                        </p:tgtEl>
                                      </p:cBhvr>
                                      <p:to x="100000" y="80000"/>
                                    </p:animScale>
                                    <p:animScale>
                                      <p:cBhvr>
                                        <p:cTn id="330" dur="166" decel="50000">
                                          <p:stCondLst>
                                            <p:cond delay="1338"/>
                                          </p:stCondLst>
                                        </p:cTn>
                                        <p:tgtEl>
                                          <p:spTgt spid="27"/>
                                        </p:tgtEl>
                                      </p:cBhvr>
                                      <p:to x="100000" y="100000"/>
                                    </p:animScale>
                                    <p:animScale>
                                      <p:cBhvr>
                                        <p:cTn id="331" dur="26">
                                          <p:stCondLst>
                                            <p:cond delay="1642"/>
                                          </p:stCondLst>
                                        </p:cTn>
                                        <p:tgtEl>
                                          <p:spTgt spid="27"/>
                                        </p:tgtEl>
                                      </p:cBhvr>
                                      <p:to x="100000" y="90000"/>
                                    </p:animScale>
                                    <p:animScale>
                                      <p:cBhvr>
                                        <p:cTn id="332" dur="166" decel="50000">
                                          <p:stCondLst>
                                            <p:cond delay="1668"/>
                                          </p:stCondLst>
                                        </p:cTn>
                                        <p:tgtEl>
                                          <p:spTgt spid="27"/>
                                        </p:tgtEl>
                                      </p:cBhvr>
                                      <p:to x="100000" y="100000"/>
                                    </p:animScale>
                                    <p:animScale>
                                      <p:cBhvr>
                                        <p:cTn id="333" dur="26">
                                          <p:stCondLst>
                                            <p:cond delay="1808"/>
                                          </p:stCondLst>
                                        </p:cTn>
                                        <p:tgtEl>
                                          <p:spTgt spid="27"/>
                                        </p:tgtEl>
                                      </p:cBhvr>
                                      <p:to x="100000" y="95000"/>
                                    </p:animScale>
                                    <p:animScale>
                                      <p:cBhvr>
                                        <p:cTn id="334" dur="166" decel="50000">
                                          <p:stCondLst>
                                            <p:cond delay="1834"/>
                                          </p:stCondLst>
                                        </p:cTn>
                                        <p:tgtEl>
                                          <p:spTgt spid="27"/>
                                        </p:tgtEl>
                                      </p:cBhvr>
                                      <p:to x="100000" y="100000"/>
                                    </p:animScale>
                                  </p:childTnLst>
                                </p:cTn>
                              </p:par>
                              <p:par>
                                <p:cTn id="335" presetID="26" presetClass="entr" presetSubtype="0" fill="hold" grpId="0" nodeType="withEffect">
                                  <p:stCondLst>
                                    <p:cond delay="0"/>
                                  </p:stCondLst>
                                  <p:childTnLst>
                                    <p:set>
                                      <p:cBhvr>
                                        <p:cTn id="336" dur="1" fill="hold">
                                          <p:stCondLst>
                                            <p:cond delay="0"/>
                                          </p:stCondLst>
                                        </p:cTn>
                                        <p:tgtEl>
                                          <p:spTgt spid="45"/>
                                        </p:tgtEl>
                                        <p:attrNameLst>
                                          <p:attrName>style.visibility</p:attrName>
                                        </p:attrNameLst>
                                      </p:cBhvr>
                                      <p:to>
                                        <p:strVal val="visible"/>
                                      </p:to>
                                    </p:set>
                                    <p:animEffect transition="in" filter="wipe(down)">
                                      <p:cBhvr>
                                        <p:cTn id="337" dur="580">
                                          <p:stCondLst>
                                            <p:cond delay="0"/>
                                          </p:stCondLst>
                                        </p:cTn>
                                        <p:tgtEl>
                                          <p:spTgt spid="45"/>
                                        </p:tgtEl>
                                      </p:cBhvr>
                                    </p:animEffect>
                                    <p:anim calcmode="lin" valueType="num">
                                      <p:cBhvr>
                                        <p:cTn id="338" dur="1822" tmFilter="0,0; 0.14,0.36; 0.43,0.73; 0.71,0.91; 1.0,1.0">
                                          <p:stCondLst>
                                            <p:cond delay="0"/>
                                          </p:stCondLst>
                                        </p:cTn>
                                        <p:tgtEl>
                                          <p:spTgt spid="45"/>
                                        </p:tgtEl>
                                        <p:attrNameLst>
                                          <p:attrName>ppt_x</p:attrName>
                                        </p:attrNameLst>
                                      </p:cBhvr>
                                      <p:tavLst>
                                        <p:tav tm="0">
                                          <p:val>
                                            <p:strVal val="#ppt_x-0.25"/>
                                          </p:val>
                                        </p:tav>
                                        <p:tav tm="100000">
                                          <p:val>
                                            <p:strVal val="#ppt_x"/>
                                          </p:val>
                                        </p:tav>
                                      </p:tavLst>
                                    </p:anim>
                                    <p:anim calcmode="lin" valueType="num">
                                      <p:cBhvr>
                                        <p:cTn id="339" dur="664" tmFilter="0.0,0.0; 0.25,0.07; 0.50,0.2; 0.75,0.467; 1.0,1.0">
                                          <p:stCondLst>
                                            <p:cond delay="0"/>
                                          </p:stCondLst>
                                        </p:cTn>
                                        <p:tgtEl>
                                          <p:spTgt spid="45"/>
                                        </p:tgtEl>
                                        <p:attrNameLst>
                                          <p:attrName>ppt_y</p:attrName>
                                        </p:attrNameLst>
                                      </p:cBhvr>
                                      <p:tavLst>
                                        <p:tav tm="0" fmla="#ppt_y-sin(pi*$)/3">
                                          <p:val>
                                            <p:fltVal val="0.5"/>
                                          </p:val>
                                        </p:tav>
                                        <p:tav tm="100000">
                                          <p:val>
                                            <p:fltVal val="1"/>
                                          </p:val>
                                        </p:tav>
                                      </p:tavLst>
                                    </p:anim>
                                    <p:anim calcmode="lin" valueType="num">
                                      <p:cBhvr>
                                        <p:cTn id="340" dur="664" tmFilter="0, 0; 0.125,0.2665; 0.25,0.4; 0.375,0.465; 0.5,0.5;  0.625,0.535; 0.75,0.6; 0.875,0.7335; 1,1">
                                          <p:stCondLst>
                                            <p:cond delay="664"/>
                                          </p:stCondLst>
                                        </p:cTn>
                                        <p:tgtEl>
                                          <p:spTgt spid="45"/>
                                        </p:tgtEl>
                                        <p:attrNameLst>
                                          <p:attrName>ppt_y</p:attrName>
                                        </p:attrNameLst>
                                      </p:cBhvr>
                                      <p:tavLst>
                                        <p:tav tm="0" fmla="#ppt_y-sin(pi*$)/9">
                                          <p:val>
                                            <p:fltVal val="0"/>
                                          </p:val>
                                        </p:tav>
                                        <p:tav tm="100000">
                                          <p:val>
                                            <p:fltVal val="1"/>
                                          </p:val>
                                        </p:tav>
                                      </p:tavLst>
                                    </p:anim>
                                    <p:anim calcmode="lin" valueType="num">
                                      <p:cBhvr>
                                        <p:cTn id="341" dur="332" tmFilter="0, 0; 0.125,0.2665; 0.25,0.4; 0.375,0.465; 0.5,0.5;  0.625,0.535; 0.75,0.6; 0.875,0.7335; 1,1">
                                          <p:stCondLst>
                                            <p:cond delay="1324"/>
                                          </p:stCondLst>
                                        </p:cTn>
                                        <p:tgtEl>
                                          <p:spTgt spid="45"/>
                                        </p:tgtEl>
                                        <p:attrNameLst>
                                          <p:attrName>ppt_y</p:attrName>
                                        </p:attrNameLst>
                                      </p:cBhvr>
                                      <p:tavLst>
                                        <p:tav tm="0" fmla="#ppt_y-sin(pi*$)/27">
                                          <p:val>
                                            <p:fltVal val="0"/>
                                          </p:val>
                                        </p:tav>
                                        <p:tav tm="100000">
                                          <p:val>
                                            <p:fltVal val="1"/>
                                          </p:val>
                                        </p:tav>
                                      </p:tavLst>
                                    </p:anim>
                                    <p:anim calcmode="lin" valueType="num">
                                      <p:cBhvr>
                                        <p:cTn id="342" dur="164" tmFilter="0, 0; 0.125,0.2665; 0.25,0.4; 0.375,0.465; 0.5,0.5;  0.625,0.535; 0.75,0.6; 0.875,0.7335; 1,1">
                                          <p:stCondLst>
                                            <p:cond delay="1656"/>
                                          </p:stCondLst>
                                        </p:cTn>
                                        <p:tgtEl>
                                          <p:spTgt spid="45"/>
                                        </p:tgtEl>
                                        <p:attrNameLst>
                                          <p:attrName>ppt_y</p:attrName>
                                        </p:attrNameLst>
                                      </p:cBhvr>
                                      <p:tavLst>
                                        <p:tav tm="0" fmla="#ppt_y-sin(pi*$)/81">
                                          <p:val>
                                            <p:fltVal val="0"/>
                                          </p:val>
                                        </p:tav>
                                        <p:tav tm="100000">
                                          <p:val>
                                            <p:fltVal val="1"/>
                                          </p:val>
                                        </p:tav>
                                      </p:tavLst>
                                    </p:anim>
                                    <p:animScale>
                                      <p:cBhvr>
                                        <p:cTn id="343" dur="26">
                                          <p:stCondLst>
                                            <p:cond delay="650"/>
                                          </p:stCondLst>
                                        </p:cTn>
                                        <p:tgtEl>
                                          <p:spTgt spid="45"/>
                                        </p:tgtEl>
                                      </p:cBhvr>
                                      <p:to x="100000" y="60000"/>
                                    </p:animScale>
                                    <p:animScale>
                                      <p:cBhvr>
                                        <p:cTn id="344" dur="166" decel="50000">
                                          <p:stCondLst>
                                            <p:cond delay="676"/>
                                          </p:stCondLst>
                                        </p:cTn>
                                        <p:tgtEl>
                                          <p:spTgt spid="45"/>
                                        </p:tgtEl>
                                      </p:cBhvr>
                                      <p:to x="100000" y="100000"/>
                                    </p:animScale>
                                    <p:animScale>
                                      <p:cBhvr>
                                        <p:cTn id="345" dur="26">
                                          <p:stCondLst>
                                            <p:cond delay="1312"/>
                                          </p:stCondLst>
                                        </p:cTn>
                                        <p:tgtEl>
                                          <p:spTgt spid="45"/>
                                        </p:tgtEl>
                                      </p:cBhvr>
                                      <p:to x="100000" y="80000"/>
                                    </p:animScale>
                                    <p:animScale>
                                      <p:cBhvr>
                                        <p:cTn id="346" dur="166" decel="50000">
                                          <p:stCondLst>
                                            <p:cond delay="1338"/>
                                          </p:stCondLst>
                                        </p:cTn>
                                        <p:tgtEl>
                                          <p:spTgt spid="45"/>
                                        </p:tgtEl>
                                      </p:cBhvr>
                                      <p:to x="100000" y="100000"/>
                                    </p:animScale>
                                    <p:animScale>
                                      <p:cBhvr>
                                        <p:cTn id="347" dur="26">
                                          <p:stCondLst>
                                            <p:cond delay="1642"/>
                                          </p:stCondLst>
                                        </p:cTn>
                                        <p:tgtEl>
                                          <p:spTgt spid="45"/>
                                        </p:tgtEl>
                                      </p:cBhvr>
                                      <p:to x="100000" y="90000"/>
                                    </p:animScale>
                                    <p:animScale>
                                      <p:cBhvr>
                                        <p:cTn id="348" dur="166" decel="50000">
                                          <p:stCondLst>
                                            <p:cond delay="1668"/>
                                          </p:stCondLst>
                                        </p:cTn>
                                        <p:tgtEl>
                                          <p:spTgt spid="45"/>
                                        </p:tgtEl>
                                      </p:cBhvr>
                                      <p:to x="100000" y="100000"/>
                                    </p:animScale>
                                    <p:animScale>
                                      <p:cBhvr>
                                        <p:cTn id="349" dur="26">
                                          <p:stCondLst>
                                            <p:cond delay="1808"/>
                                          </p:stCondLst>
                                        </p:cTn>
                                        <p:tgtEl>
                                          <p:spTgt spid="45"/>
                                        </p:tgtEl>
                                      </p:cBhvr>
                                      <p:to x="100000" y="95000"/>
                                    </p:animScale>
                                    <p:animScale>
                                      <p:cBhvr>
                                        <p:cTn id="350" dur="166" decel="50000">
                                          <p:stCondLst>
                                            <p:cond delay="1834"/>
                                          </p:stCondLst>
                                        </p:cTn>
                                        <p:tgtEl>
                                          <p:spTgt spid="45"/>
                                        </p:tgtEl>
                                      </p:cBhvr>
                                      <p:to x="100000" y="100000"/>
                                    </p:animScale>
                                  </p:childTnLst>
                                </p:cTn>
                              </p:par>
                              <p:par>
                                <p:cTn id="351" presetID="26" presetClass="entr" presetSubtype="0" fill="hold" grpId="0" nodeType="withEffect">
                                  <p:stCondLst>
                                    <p:cond delay="0"/>
                                  </p:stCondLst>
                                  <p:childTnLst>
                                    <p:set>
                                      <p:cBhvr>
                                        <p:cTn id="352" dur="1" fill="hold">
                                          <p:stCondLst>
                                            <p:cond delay="0"/>
                                          </p:stCondLst>
                                        </p:cTn>
                                        <p:tgtEl>
                                          <p:spTgt spid="29"/>
                                        </p:tgtEl>
                                        <p:attrNameLst>
                                          <p:attrName>style.visibility</p:attrName>
                                        </p:attrNameLst>
                                      </p:cBhvr>
                                      <p:to>
                                        <p:strVal val="visible"/>
                                      </p:to>
                                    </p:set>
                                    <p:animEffect transition="in" filter="wipe(down)">
                                      <p:cBhvr>
                                        <p:cTn id="353" dur="580">
                                          <p:stCondLst>
                                            <p:cond delay="0"/>
                                          </p:stCondLst>
                                        </p:cTn>
                                        <p:tgtEl>
                                          <p:spTgt spid="29"/>
                                        </p:tgtEl>
                                      </p:cBhvr>
                                    </p:animEffect>
                                    <p:anim calcmode="lin" valueType="num">
                                      <p:cBhvr>
                                        <p:cTn id="354" dur="1822" tmFilter="0,0; 0.14,0.36; 0.43,0.73; 0.71,0.91; 1.0,1.0">
                                          <p:stCondLst>
                                            <p:cond delay="0"/>
                                          </p:stCondLst>
                                        </p:cTn>
                                        <p:tgtEl>
                                          <p:spTgt spid="29"/>
                                        </p:tgtEl>
                                        <p:attrNameLst>
                                          <p:attrName>ppt_x</p:attrName>
                                        </p:attrNameLst>
                                      </p:cBhvr>
                                      <p:tavLst>
                                        <p:tav tm="0">
                                          <p:val>
                                            <p:strVal val="#ppt_x-0.25"/>
                                          </p:val>
                                        </p:tav>
                                        <p:tav tm="100000">
                                          <p:val>
                                            <p:strVal val="#ppt_x"/>
                                          </p:val>
                                        </p:tav>
                                      </p:tavLst>
                                    </p:anim>
                                    <p:anim calcmode="lin" valueType="num">
                                      <p:cBhvr>
                                        <p:cTn id="355" dur="664" tmFilter="0.0,0.0; 0.25,0.07; 0.50,0.2; 0.75,0.467; 1.0,1.0">
                                          <p:stCondLst>
                                            <p:cond delay="0"/>
                                          </p:stCondLst>
                                        </p:cTn>
                                        <p:tgtEl>
                                          <p:spTgt spid="29"/>
                                        </p:tgtEl>
                                        <p:attrNameLst>
                                          <p:attrName>ppt_y</p:attrName>
                                        </p:attrNameLst>
                                      </p:cBhvr>
                                      <p:tavLst>
                                        <p:tav tm="0" fmla="#ppt_y-sin(pi*$)/3">
                                          <p:val>
                                            <p:fltVal val="0.5"/>
                                          </p:val>
                                        </p:tav>
                                        <p:tav tm="100000">
                                          <p:val>
                                            <p:fltVal val="1"/>
                                          </p:val>
                                        </p:tav>
                                      </p:tavLst>
                                    </p:anim>
                                    <p:anim calcmode="lin" valueType="num">
                                      <p:cBhvr>
                                        <p:cTn id="356" dur="664" tmFilter="0, 0; 0.125,0.2665; 0.25,0.4; 0.375,0.465; 0.5,0.5;  0.625,0.535; 0.75,0.6; 0.875,0.7335; 1,1">
                                          <p:stCondLst>
                                            <p:cond delay="664"/>
                                          </p:stCondLst>
                                        </p:cTn>
                                        <p:tgtEl>
                                          <p:spTgt spid="29"/>
                                        </p:tgtEl>
                                        <p:attrNameLst>
                                          <p:attrName>ppt_y</p:attrName>
                                        </p:attrNameLst>
                                      </p:cBhvr>
                                      <p:tavLst>
                                        <p:tav tm="0" fmla="#ppt_y-sin(pi*$)/9">
                                          <p:val>
                                            <p:fltVal val="0"/>
                                          </p:val>
                                        </p:tav>
                                        <p:tav tm="100000">
                                          <p:val>
                                            <p:fltVal val="1"/>
                                          </p:val>
                                        </p:tav>
                                      </p:tavLst>
                                    </p:anim>
                                    <p:anim calcmode="lin" valueType="num">
                                      <p:cBhvr>
                                        <p:cTn id="357" dur="332" tmFilter="0, 0; 0.125,0.2665; 0.25,0.4; 0.375,0.465; 0.5,0.5;  0.625,0.535; 0.75,0.6; 0.875,0.7335; 1,1">
                                          <p:stCondLst>
                                            <p:cond delay="1324"/>
                                          </p:stCondLst>
                                        </p:cTn>
                                        <p:tgtEl>
                                          <p:spTgt spid="29"/>
                                        </p:tgtEl>
                                        <p:attrNameLst>
                                          <p:attrName>ppt_y</p:attrName>
                                        </p:attrNameLst>
                                      </p:cBhvr>
                                      <p:tavLst>
                                        <p:tav tm="0" fmla="#ppt_y-sin(pi*$)/27">
                                          <p:val>
                                            <p:fltVal val="0"/>
                                          </p:val>
                                        </p:tav>
                                        <p:tav tm="100000">
                                          <p:val>
                                            <p:fltVal val="1"/>
                                          </p:val>
                                        </p:tav>
                                      </p:tavLst>
                                    </p:anim>
                                    <p:anim calcmode="lin" valueType="num">
                                      <p:cBhvr>
                                        <p:cTn id="358" dur="164" tmFilter="0, 0; 0.125,0.2665; 0.25,0.4; 0.375,0.465; 0.5,0.5;  0.625,0.535; 0.75,0.6; 0.875,0.7335; 1,1">
                                          <p:stCondLst>
                                            <p:cond delay="1656"/>
                                          </p:stCondLst>
                                        </p:cTn>
                                        <p:tgtEl>
                                          <p:spTgt spid="29"/>
                                        </p:tgtEl>
                                        <p:attrNameLst>
                                          <p:attrName>ppt_y</p:attrName>
                                        </p:attrNameLst>
                                      </p:cBhvr>
                                      <p:tavLst>
                                        <p:tav tm="0" fmla="#ppt_y-sin(pi*$)/81">
                                          <p:val>
                                            <p:fltVal val="0"/>
                                          </p:val>
                                        </p:tav>
                                        <p:tav tm="100000">
                                          <p:val>
                                            <p:fltVal val="1"/>
                                          </p:val>
                                        </p:tav>
                                      </p:tavLst>
                                    </p:anim>
                                    <p:animScale>
                                      <p:cBhvr>
                                        <p:cTn id="359" dur="26">
                                          <p:stCondLst>
                                            <p:cond delay="650"/>
                                          </p:stCondLst>
                                        </p:cTn>
                                        <p:tgtEl>
                                          <p:spTgt spid="29"/>
                                        </p:tgtEl>
                                      </p:cBhvr>
                                      <p:to x="100000" y="60000"/>
                                    </p:animScale>
                                    <p:animScale>
                                      <p:cBhvr>
                                        <p:cTn id="360" dur="166" decel="50000">
                                          <p:stCondLst>
                                            <p:cond delay="676"/>
                                          </p:stCondLst>
                                        </p:cTn>
                                        <p:tgtEl>
                                          <p:spTgt spid="29"/>
                                        </p:tgtEl>
                                      </p:cBhvr>
                                      <p:to x="100000" y="100000"/>
                                    </p:animScale>
                                    <p:animScale>
                                      <p:cBhvr>
                                        <p:cTn id="361" dur="26">
                                          <p:stCondLst>
                                            <p:cond delay="1312"/>
                                          </p:stCondLst>
                                        </p:cTn>
                                        <p:tgtEl>
                                          <p:spTgt spid="29"/>
                                        </p:tgtEl>
                                      </p:cBhvr>
                                      <p:to x="100000" y="80000"/>
                                    </p:animScale>
                                    <p:animScale>
                                      <p:cBhvr>
                                        <p:cTn id="362" dur="166" decel="50000">
                                          <p:stCondLst>
                                            <p:cond delay="1338"/>
                                          </p:stCondLst>
                                        </p:cTn>
                                        <p:tgtEl>
                                          <p:spTgt spid="29"/>
                                        </p:tgtEl>
                                      </p:cBhvr>
                                      <p:to x="100000" y="100000"/>
                                    </p:animScale>
                                    <p:animScale>
                                      <p:cBhvr>
                                        <p:cTn id="363" dur="26">
                                          <p:stCondLst>
                                            <p:cond delay="1642"/>
                                          </p:stCondLst>
                                        </p:cTn>
                                        <p:tgtEl>
                                          <p:spTgt spid="29"/>
                                        </p:tgtEl>
                                      </p:cBhvr>
                                      <p:to x="100000" y="90000"/>
                                    </p:animScale>
                                    <p:animScale>
                                      <p:cBhvr>
                                        <p:cTn id="364" dur="166" decel="50000">
                                          <p:stCondLst>
                                            <p:cond delay="1668"/>
                                          </p:stCondLst>
                                        </p:cTn>
                                        <p:tgtEl>
                                          <p:spTgt spid="29"/>
                                        </p:tgtEl>
                                      </p:cBhvr>
                                      <p:to x="100000" y="100000"/>
                                    </p:animScale>
                                    <p:animScale>
                                      <p:cBhvr>
                                        <p:cTn id="365" dur="26">
                                          <p:stCondLst>
                                            <p:cond delay="1808"/>
                                          </p:stCondLst>
                                        </p:cTn>
                                        <p:tgtEl>
                                          <p:spTgt spid="29"/>
                                        </p:tgtEl>
                                      </p:cBhvr>
                                      <p:to x="100000" y="95000"/>
                                    </p:animScale>
                                    <p:animScale>
                                      <p:cBhvr>
                                        <p:cTn id="366" dur="166" decel="50000">
                                          <p:stCondLst>
                                            <p:cond delay="1834"/>
                                          </p:stCondLst>
                                        </p:cTn>
                                        <p:tgtEl>
                                          <p:spTgt spid="29"/>
                                        </p:tgtEl>
                                      </p:cBhvr>
                                      <p:to x="100000" y="100000"/>
                                    </p:animScale>
                                  </p:childTnLst>
                                </p:cTn>
                              </p:par>
                            </p:childTnLst>
                          </p:cTn>
                        </p:par>
                      </p:childTnLst>
                    </p:cTn>
                  </p:par>
                  <p:par>
                    <p:cTn id="367" fill="hold">
                      <p:stCondLst>
                        <p:cond delay="indefinite"/>
                      </p:stCondLst>
                      <p:childTnLst>
                        <p:par>
                          <p:cTn id="368" fill="hold">
                            <p:stCondLst>
                              <p:cond delay="0"/>
                            </p:stCondLst>
                            <p:childTnLst>
                              <p:par>
                                <p:cTn id="369" presetID="26" presetClass="entr" presetSubtype="0" fill="hold" grpId="0" nodeType="clickEffect">
                                  <p:stCondLst>
                                    <p:cond delay="0"/>
                                  </p:stCondLst>
                                  <p:childTnLst>
                                    <p:set>
                                      <p:cBhvr>
                                        <p:cTn id="370" dur="1" fill="hold">
                                          <p:stCondLst>
                                            <p:cond delay="0"/>
                                          </p:stCondLst>
                                        </p:cTn>
                                        <p:tgtEl>
                                          <p:spTgt spid="28"/>
                                        </p:tgtEl>
                                        <p:attrNameLst>
                                          <p:attrName>style.visibility</p:attrName>
                                        </p:attrNameLst>
                                      </p:cBhvr>
                                      <p:to>
                                        <p:strVal val="visible"/>
                                      </p:to>
                                    </p:set>
                                    <p:animEffect transition="in" filter="wipe(down)">
                                      <p:cBhvr>
                                        <p:cTn id="371" dur="580">
                                          <p:stCondLst>
                                            <p:cond delay="0"/>
                                          </p:stCondLst>
                                        </p:cTn>
                                        <p:tgtEl>
                                          <p:spTgt spid="28"/>
                                        </p:tgtEl>
                                      </p:cBhvr>
                                    </p:animEffect>
                                    <p:anim calcmode="lin" valueType="num">
                                      <p:cBhvr>
                                        <p:cTn id="372" dur="1822" tmFilter="0,0; 0.14,0.36; 0.43,0.73; 0.71,0.91; 1.0,1.0">
                                          <p:stCondLst>
                                            <p:cond delay="0"/>
                                          </p:stCondLst>
                                        </p:cTn>
                                        <p:tgtEl>
                                          <p:spTgt spid="28"/>
                                        </p:tgtEl>
                                        <p:attrNameLst>
                                          <p:attrName>ppt_x</p:attrName>
                                        </p:attrNameLst>
                                      </p:cBhvr>
                                      <p:tavLst>
                                        <p:tav tm="0">
                                          <p:val>
                                            <p:strVal val="#ppt_x-0.25"/>
                                          </p:val>
                                        </p:tav>
                                        <p:tav tm="100000">
                                          <p:val>
                                            <p:strVal val="#ppt_x"/>
                                          </p:val>
                                        </p:tav>
                                      </p:tavLst>
                                    </p:anim>
                                    <p:anim calcmode="lin" valueType="num">
                                      <p:cBhvr>
                                        <p:cTn id="373" dur="664" tmFilter="0.0,0.0; 0.25,0.07; 0.50,0.2; 0.75,0.467; 1.0,1.0">
                                          <p:stCondLst>
                                            <p:cond delay="0"/>
                                          </p:stCondLst>
                                        </p:cTn>
                                        <p:tgtEl>
                                          <p:spTgt spid="28"/>
                                        </p:tgtEl>
                                        <p:attrNameLst>
                                          <p:attrName>ppt_y</p:attrName>
                                        </p:attrNameLst>
                                      </p:cBhvr>
                                      <p:tavLst>
                                        <p:tav tm="0" fmla="#ppt_y-sin(pi*$)/3">
                                          <p:val>
                                            <p:fltVal val="0.5"/>
                                          </p:val>
                                        </p:tav>
                                        <p:tav tm="100000">
                                          <p:val>
                                            <p:fltVal val="1"/>
                                          </p:val>
                                        </p:tav>
                                      </p:tavLst>
                                    </p:anim>
                                    <p:anim calcmode="lin" valueType="num">
                                      <p:cBhvr>
                                        <p:cTn id="374" dur="664" tmFilter="0, 0; 0.125,0.2665; 0.25,0.4; 0.375,0.465; 0.5,0.5;  0.625,0.535; 0.75,0.6; 0.875,0.7335; 1,1">
                                          <p:stCondLst>
                                            <p:cond delay="664"/>
                                          </p:stCondLst>
                                        </p:cTn>
                                        <p:tgtEl>
                                          <p:spTgt spid="28"/>
                                        </p:tgtEl>
                                        <p:attrNameLst>
                                          <p:attrName>ppt_y</p:attrName>
                                        </p:attrNameLst>
                                      </p:cBhvr>
                                      <p:tavLst>
                                        <p:tav tm="0" fmla="#ppt_y-sin(pi*$)/9">
                                          <p:val>
                                            <p:fltVal val="0"/>
                                          </p:val>
                                        </p:tav>
                                        <p:tav tm="100000">
                                          <p:val>
                                            <p:fltVal val="1"/>
                                          </p:val>
                                        </p:tav>
                                      </p:tavLst>
                                    </p:anim>
                                    <p:anim calcmode="lin" valueType="num">
                                      <p:cBhvr>
                                        <p:cTn id="375" dur="332" tmFilter="0, 0; 0.125,0.2665; 0.25,0.4; 0.375,0.465; 0.5,0.5;  0.625,0.535; 0.75,0.6; 0.875,0.7335; 1,1">
                                          <p:stCondLst>
                                            <p:cond delay="1324"/>
                                          </p:stCondLst>
                                        </p:cTn>
                                        <p:tgtEl>
                                          <p:spTgt spid="28"/>
                                        </p:tgtEl>
                                        <p:attrNameLst>
                                          <p:attrName>ppt_y</p:attrName>
                                        </p:attrNameLst>
                                      </p:cBhvr>
                                      <p:tavLst>
                                        <p:tav tm="0" fmla="#ppt_y-sin(pi*$)/27">
                                          <p:val>
                                            <p:fltVal val="0"/>
                                          </p:val>
                                        </p:tav>
                                        <p:tav tm="100000">
                                          <p:val>
                                            <p:fltVal val="1"/>
                                          </p:val>
                                        </p:tav>
                                      </p:tavLst>
                                    </p:anim>
                                    <p:anim calcmode="lin" valueType="num">
                                      <p:cBhvr>
                                        <p:cTn id="376" dur="164" tmFilter="0, 0; 0.125,0.2665; 0.25,0.4; 0.375,0.465; 0.5,0.5;  0.625,0.535; 0.75,0.6; 0.875,0.7335; 1,1">
                                          <p:stCondLst>
                                            <p:cond delay="1656"/>
                                          </p:stCondLst>
                                        </p:cTn>
                                        <p:tgtEl>
                                          <p:spTgt spid="28"/>
                                        </p:tgtEl>
                                        <p:attrNameLst>
                                          <p:attrName>ppt_y</p:attrName>
                                        </p:attrNameLst>
                                      </p:cBhvr>
                                      <p:tavLst>
                                        <p:tav tm="0" fmla="#ppt_y-sin(pi*$)/81">
                                          <p:val>
                                            <p:fltVal val="0"/>
                                          </p:val>
                                        </p:tav>
                                        <p:tav tm="100000">
                                          <p:val>
                                            <p:fltVal val="1"/>
                                          </p:val>
                                        </p:tav>
                                      </p:tavLst>
                                    </p:anim>
                                    <p:animScale>
                                      <p:cBhvr>
                                        <p:cTn id="377" dur="26">
                                          <p:stCondLst>
                                            <p:cond delay="650"/>
                                          </p:stCondLst>
                                        </p:cTn>
                                        <p:tgtEl>
                                          <p:spTgt spid="28"/>
                                        </p:tgtEl>
                                      </p:cBhvr>
                                      <p:to x="100000" y="60000"/>
                                    </p:animScale>
                                    <p:animScale>
                                      <p:cBhvr>
                                        <p:cTn id="378" dur="166" decel="50000">
                                          <p:stCondLst>
                                            <p:cond delay="676"/>
                                          </p:stCondLst>
                                        </p:cTn>
                                        <p:tgtEl>
                                          <p:spTgt spid="28"/>
                                        </p:tgtEl>
                                      </p:cBhvr>
                                      <p:to x="100000" y="100000"/>
                                    </p:animScale>
                                    <p:animScale>
                                      <p:cBhvr>
                                        <p:cTn id="379" dur="26">
                                          <p:stCondLst>
                                            <p:cond delay="1312"/>
                                          </p:stCondLst>
                                        </p:cTn>
                                        <p:tgtEl>
                                          <p:spTgt spid="28"/>
                                        </p:tgtEl>
                                      </p:cBhvr>
                                      <p:to x="100000" y="80000"/>
                                    </p:animScale>
                                    <p:animScale>
                                      <p:cBhvr>
                                        <p:cTn id="380" dur="166" decel="50000">
                                          <p:stCondLst>
                                            <p:cond delay="1338"/>
                                          </p:stCondLst>
                                        </p:cTn>
                                        <p:tgtEl>
                                          <p:spTgt spid="28"/>
                                        </p:tgtEl>
                                      </p:cBhvr>
                                      <p:to x="100000" y="100000"/>
                                    </p:animScale>
                                    <p:animScale>
                                      <p:cBhvr>
                                        <p:cTn id="381" dur="26">
                                          <p:stCondLst>
                                            <p:cond delay="1642"/>
                                          </p:stCondLst>
                                        </p:cTn>
                                        <p:tgtEl>
                                          <p:spTgt spid="28"/>
                                        </p:tgtEl>
                                      </p:cBhvr>
                                      <p:to x="100000" y="90000"/>
                                    </p:animScale>
                                    <p:animScale>
                                      <p:cBhvr>
                                        <p:cTn id="382" dur="166" decel="50000">
                                          <p:stCondLst>
                                            <p:cond delay="1668"/>
                                          </p:stCondLst>
                                        </p:cTn>
                                        <p:tgtEl>
                                          <p:spTgt spid="28"/>
                                        </p:tgtEl>
                                      </p:cBhvr>
                                      <p:to x="100000" y="100000"/>
                                    </p:animScale>
                                    <p:animScale>
                                      <p:cBhvr>
                                        <p:cTn id="383" dur="26">
                                          <p:stCondLst>
                                            <p:cond delay="1808"/>
                                          </p:stCondLst>
                                        </p:cTn>
                                        <p:tgtEl>
                                          <p:spTgt spid="28"/>
                                        </p:tgtEl>
                                      </p:cBhvr>
                                      <p:to x="100000" y="95000"/>
                                    </p:animScale>
                                    <p:animScale>
                                      <p:cBhvr>
                                        <p:cTn id="384" dur="166" decel="50000">
                                          <p:stCondLst>
                                            <p:cond delay="1834"/>
                                          </p:stCondLst>
                                        </p:cTn>
                                        <p:tgtEl>
                                          <p:spTgt spid="28"/>
                                        </p:tgtEl>
                                      </p:cBhvr>
                                      <p:to x="100000" y="100000"/>
                                    </p:animScale>
                                  </p:childTnLst>
                                </p:cTn>
                              </p:par>
                            </p:childTnLst>
                          </p:cTn>
                        </p:par>
                      </p:childTnLst>
                    </p:cTn>
                  </p:par>
                  <p:par>
                    <p:cTn id="385" fill="hold">
                      <p:stCondLst>
                        <p:cond delay="indefinite"/>
                      </p:stCondLst>
                      <p:childTnLst>
                        <p:par>
                          <p:cTn id="386" fill="hold">
                            <p:stCondLst>
                              <p:cond delay="0"/>
                            </p:stCondLst>
                            <p:childTnLst>
                              <p:par>
                                <p:cTn id="387" presetID="26" presetClass="entr" presetSubtype="0" fill="hold" grpId="0" nodeType="clickEffect">
                                  <p:stCondLst>
                                    <p:cond delay="0"/>
                                  </p:stCondLst>
                                  <p:childTnLst>
                                    <p:set>
                                      <p:cBhvr>
                                        <p:cTn id="388" dur="1" fill="hold">
                                          <p:stCondLst>
                                            <p:cond delay="0"/>
                                          </p:stCondLst>
                                        </p:cTn>
                                        <p:tgtEl>
                                          <p:spTgt spid="5"/>
                                        </p:tgtEl>
                                        <p:attrNameLst>
                                          <p:attrName>style.visibility</p:attrName>
                                        </p:attrNameLst>
                                      </p:cBhvr>
                                      <p:to>
                                        <p:strVal val="visible"/>
                                      </p:to>
                                    </p:set>
                                    <p:animEffect transition="in" filter="wipe(down)">
                                      <p:cBhvr>
                                        <p:cTn id="389" dur="580">
                                          <p:stCondLst>
                                            <p:cond delay="0"/>
                                          </p:stCondLst>
                                        </p:cTn>
                                        <p:tgtEl>
                                          <p:spTgt spid="5"/>
                                        </p:tgtEl>
                                      </p:cBhvr>
                                    </p:animEffect>
                                    <p:anim calcmode="lin" valueType="num">
                                      <p:cBhvr>
                                        <p:cTn id="390"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391"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392"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393"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394"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395" dur="26">
                                          <p:stCondLst>
                                            <p:cond delay="650"/>
                                          </p:stCondLst>
                                        </p:cTn>
                                        <p:tgtEl>
                                          <p:spTgt spid="5"/>
                                        </p:tgtEl>
                                      </p:cBhvr>
                                      <p:to x="100000" y="60000"/>
                                    </p:animScale>
                                    <p:animScale>
                                      <p:cBhvr>
                                        <p:cTn id="396" dur="166" decel="50000">
                                          <p:stCondLst>
                                            <p:cond delay="676"/>
                                          </p:stCondLst>
                                        </p:cTn>
                                        <p:tgtEl>
                                          <p:spTgt spid="5"/>
                                        </p:tgtEl>
                                      </p:cBhvr>
                                      <p:to x="100000" y="100000"/>
                                    </p:animScale>
                                    <p:animScale>
                                      <p:cBhvr>
                                        <p:cTn id="397" dur="26">
                                          <p:stCondLst>
                                            <p:cond delay="1312"/>
                                          </p:stCondLst>
                                        </p:cTn>
                                        <p:tgtEl>
                                          <p:spTgt spid="5"/>
                                        </p:tgtEl>
                                      </p:cBhvr>
                                      <p:to x="100000" y="80000"/>
                                    </p:animScale>
                                    <p:animScale>
                                      <p:cBhvr>
                                        <p:cTn id="398" dur="166" decel="50000">
                                          <p:stCondLst>
                                            <p:cond delay="1338"/>
                                          </p:stCondLst>
                                        </p:cTn>
                                        <p:tgtEl>
                                          <p:spTgt spid="5"/>
                                        </p:tgtEl>
                                      </p:cBhvr>
                                      <p:to x="100000" y="100000"/>
                                    </p:animScale>
                                    <p:animScale>
                                      <p:cBhvr>
                                        <p:cTn id="399" dur="26">
                                          <p:stCondLst>
                                            <p:cond delay="1642"/>
                                          </p:stCondLst>
                                        </p:cTn>
                                        <p:tgtEl>
                                          <p:spTgt spid="5"/>
                                        </p:tgtEl>
                                      </p:cBhvr>
                                      <p:to x="100000" y="90000"/>
                                    </p:animScale>
                                    <p:animScale>
                                      <p:cBhvr>
                                        <p:cTn id="400" dur="166" decel="50000">
                                          <p:stCondLst>
                                            <p:cond delay="1668"/>
                                          </p:stCondLst>
                                        </p:cTn>
                                        <p:tgtEl>
                                          <p:spTgt spid="5"/>
                                        </p:tgtEl>
                                      </p:cBhvr>
                                      <p:to x="100000" y="100000"/>
                                    </p:animScale>
                                    <p:animScale>
                                      <p:cBhvr>
                                        <p:cTn id="401" dur="26">
                                          <p:stCondLst>
                                            <p:cond delay="1808"/>
                                          </p:stCondLst>
                                        </p:cTn>
                                        <p:tgtEl>
                                          <p:spTgt spid="5"/>
                                        </p:tgtEl>
                                      </p:cBhvr>
                                      <p:to x="100000" y="95000"/>
                                    </p:animScale>
                                    <p:animScale>
                                      <p:cBhvr>
                                        <p:cTn id="402" dur="166" decel="50000">
                                          <p:stCondLst>
                                            <p:cond delay="1834"/>
                                          </p:stCondLst>
                                        </p:cTn>
                                        <p:tgtEl>
                                          <p:spTgt spid="5"/>
                                        </p:tgtEl>
                                      </p:cBhvr>
                                      <p:to x="100000" y="100000"/>
                                    </p:animScale>
                                  </p:childTnLst>
                                </p:cTn>
                              </p:par>
                              <p:par>
                                <p:cTn id="403" presetID="26" presetClass="entr" presetSubtype="0" fill="hold" grpId="0" nodeType="withEffect">
                                  <p:stCondLst>
                                    <p:cond delay="0"/>
                                  </p:stCondLst>
                                  <p:childTnLst>
                                    <p:set>
                                      <p:cBhvr>
                                        <p:cTn id="404" dur="1" fill="hold">
                                          <p:stCondLst>
                                            <p:cond delay="0"/>
                                          </p:stCondLst>
                                        </p:cTn>
                                        <p:tgtEl>
                                          <p:spTgt spid="43"/>
                                        </p:tgtEl>
                                        <p:attrNameLst>
                                          <p:attrName>style.visibility</p:attrName>
                                        </p:attrNameLst>
                                      </p:cBhvr>
                                      <p:to>
                                        <p:strVal val="visible"/>
                                      </p:to>
                                    </p:set>
                                    <p:animEffect transition="in" filter="wipe(down)">
                                      <p:cBhvr>
                                        <p:cTn id="405" dur="580">
                                          <p:stCondLst>
                                            <p:cond delay="0"/>
                                          </p:stCondLst>
                                        </p:cTn>
                                        <p:tgtEl>
                                          <p:spTgt spid="43"/>
                                        </p:tgtEl>
                                      </p:cBhvr>
                                    </p:animEffect>
                                    <p:anim calcmode="lin" valueType="num">
                                      <p:cBhvr>
                                        <p:cTn id="406" dur="1822" tmFilter="0,0; 0.14,0.36; 0.43,0.73; 0.71,0.91; 1.0,1.0">
                                          <p:stCondLst>
                                            <p:cond delay="0"/>
                                          </p:stCondLst>
                                        </p:cTn>
                                        <p:tgtEl>
                                          <p:spTgt spid="43"/>
                                        </p:tgtEl>
                                        <p:attrNameLst>
                                          <p:attrName>ppt_x</p:attrName>
                                        </p:attrNameLst>
                                      </p:cBhvr>
                                      <p:tavLst>
                                        <p:tav tm="0">
                                          <p:val>
                                            <p:strVal val="#ppt_x-0.25"/>
                                          </p:val>
                                        </p:tav>
                                        <p:tav tm="100000">
                                          <p:val>
                                            <p:strVal val="#ppt_x"/>
                                          </p:val>
                                        </p:tav>
                                      </p:tavLst>
                                    </p:anim>
                                    <p:anim calcmode="lin" valueType="num">
                                      <p:cBhvr>
                                        <p:cTn id="407" dur="664" tmFilter="0.0,0.0; 0.25,0.07; 0.50,0.2; 0.75,0.467; 1.0,1.0">
                                          <p:stCondLst>
                                            <p:cond delay="0"/>
                                          </p:stCondLst>
                                        </p:cTn>
                                        <p:tgtEl>
                                          <p:spTgt spid="43"/>
                                        </p:tgtEl>
                                        <p:attrNameLst>
                                          <p:attrName>ppt_y</p:attrName>
                                        </p:attrNameLst>
                                      </p:cBhvr>
                                      <p:tavLst>
                                        <p:tav tm="0" fmla="#ppt_y-sin(pi*$)/3">
                                          <p:val>
                                            <p:fltVal val="0.5"/>
                                          </p:val>
                                        </p:tav>
                                        <p:tav tm="100000">
                                          <p:val>
                                            <p:fltVal val="1"/>
                                          </p:val>
                                        </p:tav>
                                      </p:tavLst>
                                    </p:anim>
                                    <p:anim calcmode="lin" valueType="num">
                                      <p:cBhvr>
                                        <p:cTn id="408" dur="664" tmFilter="0, 0; 0.125,0.2665; 0.25,0.4; 0.375,0.465; 0.5,0.5;  0.625,0.535; 0.75,0.6; 0.875,0.7335; 1,1">
                                          <p:stCondLst>
                                            <p:cond delay="664"/>
                                          </p:stCondLst>
                                        </p:cTn>
                                        <p:tgtEl>
                                          <p:spTgt spid="43"/>
                                        </p:tgtEl>
                                        <p:attrNameLst>
                                          <p:attrName>ppt_y</p:attrName>
                                        </p:attrNameLst>
                                      </p:cBhvr>
                                      <p:tavLst>
                                        <p:tav tm="0" fmla="#ppt_y-sin(pi*$)/9">
                                          <p:val>
                                            <p:fltVal val="0"/>
                                          </p:val>
                                        </p:tav>
                                        <p:tav tm="100000">
                                          <p:val>
                                            <p:fltVal val="1"/>
                                          </p:val>
                                        </p:tav>
                                      </p:tavLst>
                                    </p:anim>
                                    <p:anim calcmode="lin" valueType="num">
                                      <p:cBhvr>
                                        <p:cTn id="409" dur="332" tmFilter="0, 0; 0.125,0.2665; 0.25,0.4; 0.375,0.465; 0.5,0.5;  0.625,0.535; 0.75,0.6; 0.875,0.7335; 1,1">
                                          <p:stCondLst>
                                            <p:cond delay="1324"/>
                                          </p:stCondLst>
                                        </p:cTn>
                                        <p:tgtEl>
                                          <p:spTgt spid="43"/>
                                        </p:tgtEl>
                                        <p:attrNameLst>
                                          <p:attrName>ppt_y</p:attrName>
                                        </p:attrNameLst>
                                      </p:cBhvr>
                                      <p:tavLst>
                                        <p:tav tm="0" fmla="#ppt_y-sin(pi*$)/27">
                                          <p:val>
                                            <p:fltVal val="0"/>
                                          </p:val>
                                        </p:tav>
                                        <p:tav tm="100000">
                                          <p:val>
                                            <p:fltVal val="1"/>
                                          </p:val>
                                        </p:tav>
                                      </p:tavLst>
                                    </p:anim>
                                    <p:anim calcmode="lin" valueType="num">
                                      <p:cBhvr>
                                        <p:cTn id="410" dur="164" tmFilter="0, 0; 0.125,0.2665; 0.25,0.4; 0.375,0.465; 0.5,0.5;  0.625,0.535; 0.75,0.6; 0.875,0.7335; 1,1">
                                          <p:stCondLst>
                                            <p:cond delay="1656"/>
                                          </p:stCondLst>
                                        </p:cTn>
                                        <p:tgtEl>
                                          <p:spTgt spid="43"/>
                                        </p:tgtEl>
                                        <p:attrNameLst>
                                          <p:attrName>ppt_y</p:attrName>
                                        </p:attrNameLst>
                                      </p:cBhvr>
                                      <p:tavLst>
                                        <p:tav tm="0" fmla="#ppt_y-sin(pi*$)/81">
                                          <p:val>
                                            <p:fltVal val="0"/>
                                          </p:val>
                                        </p:tav>
                                        <p:tav tm="100000">
                                          <p:val>
                                            <p:fltVal val="1"/>
                                          </p:val>
                                        </p:tav>
                                      </p:tavLst>
                                    </p:anim>
                                    <p:animScale>
                                      <p:cBhvr>
                                        <p:cTn id="411" dur="26">
                                          <p:stCondLst>
                                            <p:cond delay="650"/>
                                          </p:stCondLst>
                                        </p:cTn>
                                        <p:tgtEl>
                                          <p:spTgt spid="43"/>
                                        </p:tgtEl>
                                      </p:cBhvr>
                                      <p:to x="100000" y="60000"/>
                                    </p:animScale>
                                    <p:animScale>
                                      <p:cBhvr>
                                        <p:cTn id="412" dur="166" decel="50000">
                                          <p:stCondLst>
                                            <p:cond delay="676"/>
                                          </p:stCondLst>
                                        </p:cTn>
                                        <p:tgtEl>
                                          <p:spTgt spid="43"/>
                                        </p:tgtEl>
                                      </p:cBhvr>
                                      <p:to x="100000" y="100000"/>
                                    </p:animScale>
                                    <p:animScale>
                                      <p:cBhvr>
                                        <p:cTn id="413" dur="26">
                                          <p:stCondLst>
                                            <p:cond delay="1312"/>
                                          </p:stCondLst>
                                        </p:cTn>
                                        <p:tgtEl>
                                          <p:spTgt spid="43"/>
                                        </p:tgtEl>
                                      </p:cBhvr>
                                      <p:to x="100000" y="80000"/>
                                    </p:animScale>
                                    <p:animScale>
                                      <p:cBhvr>
                                        <p:cTn id="414" dur="166" decel="50000">
                                          <p:stCondLst>
                                            <p:cond delay="1338"/>
                                          </p:stCondLst>
                                        </p:cTn>
                                        <p:tgtEl>
                                          <p:spTgt spid="43"/>
                                        </p:tgtEl>
                                      </p:cBhvr>
                                      <p:to x="100000" y="100000"/>
                                    </p:animScale>
                                    <p:animScale>
                                      <p:cBhvr>
                                        <p:cTn id="415" dur="26">
                                          <p:stCondLst>
                                            <p:cond delay="1642"/>
                                          </p:stCondLst>
                                        </p:cTn>
                                        <p:tgtEl>
                                          <p:spTgt spid="43"/>
                                        </p:tgtEl>
                                      </p:cBhvr>
                                      <p:to x="100000" y="90000"/>
                                    </p:animScale>
                                    <p:animScale>
                                      <p:cBhvr>
                                        <p:cTn id="416" dur="166" decel="50000">
                                          <p:stCondLst>
                                            <p:cond delay="1668"/>
                                          </p:stCondLst>
                                        </p:cTn>
                                        <p:tgtEl>
                                          <p:spTgt spid="43"/>
                                        </p:tgtEl>
                                      </p:cBhvr>
                                      <p:to x="100000" y="100000"/>
                                    </p:animScale>
                                    <p:animScale>
                                      <p:cBhvr>
                                        <p:cTn id="417" dur="26">
                                          <p:stCondLst>
                                            <p:cond delay="1808"/>
                                          </p:stCondLst>
                                        </p:cTn>
                                        <p:tgtEl>
                                          <p:spTgt spid="43"/>
                                        </p:tgtEl>
                                      </p:cBhvr>
                                      <p:to x="100000" y="95000"/>
                                    </p:animScale>
                                    <p:animScale>
                                      <p:cBhvr>
                                        <p:cTn id="418" dur="166" decel="50000">
                                          <p:stCondLst>
                                            <p:cond delay="1834"/>
                                          </p:stCondLst>
                                        </p:cTn>
                                        <p:tgtEl>
                                          <p:spTgt spid="43"/>
                                        </p:tgtEl>
                                      </p:cBhvr>
                                      <p:to x="100000" y="100000"/>
                                    </p:animScale>
                                  </p:childTnLst>
                                </p:cTn>
                              </p:par>
                              <p:par>
                                <p:cTn id="419" presetID="26" presetClass="entr" presetSubtype="0" fill="hold" grpId="0" nodeType="withEffect">
                                  <p:stCondLst>
                                    <p:cond delay="0"/>
                                  </p:stCondLst>
                                  <p:childTnLst>
                                    <p:set>
                                      <p:cBhvr>
                                        <p:cTn id="420" dur="1" fill="hold">
                                          <p:stCondLst>
                                            <p:cond delay="0"/>
                                          </p:stCondLst>
                                        </p:cTn>
                                        <p:tgtEl>
                                          <p:spTgt spid="30"/>
                                        </p:tgtEl>
                                        <p:attrNameLst>
                                          <p:attrName>style.visibility</p:attrName>
                                        </p:attrNameLst>
                                      </p:cBhvr>
                                      <p:to>
                                        <p:strVal val="visible"/>
                                      </p:to>
                                    </p:set>
                                    <p:animEffect transition="in" filter="wipe(down)">
                                      <p:cBhvr>
                                        <p:cTn id="421" dur="580">
                                          <p:stCondLst>
                                            <p:cond delay="0"/>
                                          </p:stCondLst>
                                        </p:cTn>
                                        <p:tgtEl>
                                          <p:spTgt spid="30"/>
                                        </p:tgtEl>
                                      </p:cBhvr>
                                    </p:animEffect>
                                    <p:anim calcmode="lin" valueType="num">
                                      <p:cBhvr>
                                        <p:cTn id="422" dur="1822" tmFilter="0,0; 0.14,0.36; 0.43,0.73; 0.71,0.91; 1.0,1.0">
                                          <p:stCondLst>
                                            <p:cond delay="0"/>
                                          </p:stCondLst>
                                        </p:cTn>
                                        <p:tgtEl>
                                          <p:spTgt spid="30"/>
                                        </p:tgtEl>
                                        <p:attrNameLst>
                                          <p:attrName>ppt_x</p:attrName>
                                        </p:attrNameLst>
                                      </p:cBhvr>
                                      <p:tavLst>
                                        <p:tav tm="0">
                                          <p:val>
                                            <p:strVal val="#ppt_x-0.25"/>
                                          </p:val>
                                        </p:tav>
                                        <p:tav tm="100000">
                                          <p:val>
                                            <p:strVal val="#ppt_x"/>
                                          </p:val>
                                        </p:tav>
                                      </p:tavLst>
                                    </p:anim>
                                    <p:anim calcmode="lin" valueType="num">
                                      <p:cBhvr>
                                        <p:cTn id="423" dur="664" tmFilter="0.0,0.0; 0.25,0.07; 0.50,0.2; 0.75,0.467; 1.0,1.0">
                                          <p:stCondLst>
                                            <p:cond delay="0"/>
                                          </p:stCondLst>
                                        </p:cTn>
                                        <p:tgtEl>
                                          <p:spTgt spid="30"/>
                                        </p:tgtEl>
                                        <p:attrNameLst>
                                          <p:attrName>ppt_y</p:attrName>
                                        </p:attrNameLst>
                                      </p:cBhvr>
                                      <p:tavLst>
                                        <p:tav tm="0" fmla="#ppt_y-sin(pi*$)/3">
                                          <p:val>
                                            <p:fltVal val="0.5"/>
                                          </p:val>
                                        </p:tav>
                                        <p:tav tm="100000">
                                          <p:val>
                                            <p:fltVal val="1"/>
                                          </p:val>
                                        </p:tav>
                                      </p:tavLst>
                                    </p:anim>
                                    <p:anim calcmode="lin" valueType="num">
                                      <p:cBhvr>
                                        <p:cTn id="424" dur="664" tmFilter="0, 0; 0.125,0.2665; 0.25,0.4; 0.375,0.465; 0.5,0.5;  0.625,0.535; 0.75,0.6; 0.875,0.7335; 1,1">
                                          <p:stCondLst>
                                            <p:cond delay="664"/>
                                          </p:stCondLst>
                                        </p:cTn>
                                        <p:tgtEl>
                                          <p:spTgt spid="30"/>
                                        </p:tgtEl>
                                        <p:attrNameLst>
                                          <p:attrName>ppt_y</p:attrName>
                                        </p:attrNameLst>
                                      </p:cBhvr>
                                      <p:tavLst>
                                        <p:tav tm="0" fmla="#ppt_y-sin(pi*$)/9">
                                          <p:val>
                                            <p:fltVal val="0"/>
                                          </p:val>
                                        </p:tav>
                                        <p:tav tm="100000">
                                          <p:val>
                                            <p:fltVal val="1"/>
                                          </p:val>
                                        </p:tav>
                                      </p:tavLst>
                                    </p:anim>
                                    <p:anim calcmode="lin" valueType="num">
                                      <p:cBhvr>
                                        <p:cTn id="425" dur="332" tmFilter="0, 0; 0.125,0.2665; 0.25,0.4; 0.375,0.465; 0.5,0.5;  0.625,0.535; 0.75,0.6; 0.875,0.7335; 1,1">
                                          <p:stCondLst>
                                            <p:cond delay="1324"/>
                                          </p:stCondLst>
                                        </p:cTn>
                                        <p:tgtEl>
                                          <p:spTgt spid="30"/>
                                        </p:tgtEl>
                                        <p:attrNameLst>
                                          <p:attrName>ppt_y</p:attrName>
                                        </p:attrNameLst>
                                      </p:cBhvr>
                                      <p:tavLst>
                                        <p:tav tm="0" fmla="#ppt_y-sin(pi*$)/27">
                                          <p:val>
                                            <p:fltVal val="0"/>
                                          </p:val>
                                        </p:tav>
                                        <p:tav tm="100000">
                                          <p:val>
                                            <p:fltVal val="1"/>
                                          </p:val>
                                        </p:tav>
                                      </p:tavLst>
                                    </p:anim>
                                    <p:anim calcmode="lin" valueType="num">
                                      <p:cBhvr>
                                        <p:cTn id="426" dur="164" tmFilter="0, 0; 0.125,0.2665; 0.25,0.4; 0.375,0.465; 0.5,0.5;  0.625,0.535; 0.75,0.6; 0.875,0.7335; 1,1">
                                          <p:stCondLst>
                                            <p:cond delay="1656"/>
                                          </p:stCondLst>
                                        </p:cTn>
                                        <p:tgtEl>
                                          <p:spTgt spid="30"/>
                                        </p:tgtEl>
                                        <p:attrNameLst>
                                          <p:attrName>ppt_y</p:attrName>
                                        </p:attrNameLst>
                                      </p:cBhvr>
                                      <p:tavLst>
                                        <p:tav tm="0" fmla="#ppt_y-sin(pi*$)/81">
                                          <p:val>
                                            <p:fltVal val="0"/>
                                          </p:val>
                                        </p:tav>
                                        <p:tav tm="100000">
                                          <p:val>
                                            <p:fltVal val="1"/>
                                          </p:val>
                                        </p:tav>
                                      </p:tavLst>
                                    </p:anim>
                                    <p:animScale>
                                      <p:cBhvr>
                                        <p:cTn id="427" dur="26">
                                          <p:stCondLst>
                                            <p:cond delay="650"/>
                                          </p:stCondLst>
                                        </p:cTn>
                                        <p:tgtEl>
                                          <p:spTgt spid="30"/>
                                        </p:tgtEl>
                                      </p:cBhvr>
                                      <p:to x="100000" y="60000"/>
                                    </p:animScale>
                                    <p:animScale>
                                      <p:cBhvr>
                                        <p:cTn id="428" dur="166" decel="50000">
                                          <p:stCondLst>
                                            <p:cond delay="676"/>
                                          </p:stCondLst>
                                        </p:cTn>
                                        <p:tgtEl>
                                          <p:spTgt spid="30"/>
                                        </p:tgtEl>
                                      </p:cBhvr>
                                      <p:to x="100000" y="100000"/>
                                    </p:animScale>
                                    <p:animScale>
                                      <p:cBhvr>
                                        <p:cTn id="429" dur="26">
                                          <p:stCondLst>
                                            <p:cond delay="1312"/>
                                          </p:stCondLst>
                                        </p:cTn>
                                        <p:tgtEl>
                                          <p:spTgt spid="30"/>
                                        </p:tgtEl>
                                      </p:cBhvr>
                                      <p:to x="100000" y="80000"/>
                                    </p:animScale>
                                    <p:animScale>
                                      <p:cBhvr>
                                        <p:cTn id="430" dur="166" decel="50000">
                                          <p:stCondLst>
                                            <p:cond delay="1338"/>
                                          </p:stCondLst>
                                        </p:cTn>
                                        <p:tgtEl>
                                          <p:spTgt spid="30"/>
                                        </p:tgtEl>
                                      </p:cBhvr>
                                      <p:to x="100000" y="100000"/>
                                    </p:animScale>
                                    <p:animScale>
                                      <p:cBhvr>
                                        <p:cTn id="431" dur="26">
                                          <p:stCondLst>
                                            <p:cond delay="1642"/>
                                          </p:stCondLst>
                                        </p:cTn>
                                        <p:tgtEl>
                                          <p:spTgt spid="30"/>
                                        </p:tgtEl>
                                      </p:cBhvr>
                                      <p:to x="100000" y="90000"/>
                                    </p:animScale>
                                    <p:animScale>
                                      <p:cBhvr>
                                        <p:cTn id="432" dur="166" decel="50000">
                                          <p:stCondLst>
                                            <p:cond delay="1668"/>
                                          </p:stCondLst>
                                        </p:cTn>
                                        <p:tgtEl>
                                          <p:spTgt spid="30"/>
                                        </p:tgtEl>
                                      </p:cBhvr>
                                      <p:to x="100000" y="100000"/>
                                    </p:animScale>
                                    <p:animScale>
                                      <p:cBhvr>
                                        <p:cTn id="433" dur="26">
                                          <p:stCondLst>
                                            <p:cond delay="1808"/>
                                          </p:stCondLst>
                                        </p:cTn>
                                        <p:tgtEl>
                                          <p:spTgt spid="30"/>
                                        </p:tgtEl>
                                      </p:cBhvr>
                                      <p:to x="100000" y="95000"/>
                                    </p:animScale>
                                    <p:animScale>
                                      <p:cBhvr>
                                        <p:cTn id="434" dur="166" decel="50000">
                                          <p:stCondLst>
                                            <p:cond delay="1834"/>
                                          </p:stCondLst>
                                        </p:cTn>
                                        <p:tgtEl>
                                          <p:spTgt spid="30"/>
                                        </p:tgtEl>
                                      </p:cBhvr>
                                      <p:to x="100000" y="100000"/>
                                    </p:animScale>
                                  </p:childTnLst>
                                </p:cTn>
                              </p:par>
                              <p:par>
                                <p:cTn id="435" presetID="26" presetClass="entr" presetSubtype="0" fill="hold" grpId="0" nodeType="withEffect">
                                  <p:stCondLst>
                                    <p:cond delay="0"/>
                                  </p:stCondLst>
                                  <p:childTnLst>
                                    <p:set>
                                      <p:cBhvr>
                                        <p:cTn id="436" dur="1" fill="hold">
                                          <p:stCondLst>
                                            <p:cond delay="0"/>
                                          </p:stCondLst>
                                        </p:cTn>
                                        <p:tgtEl>
                                          <p:spTgt spid="48"/>
                                        </p:tgtEl>
                                        <p:attrNameLst>
                                          <p:attrName>style.visibility</p:attrName>
                                        </p:attrNameLst>
                                      </p:cBhvr>
                                      <p:to>
                                        <p:strVal val="visible"/>
                                      </p:to>
                                    </p:set>
                                    <p:animEffect transition="in" filter="wipe(down)">
                                      <p:cBhvr>
                                        <p:cTn id="437" dur="580">
                                          <p:stCondLst>
                                            <p:cond delay="0"/>
                                          </p:stCondLst>
                                        </p:cTn>
                                        <p:tgtEl>
                                          <p:spTgt spid="48"/>
                                        </p:tgtEl>
                                      </p:cBhvr>
                                    </p:animEffect>
                                    <p:anim calcmode="lin" valueType="num">
                                      <p:cBhvr>
                                        <p:cTn id="438" dur="1822" tmFilter="0,0; 0.14,0.36; 0.43,0.73; 0.71,0.91; 1.0,1.0">
                                          <p:stCondLst>
                                            <p:cond delay="0"/>
                                          </p:stCondLst>
                                        </p:cTn>
                                        <p:tgtEl>
                                          <p:spTgt spid="48"/>
                                        </p:tgtEl>
                                        <p:attrNameLst>
                                          <p:attrName>ppt_x</p:attrName>
                                        </p:attrNameLst>
                                      </p:cBhvr>
                                      <p:tavLst>
                                        <p:tav tm="0">
                                          <p:val>
                                            <p:strVal val="#ppt_x-0.25"/>
                                          </p:val>
                                        </p:tav>
                                        <p:tav tm="100000">
                                          <p:val>
                                            <p:strVal val="#ppt_x"/>
                                          </p:val>
                                        </p:tav>
                                      </p:tavLst>
                                    </p:anim>
                                    <p:anim calcmode="lin" valueType="num">
                                      <p:cBhvr>
                                        <p:cTn id="439" dur="664" tmFilter="0.0,0.0; 0.25,0.07; 0.50,0.2; 0.75,0.467; 1.0,1.0">
                                          <p:stCondLst>
                                            <p:cond delay="0"/>
                                          </p:stCondLst>
                                        </p:cTn>
                                        <p:tgtEl>
                                          <p:spTgt spid="48"/>
                                        </p:tgtEl>
                                        <p:attrNameLst>
                                          <p:attrName>ppt_y</p:attrName>
                                        </p:attrNameLst>
                                      </p:cBhvr>
                                      <p:tavLst>
                                        <p:tav tm="0" fmla="#ppt_y-sin(pi*$)/3">
                                          <p:val>
                                            <p:fltVal val="0.5"/>
                                          </p:val>
                                        </p:tav>
                                        <p:tav tm="100000">
                                          <p:val>
                                            <p:fltVal val="1"/>
                                          </p:val>
                                        </p:tav>
                                      </p:tavLst>
                                    </p:anim>
                                    <p:anim calcmode="lin" valueType="num">
                                      <p:cBhvr>
                                        <p:cTn id="440" dur="664" tmFilter="0, 0; 0.125,0.2665; 0.25,0.4; 0.375,0.465; 0.5,0.5;  0.625,0.535; 0.75,0.6; 0.875,0.7335; 1,1">
                                          <p:stCondLst>
                                            <p:cond delay="664"/>
                                          </p:stCondLst>
                                        </p:cTn>
                                        <p:tgtEl>
                                          <p:spTgt spid="48"/>
                                        </p:tgtEl>
                                        <p:attrNameLst>
                                          <p:attrName>ppt_y</p:attrName>
                                        </p:attrNameLst>
                                      </p:cBhvr>
                                      <p:tavLst>
                                        <p:tav tm="0" fmla="#ppt_y-sin(pi*$)/9">
                                          <p:val>
                                            <p:fltVal val="0"/>
                                          </p:val>
                                        </p:tav>
                                        <p:tav tm="100000">
                                          <p:val>
                                            <p:fltVal val="1"/>
                                          </p:val>
                                        </p:tav>
                                      </p:tavLst>
                                    </p:anim>
                                    <p:anim calcmode="lin" valueType="num">
                                      <p:cBhvr>
                                        <p:cTn id="441" dur="332" tmFilter="0, 0; 0.125,0.2665; 0.25,0.4; 0.375,0.465; 0.5,0.5;  0.625,0.535; 0.75,0.6; 0.875,0.7335; 1,1">
                                          <p:stCondLst>
                                            <p:cond delay="1324"/>
                                          </p:stCondLst>
                                        </p:cTn>
                                        <p:tgtEl>
                                          <p:spTgt spid="48"/>
                                        </p:tgtEl>
                                        <p:attrNameLst>
                                          <p:attrName>ppt_y</p:attrName>
                                        </p:attrNameLst>
                                      </p:cBhvr>
                                      <p:tavLst>
                                        <p:tav tm="0" fmla="#ppt_y-sin(pi*$)/27">
                                          <p:val>
                                            <p:fltVal val="0"/>
                                          </p:val>
                                        </p:tav>
                                        <p:tav tm="100000">
                                          <p:val>
                                            <p:fltVal val="1"/>
                                          </p:val>
                                        </p:tav>
                                      </p:tavLst>
                                    </p:anim>
                                    <p:anim calcmode="lin" valueType="num">
                                      <p:cBhvr>
                                        <p:cTn id="442" dur="164" tmFilter="0, 0; 0.125,0.2665; 0.25,0.4; 0.375,0.465; 0.5,0.5;  0.625,0.535; 0.75,0.6; 0.875,0.7335; 1,1">
                                          <p:stCondLst>
                                            <p:cond delay="1656"/>
                                          </p:stCondLst>
                                        </p:cTn>
                                        <p:tgtEl>
                                          <p:spTgt spid="48"/>
                                        </p:tgtEl>
                                        <p:attrNameLst>
                                          <p:attrName>ppt_y</p:attrName>
                                        </p:attrNameLst>
                                      </p:cBhvr>
                                      <p:tavLst>
                                        <p:tav tm="0" fmla="#ppt_y-sin(pi*$)/81">
                                          <p:val>
                                            <p:fltVal val="0"/>
                                          </p:val>
                                        </p:tav>
                                        <p:tav tm="100000">
                                          <p:val>
                                            <p:fltVal val="1"/>
                                          </p:val>
                                        </p:tav>
                                      </p:tavLst>
                                    </p:anim>
                                    <p:animScale>
                                      <p:cBhvr>
                                        <p:cTn id="443" dur="26">
                                          <p:stCondLst>
                                            <p:cond delay="650"/>
                                          </p:stCondLst>
                                        </p:cTn>
                                        <p:tgtEl>
                                          <p:spTgt spid="48"/>
                                        </p:tgtEl>
                                      </p:cBhvr>
                                      <p:to x="100000" y="60000"/>
                                    </p:animScale>
                                    <p:animScale>
                                      <p:cBhvr>
                                        <p:cTn id="444" dur="166" decel="50000">
                                          <p:stCondLst>
                                            <p:cond delay="676"/>
                                          </p:stCondLst>
                                        </p:cTn>
                                        <p:tgtEl>
                                          <p:spTgt spid="48"/>
                                        </p:tgtEl>
                                      </p:cBhvr>
                                      <p:to x="100000" y="100000"/>
                                    </p:animScale>
                                    <p:animScale>
                                      <p:cBhvr>
                                        <p:cTn id="445" dur="26">
                                          <p:stCondLst>
                                            <p:cond delay="1312"/>
                                          </p:stCondLst>
                                        </p:cTn>
                                        <p:tgtEl>
                                          <p:spTgt spid="48"/>
                                        </p:tgtEl>
                                      </p:cBhvr>
                                      <p:to x="100000" y="80000"/>
                                    </p:animScale>
                                    <p:animScale>
                                      <p:cBhvr>
                                        <p:cTn id="446" dur="166" decel="50000">
                                          <p:stCondLst>
                                            <p:cond delay="1338"/>
                                          </p:stCondLst>
                                        </p:cTn>
                                        <p:tgtEl>
                                          <p:spTgt spid="48"/>
                                        </p:tgtEl>
                                      </p:cBhvr>
                                      <p:to x="100000" y="100000"/>
                                    </p:animScale>
                                    <p:animScale>
                                      <p:cBhvr>
                                        <p:cTn id="447" dur="26">
                                          <p:stCondLst>
                                            <p:cond delay="1642"/>
                                          </p:stCondLst>
                                        </p:cTn>
                                        <p:tgtEl>
                                          <p:spTgt spid="48"/>
                                        </p:tgtEl>
                                      </p:cBhvr>
                                      <p:to x="100000" y="90000"/>
                                    </p:animScale>
                                    <p:animScale>
                                      <p:cBhvr>
                                        <p:cTn id="448" dur="166" decel="50000">
                                          <p:stCondLst>
                                            <p:cond delay="1668"/>
                                          </p:stCondLst>
                                        </p:cTn>
                                        <p:tgtEl>
                                          <p:spTgt spid="48"/>
                                        </p:tgtEl>
                                      </p:cBhvr>
                                      <p:to x="100000" y="100000"/>
                                    </p:animScale>
                                    <p:animScale>
                                      <p:cBhvr>
                                        <p:cTn id="449" dur="26">
                                          <p:stCondLst>
                                            <p:cond delay="1808"/>
                                          </p:stCondLst>
                                        </p:cTn>
                                        <p:tgtEl>
                                          <p:spTgt spid="48"/>
                                        </p:tgtEl>
                                      </p:cBhvr>
                                      <p:to x="100000" y="95000"/>
                                    </p:animScale>
                                    <p:animScale>
                                      <p:cBhvr>
                                        <p:cTn id="450" dur="166" decel="50000">
                                          <p:stCondLst>
                                            <p:cond delay="1834"/>
                                          </p:stCondLst>
                                        </p:cTn>
                                        <p:tgtEl>
                                          <p:spTgt spid="48"/>
                                        </p:tgtEl>
                                      </p:cBhvr>
                                      <p:to x="100000" y="100000"/>
                                    </p:animScale>
                                  </p:childTnLst>
                                </p:cTn>
                              </p:par>
                              <p:par>
                                <p:cTn id="451" presetID="26" presetClass="entr" presetSubtype="0" fill="hold" grpId="0" nodeType="withEffect">
                                  <p:stCondLst>
                                    <p:cond delay="0"/>
                                  </p:stCondLst>
                                  <p:childTnLst>
                                    <p:set>
                                      <p:cBhvr>
                                        <p:cTn id="452" dur="1" fill="hold">
                                          <p:stCondLst>
                                            <p:cond delay="0"/>
                                          </p:stCondLst>
                                        </p:cTn>
                                        <p:tgtEl>
                                          <p:spTgt spid="39"/>
                                        </p:tgtEl>
                                        <p:attrNameLst>
                                          <p:attrName>style.visibility</p:attrName>
                                        </p:attrNameLst>
                                      </p:cBhvr>
                                      <p:to>
                                        <p:strVal val="visible"/>
                                      </p:to>
                                    </p:set>
                                    <p:animEffect transition="in" filter="wipe(down)">
                                      <p:cBhvr>
                                        <p:cTn id="453" dur="580">
                                          <p:stCondLst>
                                            <p:cond delay="0"/>
                                          </p:stCondLst>
                                        </p:cTn>
                                        <p:tgtEl>
                                          <p:spTgt spid="39"/>
                                        </p:tgtEl>
                                      </p:cBhvr>
                                    </p:animEffect>
                                    <p:anim calcmode="lin" valueType="num">
                                      <p:cBhvr>
                                        <p:cTn id="454" dur="1822" tmFilter="0,0; 0.14,0.36; 0.43,0.73; 0.71,0.91; 1.0,1.0">
                                          <p:stCondLst>
                                            <p:cond delay="0"/>
                                          </p:stCondLst>
                                        </p:cTn>
                                        <p:tgtEl>
                                          <p:spTgt spid="39"/>
                                        </p:tgtEl>
                                        <p:attrNameLst>
                                          <p:attrName>ppt_x</p:attrName>
                                        </p:attrNameLst>
                                      </p:cBhvr>
                                      <p:tavLst>
                                        <p:tav tm="0">
                                          <p:val>
                                            <p:strVal val="#ppt_x-0.25"/>
                                          </p:val>
                                        </p:tav>
                                        <p:tav tm="100000">
                                          <p:val>
                                            <p:strVal val="#ppt_x"/>
                                          </p:val>
                                        </p:tav>
                                      </p:tavLst>
                                    </p:anim>
                                    <p:anim calcmode="lin" valueType="num">
                                      <p:cBhvr>
                                        <p:cTn id="455" dur="664" tmFilter="0.0,0.0; 0.25,0.07; 0.50,0.2; 0.75,0.467; 1.0,1.0">
                                          <p:stCondLst>
                                            <p:cond delay="0"/>
                                          </p:stCondLst>
                                        </p:cTn>
                                        <p:tgtEl>
                                          <p:spTgt spid="39"/>
                                        </p:tgtEl>
                                        <p:attrNameLst>
                                          <p:attrName>ppt_y</p:attrName>
                                        </p:attrNameLst>
                                      </p:cBhvr>
                                      <p:tavLst>
                                        <p:tav tm="0" fmla="#ppt_y-sin(pi*$)/3">
                                          <p:val>
                                            <p:fltVal val="0.5"/>
                                          </p:val>
                                        </p:tav>
                                        <p:tav tm="100000">
                                          <p:val>
                                            <p:fltVal val="1"/>
                                          </p:val>
                                        </p:tav>
                                      </p:tavLst>
                                    </p:anim>
                                    <p:anim calcmode="lin" valueType="num">
                                      <p:cBhvr>
                                        <p:cTn id="456" dur="664" tmFilter="0, 0; 0.125,0.2665; 0.25,0.4; 0.375,0.465; 0.5,0.5;  0.625,0.535; 0.75,0.6; 0.875,0.7335; 1,1">
                                          <p:stCondLst>
                                            <p:cond delay="664"/>
                                          </p:stCondLst>
                                        </p:cTn>
                                        <p:tgtEl>
                                          <p:spTgt spid="39"/>
                                        </p:tgtEl>
                                        <p:attrNameLst>
                                          <p:attrName>ppt_y</p:attrName>
                                        </p:attrNameLst>
                                      </p:cBhvr>
                                      <p:tavLst>
                                        <p:tav tm="0" fmla="#ppt_y-sin(pi*$)/9">
                                          <p:val>
                                            <p:fltVal val="0"/>
                                          </p:val>
                                        </p:tav>
                                        <p:tav tm="100000">
                                          <p:val>
                                            <p:fltVal val="1"/>
                                          </p:val>
                                        </p:tav>
                                      </p:tavLst>
                                    </p:anim>
                                    <p:anim calcmode="lin" valueType="num">
                                      <p:cBhvr>
                                        <p:cTn id="457" dur="332" tmFilter="0, 0; 0.125,0.2665; 0.25,0.4; 0.375,0.465; 0.5,0.5;  0.625,0.535; 0.75,0.6; 0.875,0.7335; 1,1">
                                          <p:stCondLst>
                                            <p:cond delay="1324"/>
                                          </p:stCondLst>
                                        </p:cTn>
                                        <p:tgtEl>
                                          <p:spTgt spid="39"/>
                                        </p:tgtEl>
                                        <p:attrNameLst>
                                          <p:attrName>ppt_y</p:attrName>
                                        </p:attrNameLst>
                                      </p:cBhvr>
                                      <p:tavLst>
                                        <p:tav tm="0" fmla="#ppt_y-sin(pi*$)/27">
                                          <p:val>
                                            <p:fltVal val="0"/>
                                          </p:val>
                                        </p:tav>
                                        <p:tav tm="100000">
                                          <p:val>
                                            <p:fltVal val="1"/>
                                          </p:val>
                                        </p:tav>
                                      </p:tavLst>
                                    </p:anim>
                                    <p:anim calcmode="lin" valueType="num">
                                      <p:cBhvr>
                                        <p:cTn id="458" dur="164" tmFilter="0, 0; 0.125,0.2665; 0.25,0.4; 0.375,0.465; 0.5,0.5;  0.625,0.535; 0.75,0.6; 0.875,0.7335; 1,1">
                                          <p:stCondLst>
                                            <p:cond delay="1656"/>
                                          </p:stCondLst>
                                        </p:cTn>
                                        <p:tgtEl>
                                          <p:spTgt spid="39"/>
                                        </p:tgtEl>
                                        <p:attrNameLst>
                                          <p:attrName>ppt_y</p:attrName>
                                        </p:attrNameLst>
                                      </p:cBhvr>
                                      <p:tavLst>
                                        <p:tav tm="0" fmla="#ppt_y-sin(pi*$)/81">
                                          <p:val>
                                            <p:fltVal val="0"/>
                                          </p:val>
                                        </p:tav>
                                        <p:tav tm="100000">
                                          <p:val>
                                            <p:fltVal val="1"/>
                                          </p:val>
                                        </p:tav>
                                      </p:tavLst>
                                    </p:anim>
                                    <p:animScale>
                                      <p:cBhvr>
                                        <p:cTn id="459" dur="26">
                                          <p:stCondLst>
                                            <p:cond delay="650"/>
                                          </p:stCondLst>
                                        </p:cTn>
                                        <p:tgtEl>
                                          <p:spTgt spid="39"/>
                                        </p:tgtEl>
                                      </p:cBhvr>
                                      <p:to x="100000" y="60000"/>
                                    </p:animScale>
                                    <p:animScale>
                                      <p:cBhvr>
                                        <p:cTn id="460" dur="166" decel="50000">
                                          <p:stCondLst>
                                            <p:cond delay="676"/>
                                          </p:stCondLst>
                                        </p:cTn>
                                        <p:tgtEl>
                                          <p:spTgt spid="39"/>
                                        </p:tgtEl>
                                      </p:cBhvr>
                                      <p:to x="100000" y="100000"/>
                                    </p:animScale>
                                    <p:animScale>
                                      <p:cBhvr>
                                        <p:cTn id="461" dur="26">
                                          <p:stCondLst>
                                            <p:cond delay="1312"/>
                                          </p:stCondLst>
                                        </p:cTn>
                                        <p:tgtEl>
                                          <p:spTgt spid="39"/>
                                        </p:tgtEl>
                                      </p:cBhvr>
                                      <p:to x="100000" y="80000"/>
                                    </p:animScale>
                                    <p:animScale>
                                      <p:cBhvr>
                                        <p:cTn id="462" dur="166" decel="50000">
                                          <p:stCondLst>
                                            <p:cond delay="1338"/>
                                          </p:stCondLst>
                                        </p:cTn>
                                        <p:tgtEl>
                                          <p:spTgt spid="39"/>
                                        </p:tgtEl>
                                      </p:cBhvr>
                                      <p:to x="100000" y="100000"/>
                                    </p:animScale>
                                    <p:animScale>
                                      <p:cBhvr>
                                        <p:cTn id="463" dur="26">
                                          <p:stCondLst>
                                            <p:cond delay="1642"/>
                                          </p:stCondLst>
                                        </p:cTn>
                                        <p:tgtEl>
                                          <p:spTgt spid="39"/>
                                        </p:tgtEl>
                                      </p:cBhvr>
                                      <p:to x="100000" y="90000"/>
                                    </p:animScale>
                                    <p:animScale>
                                      <p:cBhvr>
                                        <p:cTn id="464" dur="166" decel="50000">
                                          <p:stCondLst>
                                            <p:cond delay="1668"/>
                                          </p:stCondLst>
                                        </p:cTn>
                                        <p:tgtEl>
                                          <p:spTgt spid="39"/>
                                        </p:tgtEl>
                                      </p:cBhvr>
                                      <p:to x="100000" y="100000"/>
                                    </p:animScale>
                                    <p:animScale>
                                      <p:cBhvr>
                                        <p:cTn id="465" dur="26">
                                          <p:stCondLst>
                                            <p:cond delay="1808"/>
                                          </p:stCondLst>
                                        </p:cTn>
                                        <p:tgtEl>
                                          <p:spTgt spid="39"/>
                                        </p:tgtEl>
                                      </p:cBhvr>
                                      <p:to x="100000" y="95000"/>
                                    </p:animScale>
                                    <p:animScale>
                                      <p:cBhvr>
                                        <p:cTn id="466" dur="166" decel="50000">
                                          <p:stCondLst>
                                            <p:cond delay="1834"/>
                                          </p:stCondLst>
                                        </p:cTn>
                                        <p:tgtEl>
                                          <p:spTgt spid="39"/>
                                        </p:tgtEl>
                                      </p:cBhvr>
                                      <p:to x="100000" y="100000"/>
                                    </p:animScale>
                                  </p:childTnLst>
                                </p:cTn>
                              </p:par>
                            </p:childTnLst>
                          </p:cTn>
                        </p:par>
                      </p:childTnLst>
                    </p:cTn>
                  </p:par>
                  <p:par>
                    <p:cTn id="467" fill="hold">
                      <p:stCondLst>
                        <p:cond delay="indefinite"/>
                      </p:stCondLst>
                      <p:childTnLst>
                        <p:par>
                          <p:cTn id="468" fill="hold">
                            <p:stCondLst>
                              <p:cond delay="0"/>
                            </p:stCondLst>
                            <p:childTnLst>
                              <p:par>
                                <p:cTn id="469" presetID="26" presetClass="entr" presetSubtype="0" fill="hold" grpId="0" nodeType="clickEffect">
                                  <p:stCondLst>
                                    <p:cond delay="0"/>
                                  </p:stCondLst>
                                  <p:childTnLst>
                                    <p:set>
                                      <p:cBhvr>
                                        <p:cTn id="470" dur="1" fill="hold">
                                          <p:stCondLst>
                                            <p:cond delay="0"/>
                                          </p:stCondLst>
                                        </p:cTn>
                                        <p:tgtEl>
                                          <p:spTgt spid="6"/>
                                        </p:tgtEl>
                                        <p:attrNameLst>
                                          <p:attrName>style.visibility</p:attrName>
                                        </p:attrNameLst>
                                      </p:cBhvr>
                                      <p:to>
                                        <p:strVal val="visible"/>
                                      </p:to>
                                    </p:set>
                                    <p:animEffect transition="in" filter="wipe(down)">
                                      <p:cBhvr>
                                        <p:cTn id="471" dur="580">
                                          <p:stCondLst>
                                            <p:cond delay="0"/>
                                          </p:stCondLst>
                                        </p:cTn>
                                        <p:tgtEl>
                                          <p:spTgt spid="6"/>
                                        </p:tgtEl>
                                      </p:cBhvr>
                                    </p:animEffect>
                                    <p:anim calcmode="lin" valueType="num">
                                      <p:cBhvr>
                                        <p:cTn id="472"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473"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474"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475"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476"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477" dur="26">
                                          <p:stCondLst>
                                            <p:cond delay="650"/>
                                          </p:stCondLst>
                                        </p:cTn>
                                        <p:tgtEl>
                                          <p:spTgt spid="6"/>
                                        </p:tgtEl>
                                      </p:cBhvr>
                                      <p:to x="100000" y="60000"/>
                                    </p:animScale>
                                    <p:animScale>
                                      <p:cBhvr>
                                        <p:cTn id="478" dur="166" decel="50000">
                                          <p:stCondLst>
                                            <p:cond delay="676"/>
                                          </p:stCondLst>
                                        </p:cTn>
                                        <p:tgtEl>
                                          <p:spTgt spid="6"/>
                                        </p:tgtEl>
                                      </p:cBhvr>
                                      <p:to x="100000" y="100000"/>
                                    </p:animScale>
                                    <p:animScale>
                                      <p:cBhvr>
                                        <p:cTn id="479" dur="26">
                                          <p:stCondLst>
                                            <p:cond delay="1312"/>
                                          </p:stCondLst>
                                        </p:cTn>
                                        <p:tgtEl>
                                          <p:spTgt spid="6"/>
                                        </p:tgtEl>
                                      </p:cBhvr>
                                      <p:to x="100000" y="80000"/>
                                    </p:animScale>
                                    <p:animScale>
                                      <p:cBhvr>
                                        <p:cTn id="480" dur="166" decel="50000">
                                          <p:stCondLst>
                                            <p:cond delay="1338"/>
                                          </p:stCondLst>
                                        </p:cTn>
                                        <p:tgtEl>
                                          <p:spTgt spid="6"/>
                                        </p:tgtEl>
                                      </p:cBhvr>
                                      <p:to x="100000" y="100000"/>
                                    </p:animScale>
                                    <p:animScale>
                                      <p:cBhvr>
                                        <p:cTn id="481" dur="26">
                                          <p:stCondLst>
                                            <p:cond delay="1642"/>
                                          </p:stCondLst>
                                        </p:cTn>
                                        <p:tgtEl>
                                          <p:spTgt spid="6"/>
                                        </p:tgtEl>
                                      </p:cBhvr>
                                      <p:to x="100000" y="90000"/>
                                    </p:animScale>
                                    <p:animScale>
                                      <p:cBhvr>
                                        <p:cTn id="482" dur="166" decel="50000">
                                          <p:stCondLst>
                                            <p:cond delay="1668"/>
                                          </p:stCondLst>
                                        </p:cTn>
                                        <p:tgtEl>
                                          <p:spTgt spid="6"/>
                                        </p:tgtEl>
                                      </p:cBhvr>
                                      <p:to x="100000" y="100000"/>
                                    </p:animScale>
                                    <p:animScale>
                                      <p:cBhvr>
                                        <p:cTn id="483" dur="26">
                                          <p:stCondLst>
                                            <p:cond delay="1808"/>
                                          </p:stCondLst>
                                        </p:cTn>
                                        <p:tgtEl>
                                          <p:spTgt spid="6"/>
                                        </p:tgtEl>
                                      </p:cBhvr>
                                      <p:to x="100000" y="95000"/>
                                    </p:animScale>
                                    <p:animScale>
                                      <p:cBhvr>
                                        <p:cTn id="484" dur="166" decel="50000">
                                          <p:stCondLst>
                                            <p:cond delay="1834"/>
                                          </p:stCondLst>
                                        </p:cTn>
                                        <p:tgtEl>
                                          <p:spTgt spid="6"/>
                                        </p:tgtEl>
                                      </p:cBhvr>
                                      <p:to x="100000" y="100000"/>
                                    </p:animScale>
                                  </p:childTnLst>
                                </p:cTn>
                              </p:par>
                              <p:par>
                                <p:cTn id="485" presetID="26" presetClass="entr" presetSubtype="0" fill="hold" grpId="0" nodeType="withEffect">
                                  <p:stCondLst>
                                    <p:cond delay="0"/>
                                  </p:stCondLst>
                                  <p:childTnLst>
                                    <p:set>
                                      <p:cBhvr>
                                        <p:cTn id="486" dur="1" fill="hold">
                                          <p:stCondLst>
                                            <p:cond delay="0"/>
                                          </p:stCondLst>
                                        </p:cTn>
                                        <p:tgtEl>
                                          <p:spTgt spid="44"/>
                                        </p:tgtEl>
                                        <p:attrNameLst>
                                          <p:attrName>style.visibility</p:attrName>
                                        </p:attrNameLst>
                                      </p:cBhvr>
                                      <p:to>
                                        <p:strVal val="visible"/>
                                      </p:to>
                                    </p:set>
                                    <p:animEffect transition="in" filter="wipe(down)">
                                      <p:cBhvr>
                                        <p:cTn id="487" dur="580">
                                          <p:stCondLst>
                                            <p:cond delay="0"/>
                                          </p:stCondLst>
                                        </p:cTn>
                                        <p:tgtEl>
                                          <p:spTgt spid="44"/>
                                        </p:tgtEl>
                                      </p:cBhvr>
                                    </p:animEffect>
                                    <p:anim calcmode="lin" valueType="num">
                                      <p:cBhvr>
                                        <p:cTn id="488" dur="1822" tmFilter="0,0; 0.14,0.36; 0.43,0.73; 0.71,0.91; 1.0,1.0">
                                          <p:stCondLst>
                                            <p:cond delay="0"/>
                                          </p:stCondLst>
                                        </p:cTn>
                                        <p:tgtEl>
                                          <p:spTgt spid="44"/>
                                        </p:tgtEl>
                                        <p:attrNameLst>
                                          <p:attrName>ppt_x</p:attrName>
                                        </p:attrNameLst>
                                      </p:cBhvr>
                                      <p:tavLst>
                                        <p:tav tm="0">
                                          <p:val>
                                            <p:strVal val="#ppt_x-0.25"/>
                                          </p:val>
                                        </p:tav>
                                        <p:tav tm="100000">
                                          <p:val>
                                            <p:strVal val="#ppt_x"/>
                                          </p:val>
                                        </p:tav>
                                      </p:tavLst>
                                    </p:anim>
                                    <p:anim calcmode="lin" valueType="num">
                                      <p:cBhvr>
                                        <p:cTn id="489" dur="664" tmFilter="0.0,0.0; 0.25,0.07; 0.50,0.2; 0.75,0.467; 1.0,1.0">
                                          <p:stCondLst>
                                            <p:cond delay="0"/>
                                          </p:stCondLst>
                                        </p:cTn>
                                        <p:tgtEl>
                                          <p:spTgt spid="44"/>
                                        </p:tgtEl>
                                        <p:attrNameLst>
                                          <p:attrName>ppt_y</p:attrName>
                                        </p:attrNameLst>
                                      </p:cBhvr>
                                      <p:tavLst>
                                        <p:tav tm="0" fmla="#ppt_y-sin(pi*$)/3">
                                          <p:val>
                                            <p:fltVal val="0.5"/>
                                          </p:val>
                                        </p:tav>
                                        <p:tav tm="100000">
                                          <p:val>
                                            <p:fltVal val="1"/>
                                          </p:val>
                                        </p:tav>
                                      </p:tavLst>
                                    </p:anim>
                                    <p:anim calcmode="lin" valueType="num">
                                      <p:cBhvr>
                                        <p:cTn id="490" dur="664" tmFilter="0, 0; 0.125,0.2665; 0.25,0.4; 0.375,0.465; 0.5,0.5;  0.625,0.535; 0.75,0.6; 0.875,0.7335; 1,1">
                                          <p:stCondLst>
                                            <p:cond delay="664"/>
                                          </p:stCondLst>
                                        </p:cTn>
                                        <p:tgtEl>
                                          <p:spTgt spid="44"/>
                                        </p:tgtEl>
                                        <p:attrNameLst>
                                          <p:attrName>ppt_y</p:attrName>
                                        </p:attrNameLst>
                                      </p:cBhvr>
                                      <p:tavLst>
                                        <p:tav tm="0" fmla="#ppt_y-sin(pi*$)/9">
                                          <p:val>
                                            <p:fltVal val="0"/>
                                          </p:val>
                                        </p:tav>
                                        <p:tav tm="100000">
                                          <p:val>
                                            <p:fltVal val="1"/>
                                          </p:val>
                                        </p:tav>
                                      </p:tavLst>
                                    </p:anim>
                                    <p:anim calcmode="lin" valueType="num">
                                      <p:cBhvr>
                                        <p:cTn id="491" dur="332" tmFilter="0, 0; 0.125,0.2665; 0.25,0.4; 0.375,0.465; 0.5,0.5;  0.625,0.535; 0.75,0.6; 0.875,0.7335; 1,1">
                                          <p:stCondLst>
                                            <p:cond delay="1324"/>
                                          </p:stCondLst>
                                        </p:cTn>
                                        <p:tgtEl>
                                          <p:spTgt spid="44"/>
                                        </p:tgtEl>
                                        <p:attrNameLst>
                                          <p:attrName>ppt_y</p:attrName>
                                        </p:attrNameLst>
                                      </p:cBhvr>
                                      <p:tavLst>
                                        <p:tav tm="0" fmla="#ppt_y-sin(pi*$)/27">
                                          <p:val>
                                            <p:fltVal val="0"/>
                                          </p:val>
                                        </p:tav>
                                        <p:tav tm="100000">
                                          <p:val>
                                            <p:fltVal val="1"/>
                                          </p:val>
                                        </p:tav>
                                      </p:tavLst>
                                    </p:anim>
                                    <p:anim calcmode="lin" valueType="num">
                                      <p:cBhvr>
                                        <p:cTn id="492" dur="164" tmFilter="0, 0; 0.125,0.2665; 0.25,0.4; 0.375,0.465; 0.5,0.5;  0.625,0.535; 0.75,0.6; 0.875,0.7335; 1,1">
                                          <p:stCondLst>
                                            <p:cond delay="1656"/>
                                          </p:stCondLst>
                                        </p:cTn>
                                        <p:tgtEl>
                                          <p:spTgt spid="44"/>
                                        </p:tgtEl>
                                        <p:attrNameLst>
                                          <p:attrName>ppt_y</p:attrName>
                                        </p:attrNameLst>
                                      </p:cBhvr>
                                      <p:tavLst>
                                        <p:tav tm="0" fmla="#ppt_y-sin(pi*$)/81">
                                          <p:val>
                                            <p:fltVal val="0"/>
                                          </p:val>
                                        </p:tav>
                                        <p:tav tm="100000">
                                          <p:val>
                                            <p:fltVal val="1"/>
                                          </p:val>
                                        </p:tav>
                                      </p:tavLst>
                                    </p:anim>
                                    <p:animScale>
                                      <p:cBhvr>
                                        <p:cTn id="493" dur="26">
                                          <p:stCondLst>
                                            <p:cond delay="650"/>
                                          </p:stCondLst>
                                        </p:cTn>
                                        <p:tgtEl>
                                          <p:spTgt spid="44"/>
                                        </p:tgtEl>
                                      </p:cBhvr>
                                      <p:to x="100000" y="60000"/>
                                    </p:animScale>
                                    <p:animScale>
                                      <p:cBhvr>
                                        <p:cTn id="494" dur="166" decel="50000">
                                          <p:stCondLst>
                                            <p:cond delay="676"/>
                                          </p:stCondLst>
                                        </p:cTn>
                                        <p:tgtEl>
                                          <p:spTgt spid="44"/>
                                        </p:tgtEl>
                                      </p:cBhvr>
                                      <p:to x="100000" y="100000"/>
                                    </p:animScale>
                                    <p:animScale>
                                      <p:cBhvr>
                                        <p:cTn id="495" dur="26">
                                          <p:stCondLst>
                                            <p:cond delay="1312"/>
                                          </p:stCondLst>
                                        </p:cTn>
                                        <p:tgtEl>
                                          <p:spTgt spid="44"/>
                                        </p:tgtEl>
                                      </p:cBhvr>
                                      <p:to x="100000" y="80000"/>
                                    </p:animScale>
                                    <p:animScale>
                                      <p:cBhvr>
                                        <p:cTn id="496" dur="166" decel="50000">
                                          <p:stCondLst>
                                            <p:cond delay="1338"/>
                                          </p:stCondLst>
                                        </p:cTn>
                                        <p:tgtEl>
                                          <p:spTgt spid="44"/>
                                        </p:tgtEl>
                                      </p:cBhvr>
                                      <p:to x="100000" y="100000"/>
                                    </p:animScale>
                                    <p:animScale>
                                      <p:cBhvr>
                                        <p:cTn id="497" dur="26">
                                          <p:stCondLst>
                                            <p:cond delay="1642"/>
                                          </p:stCondLst>
                                        </p:cTn>
                                        <p:tgtEl>
                                          <p:spTgt spid="44"/>
                                        </p:tgtEl>
                                      </p:cBhvr>
                                      <p:to x="100000" y="90000"/>
                                    </p:animScale>
                                    <p:animScale>
                                      <p:cBhvr>
                                        <p:cTn id="498" dur="166" decel="50000">
                                          <p:stCondLst>
                                            <p:cond delay="1668"/>
                                          </p:stCondLst>
                                        </p:cTn>
                                        <p:tgtEl>
                                          <p:spTgt spid="44"/>
                                        </p:tgtEl>
                                      </p:cBhvr>
                                      <p:to x="100000" y="100000"/>
                                    </p:animScale>
                                    <p:animScale>
                                      <p:cBhvr>
                                        <p:cTn id="499" dur="26">
                                          <p:stCondLst>
                                            <p:cond delay="1808"/>
                                          </p:stCondLst>
                                        </p:cTn>
                                        <p:tgtEl>
                                          <p:spTgt spid="44"/>
                                        </p:tgtEl>
                                      </p:cBhvr>
                                      <p:to x="100000" y="95000"/>
                                    </p:animScale>
                                    <p:animScale>
                                      <p:cBhvr>
                                        <p:cTn id="500" dur="166" decel="50000">
                                          <p:stCondLst>
                                            <p:cond delay="1834"/>
                                          </p:stCondLst>
                                        </p:cTn>
                                        <p:tgtEl>
                                          <p:spTgt spid="44"/>
                                        </p:tgtEl>
                                      </p:cBhvr>
                                      <p:to x="100000" y="100000"/>
                                    </p:animScale>
                                  </p:childTnLst>
                                </p:cTn>
                              </p:par>
                              <p:par>
                                <p:cTn id="501" presetID="26" presetClass="entr" presetSubtype="0" fill="hold" grpId="0" nodeType="withEffect">
                                  <p:stCondLst>
                                    <p:cond delay="0"/>
                                  </p:stCondLst>
                                  <p:childTnLst>
                                    <p:set>
                                      <p:cBhvr>
                                        <p:cTn id="502" dur="1" fill="hold">
                                          <p:stCondLst>
                                            <p:cond delay="0"/>
                                          </p:stCondLst>
                                        </p:cTn>
                                        <p:tgtEl>
                                          <p:spTgt spid="9"/>
                                        </p:tgtEl>
                                        <p:attrNameLst>
                                          <p:attrName>style.visibility</p:attrName>
                                        </p:attrNameLst>
                                      </p:cBhvr>
                                      <p:to>
                                        <p:strVal val="visible"/>
                                      </p:to>
                                    </p:set>
                                    <p:animEffect transition="in" filter="wipe(down)">
                                      <p:cBhvr>
                                        <p:cTn id="503" dur="580">
                                          <p:stCondLst>
                                            <p:cond delay="0"/>
                                          </p:stCondLst>
                                        </p:cTn>
                                        <p:tgtEl>
                                          <p:spTgt spid="9"/>
                                        </p:tgtEl>
                                      </p:cBhvr>
                                    </p:animEffect>
                                    <p:anim calcmode="lin" valueType="num">
                                      <p:cBhvr>
                                        <p:cTn id="504" dur="1822"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505" dur="664"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506" dur="664" tmFilter="0, 0; 0.125,0.2665; 0.25,0.4; 0.375,0.465; 0.5,0.5;  0.625,0.535; 0.75,0.6; 0.875,0.7335; 1,1">
                                          <p:stCondLst>
                                            <p:cond delay="664"/>
                                          </p:stCondLst>
                                        </p:cTn>
                                        <p:tgtEl>
                                          <p:spTgt spid="9"/>
                                        </p:tgtEl>
                                        <p:attrNameLst>
                                          <p:attrName>ppt_y</p:attrName>
                                        </p:attrNameLst>
                                      </p:cBhvr>
                                      <p:tavLst>
                                        <p:tav tm="0" fmla="#ppt_y-sin(pi*$)/9">
                                          <p:val>
                                            <p:fltVal val="0"/>
                                          </p:val>
                                        </p:tav>
                                        <p:tav tm="100000">
                                          <p:val>
                                            <p:fltVal val="1"/>
                                          </p:val>
                                        </p:tav>
                                      </p:tavLst>
                                    </p:anim>
                                    <p:anim calcmode="lin" valueType="num">
                                      <p:cBhvr>
                                        <p:cTn id="507" dur="332" tmFilter="0, 0; 0.125,0.2665; 0.25,0.4; 0.375,0.465; 0.5,0.5;  0.625,0.535; 0.75,0.6; 0.875,0.7335; 1,1">
                                          <p:stCondLst>
                                            <p:cond delay="1324"/>
                                          </p:stCondLst>
                                        </p:cTn>
                                        <p:tgtEl>
                                          <p:spTgt spid="9"/>
                                        </p:tgtEl>
                                        <p:attrNameLst>
                                          <p:attrName>ppt_y</p:attrName>
                                        </p:attrNameLst>
                                      </p:cBhvr>
                                      <p:tavLst>
                                        <p:tav tm="0" fmla="#ppt_y-sin(pi*$)/27">
                                          <p:val>
                                            <p:fltVal val="0"/>
                                          </p:val>
                                        </p:tav>
                                        <p:tav tm="100000">
                                          <p:val>
                                            <p:fltVal val="1"/>
                                          </p:val>
                                        </p:tav>
                                      </p:tavLst>
                                    </p:anim>
                                    <p:anim calcmode="lin" valueType="num">
                                      <p:cBhvr>
                                        <p:cTn id="508" dur="164" tmFilter="0, 0; 0.125,0.2665; 0.25,0.4; 0.375,0.465; 0.5,0.5;  0.625,0.535; 0.75,0.6; 0.875,0.7335; 1,1">
                                          <p:stCondLst>
                                            <p:cond delay="1656"/>
                                          </p:stCondLst>
                                        </p:cTn>
                                        <p:tgtEl>
                                          <p:spTgt spid="9"/>
                                        </p:tgtEl>
                                        <p:attrNameLst>
                                          <p:attrName>ppt_y</p:attrName>
                                        </p:attrNameLst>
                                      </p:cBhvr>
                                      <p:tavLst>
                                        <p:tav tm="0" fmla="#ppt_y-sin(pi*$)/81">
                                          <p:val>
                                            <p:fltVal val="0"/>
                                          </p:val>
                                        </p:tav>
                                        <p:tav tm="100000">
                                          <p:val>
                                            <p:fltVal val="1"/>
                                          </p:val>
                                        </p:tav>
                                      </p:tavLst>
                                    </p:anim>
                                    <p:animScale>
                                      <p:cBhvr>
                                        <p:cTn id="509" dur="26">
                                          <p:stCondLst>
                                            <p:cond delay="650"/>
                                          </p:stCondLst>
                                        </p:cTn>
                                        <p:tgtEl>
                                          <p:spTgt spid="9"/>
                                        </p:tgtEl>
                                      </p:cBhvr>
                                      <p:to x="100000" y="60000"/>
                                    </p:animScale>
                                    <p:animScale>
                                      <p:cBhvr>
                                        <p:cTn id="510" dur="166" decel="50000">
                                          <p:stCondLst>
                                            <p:cond delay="676"/>
                                          </p:stCondLst>
                                        </p:cTn>
                                        <p:tgtEl>
                                          <p:spTgt spid="9"/>
                                        </p:tgtEl>
                                      </p:cBhvr>
                                      <p:to x="100000" y="100000"/>
                                    </p:animScale>
                                    <p:animScale>
                                      <p:cBhvr>
                                        <p:cTn id="511" dur="26">
                                          <p:stCondLst>
                                            <p:cond delay="1312"/>
                                          </p:stCondLst>
                                        </p:cTn>
                                        <p:tgtEl>
                                          <p:spTgt spid="9"/>
                                        </p:tgtEl>
                                      </p:cBhvr>
                                      <p:to x="100000" y="80000"/>
                                    </p:animScale>
                                    <p:animScale>
                                      <p:cBhvr>
                                        <p:cTn id="512" dur="166" decel="50000">
                                          <p:stCondLst>
                                            <p:cond delay="1338"/>
                                          </p:stCondLst>
                                        </p:cTn>
                                        <p:tgtEl>
                                          <p:spTgt spid="9"/>
                                        </p:tgtEl>
                                      </p:cBhvr>
                                      <p:to x="100000" y="100000"/>
                                    </p:animScale>
                                    <p:animScale>
                                      <p:cBhvr>
                                        <p:cTn id="513" dur="26">
                                          <p:stCondLst>
                                            <p:cond delay="1642"/>
                                          </p:stCondLst>
                                        </p:cTn>
                                        <p:tgtEl>
                                          <p:spTgt spid="9"/>
                                        </p:tgtEl>
                                      </p:cBhvr>
                                      <p:to x="100000" y="90000"/>
                                    </p:animScale>
                                    <p:animScale>
                                      <p:cBhvr>
                                        <p:cTn id="514" dur="166" decel="50000">
                                          <p:stCondLst>
                                            <p:cond delay="1668"/>
                                          </p:stCondLst>
                                        </p:cTn>
                                        <p:tgtEl>
                                          <p:spTgt spid="9"/>
                                        </p:tgtEl>
                                      </p:cBhvr>
                                      <p:to x="100000" y="100000"/>
                                    </p:animScale>
                                    <p:animScale>
                                      <p:cBhvr>
                                        <p:cTn id="515" dur="26">
                                          <p:stCondLst>
                                            <p:cond delay="1808"/>
                                          </p:stCondLst>
                                        </p:cTn>
                                        <p:tgtEl>
                                          <p:spTgt spid="9"/>
                                        </p:tgtEl>
                                      </p:cBhvr>
                                      <p:to x="100000" y="95000"/>
                                    </p:animScale>
                                    <p:animScale>
                                      <p:cBhvr>
                                        <p:cTn id="516" dur="166" decel="50000">
                                          <p:stCondLst>
                                            <p:cond delay="1834"/>
                                          </p:stCondLst>
                                        </p:cTn>
                                        <p:tgtEl>
                                          <p:spTgt spid="9"/>
                                        </p:tgtEl>
                                      </p:cBhvr>
                                      <p:to x="100000" y="100000"/>
                                    </p:animScale>
                                  </p:childTnLst>
                                </p:cTn>
                              </p:par>
                              <p:par>
                                <p:cTn id="517" presetID="26" presetClass="entr" presetSubtype="0" fill="hold" grpId="0" nodeType="withEffect">
                                  <p:stCondLst>
                                    <p:cond delay="0"/>
                                  </p:stCondLst>
                                  <p:childTnLst>
                                    <p:set>
                                      <p:cBhvr>
                                        <p:cTn id="518" dur="1" fill="hold">
                                          <p:stCondLst>
                                            <p:cond delay="0"/>
                                          </p:stCondLst>
                                        </p:cTn>
                                        <p:tgtEl>
                                          <p:spTgt spid="46"/>
                                        </p:tgtEl>
                                        <p:attrNameLst>
                                          <p:attrName>style.visibility</p:attrName>
                                        </p:attrNameLst>
                                      </p:cBhvr>
                                      <p:to>
                                        <p:strVal val="visible"/>
                                      </p:to>
                                    </p:set>
                                    <p:animEffect transition="in" filter="wipe(down)">
                                      <p:cBhvr>
                                        <p:cTn id="519" dur="580">
                                          <p:stCondLst>
                                            <p:cond delay="0"/>
                                          </p:stCondLst>
                                        </p:cTn>
                                        <p:tgtEl>
                                          <p:spTgt spid="46"/>
                                        </p:tgtEl>
                                      </p:cBhvr>
                                    </p:animEffect>
                                    <p:anim calcmode="lin" valueType="num">
                                      <p:cBhvr>
                                        <p:cTn id="520" dur="1822" tmFilter="0,0; 0.14,0.36; 0.43,0.73; 0.71,0.91; 1.0,1.0">
                                          <p:stCondLst>
                                            <p:cond delay="0"/>
                                          </p:stCondLst>
                                        </p:cTn>
                                        <p:tgtEl>
                                          <p:spTgt spid="46"/>
                                        </p:tgtEl>
                                        <p:attrNameLst>
                                          <p:attrName>ppt_x</p:attrName>
                                        </p:attrNameLst>
                                      </p:cBhvr>
                                      <p:tavLst>
                                        <p:tav tm="0">
                                          <p:val>
                                            <p:strVal val="#ppt_x-0.25"/>
                                          </p:val>
                                        </p:tav>
                                        <p:tav tm="100000">
                                          <p:val>
                                            <p:strVal val="#ppt_x"/>
                                          </p:val>
                                        </p:tav>
                                      </p:tavLst>
                                    </p:anim>
                                    <p:anim calcmode="lin" valueType="num">
                                      <p:cBhvr>
                                        <p:cTn id="521" dur="664" tmFilter="0.0,0.0; 0.25,0.07; 0.50,0.2; 0.75,0.467; 1.0,1.0">
                                          <p:stCondLst>
                                            <p:cond delay="0"/>
                                          </p:stCondLst>
                                        </p:cTn>
                                        <p:tgtEl>
                                          <p:spTgt spid="46"/>
                                        </p:tgtEl>
                                        <p:attrNameLst>
                                          <p:attrName>ppt_y</p:attrName>
                                        </p:attrNameLst>
                                      </p:cBhvr>
                                      <p:tavLst>
                                        <p:tav tm="0" fmla="#ppt_y-sin(pi*$)/3">
                                          <p:val>
                                            <p:fltVal val="0.5"/>
                                          </p:val>
                                        </p:tav>
                                        <p:tav tm="100000">
                                          <p:val>
                                            <p:fltVal val="1"/>
                                          </p:val>
                                        </p:tav>
                                      </p:tavLst>
                                    </p:anim>
                                    <p:anim calcmode="lin" valueType="num">
                                      <p:cBhvr>
                                        <p:cTn id="522" dur="664" tmFilter="0, 0; 0.125,0.2665; 0.25,0.4; 0.375,0.465; 0.5,0.5;  0.625,0.535; 0.75,0.6; 0.875,0.7335; 1,1">
                                          <p:stCondLst>
                                            <p:cond delay="664"/>
                                          </p:stCondLst>
                                        </p:cTn>
                                        <p:tgtEl>
                                          <p:spTgt spid="46"/>
                                        </p:tgtEl>
                                        <p:attrNameLst>
                                          <p:attrName>ppt_y</p:attrName>
                                        </p:attrNameLst>
                                      </p:cBhvr>
                                      <p:tavLst>
                                        <p:tav tm="0" fmla="#ppt_y-sin(pi*$)/9">
                                          <p:val>
                                            <p:fltVal val="0"/>
                                          </p:val>
                                        </p:tav>
                                        <p:tav tm="100000">
                                          <p:val>
                                            <p:fltVal val="1"/>
                                          </p:val>
                                        </p:tav>
                                      </p:tavLst>
                                    </p:anim>
                                    <p:anim calcmode="lin" valueType="num">
                                      <p:cBhvr>
                                        <p:cTn id="523" dur="332" tmFilter="0, 0; 0.125,0.2665; 0.25,0.4; 0.375,0.465; 0.5,0.5;  0.625,0.535; 0.75,0.6; 0.875,0.7335; 1,1">
                                          <p:stCondLst>
                                            <p:cond delay="1324"/>
                                          </p:stCondLst>
                                        </p:cTn>
                                        <p:tgtEl>
                                          <p:spTgt spid="46"/>
                                        </p:tgtEl>
                                        <p:attrNameLst>
                                          <p:attrName>ppt_y</p:attrName>
                                        </p:attrNameLst>
                                      </p:cBhvr>
                                      <p:tavLst>
                                        <p:tav tm="0" fmla="#ppt_y-sin(pi*$)/27">
                                          <p:val>
                                            <p:fltVal val="0"/>
                                          </p:val>
                                        </p:tav>
                                        <p:tav tm="100000">
                                          <p:val>
                                            <p:fltVal val="1"/>
                                          </p:val>
                                        </p:tav>
                                      </p:tavLst>
                                    </p:anim>
                                    <p:anim calcmode="lin" valueType="num">
                                      <p:cBhvr>
                                        <p:cTn id="524" dur="164" tmFilter="0, 0; 0.125,0.2665; 0.25,0.4; 0.375,0.465; 0.5,0.5;  0.625,0.535; 0.75,0.6; 0.875,0.7335; 1,1">
                                          <p:stCondLst>
                                            <p:cond delay="1656"/>
                                          </p:stCondLst>
                                        </p:cTn>
                                        <p:tgtEl>
                                          <p:spTgt spid="46"/>
                                        </p:tgtEl>
                                        <p:attrNameLst>
                                          <p:attrName>ppt_y</p:attrName>
                                        </p:attrNameLst>
                                      </p:cBhvr>
                                      <p:tavLst>
                                        <p:tav tm="0" fmla="#ppt_y-sin(pi*$)/81">
                                          <p:val>
                                            <p:fltVal val="0"/>
                                          </p:val>
                                        </p:tav>
                                        <p:tav tm="100000">
                                          <p:val>
                                            <p:fltVal val="1"/>
                                          </p:val>
                                        </p:tav>
                                      </p:tavLst>
                                    </p:anim>
                                    <p:animScale>
                                      <p:cBhvr>
                                        <p:cTn id="525" dur="26">
                                          <p:stCondLst>
                                            <p:cond delay="650"/>
                                          </p:stCondLst>
                                        </p:cTn>
                                        <p:tgtEl>
                                          <p:spTgt spid="46"/>
                                        </p:tgtEl>
                                      </p:cBhvr>
                                      <p:to x="100000" y="60000"/>
                                    </p:animScale>
                                    <p:animScale>
                                      <p:cBhvr>
                                        <p:cTn id="526" dur="166" decel="50000">
                                          <p:stCondLst>
                                            <p:cond delay="676"/>
                                          </p:stCondLst>
                                        </p:cTn>
                                        <p:tgtEl>
                                          <p:spTgt spid="46"/>
                                        </p:tgtEl>
                                      </p:cBhvr>
                                      <p:to x="100000" y="100000"/>
                                    </p:animScale>
                                    <p:animScale>
                                      <p:cBhvr>
                                        <p:cTn id="527" dur="26">
                                          <p:stCondLst>
                                            <p:cond delay="1312"/>
                                          </p:stCondLst>
                                        </p:cTn>
                                        <p:tgtEl>
                                          <p:spTgt spid="46"/>
                                        </p:tgtEl>
                                      </p:cBhvr>
                                      <p:to x="100000" y="80000"/>
                                    </p:animScale>
                                    <p:animScale>
                                      <p:cBhvr>
                                        <p:cTn id="528" dur="166" decel="50000">
                                          <p:stCondLst>
                                            <p:cond delay="1338"/>
                                          </p:stCondLst>
                                        </p:cTn>
                                        <p:tgtEl>
                                          <p:spTgt spid="46"/>
                                        </p:tgtEl>
                                      </p:cBhvr>
                                      <p:to x="100000" y="100000"/>
                                    </p:animScale>
                                    <p:animScale>
                                      <p:cBhvr>
                                        <p:cTn id="529" dur="26">
                                          <p:stCondLst>
                                            <p:cond delay="1642"/>
                                          </p:stCondLst>
                                        </p:cTn>
                                        <p:tgtEl>
                                          <p:spTgt spid="46"/>
                                        </p:tgtEl>
                                      </p:cBhvr>
                                      <p:to x="100000" y="90000"/>
                                    </p:animScale>
                                    <p:animScale>
                                      <p:cBhvr>
                                        <p:cTn id="530" dur="166" decel="50000">
                                          <p:stCondLst>
                                            <p:cond delay="1668"/>
                                          </p:stCondLst>
                                        </p:cTn>
                                        <p:tgtEl>
                                          <p:spTgt spid="46"/>
                                        </p:tgtEl>
                                      </p:cBhvr>
                                      <p:to x="100000" y="100000"/>
                                    </p:animScale>
                                    <p:animScale>
                                      <p:cBhvr>
                                        <p:cTn id="531" dur="26">
                                          <p:stCondLst>
                                            <p:cond delay="1808"/>
                                          </p:stCondLst>
                                        </p:cTn>
                                        <p:tgtEl>
                                          <p:spTgt spid="46"/>
                                        </p:tgtEl>
                                      </p:cBhvr>
                                      <p:to x="100000" y="95000"/>
                                    </p:animScale>
                                    <p:animScale>
                                      <p:cBhvr>
                                        <p:cTn id="532" dur="166" decel="50000">
                                          <p:stCondLst>
                                            <p:cond delay="1834"/>
                                          </p:stCondLst>
                                        </p:cTn>
                                        <p:tgtEl>
                                          <p:spTgt spid="46"/>
                                        </p:tgtEl>
                                      </p:cBhvr>
                                      <p:to x="100000" y="100000"/>
                                    </p:animScale>
                                  </p:childTnLst>
                                </p:cTn>
                              </p:par>
                              <p:par>
                                <p:cTn id="533" presetID="26" presetClass="entr" presetSubtype="0" fill="hold" grpId="0" nodeType="withEffect">
                                  <p:stCondLst>
                                    <p:cond delay="0"/>
                                  </p:stCondLst>
                                  <p:childTnLst>
                                    <p:set>
                                      <p:cBhvr>
                                        <p:cTn id="534" dur="1" fill="hold">
                                          <p:stCondLst>
                                            <p:cond delay="0"/>
                                          </p:stCondLst>
                                        </p:cTn>
                                        <p:tgtEl>
                                          <p:spTgt spid="32"/>
                                        </p:tgtEl>
                                        <p:attrNameLst>
                                          <p:attrName>style.visibility</p:attrName>
                                        </p:attrNameLst>
                                      </p:cBhvr>
                                      <p:to>
                                        <p:strVal val="visible"/>
                                      </p:to>
                                    </p:set>
                                    <p:animEffect transition="in" filter="wipe(down)">
                                      <p:cBhvr>
                                        <p:cTn id="535" dur="580">
                                          <p:stCondLst>
                                            <p:cond delay="0"/>
                                          </p:stCondLst>
                                        </p:cTn>
                                        <p:tgtEl>
                                          <p:spTgt spid="32"/>
                                        </p:tgtEl>
                                      </p:cBhvr>
                                    </p:animEffect>
                                    <p:anim calcmode="lin" valueType="num">
                                      <p:cBhvr>
                                        <p:cTn id="536" dur="1822" tmFilter="0,0; 0.14,0.36; 0.43,0.73; 0.71,0.91; 1.0,1.0">
                                          <p:stCondLst>
                                            <p:cond delay="0"/>
                                          </p:stCondLst>
                                        </p:cTn>
                                        <p:tgtEl>
                                          <p:spTgt spid="32"/>
                                        </p:tgtEl>
                                        <p:attrNameLst>
                                          <p:attrName>ppt_x</p:attrName>
                                        </p:attrNameLst>
                                      </p:cBhvr>
                                      <p:tavLst>
                                        <p:tav tm="0">
                                          <p:val>
                                            <p:strVal val="#ppt_x-0.25"/>
                                          </p:val>
                                        </p:tav>
                                        <p:tav tm="100000">
                                          <p:val>
                                            <p:strVal val="#ppt_x"/>
                                          </p:val>
                                        </p:tav>
                                      </p:tavLst>
                                    </p:anim>
                                    <p:anim calcmode="lin" valueType="num">
                                      <p:cBhvr>
                                        <p:cTn id="537" dur="664" tmFilter="0.0,0.0; 0.25,0.07; 0.50,0.2; 0.75,0.467; 1.0,1.0">
                                          <p:stCondLst>
                                            <p:cond delay="0"/>
                                          </p:stCondLst>
                                        </p:cTn>
                                        <p:tgtEl>
                                          <p:spTgt spid="32"/>
                                        </p:tgtEl>
                                        <p:attrNameLst>
                                          <p:attrName>ppt_y</p:attrName>
                                        </p:attrNameLst>
                                      </p:cBhvr>
                                      <p:tavLst>
                                        <p:tav tm="0" fmla="#ppt_y-sin(pi*$)/3">
                                          <p:val>
                                            <p:fltVal val="0.5"/>
                                          </p:val>
                                        </p:tav>
                                        <p:tav tm="100000">
                                          <p:val>
                                            <p:fltVal val="1"/>
                                          </p:val>
                                        </p:tav>
                                      </p:tavLst>
                                    </p:anim>
                                    <p:anim calcmode="lin" valueType="num">
                                      <p:cBhvr>
                                        <p:cTn id="538" dur="664" tmFilter="0, 0; 0.125,0.2665; 0.25,0.4; 0.375,0.465; 0.5,0.5;  0.625,0.535; 0.75,0.6; 0.875,0.7335; 1,1">
                                          <p:stCondLst>
                                            <p:cond delay="664"/>
                                          </p:stCondLst>
                                        </p:cTn>
                                        <p:tgtEl>
                                          <p:spTgt spid="32"/>
                                        </p:tgtEl>
                                        <p:attrNameLst>
                                          <p:attrName>ppt_y</p:attrName>
                                        </p:attrNameLst>
                                      </p:cBhvr>
                                      <p:tavLst>
                                        <p:tav tm="0" fmla="#ppt_y-sin(pi*$)/9">
                                          <p:val>
                                            <p:fltVal val="0"/>
                                          </p:val>
                                        </p:tav>
                                        <p:tav tm="100000">
                                          <p:val>
                                            <p:fltVal val="1"/>
                                          </p:val>
                                        </p:tav>
                                      </p:tavLst>
                                    </p:anim>
                                    <p:anim calcmode="lin" valueType="num">
                                      <p:cBhvr>
                                        <p:cTn id="539" dur="332" tmFilter="0, 0; 0.125,0.2665; 0.25,0.4; 0.375,0.465; 0.5,0.5;  0.625,0.535; 0.75,0.6; 0.875,0.7335; 1,1">
                                          <p:stCondLst>
                                            <p:cond delay="1324"/>
                                          </p:stCondLst>
                                        </p:cTn>
                                        <p:tgtEl>
                                          <p:spTgt spid="32"/>
                                        </p:tgtEl>
                                        <p:attrNameLst>
                                          <p:attrName>ppt_y</p:attrName>
                                        </p:attrNameLst>
                                      </p:cBhvr>
                                      <p:tavLst>
                                        <p:tav tm="0" fmla="#ppt_y-sin(pi*$)/27">
                                          <p:val>
                                            <p:fltVal val="0"/>
                                          </p:val>
                                        </p:tav>
                                        <p:tav tm="100000">
                                          <p:val>
                                            <p:fltVal val="1"/>
                                          </p:val>
                                        </p:tav>
                                      </p:tavLst>
                                    </p:anim>
                                    <p:anim calcmode="lin" valueType="num">
                                      <p:cBhvr>
                                        <p:cTn id="540" dur="164" tmFilter="0, 0; 0.125,0.2665; 0.25,0.4; 0.375,0.465; 0.5,0.5;  0.625,0.535; 0.75,0.6; 0.875,0.7335; 1,1">
                                          <p:stCondLst>
                                            <p:cond delay="1656"/>
                                          </p:stCondLst>
                                        </p:cTn>
                                        <p:tgtEl>
                                          <p:spTgt spid="32"/>
                                        </p:tgtEl>
                                        <p:attrNameLst>
                                          <p:attrName>ppt_y</p:attrName>
                                        </p:attrNameLst>
                                      </p:cBhvr>
                                      <p:tavLst>
                                        <p:tav tm="0" fmla="#ppt_y-sin(pi*$)/81">
                                          <p:val>
                                            <p:fltVal val="0"/>
                                          </p:val>
                                        </p:tav>
                                        <p:tav tm="100000">
                                          <p:val>
                                            <p:fltVal val="1"/>
                                          </p:val>
                                        </p:tav>
                                      </p:tavLst>
                                    </p:anim>
                                    <p:animScale>
                                      <p:cBhvr>
                                        <p:cTn id="541" dur="26">
                                          <p:stCondLst>
                                            <p:cond delay="650"/>
                                          </p:stCondLst>
                                        </p:cTn>
                                        <p:tgtEl>
                                          <p:spTgt spid="32"/>
                                        </p:tgtEl>
                                      </p:cBhvr>
                                      <p:to x="100000" y="60000"/>
                                    </p:animScale>
                                    <p:animScale>
                                      <p:cBhvr>
                                        <p:cTn id="542" dur="166" decel="50000">
                                          <p:stCondLst>
                                            <p:cond delay="676"/>
                                          </p:stCondLst>
                                        </p:cTn>
                                        <p:tgtEl>
                                          <p:spTgt spid="32"/>
                                        </p:tgtEl>
                                      </p:cBhvr>
                                      <p:to x="100000" y="100000"/>
                                    </p:animScale>
                                    <p:animScale>
                                      <p:cBhvr>
                                        <p:cTn id="543" dur="26">
                                          <p:stCondLst>
                                            <p:cond delay="1312"/>
                                          </p:stCondLst>
                                        </p:cTn>
                                        <p:tgtEl>
                                          <p:spTgt spid="32"/>
                                        </p:tgtEl>
                                      </p:cBhvr>
                                      <p:to x="100000" y="80000"/>
                                    </p:animScale>
                                    <p:animScale>
                                      <p:cBhvr>
                                        <p:cTn id="544" dur="166" decel="50000">
                                          <p:stCondLst>
                                            <p:cond delay="1338"/>
                                          </p:stCondLst>
                                        </p:cTn>
                                        <p:tgtEl>
                                          <p:spTgt spid="32"/>
                                        </p:tgtEl>
                                      </p:cBhvr>
                                      <p:to x="100000" y="100000"/>
                                    </p:animScale>
                                    <p:animScale>
                                      <p:cBhvr>
                                        <p:cTn id="545" dur="26">
                                          <p:stCondLst>
                                            <p:cond delay="1642"/>
                                          </p:stCondLst>
                                        </p:cTn>
                                        <p:tgtEl>
                                          <p:spTgt spid="32"/>
                                        </p:tgtEl>
                                      </p:cBhvr>
                                      <p:to x="100000" y="90000"/>
                                    </p:animScale>
                                    <p:animScale>
                                      <p:cBhvr>
                                        <p:cTn id="546" dur="166" decel="50000">
                                          <p:stCondLst>
                                            <p:cond delay="1668"/>
                                          </p:stCondLst>
                                        </p:cTn>
                                        <p:tgtEl>
                                          <p:spTgt spid="32"/>
                                        </p:tgtEl>
                                      </p:cBhvr>
                                      <p:to x="100000" y="100000"/>
                                    </p:animScale>
                                    <p:animScale>
                                      <p:cBhvr>
                                        <p:cTn id="547" dur="26">
                                          <p:stCondLst>
                                            <p:cond delay="1808"/>
                                          </p:stCondLst>
                                        </p:cTn>
                                        <p:tgtEl>
                                          <p:spTgt spid="32"/>
                                        </p:tgtEl>
                                      </p:cBhvr>
                                      <p:to x="100000" y="95000"/>
                                    </p:animScale>
                                    <p:animScale>
                                      <p:cBhvr>
                                        <p:cTn id="548" dur="166" decel="50000">
                                          <p:stCondLst>
                                            <p:cond delay="1834"/>
                                          </p:stCondLst>
                                        </p:cTn>
                                        <p:tgtEl>
                                          <p:spTgt spid="32"/>
                                        </p:tgtEl>
                                      </p:cBhvr>
                                      <p:to x="100000" y="100000"/>
                                    </p:animScale>
                                  </p:childTnLst>
                                </p:cTn>
                              </p:par>
                            </p:childTnLst>
                          </p:cTn>
                        </p:par>
                      </p:childTnLst>
                    </p:cTn>
                  </p:par>
                  <p:par>
                    <p:cTn id="549" fill="hold">
                      <p:stCondLst>
                        <p:cond delay="indefinite"/>
                      </p:stCondLst>
                      <p:childTnLst>
                        <p:par>
                          <p:cTn id="550" fill="hold">
                            <p:stCondLst>
                              <p:cond delay="0"/>
                            </p:stCondLst>
                            <p:childTnLst>
                              <p:par>
                                <p:cTn id="551" presetID="26" presetClass="entr" presetSubtype="0" fill="hold" grpId="0" nodeType="clickEffect">
                                  <p:stCondLst>
                                    <p:cond delay="0"/>
                                  </p:stCondLst>
                                  <p:childTnLst>
                                    <p:set>
                                      <p:cBhvr>
                                        <p:cTn id="552" dur="1" fill="hold">
                                          <p:stCondLst>
                                            <p:cond delay="0"/>
                                          </p:stCondLst>
                                        </p:cTn>
                                        <p:tgtEl>
                                          <p:spTgt spid="38"/>
                                        </p:tgtEl>
                                        <p:attrNameLst>
                                          <p:attrName>style.visibility</p:attrName>
                                        </p:attrNameLst>
                                      </p:cBhvr>
                                      <p:to>
                                        <p:strVal val="visible"/>
                                      </p:to>
                                    </p:set>
                                    <p:animEffect transition="in" filter="wipe(down)">
                                      <p:cBhvr>
                                        <p:cTn id="553" dur="580">
                                          <p:stCondLst>
                                            <p:cond delay="0"/>
                                          </p:stCondLst>
                                        </p:cTn>
                                        <p:tgtEl>
                                          <p:spTgt spid="38"/>
                                        </p:tgtEl>
                                      </p:cBhvr>
                                    </p:animEffect>
                                    <p:anim calcmode="lin" valueType="num">
                                      <p:cBhvr>
                                        <p:cTn id="554" dur="1822" tmFilter="0,0; 0.14,0.36; 0.43,0.73; 0.71,0.91; 1.0,1.0">
                                          <p:stCondLst>
                                            <p:cond delay="0"/>
                                          </p:stCondLst>
                                        </p:cTn>
                                        <p:tgtEl>
                                          <p:spTgt spid="38"/>
                                        </p:tgtEl>
                                        <p:attrNameLst>
                                          <p:attrName>ppt_x</p:attrName>
                                        </p:attrNameLst>
                                      </p:cBhvr>
                                      <p:tavLst>
                                        <p:tav tm="0">
                                          <p:val>
                                            <p:strVal val="#ppt_x-0.25"/>
                                          </p:val>
                                        </p:tav>
                                        <p:tav tm="100000">
                                          <p:val>
                                            <p:strVal val="#ppt_x"/>
                                          </p:val>
                                        </p:tav>
                                      </p:tavLst>
                                    </p:anim>
                                    <p:anim calcmode="lin" valueType="num">
                                      <p:cBhvr>
                                        <p:cTn id="555" dur="664" tmFilter="0.0,0.0; 0.25,0.07; 0.50,0.2; 0.75,0.467; 1.0,1.0">
                                          <p:stCondLst>
                                            <p:cond delay="0"/>
                                          </p:stCondLst>
                                        </p:cTn>
                                        <p:tgtEl>
                                          <p:spTgt spid="38"/>
                                        </p:tgtEl>
                                        <p:attrNameLst>
                                          <p:attrName>ppt_y</p:attrName>
                                        </p:attrNameLst>
                                      </p:cBhvr>
                                      <p:tavLst>
                                        <p:tav tm="0" fmla="#ppt_y-sin(pi*$)/3">
                                          <p:val>
                                            <p:fltVal val="0.5"/>
                                          </p:val>
                                        </p:tav>
                                        <p:tav tm="100000">
                                          <p:val>
                                            <p:fltVal val="1"/>
                                          </p:val>
                                        </p:tav>
                                      </p:tavLst>
                                    </p:anim>
                                    <p:anim calcmode="lin" valueType="num">
                                      <p:cBhvr>
                                        <p:cTn id="556" dur="664" tmFilter="0, 0; 0.125,0.2665; 0.25,0.4; 0.375,0.465; 0.5,0.5;  0.625,0.535; 0.75,0.6; 0.875,0.7335; 1,1">
                                          <p:stCondLst>
                                            <p:cond delay="664"/>
                                          </p:stCondLst>
                                        </p:cTn>
                                        <p:tgtEl>
                                          <p:spTgt spid="38"/>
                                        </p:tgtEl>
                                        <p:attrNameLst>
                                          <p:attrName>ppt_y</p:attrName>
                                        </p:attrNameLst>
                                      </p:cBhvr>
                                      <p:tavLst>
                                        <p:tav tm="0" fmla="#ppt_y-sin(pi*$)/9">
                                          <p:val>
                                            <p:fltVal val="0"/>
                                          </p:val>
                                        </p:tav>
                                        <p:tav tm="100000">
                                          <p:val>
                                            <p:fltVal val="1"/>
                                          </p:val>
                                        </p:tav>
                                      </p:tavLst>
                                    </p:anim>
                                    <p:anim calcmode="lin" valueType="num">
                                      <p:cBhvr>
                                        <p:cTn id="557" dur="332" tmFilter="0, 0; 0.125,0.2665; 0.25,0.4; 0.375,0.465; 0.5,0.5;  0.625,0.535; 0.75,0.6; 0.875,0.7335; 1,1">
                                          <p:stCondLst>
                                            <p:cond delay="1324"/>
                                          </p:stCondLst>
                                        </p:cTn>
                                        <p:tgtEl>
                                          <p:spTgt spid="38"/>
                                        </p:tgtEl>
                                        <p:attrNameLst>
                                          <p:attrName>ppt_y</p:attrName>
                                        </p:attrNameLst>
                                      </p:cBhvr>
                                      <p:tavLst>
                                        <p:tav tm="0" fmla="#ppt_y-sin(pi*$)/27">
                                          <p:val>
                                            <p:fltVal val="0"/>
                                          </p:val>
                                        </p:tav>
                                        <p:tav tm="100000">
                                          <p:val>
                                            <p:fltVal val="1"/>
                                          </p:val>
                                        </p:tav>
                                      </p:tavLst>
                                    </p:anim>
                                    <p:anim calcmode="lin" valueType="num">
                                      <p:cBhvr>
                                        <p:cTn id="558" dur="164" tmFilter="0, 0; 0.125,0.2665; 0.25,0.4; 0.375,0.465; 0.5,0.5;  0.625,0.535; 0.75,0.6; 0.875,0.7335; 1,1">
                                          <p:stCondLst>
                                            <p:cond delay="1656"/>
                                          </p:stCondLst>
                                        </p:cTn>
                                        <p:tgtEl>
                                          <p:spTgt spid="38"/>
                                        </p:tgtEl>
                                        <p:attrNameLst>
                                          <p:attrName>ppt_y</p:attrName>
                                        </p:attrNameLst>
                                      </p:cBhvr>
                                      <p:tavLst>
                                        <p:tav tm="0" fmla="#ppt_y-sin(pi*$)/81">
                                          <p:val>
                                            <p:fltVal val="0"/>
                                          </p:val>
                                        </p:tav>
                                        <p:tav tm="100000">
                                          <p:val>
                                            <p:fltVal val="1"/>
                                          </p:val>
                                        </p:tav>
                                      </p:tavLst>
                                    </p:anim>
                                    <p:animScale>
                                      <p:cBhvr>
                                        <p:cTn id="559" dur="26">
                                          <p:stCondLst>
                                            <p:cond delay="650"/>
                                          </p:stCondLst>
                                        </p:cTn>
                                        <p:tgtEl>
                                          <p:spTgt spid="38"/>
                                        </p:tgtEl>
                                      </p:cBhvr>
                                      <p:to x="100000" y="60000"/>
                                    </p:animScale>
                                    <p:animScale>
                                      <p:cBhvr>
                                        <p:cTn id="560" dur="166" decel="50000">
                                          <p:stCondLst>
                                            <p:cond delay="676"/>
                                          </p:stCondLst>
                                        </p:cTn>
                                        <p:tgtEl>
                                          <p:spTgt spid="38"/>
                                        </p:tgtEl>
                                      </p:cBhvr>
                                      <p:to x="100000" y="100000"/>
                                    </p:animScale>
                                    <p:animScale>
                                      <p:cBhvr>
                                        <p:cTn id="561" dur="26">
                                          <p:stCondLst>
                                            <p:cond delay="1312"/>
                                          </p:stCondLst>
                                        </p:cTn>
                                        <p:tgtEl>
                                          <p:spTgt spid="38"/>
                                        </p:tgtEl>
                                      </p:cBhvr>
                                      <p:to x="100000" y="80000"/>
                                    </p:animScale>
                                    <p:animScale>
                                      <p:cBhvr>
                                        <p:cTn id="562" dur="166" decel="50000">
                                          <p:stCondLst>
                                            <p:cond delay="1338"/>
                                          </p:stCondLst>
                                        </p:cTn>
                                        <p:tgtEl>
                                          <p:spTgt spid="38"/>
                                        </p:tgtEl>
                                      </p:cBhvr>
                                      <p:to x="100000" y="100000"/>
                                    </p:animScale>
                                    <p:animScale>
                                      <p:cBhvr>
                                        <p:cTn id="563" dur="26">
                                          <p:stCondLst>
                                            <p:cond delay="1642"/>
                                          </p:stCondLst>
                                        </p:cTn>
                                        <p:tgtEl>
                                          <p:spTgt spid="38"/>
                                        </p:tgtEl>
                                      </p:cBhvr>
                                      <p:to x="100000" y="90000"/>
                                    </p:animScale>
                                    <p:animScale>
                                      <p:cBhvr>
                                        <p:cTn id="564" dur="166" decel="50000">
                                          <p:stCondLst>
                                            <p:cond delay="1668"/>
                                          </p:stCondLst>
                                        </p:cTn>
                                        <p:tgtEl>
                                          <p:spTgt spid="38"/>
                                        </p:tgtEl>
                                      </p:cBhvr>
                                      <p:to x="100000" y="100000"/>
                                    </p:animScale>
                                    <p:animScale>
                                      <p:cBhvr>
                                        <p:cTn id="565" dur="26">
                                          <p:stCondLst>
                                            <p:cond delay="1808"/>
                                          </p:stCondLst>
                                        </p:cTn>
                                        <p:tgtEl>
                                          <p:spTgt spid="38"/>
                                        </p:tgtEl>
                                      </p:cBhvr>
                                      <p:to x="100000" y="95000"/>
                                    </p:animScale>
                                    <p:animScale>
                                      <p:cBhvr>
                                        <p:cTn id="566" dur="166" decel="50000">
                                          <p:stCondLst>
                                            <p:cond delay="1834"/>
                                          </p:stCondLst>
                                        </p:cTn>
                                        <p:tgtEl>
                                          <p:spTgt spid="38"/>
                                        </p:tgtEl>
                                      </p:cBhvr>
                                      <p:to x="100000" y="100000"/>
                                    </p:animScale>
                                  </p:childTnLst>
                                </p:cTn>
                              </p:par>
                            </p:childTnLst>
                          </p:cTn>
                        </p:par>
                      </p:childTnLst>
                    </p:cTn>
                  </p:par>
                  <p:par>
                    <p:cTn id="567" fill="hold">
                      <p:stCondLst>
                        <p:cond delay="indefinite"/>
                      </p:stCondLst>
                      <p:childTnLst>
                        <p:par>
                          <p:cTn id="568" fill="hold">
                            <p:stCondLst>
                              <p:cond delay="0"/>
                            </p:stCondLst>
                            <p:childTnLst>
                              <p:par>
                                <p:cTn id="569" presetID="31" presetClass="entr" presetSubtype="0" fill="hold" grpId="0" nodeType="clickEffect">
                                  <p:stCondLst>
                                    <p:cond delay="0"/>
                                  </p:stCondLst>
                                  <p:childTnLst>
                                    <p:set>
                                      <p:cBhvr>
                                        <p:cTn id="570" dur="1" fill="hold">
                                          <p:stCondLst>
                                            <p:cond delay="0"/>
                                          </p:stCondLst>
                                        </p:cTn>
                                        <p:tgtEl>
                                          <p:spTgt spid="7"/>
                                        </p:tgtEl>
                                        <p:attrNameLst>
                                          <p:attrName>style.visibility</p:attrName>
                                        </p:attrNameLst>
                                      </p:cBhvr>
                                      <p:to>
                                        <p:strVal val="visible"/>
                                      </p:to>
                                    </p:set>
                                    <p:anim calcmode="lin" valueType="num">
                                      <p:cBhvr>
                                        <p:cTn id="571" dur="1000" fill="hold"/>
                                        <p:tgtEl>
                                          <p:spTgt spid="7"/>
                                        </p:tgtEl>
                                        <p:attrNameLst>
                                          <p:attrName>ppt_w</p:attrName>
                                        </p:attrNameLst>
                                      </p:cBhvr>
                                      <p:tavLst>
                                        <p:tav tm="0">
                                          <p:val>
                                            <p:fltVal val="0"/>
                                          </p:val>
                                        </p:tav>
                                        <p:tav tm="100000">
                                          <p:val>
                                            <p:strVal val="#ppt_w"/>
                                          </p:val>
                                        </p:tav>
                                      </p:tavLst>
                                    </p:anim>
                                    <p:anim calcmode="lin" valueType="num">
                                      <p:cBhvr>
                                        <p:cTn id="572" dur="1000" fill="hold"/>
                                        <p:tgtEl>
                                          <p:spTgt spid="7"/>
                                        </p:tgtEl>
                                        <p:attrNameLst>
                                          <p:attrName>ppt_h</p:attrName>
                                        </p:attrNameLst>
                                      </p:cBhvr>
                                      <p:tavLst>
                                        <p:tav tm="0">
                                          <p:val>
                                            <p:fltVal val="0"/>
                                          </p:val>
                                        </p:tav>
                                        <p:tav tm="100000">
                                          <p:val>
                                            <p:strVal val="#ppt_h"/>
                                          </p:val>
                                        </p:tav>
                                      </p:tavLst>
                                    </p:anim>
                                    <p:anim calcmode="lin" valueType="num">
                                      <p:cBhvr>
                                        <p:cTn id="573" dur="1000" fill="hold"/>
                                        <p:tgtEl>
                                          <p:spTgt spid="7"/>
                                        </p:tgtEl>
                                        <p:attrNameLst>
                                          <p:attrName>style.rotation</p:attrName>
                                        </p:attrNameLst>
                                      </p:cBhvr>
                                      <p:tavLst>
                                        <p:tav tm="0">
                                          <p:val>
                                            <p:fltVal val="90"/>
                                          </p:val>
                                        </p:tav>
                                        <p:tav tm="100000">
                                          <p:val>
                                            <p:fltVal val="0"/>
                                          </p:val>
                                        </p:tav>
                                      </p:tavLst>
                                    </p:anim>
                                    <p:animEffect transition="in" filter="fade">
                                      <p:cBhvr>
                                        <p:cTn id="574"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 grpId="0" animBg="1"/>
      <p:bldP spid="3" grpId="0" animBg="1"/>
      <p:bldP spid="4" grpId="0" animBg="1"/>
      <p:bldP spid="5" grpId="0" animBg="1"/>
      <p:bldP spid="6" grpId="0" animBg="1"/>
      <p:bldP spid="12" grpId="0" animBg="1"/>
      <p:bldP spid="13" grpId="0" animBg="1"/>
      <p:bldP spid="14" grpId="0" animBg="1"/>
      <p:bldP spid="15" grpId="0" animBg="1"/>
      <p:bldP spid="24" grpId="0"/>
      <p:bldP spid="25" grpId="0"/>
      <p:bldP spid="28" grpId="0"/>
      <p:bldP spid="29" grpId="0"/>
      <p:bldP spid="32" grpId="0"/>
      <p:bldP spid="35" grpId="0"/>
      <p:bldP spid="36" grpId="0"/>
      <p:bldP spid="38" grpId="0"/>
      <p:bldP spid="39" grpId="0"/>
      <p:bldP spid="40" grpId="0"/>
      <p:bldP spid="41" grpId="0"/>
      <p:bldP spid="42" grpId="0"/>
      <p:bldP spid="43" grpId="0"/>
      <p:bldP spid="44" grpId="0"/>
      <p:bldP spid="8" grpId="0"/>
      <p:bldP spid="26" grpId="0"/>
      <p:bldP spid="27" grpId="0"/>
      <p:bldP spid="30" grpId="0"/>
      <p:bldP spid="9" grpId="0"/>
      <p:bldP spid="37" grpId="0" animBg="1"/>
      <p:bldP spid="45" grpId="0" animBg="1"/>
      <p:bldP spid="46" grpId="0" animBg="1"/>
      <p:bldP spid="47" grpId="0" animBg="1"/>
      <p:bldP spid="48" grpId="0" animBg="1"/>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F123D726-4B79-A847-A311-BA390A77794B}"/>
              </a:ext>
            </a:extLst>
          </p:cNvPr>
          <p:cNvSpPr txBox="1"/>
          <p:nvPr/>
        </p:nvSpPr>
        <p:spPr>
          <a:xfrm>
            <a:off x="2223273" y="219805"/>
            <a:ext cx="7598555" cy="553998"/>
          </a:xfrm>
          <a:prstGeom prst="rect">
            <a:avLst/>
          </a:prstGeom>
          <a:noFill/>
        </p:spPr>
        <p:txBody>
          <a:bodyPr wrap="none" rtlCol="0">
            <a:spAutoFit/>
          </a:bodyPr>
          <a:lstStyle/>
          <a:p>
            <a:pPr algn="ctr"/>
            <a:r>
              <a:rPr lang="fr-FR" sz="3000" b="1">
                <a:solidFill>
                  <a:schemeClr val="tx2"/>
                </a:solidFill>
                <a:latin typeface="Poppins" pitchFamily="2" charset="77"/>
                <a:cs typeface="Poppins" pitchFamily="2" charset="77"/>
              </a:rPr>
              <a:t>Exemple tournée d’entretien incendie</a:t>
            </a:r>
            <a:endParaRPr lang="fr-FR" sz="3000" b="1" dirty="0">
              <a:solidFill>
                <a:schemeClr val="tx2"/>
              </a:solidFill>
              <a:latin typeface="Poppins" pitchFamily="2" charset="77"/>
              <a:cs typeface="Poppins" pitchFamily="2" charset="77"/>
            </a:endParaRPr>
          </a:p>
        </p:txBody>
      </p:sp>
      <p:sp>
        <p:nvSpPr>
          <p:cNvPr id="18" name="TextBox 17">
            <a:extLst>
              <a:ext uri="{FF2B5EF4-FFF2-40B4-BE49-F238E27FC236}">
                <a16:creationId xmlns:a16="http://schemas.microsoft.com/office/drawing/2014/main" id="{1E974B7C-F80C-E348-8323-419659BAD508}"/>
              </a:ext>
            </a:extLst>
          </p:cNvPr>
          <p:cNvSpPr txBox="1"/>
          <p:nvPr/>
        </p:nvSpPr>
        <p:spPr>
          <a:xfrm>
            <a:off x="1178627" y="660053"/>
            <a:ext cx="9392957" cy="461665"/>
          </a:xfrm>
          <a:prstGeom prst="rect">
            <a:avLst/>
          </a:prstGeom>
          <a:noFill/>
        </p:spPr>
        <p:txBody>
          <a:bodyPr wrap="square" rtlCol="0">
            <a:spAutoFit/>
          </a:bodyPr>
          <a:lstStyle/>
          <a:p>
            <a:pPr algn="ctr"/>
            <a:r>
              <a:rPr lang="fr-FR" sz="1200" spc="150">
                <a:solidFill>
                  <a:schemeClr val="bg1">
                    <a:lumMod val="65000"/>
                  </a:schemeClr>
                </a:solidFill>
                <a:latin typeface="Poppins Light" pitchFamily="2" charset="77"/>
                <a:cs typeface="Poppins Light" pitchFamily="2" charset="77"/>
              </a:rPr>
              <a:t>La collecte d’éléments rationnels sur le terrain pour qu’une équipe spécialisée les analyse et produise un rapport, fourni au responsible d’exploitation qui pourra le présenter à la collecvité </a:t>
            </a:r>
            <a:endParaRPr lang="fr-FR" sz="1200" spc="150" dirty="0">
              <a:solidFill>
                <a:schemeClr val="bg1">
                  <a:lumMod val="65000"/>
                </a:schemeClr>
              </a:solidFill>
              <a:latin typeface="Poppins Light" pitchFamily="2" charset="77"/>
              <a:cs typeface="Poppins Light" pitchFamily="2" charset="77"/>
            </a:endParaRPr>
          </a:p>
        </p:txBody>
      </p:sp>
      <p:sp>
        <p:nvSpPr>
          <p:cNvPr id="16" name="Freeform 4">
            <a:extLst>
              <a:ext uri="{FF2B5EF4-FFF2-40B4-BE49-F238E27FC236}">
                <a16:creationId xmlns:a16="http://schemas.microsoft.com/office/drawing/2014/main" id="{7EDF62E4-E9D6-FF4D-9AEC-B5A902B9C977}"/>
              </a:ext>
            </a:extLst>
          </p:cNvPr>
          <p:cNvSpPr>
            <a:spLocks noChangeArrowheads="1"/>
          </p:cNvSpPr>
          <p:nvPr/>
        </p:nvSpPr>
        <p:spPr bwMode="auto">
          <a:xfrm>
            <a:off x="1963939" y="3044543"/>
            <a:ext cx="8264123" cy="1713797"/>
          </a:xfrm>
          <a:custGeom>
            <a:avLst/>
            <a:gdLst>
              <a:gd name="T0" fmla="*/ 2752 w 13271"/>
              <a:gd name="T1" fmla="*/ 1376 h 2752"/>
              <a:gd name="T2" fmla="*/ 2349 w 13271"/>
              <a:gd name="T3" fmla="*/ 403 h 2752"/>
              <a:gd name="T4" fmla="*/ 1376 w 13271"/>
              <a:gd name="T5" fmla="*/ 0 h 2752"/>
              <a:gd name="T6" fmla="*/ 403 w 13271"/>
              <a:gd name="T7" fmla="*/ 403 h 2752"/>
              <a:gd name="T8" fmla="*/ 2 w 13271"/>
              <a:gd name="T9" fmla="*/ 1314 h 2752"/>
              <a:gd name="T10" fmla="*/ 62 w 13271"/>
              <a:gd name="T11" fmla="*/ 1376 h 2752"/>
              <a:gd name="T12" fmla="*/ 126 w 13271"/>
              <a:gd name="T13" fmla="*/ 1314 h 2752"/>
              <a:gd name="T14" fmla="*/ 491 w 13271"/>
              <a:gd name="T15" fmla="*/ 491 h 2752"/>
              <a:gd name="T16" fmla="*/ 1376 w 13271"/>
              <a:gd name="T17" fmla="*/ 124 h 2752"/>
              <a:gd name="T18" fmla="*/ 2262 w 13271"/>
              <a:gd name="T19" fmla="*/ 491 h 2752"/>
              <a:gd name="T20" fmla="*/ 2630 w 13271"/>
              <a:gd name="T21" fmla="*/ 1376 h 2752"/>
              <a:gd name="T22" fmla="*/ 3033 w 13271"/>
              <a:gd name="T23" fmla="*/ 2348 h 2752"/>
              <a:gd name="T24" fmla="*/ 4006 w 13271"/>
              <a:gd name="T25" fmla="*/ 2751 h 2752"/>
              <a:gd name="T26" fmla="*/ 4979 w 13271"/>
              <a:gd name="T27" fmla="*/ 2348 h 2752"/>
              <a:gd name="T28" fmla="*/ 5382 w 13271"/>
              <a:gd name="T29" fmla="*/ 1376 h 2752"/>
              <a:gd name="T30" fmla="*/ 5384 w 13271"/>
              <a:gd name="T31" fmla="*/ 1376 h 2752"/>
              <a:gd name="T32" fmla="*/ 5751 w 13271"/>
              <a:gd name="T33" fmla="*/ 491 h 2752"/>
              <a:gd name="T34" fmla="*/ 6636 w 13271"/>
              <a:gd name="T35" fmla="*/ 124 h 2752"/>
              <a:gd name="T36" fmla="*/ 7520 w 13271"/>
              <a:gd name="T37" fmla="*/ 491 h 2752"/>
              <a:gd name="T38" fmla="*/ 7888 w 13271"/>
              <a:gd name="T39" fmla="*/ 1376 h 2752"/>
              <a:gd name="T40" fmla="*/ 8292 w 13271"/>
              <a:gd name="T41" fmla="*/ 2348 h 2752"/>
              <a:gd name="T42" fmla="*/ 9264 w 13271"/>
              <a:gd name="T43" fmla="*/ 2751 h 2752"/>
              <a:gd name="T44" fmla="*/ 10238 w 13271"/>
              <a:gd name="T45" fmla="*/ 2348 h 2752"/>
              <a:gd name="T46" fmla="*/ 10641 w 13271"/>
              <a:gd name="T47" fmla="*/ 1376 h 2752"/>
              <a:gd name="T48" fmla="*/ 10643 w 13271"/>
              <a:gd name="T49" fmla="*/ 1376 h 2752"/>
              <a:gd name="T50" fmla="*/ 11009 w 13271"/>
              <a:gd name="T51" fmla="*/ 491 h 2752"/>
              <a:gd name="T52" fmla="*/ 11894 w 13271"/>
              <a:gd name="T53" fmla="*/ 124 h 2752"/>
              <a:gd name="T54" fmla="*/ 12779 w 13271"/>
              <a:gd name="T55" fmla="*/ 491 h 2752"/>
              <a:gd name="T56" fmla="*/ 13144 w 13271"/>
              <a:gd name="T57" fmla="*/ 1314 h 2752"/>
              <a:gd name="T58" fmla="*/ 13208 w 13271"/>
              <a:gd name="T59" fmla="*/ 1376 h 2752"/>
              <a:gd name="T60" fmla="*/ 13269 w 13271"/>
              <a:gd name="T61" fmla="*/ 1314 h 2752"/>
              <a:gd name="T62" fmla="*/ 12867 w 13271"/>
              <a:gd name="T63" fmla="*/ 403 h 2752"/>
              <a:gd name="T64" fmla="*/ 11894 w 13271"/>
              <a:gd name="T65" fmla="*/ 0 h 2752"/>
              <a:gd name="T66" fmla="*/ 10921 w 13271"/>
              <a:gd name="T67" fmla="*/ 403 h 2752"/>
              <a:gd name="T68" fmla="*/ 10516 w 13271"/>
              <a:gd name="T69" fmla="*/ 1376 h 2752"/>
              <a:gd name="T70" fmla="*/ 10149 w 13271"/>
              <a:gd name="T71" fmla="*/ 2260 h 2752"/>
              <a:gd name="T72" fmla="*/ 9264 w 13271"/>
              <a:gd name="T73" fmla="*/ 2627 h 2752"/>
              <a:gd name="T74" fmla="*/ 8379 w 13271"/>
              <a:gd name="T75" fmla="*/ 2260 h 2752"/>
              <a:gd name="T76" fmla="*/ 8013 w 13271"/>
              <a:gd name="T77" fmla="*/ 1376 h 2752"/>
              <a:gd name="T78" fmla="*/ 8011 w 13271"/>
              <a:gd name="T79" fmla="*/ 1376 h 2752"/>
              <a:gd name="T80" fmla="*/ 7608 w 13271"/>
              <a:gd name="T81" fmla="*/ 403 h 2752"/>
              <a:gd name="T82" fmla="*/ 6636 w 13271"/>
              <a:gd name="T83" fmla="*/ 0 h 2752"/>
              <a:gd name="T84" fmla="*/ 5663 w 13271"/>
              <a:gd name="T85" fmla="*/ 403 h 2752"/>
              <a:gd name="T86" fmla="*/ 5258 w 13271"/>
              <a:gd name="T87" fmla="*/ 1376 h 2752"/>
              <a:gd name="T88" fmla="*/ 4891 w 13271"/>
              <a:gd name="T89" fmla="*/ 2260 h 2752"/>
              <a:gd name="T90" fmla="*/ 4006 w 13271"/>
              <a:gd name="T91" fmla="*/ 2627 h 2752"/>
              <a:gd name="T92" fmla="*/ 3121 w 13271"/>
              <a:gd name="T93" fmla="*/ 2260 h 2752"/>
              <a:gd name="T94" fmla="*/ 2755 w 13271"/>
              <a:gd name="T95" fmla="*/ 1376 h 27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3271" h="2752">
                <a:moveTo>
                  <a:pt x="2752" y="1376"/>
                </a:moveTo>
                <a:lnTo>
                  <a:pt x="2752" y="1376"/>
                </a:lnTo>
                <a:cubicBezTo>
                  <a:pt x="2752" y="1011"/>
                  <a:pt x="2607" y="661"/>
                  <a:pt x="2349" y="403"/>
                </a:cubicBezTo>
                <a:lnTo>
                  <a:pt x="2349" y="403"/>
                </a:lnTo>
                <a:cubicBezTo>
                  <a:pt x="2091" y="145"/>
                  <a:pt x="1741" y="0"/>
                  <a:pt x="1376" y="0"/>
                </a:cubicBezTo>
                <a:lnTo>
                  <a:pt x="1376" y="0"/>
                </a:lnTo>
                <a:cubicBezTo>
                  <a:pt x="1012" y="0"/>
                  <a:pt x="661" y="145"/>
                  <a:pt x="403" y="403"/>
                </a:cubicBezTo>
                <a:lnTo>
                  <a:pt x="403" y="403"/>
                </a:lnTo>
                <a:cubicBezTo>
                  <a:pt x="160" y="646"/>
                  <a:pt x="17" y="972"/>
                  <a:pt x="2" y="1314"/>
                </a:cubicBezTo>
                <a:lnTo>
                  <a:pt x="2" y="1314"/>
                </a:lnTo>
                <a:cubicBezTo>
                  <a:pt x="0" y="1348"/>
                  <a:pt x="28" y="1376"/>
                  <a:pt x="62" y="1376"/>
                </a:cubicBezTo>
                <a:lnTo>
                  <a:pt x="62" y="1376"/>
                </a:lnTo>
                <a:cubicBezTo>
                  <a:pt x="97" y="1376"/>
                  <a:pt x="124" y="1348"/>
                  <a:pt x="126" y="1314"/>
                </a:cubicBezTo>
                <a:lnTo>
                  <a:pt x="126" y="1314"/>
                </a:lnTo>
                <a:cubicBezTo>
                  <a:pt x="141" y="1005"/>
                  <a:pt x="271" y="711"/>
                  <a:pt x="491" y="491"/>
                </a:cubicBezTo>
                <a:lnTo>
                  <a:pt x="491" y="491"/>
                </a:lnTo>
                <a:cubicBezTo>
                  <a:pt x="726" y="256"/>
                  <a:pt x="1045" y="124"/>
                  <a:pt x="1376" y="124"/>
                </a:cubicBezTo>
                <a:lnTo>
                  <a:pt x="1376" y="124"/>
                </a:lnTo>
                <a:cubicBezTo>
                  <a:pt x="1708" y="124"/>
                  <a:pt x="2027" y="256"/>
                  <a:pt x="2262" y="491"/>
                </a:cubicBezTo>
                <a:lnTo>
                  <a:pt x="2262" y="491"/>
                </a:lnTo>
                <a:cubicBezTo>
                  <a:pt x="2496" y="726"/>
                  <a:pt x="2628" y="1044"/>
                  <a:pt x="2628" y="1376"/>
                </a:cubicBezTo>
                <a:lnTo>
                  <a:pt x="2630" y="1376"/>
                </a:lnTo>
                <a:lnTo>
                  <a:pt x="2630" y="1376"/>
                </a:lnTo>
                <a:cubicBezTo>
                  <a:pt x="2630" y="1740"/>
                  <a:pt x="2775" y="2090"/>
                  <a:pt x="3033" y="2348"/>
                </a:cubicBezTo>
                <a:lnTo>
                  <a:pt x="3033" y="2348"/>
                </a:lnTo>
                <a:cubicBezTo>
                  <a:pt x="3291" y="2606"/>
                  <a:pt x="3642" y="2751"/>
                  <a:pt x="4006" y="2751"/>
                </a:cubicBezTo>
                <a:lnTo>
                  <a:pt x="4006" y="2751"/>
                </a:lnTo>
                <a:cubicBezTo>
                  <a:pt x="4371" y="2751"/>
                  <a:pt x="4721" y="2606"/>
                  <a:pt x="4979" y="2348"/>
                </a:cubicBezTo>
                <a:lnTo>
                  <a:pt x="4979" y="2348"/>
                </a:lnTo>
                <a:cubicBezTo>
                  <a:pt x="5237" y="2090"/>
                  <a:pt x="5382" y="1740"/>
                  <a:pt x="5382" y="1376"/>
                </a:cubicBezTo>
                <a:lnTo>
                  <a:pt x="5384" y="1376"/>
                </a:lnTo>
                <a:lnTo>
                  <a:pt x="5384" y="1376"/>
                </a:lnTo>
                <a:cubicBezTo>
                  <a:pt x="5384" y="1044"/>
                  <a:pt x="5516" y="726"/>
                  <a:pt x="5751" y="491"/>
                </a:cubicBezTo>
                <a:lnTo>
                  <a:pt x="5751" y="491"/>
                </a:lnTo>
                <a:cubicBezTo>
                  <a:pt x="5986" y="256"/>
                  <a:pt x="6304" y="124"/>
                  <a:pt x="6636" y="124"/>
                </a:cubicBezTo>
                <a:lnTo>
                  <a:pt x="6636" y="124"/>
                </a:lnTo>
                <a:cubicBezTo>
                  <a:pt x="6967" y="124"/>
                  <a:pt x="7285" y="256"/>
                  <a:pt x="7520" y="491"/>
                </a:cubicBezTo>
                <a:lnTo>
                  <a:pt x="7520" y="491"/>
                </a:lnTo>
                <a:cubicBezTo>
                  <a:pt x="7754" y="726"/>
                  <a:pt x="7886" y="1044"/>
                  <a:pt x="7886" y="1376"/>
                </a:cubicBezTo>
                <a:lnTo>
                  <a:pt x="7888" y="1376"/>
                </a:lnTo>
                <a:lnTo>
                  <a:pt x="7888" y="1376"/>
                </a:lnTo>
                <a:cubicBezTo>
                  <a:pt x="7888" y="1740"/>
                  <a:pt x="8033" y="2090"/>
                  <a:pt x="8292" y="2348"/>
                </a:cubicBezTo>
                <a:lnTo>
                  <a:pt x="8292" y="2348"/>
                </a:lnTo>
                <a:cubicBezTo>
                  <a:pt x="8550" y="2606"/>
                  <a:pt x="8900" y="2751"/>
                  <a:pt x="9264" y="2751"/>
                </a:cubicBezTo>
                <a:lnTo>
                  <a:pt x="9264" y="2751"/>
                </a:lnTo>
                <a:cubicBezTo>
                  <a:pt x="9630" y="2751"/>
                  <a:pt x="9980" y="2606"/>
                  <a:pt x="10238" y="2348"/>
                </a:cubicBezTo>
                <a:lnTo>
                  <a:pt x="10238" y="2348"/>
                </a:lnTo>
                <a:cubicBezTo>
                  <a:pt x="10496" y="2090"/>
                  <a:pt x="10641" y="1740"/>
                  <a:pt x="10641" y="1376"/>
                </a:cubicBezTo>
                <a:lnTo>
                  <a:pt x="10643" y="1376"/>
                </a:lnTo>
                <a:lnTo>
                  <a:pt x="10643" y="1376"/>
                </a:lnTo>
                <a:cubicBezTo>
                  <a:pt x="10643" y="1044"/>
                  <a:pt x="10774" y="726"/>
                  <a:pt x="11009" y="491"/>
                </a:cubicBezTo>
                <a:lnTo>
                  <a:pt x="11009" y="491"/>
                </a:lnTo>
                <a:cubicBezTo>
                  <a:pt x="11244" y="256"/>
                  <a:pt x="11562" y="124"/>
                  <a:pt x="11894" y="124"/>
                </a:cubicBezTo>
                <a:lnTo>
                  <a:pt x="11894" y="124"/>
                </a:lnTo>
                <a:cubicBezTo>
                  <a:pt x="12226" y="124"/>
                  <a:pt x="12545" y="256"/>
                  <a:pt x="12779" y="491"/>
                </a:cubicBezTo>
                <a:lnTo>
                  <a:pt x="12779" y="491"/>
                </a:lnTo>
                <a:cubicBezTo>
                  <a:pt x="12999" y="711"/>
                  <a:pt x="13129" y="1005"/>
                  <a:pt x="13144" y="1314"/>
                </a:cubicBezTo>
                <a:lnTo>
                  <a:pt x="13144" y="1314"/>
                </a:lnTo>
                <a:cubicBezTo>
                  <a:pt x="13146" y="1348"/>
                  <a:pt x="13174" y="1376"/>
                  <a:pt x="13208" y="1376"/>
                </a:cubicBezTo>
                <a:lnTo>
                  <a:pt x="13208" y="1376"/>
                </a:lnTo>
                <a:cubicBezTo>
                  <a:pt x="13243" y="1376"/>
                  <a:pt x="13270" y="1348"/>
                  <a:pt x="13269" y="1314"/>
                </a:cubicBezTo>
                <a:lnTo>
                  <a:pt x="13269" y="1314"/>
                </a:lnTo>
                <a:cubicBezTo>
                  <a:pt x="13254" y="972"/>
                  <a:pt x="13111" y="646"/>
                  <a:pt x="12867" y="403"/>
                </a:cubicBezTo>
                <a:lnTo>
                  <a:pt x="12867" y="403"/>
                </a:lnTo>
                <a:cubicBezTo>
                  <a:pt x="12609" y="145"/>
                  <a:pt x="12259" y="0"/>
                  <a:pt x="11894" y="0"/>
                </a:cubicBezTo>
                <a:lnTo>
                  <a:pt x="11894" y="0"/>
                </a:lnTo>
                <a:cubicBezTo>
                  <a:pt x="11530" y="0"/>
                  <a:pt x="11179" y="145"/>
                  <a:pt x="10921" y="403"/>
                </a:cubicBezTo>
                <a:lnTo>
                  <a:pt x="10921" y="403"/>
                </a:lnTo>
                <a:cubicBezTo>
                  <a:pt x="10663" y="661"/>
                  <a:pt x="10518" y="1011"/>
                  <a:pt x="10518" y="1376"/>
                </a:cubicBezTo>
                <a:lnTo>
                  <a:pt x="10516" y="1376"/>
                </a:lnTo>
                <a:lnTo>
                  <a:pt x="10516" y="1376"/>
                </a:lnTo>
                <a:cubicBezTo>
                  <a:pt x="10516" y="1707"/>
                  <a:pt x="10384" y="2025"/>
                  <a:pt x="10149" y="2260"/>
                </a:cubicBezTo>
                <a:lnTo>
                  <a:pt x="10149" y="2260"/>
                </a:lnTo>
                <a:cubicBezTo>
                  <a:pt x="9915" y="2495"/>
                  <a:pt x="9597" y="2627"/>
                  <a:pt x="9264" y="2627"/>
                </a:cubicBezTo>
                <a:lnTo>
                  <a:pt x="9264" y="2627"/>
                </a:lnTo>
                <a:cubicBezTo>
                  <a:pt x="8932" y="2627"/>
                  <a:pt x="8614" y="2495"/>
                  <a:pt x="8379" y="2260"/>
                </a:cubicBezTo>
                <a:lnTo>
                  <a:pt x="8379" y="2260"/>
                </a:lnTo>
                <a:cubicBezTo>
                  <a:pt x="8145" y="2025"/>
                  <a:pt x="8013" y="1707"/>
                  <a:pt x="8013" y="1376"/>
                </a:cubicBezTo>
                <a:lnTo>
                  <a:pt x="8011" y="1376"/>
                </a:lnTo>
                <a:lnTo>
                  <a:pt x="8011" y="1376"/>
                </a:lnTo>
                <a:cubicBezTo>
                  <a:pt x="8011" y="1011"/>
                  <a:pt x="7866" y="661"/>
                  <a:pt x="7608" y="403"/>
                </a:cubicBezTo>
                <a:lnTo>
                  <a:pt x="7608" y="403"/>
                </a:lnTo>
                <a:cubicBezTo>
                  <a:pt x="7350" y="145"/>
                  <a:pt x="7000" y="0"/>
                  <a:pt x="6636" y="0"/>
                </a:cubicBezTo>
                <a:lnTo>
                  <a:pt x="6636" y="0"/>
                </a:lnTo>
                <a:cubicBezTo>
                  <a:pt x="6271" y="0"/>
                  <a:pt x="5921" y="145"/>
                  <a:pt x="5663" y="403"/>
                </a:cubicBezTo>
                <a:lnTo>
                  <a:pt x="5663" y="403"/>
                </a:lnTo>
                <a:cubicBezTo>
                  <a:pt x="5405" y="661"/>
                  <a:pt x="5260" y="1011"/>
                  <a:pt x="5260" y="1376"/>
                </a:cubicBezTo>
                <a:lnTo>
                  <a:pt x="5258" y="1376"/>
                </a:lnTo>
                <a:lnTo>
                  <a:pt x="5258" y="1376"/>
                </a:lnTo>
                <a:cubicBezTo>
                  <a:pt x="5258" y="1707"/>
                  <a:pt x="5126" y="2025"/>
                  <a:pt x="4891" y="2260"/>
                </a:cubicBezTo>
                <a:lnTo>
                  <a:pt x="4891" y="2260"/>
                </a:lnTo>
                <a:cubicBezTo>
                  <a:pt x="4657" y="2495"/>
                  <a:pt x="4338" y="2627"/>
                  <a:pt x="4006" y="2627"/>
                </a:cubicBezTo>
                <a:lnTo>
                  <a:pt x="4006" y="2627"/>
                </a:lnTo>
                <a:cubicBezTo>
                  <a:pt x="3674" y="2627"/>
                  <a:pt x="3356" y="2495"/>
                  <a:pt x="3121" y="2260"/>
                </a:cubicBezTo>
                <a:lnTo>
                  <a:pt x="3121" y="2260"/>
                </a:lnTo>
                <a:cubicBezTo>
                  <a:pt x="2886" y="2025"/>
                  <a:pt x="2755" y="1707"/>
                  <a:pt x="2755" y="1376"/>
                </a:cubicBezTo>
                <a:lnTo>
                  <a:pt x="2752" y="1376"/>
                </a:lnTo>
              </a:path>
            </a:pathLst>
          </a:custGeom>
          <a:solidFill>
            <a:schemeClr val="bg1">
              <a:lumMod val="95000"/>
            </a:schemeClr>
          </a:solidFill>
          <a:ln>
            <a:noFill/>
          </a:ln>
          <a:effectLst/>
        </p:spPr>
        <p:txBody>
          <a:bodyPr wrap="none" anchor="ctr"/>
          <a:lstStyle/>
          <a:p>
            <a:endParaRPr lang="en-US" sz="3266"/>
          </a:p>
        </p:txBody>
      </p:sp>
      <p:sp>
        <p:nvSpPr>
          <p:cNvPr id="2" name="Freeform 6">
            <a:extLst>
              <a:ext uri="{FF2B5EF4-FFF2-40B4-BE49-F238E27FC236}">
                <a16:creationId xmlns:a16="http://schemas.microsoft.com/office/drawing/2014/main" id="{E737251E-EC68-B441-B405-B814BC2FE820}"/>
              </a:ext>
            </a:extLst>
          </p:cNvPr>
          <p:cNvSpPr>
            <a:spLocks noChangeArrowheads="1"/>
          </p:cNvSpPr>
          <p:nvPr/>
        </p:nvSpPr>
        <p:spPr bwMode="auto">
          <a:xfrm>
            <a:off x="2197391" y="3240796"/>
            <a:ext cx="1271614" cy="1268869"/>
          </a:xfrm>
          <a:custGeom>
            <a:avLst/>
            <a:gdLst>
              <a:gd name="T0" fmla="*/ 1020 w 2040"/>
              <a:gd name="T1" fmla="*/ 0 h 2039"/>
              <a:gd name="T2" fmla="*/ 1020 w 2040"/>
              <a:gd name="T3" fmla="*/ 0 h 2039"/>
              <a:gd name="T4" fmla="*/ 2039 w 2040"/>
              <a:gd name="T5" fmla="*/ 1019 h 2039"/>
              <a:gd name="T6" fmla="*/ 2039 w 2040"/>
              <a:gd name="T7" fmla="*/ 1019 h 2039"/>
              <a:gd name="T8" fmla="*/ 1020 w 2040"/>
              <a:gd name="T9" fmla="*/ 2038 h 2039"/>
              <a:gd name="T10" fmla="*/ 1020 w 2040"/>
              <a:gd name="T11" fmla="*/ 2038 h 2039"/>
              <a:gd name="T12" fmla="*/ 0 w 2040"/>
              <a:gd name="T13" fmla="*/ 1019 h 2039"/>
              <a:gd name="T14" fmla="*/ 0 w 2040"/>
              <a:gd name="T15" fmla="*/ 1019 h 2039"/>
              <a:gd name="T16" fmla="*/ 1020 w 2040"/>
              <a:gd name="T17" fmla="*/ 0 h 20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40" h="2039">
                <a:moveTo>
                  <a:pt x="1020" y="0"/>
                </a:moveTo>
                <a:lnTo>
                  <a:pt x="1020" y="0"/>
                </a:lnTo>
                <a:cubicBezTo>
                  <a:pt x="1582" y="0"/>
                  <a:pt x="2039" y="456"/>
                  <a:pt x="2039" y="1019"/>
                </a:cubicBezTo>
                <a:lnTo>
                  <a:pt x="2039" y="1019"/>
                </a:lnTo>
                <a:cubicBezTo>
                  <a:pt x="2039" y="1581"/>
                  <a:pt x="1582" y="2038"/>
                  <a:pt x="1020" y="2038"/>
                </a:cubicBezTo>
                <a:lnTo>
                  <a:pt x="1020" y="2038"/>
                </a:lnTo>
                <a:cubicBezTo>
                  <a:pt x="457" y="2038"/>
                  <a:pt x="0" y="1581"/>
                  <a:pt x="0" y="1019"/>
                </a:cubicBezTo>
                <a:lnTo>
                  <a:pt x="0" y="1019"/>
                </a:lnTo>
                <a:cubicBezTo>
                  <a:pt x="0" y="456"/>
                  <a:pt x="457" y="0"/>
                  <a:pt x="1020" y="0"/>
                </a:cubicBezTo>
              </a:path>
            </a:pathLst>
          </a:custGeom>
          <a:solidFill>
            <a:schemeClr val="accent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266"/>
          </a:p>
        </p:txBody>
      </p:sp>
      <p:sp>
        <p:nvSpPr>
          <p:cNvPr id="3" name="Freeform 7">
            <a:extLst>
              <a:ext uri="{FF2B5EF4-FFF2-40B4-BE49-F238E27FC236}">
                <a16:creationId xmlns:a16="http://schemas.microsoft.com/office/drawing/2014/main" id="{14C8CDD7-8F58-5A49-B09B-4283531F91D8}"/>
              </a:ext>
            </a:extLst>
          </p:cNvPr>
          <p:cNvSpPr>
            <a:spLocks noChangeArrowheads="1"/>
          </p:cNvSpPr>
          <p:nvPr/>
        </p:nvSpPr>
        <p:spPr bwMode="auto">
          <a:xfrm>
            <a:off x="3823299" y="3267006"/>
            <a:ext cx="1271614" cy="1268869"/>
          </a:xfrm>
          <a:custGeom>
            <a:avLst/>
            <a:gdLst>
              <a:gd name="T0" fmla="*/ 1019 w 2040"/>
              <a:gd name="T1" fmla="*/ 0 h 2039"/>
              <a:gd name="T2" fmla="*/ 1019 w 2040"/>
              <a:gd name="T3" fmla="*/ 0 h 2039"/>
              <a:gd name="T4" fmla="*/ 2039 w 2040"/>
              <a:gd name="T5" fmla="*/ 1019 h 2039"/>
              <a:gd name="T6" fmla="*/ 2039 w 2040"/>
              <a:gd name="T7" fmla="*/ 1019 h 2039"/>
              <a:gd name="T8" fmla="*/ 1019 w 2040"/>
              <a:gd name="T9" fmla="*/ 2038 h 2039"/>
              <a:gd name="T10" fmla="*/ 1019 w 2040"/>
              <a:gd name="T11" fmla="*/ 2038 h 2039"/>
              <a:gd name="T12" fmla="*/ 0 w 2040"/>
              <a:gd name="T13" fmla="*/ 1019 h 2039"/>
              <a:gd name="T14" fmla="*/ 0 w 2040"/>
              <a:gd name="T15" fmla="*/ 1019 h 2039"/>
              <a:gd name="T16" fmla="*/ 1019 w 2040"/>
              <a:gd name="T17" fmla="*/ 0 h 20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40" h="2039">
                <a:moveTo>
                  <a:pt x="1019" y="0"/>
                </a:moveTo>
                <a:lnTo>
                  <a:pt x="1019" y="0"/>
                </a:lnTo>
                <a:cubicBezTo>
                  <a:pt x="1582" y="0"/>
                  <a:pt x="2039" y="456"/>
                  <a:pt x="2039" y="1019"/>
                </a:cubicBezTo>
                <a:lnTo>
                  <a:pt x="2039" y="1019"/>
                </a:lnTo>
                <a:cubicBezTo>
                  <a:pt x="2039" y="1581"/>
                  <a:pt x="1582" y="2038"/>
                  <a:pt x="1019" y="2038"/>
                </a:cubicBezTo>
                <a:lnTo>
                  <a:pt x="1019" y="2038"/>
                </a:lnTo>
                <a:cubicBezTo>
                  <a:pt x="456" y="2038"/>
                  <a:pt x="0" y="1581"/>
                  <a:pt x="0" y="1019"/>
                </a:cubicBezTo>
                <a:lnTo>
                  <a:pt x="0" y="1019"/>
                </a:lnTo>
                <a:cubicBezTo>
                  <a:pt x="0" y="456"/>
                  <a:pt x="456" y="0"/>
                  <a:pt x="1019" y="0"/>
                </a:cubicBezTo>
              </a:path>
            </a:pathLst>
          </a:custGeom>
          <a:solidFill>
            <a:schemeClr val="accent2"/>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266"/>
          </a:p>
        </p:txBody>
      </p:sp>
      <p:sp>
        <p:nvSpPr>
          <p:cNvPr id="4" name="Freeform 8">
            <a:extLst>
              <a:ext uri="{FF2B5EF4-FFF2-40B4-BE49-F238E27FC236}">
                <a16:creationId xmlns:a16="http://schemas.microsoft.com/office/drawing/2014/main" id="{A57789FF-6A0A-5B46-9332-2DA435776245}"/>
              </a:ext>
            </a:extLst>
          </p:cNvPr>
          <p:cNvSpPr>
            <a:spLocks noChangeArrowheads="1"/>
          </p:cNvSpPr>
          <p:nvPr/>
        </p:nvSpPr>
        <p:spPr bwMode="auto">
          <a:xfrm>
            <a:off x="5468433" y="3267006"/>
            <a:ext cx="1268869" cy="1268869"/>
          </a:xfrm>
          <a:custGeom>
            <a:avLst/>
            <a:gdLst>
              <a:gd name="T0" fmla="*/ 1019 w 2039"/>
              <a:gd name="T1" fmla="*/ 0 h 2039"/>
              <a:gd name="T2" fmla="*/ 1019 w 2039"/>
              <a:gd name="T3" fmla="*/ 0 h 2039"/>
              <a:gd name="T4" fmla="*/ 2038 w 2039"/>
              <a:gd name="T5" fmla="*/ 1019 h 2039"/>
              <a:gd name="T6" fmla="*/ 2038 w 2039"/>
              <a:gd name="T7" fmla="*/ 1019 h 2039"/>
              <a:gd name="T8" fmla="*/ 1019 w 2039"/>
              <a:gd name="T9" fmla="*/ 2038 h 2039"/>
              <a:gd name="T10" fmla="*/ 1019 w 2039"/>
              <a:gd name="T11" fmla="*/ 2038 h 2039"/>
              <a:gd name="T12" fmla="*/ 0 w 2039"/>
              <a:gd name="T13" fmla="*/ 1019 h 2039"/>
              <a:gd name="T14" fmla="*/ 0 w 2039"/>
              <a:gd name="T15" fmla="*/ 1019 h 2039"/>
              <a:gd name="T16" fmla="*/ 1019 w 2039"/>
              <a:gd name="T17" fmla="*/ 0 h 20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39" h="2039">
                <a:moveTo>
                  <a:pt x="1019" y="0"/>
                </a:moveTo>
                <a:lnTo>
                  <a:pt x="1019" y="0"/>
                </a:lnTo>
                <a:cubicBezTo>
                  <a:pt x="1581" y="0"/>
                  <a:pt x="2038" y="456"/>
                  <a:pt x="2038" y="1019"/>
                </a:cubicBezTo>
                <a:lnTo>
                  <a:pt x="2038" y="1019"/>
                </a:lnTo>
                <a:cubicBezTo>
                  <a:pt x="2038" y="1581"/>
                  <a:pt x="1581" y="2038"/>
                  <a:pt x="1019" y="2038"/>
                </a:cubicBezTo>
                <a:lnTo>
                  <a:pt x="1019" y="2038"/>
                </a:lnTo>
                <a:cubicBezTo>
                  <a:pt x="456" y="2038"/>
                  <a:pt x="0" y="1581"/>
                  <a:pt x="0" y="1019"/>
                </a:cubicBezTo>
                <a:lnTo>
                  <a:pt x="0" y="1019"/>
                </a:lnTo>
                <a:cubicBezTo>
                  <a:pt x="0" y="456"/>
                  <a:pt x="456" y="0"/>
                  <a:pt x="1019" y="0"/>
                </a:cubicBezTo>
              </a:path>
            </a:pathLst>
          </a:custGeom>
          <a:solidFill>
            <a:schemeClr val="accent3"/>
          </a:solidFill>
          <a:ln>
            <a:noFill/>
          </a:ln>
          <a:effectLst/>
        </p:spPr>
        <p:txBody>
          <a:bodyPr wrap="none" anchor="ctr"/>
          <a:lstStyle/>
          <a:p>
            <a:endParaRPr lang="en-US" sz="3266"/>
          </a:p>
        </p:txBody>
      </p:sp>
      <p:sp>
        <p:nvSpPr>
          <p:cNvPr id="5" name="Freeform 9">
            <a:extLst>
              <a:ext uri="{FF2B5EF4-FFF2-40B4-BE49-F238E27FC236}">
                <a16:creationId xmlns:a16="http://schemas.microsoft.com/office/drawing/2014/main" id="{5EA3A733-CB88-E845-BBF3-90D6A932FCCB}"/>
              </a:ext>
            </a:extLst>
          </p:cNvPr>
          <p:cNvSpPr>
            <a:spLocks noChangeArrowheads="1"/>
          </p:cNvSpPr>
          <p:nvPr/>
        </p:nvSpPr>
        <p:spPr bwMode="auto">
          <a:xfrm>
            <a:off x="7091596" y="3267006"/>
            <a:ext cx="1271614" cy="1268869"/>
          </a:xfrm>
          <a:custGeom>
            <a:avLst/>
            <a:gdLst>
              <a:gd name="T0" fmla="*/ 1020 w 2040"/>
              <a:gd name="T1" fmla="*/ 0 h 2039"/>
              <a:gd name="T2" fmla="*/ 1020 w 2040"/>
              <a:gd name="T3" fmla="*/ 0 h 2039"/>
              <a:gd name="T4" fmla="*/ 2039 w 2040"/>
              <a:gd name="T5" fmla="*/ 1019 h 2039"/>
              <a:gd name="T6" fmla="*/ 2039 w 2040"/>
              <a:gd name="T7" fmla="*/ 1019 h 2039"/>
              <a:gd name="T8" fmla="*/ 1020 w 2040"/>
              <a:gd name="T9" fmla="*/ 2038 h 2039"/>
              <a:gd name="T10" fmla="*/ 1020 w 2040"/>
              <a:gd name="T11" fmla="*/ 2038 h 2039"/>
              <a:gd name="T12" fmla="*/ 0 w 2040"/>
              <a:gd name="T13" fmla="*/ 1019 h 2039"/>
              <a:gd name="T14" fmla="*/ 0 w 2040"/>
              <a:gd name="T15" fmla="*/ 1019 h 2039"/>
              <a:gd name="T16" fmla="*/ 1020 w 2040"/>
              <a:gd name="T17" fmla="*/ 0 h 20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40" h="2039">
                <a:moveTo>
                  <a:pt x="1020" y="0"/>
                </a:moveTo>
                <a:lnTo>
                  <a:pt x="1020" y="0"/>
                </a:lnTo>
                <a:cubicBezTo>
                  <a:pt x="1582" y="0"/>
                  <a:pt x="2039" y="456"/>
                  <a:pt x="2039" y="1019"/>
                </a:cubicBezTo>
                <a:lnTo>
                  <a:pt x="2039" y="1019"/>
                </a:lnTo>
                <a:cubicBezTo>
                  <a:pt x="2039" y="1581"/>
                  <a:pt x="1582" y="2038"/>
                  <a:pt x="1020" y="2038"/>
                </a:cubicBezTo>
                <a:lnTo>
                  <a:pt x="1020" y="2038"/>
                </a:lnTo>
                <a:cubicBezTo>
                  <a:pt x="456" y="2038"/>
                  <a:pt x="0" y="1581"/>
                  <a:pt x="0" y="1019"/>
                </a:cubicBezTo>
                <a:lnTo>
                  <a:pt x="0" y="1019"/>
                </a:lnTo>
                <a:cubicBezTo>
                  <a:pt x="0" y="456"/>
                  <a:pt x="456" y="0"/>
                  <a:pt x="1020" y="0"/>
                </a:cubicBezTo>
              </a:path>
            </a:pathLst>
          </a:custGeom>
          <a:solidFill>
            <a:srgbClr val="7030A0"/>
          </a:solidFill>
          <a:ln>
            <a:noFill/>
          </a:ln>
          <a:effectLst/>
        </p:spPr>
        <p:txBody>
          <a:bodyPr wrap="none" anchor="ctr"/>
          <a:lstStyle/>
          <a:p>
            <a:endParaRPr lang="en-US" sz="3266"/>
          </a:p>
        </p:txBody>
      </p:sp>
      <p:sp>
        <p:nvSpPr>
          <p:cNvPr id="6" name="Freeform 10">
            <a:extLst>
              <a:ext uri="{FF2B5EF4-FFF2-40B4-BE49-F238E27FC236}">
                <a16:creationId xmlns:a16="http://schemas.microsoft.com/office/drawing/2014/main" id="{CDE2130A-2571-494D-8A8D-61E06F77B3CC}"/>
              </a:ext>
            </a:extLst>
          </p:cNvPr>
          <p:cNvSpPr>
            <a:spLocks noChangeArrowheads="1"/>
          </p:cNvSpPr>
          <p:nvPr/>
        </p:nvSpPr>
        <p:spPr bwMode="auto">
          <a:xfrm>
            <a:off x="8755956" y="3267006"/>
            <a:ext cx="1268869" cy="1268869"/>
          </a:xfrm>
          <a:custGeom>
            <a:avLst/>
            <a:gdLst>
              <a:gd name="T0" fmla="*/ 1019 w 2039"/>
              <a:gd name="T1" fmla="*/ 0 h 2039"/>
              <a:gd name="T2" fmla="*/ 1019 w 2039"/>
              <a:gd name="T3" fmla="*/ 0 h 2039"/>
              <a:gd name="T4" fmla="*/ 2038 w 2039"/>
              <a:gd name="T5" fmla="*/ 1019 h 2039"/>
              <a:gd name="T6" fmla="*/ 2038 w 2039"/>
              <a:gd name="T7" fmla="*/ 1019 h 2039"/>
              <a:gd name="T8" fmla="*/ 1019 w 2039"/>
              <a:gd name="T9" fmla="*/ 2038 h 2039"/>
              <a:gd name="T10" fmla="*/ 1019 w 2039"/>
              <a:gd name="T11" fmla="*/ 2038 h 2039"/>
              <a:gd name="T12" fmla="*/ 0 w 2039"/>
              <a:gd name="T13" fmla="*/ 1019 h 2039"/>
              <a:gd name="T14" fmla="*/ 0 w 2039"/>
              <a:gd name="T15" fmla="*/ 1019 h 2039"/>
              <a:gd name="T16" fmla="*/ 1019 w 2039"/>
              <a:gd name="T17" fmla="*/ 0 h 20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39" h="2039">
                <a:moveTo>
                  <a:pt x="1019" y="0"/>
                </a:moveTo>
                <a:lnTo>
                  <a:pt x="1019" y="0"/>
                </a:lnTo>
                <a:cubicBezTo>
                  <a:pt x="1582" y="0"/>
                  <a:pt x="2038" y="456"/>
                  <a:pt x="2038" y="1019"/>
                </a:cubicBezTo>
                <a:lnTo>
                  <a:pt x="2038" y="1019"/>
                </a:lnTo>
                <a:cubicBezTo>
                  <a:pt x="2038" y="1581"/>
                  <a:pt x="1582" y="2038"/>
                  <a:pt x="1019" y="2038"/>
                </a:cubicBezTo>
                <a:lnTo>
                  <a:pt x="1019" y="2038"/>
                </a:lnTo>
                <a:cubicBezTo>
                  <a:pt x="456" y="2038"/>
                  <a:pt x="0" y="1581"/>
                  <a:pt x="0" y="1019"/>
                </a:cubicBezTo>
                <a:lnTo>
                  <a:pt x="0" y="1019"/>
                </a:lnTo>
                <a:cubicBezTo>
                  <a:pt x="0" y="456"/>
                  <a:pt x="456" y="0"/>
                  <a:pt x="1019" y="0"/>
                </a:cubicBezTo>
              </a:path>
            </a:pathLst>
          </a:custGeom>
          <a:solidFill>
            <a:srgbClr val="FFC000"/>
          </a:solidFill>
          <a:ln>
            <a:noFill/>
          </a:ln>
          <a:effectLst/>
        </p:spPr>
        <p:txBody>
          <a:bodyPr wrap="none" anchor="ctr"/>
          <a:lstStyle/>
          <a:p>
            <a:endParaRPr lang="en-US" sz="3266"/>
          </a:p>
        </p:txBody>
      </p:sp>
      <p:sp>
        <p:nvSpPr>
          <p:cNvPr id="12" name="Freeform 26">
            <a:extLst>
              <a:ext uri="{FF2B5EF4-FFF2-40B4-BE49-F238E27FC236}">
                <a16:creationId xmlns:a16="http://schemas.microsoft.com/office/drawing/2014/main" id="{35364CFF-4E3B-8645-988B-E471C73CAD08}"/>
              </a:ext>
            </a:extLst>
          </p:cNvPr>
          <p:cNvSpPr>
            <a:spLocks noChangeArrowheads="1"/>
          </p:cNvSpPr>
          <p:nvPr/>
        </p:nvSpPr>
        <p:spPr bwMode="auto">
          <a:xfrm>
            <a:off x="3567878" y="3761371"/>
            <a:ext cx="140071" cy="140071"/>
          </a:xfrm>
          <a:custGeom>
            <a:avLst/>
            <a:gdLst>
              <a:gd name="T0" fmla="*/ 112 w 226"/>
              <a:gd name="T1" fmla="*/ 0 h 225"/>
              <a:gd name="T2" fmla="*/ 112 w 226"/>
              <a:gd name="T3" fmla="*/ 0 h 225"/>
              <a:gd name="T4" fmla="*/ 225 w 226"/>
              <a:gd name="T5" fmla="*/ 112 h 225"/>
              <a:gd name="T6" fmla="*/ 225 w 226"/>
              <a:gd name="T7" fmla="*/ 112 h 225"/>
              <a:gd name="T8" fmla="*/ 112 w 226"/>
              <a:gd name="T9" fmla="*/ 224 h 225"/>
              <a:gd name="T10" fmla="*/ 112 w 226"/>
              <a:gd name="T11" fmla="*/ 224 h 225"/>
              <a:gd name="T12" fmla="*/ 0 w 226"/>
              <a:gd name="T13" fmla="*/ 112 h 225"/>
              <a:gd name="T14" fmla="*/ 0 w 226"/>
              <a:gd name="T15" fmla="*/ 112 h 225"/>
              <a:gd name="T16" fmla="*/ 112 w 226"/>
              <a:gd name="T17" fmla="*/ 0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6" h="225">
                <a:moveTo>
                  <a:pt x="112" y="0"/>
                </a:moveTo>
                <a:lnTo>
                  <a:pt x="112" y="0"/>
                </a:lnTo>
                <a:cubicBezTo>
                  <a:pt x="175" y="0"/>
                  <a:pt x="225" y="50"/>
                  <a:pt x="225" y="112"/>
                </a:cubicBezTo>
                <a:lnTo>
                  <a:pt x="225" y="112"/>
                </a:lnTo>
                <a:cubicBezTo>
                  <a:pt x="225" y="174"/>
                  <a:pt x="175" y="224"/>
                  <a:pt x="112" y="224"/>
                </a:cubicBezTo>
                <a:lnTo>
                  <a:pt x="112" y="224"/>
                </a:lnTo>
                <a:cubicBezTo>
                  <a:pt x="50" y="224"/>
                  <a:pt x="0" y="174"/>
                  <a:pt x="0" y="112"/>
                </a:cubicBezTo>
                <a:lnTo>
                  <a:pt x="0" y="112"/>
                </a:lnTo>
                <a:cubicBezTo>
                  <a:pt x="0" y="50"/>
                  <a:pt x="50" y="0"/>
                  <a:pt x="112" y="0"/>
                </a:cubicBezTo>
              </a:path>
            </a:pathLst>
          </a:custGeom>
          <a:solidFill>
            <a:schemeClr val="tx1"/>
          </a:solidFill>
          <a:ln>
            <a:noFill/>
          </a:ln>
          <a:effectLst/>
        </p:spPr>
        <p:txBody>
          <a:bodyPr wrap="none" anchor="ctr"/>
          <a:lstStyle/>
          <a:p>
            <a:endParaRPr lang="en-US" sz="3266"/>
          </a:p>
        </p:txBody>
      </p:sp>
      <p:sp>
        <p:nvSpPr>
          <p:cNvPr id="13" name="Freeform 27">
            <a:extLst>
              <a:ext uri="{FF2B5EF4-FFF2-40B4-BE49-F238E27FC236}">
                <a16:creationId xmlns:a16="http://schemas.microsoft.com/office/drawing/2014/main" id="{3B26FF53-0F64-EC4F-9523-AFF4845F6E0C}"/>
              </a:ext>
            </a:extLst>
          </p:cNvPr>
          <p:cNvSpPr>
            <a:spLocks noChangeArrowheads="1"/>
          </p:cNvSpPr>
          <p:nvPr/>
        </p:nvSpPr>
        <p:spPr bwMode="auto">
          <a:xfrm>
            <a:off x="5213011" y="3761371"/>
            <a:ext cx="140070" cy="140071"/>
          </a:xfrm>
          <a:custGeom>
            <a:avLst/>
            <a:gdLst>
              <a:gd name="T0" fmla="*/ 112 w 225"/>
              <a:gd name="T1" fmla="*/ 0 h 225"/>
              <a:gd name="T2" fmla="*/ 112 w 225"/>
              <a:gd name="T3" fmla="*/ 0 h 225"/>
              <a:gd name="T4" fmla="*/ 224 w 225"/>
              <a:gd name="T5" fmla="*/ 112 h 225"/>
              <a:gd name="T6" fmla="*/ 224 w 225"/>
              <a:gd name="T7" fmla="*/ 112 h 225"/>
              <a:gd name="T8" fmla="*/ 112 w 225"/>
              <a:gd name="T9" fmla="*/ 224 h 225"/>
              <a:gd name="T10" fmla="*/ 112 w 225"/>
              <a:gd name="T11" fmla="*/ 224 h 225"/>
              <a:gd name="T12" fmla="*/ 0 w 225"/>
              <a:gd name="T13" fmla="*/ 112 h 225"/>
              <a:gd name="T14" fmla="*/ 0 w 225"/>
              <a:gd name="T15" fmla="*/ 112 h 225"/>
              <a:gd name="T16" fmla="*/ 112 w 225"/>
              <a:gd name="T17" fmla="*/ 0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5" h="225">
                <a:moveTo>
                  <a:pt x="112" y="0"/>
                </a:moveTo>
                <a:lnTo>
                  <a:pt x="112" y="0"/>
                </a:lnTo>
                <a:cubicBezTo>
                  <a:pt x="174" y="0"/>
                  <a:pt x="224" y="50"/>
                  <a:pt x="224" y="112"/>
                </a:cubicBezTo>
                <a:lnTo>
                  <a:pt x="224" y="112"/>
                </a:lnTo>
                <a:cubicBezTo>
                  <a:pt x="224" y="174"/>
                  <a:pt x="174" y="224"/>
                  <a:pt x="112" y="224"/>
                </a:cubicBezTo>
                <a:lnTo>
                  <a:pt x="112" y="224"/>
                </a:lnTo>
                <a:cubicBezTo>
                  <a:pt x="50" y="224"/>
                  <a:pt x="0" y="174"/>
                  <a:pt x="0" y="112"/>
                </a:cubicBezTo>
                <a:lnTo>
                  <a:pt x="0" y="112"/>
                </a:lnTo>
                <a:cubicBezTo>
                  <a:pt x="0" y="50"/>
                  <a:pt x="50" y="0"/>
                  <a:pt x="112" y="0"/>
                </a:cubicBezTo>
              </a:path>
            </a:pathLst>
          </a:custGeom>
          <a:solidFill>
            <a:schemeClr val="tx1"/>
          </a:solidFill>
          <a:ln>
            <a:noFill/>
          </a:ln>
          <a:effectLst/>
        </p:spPr>
        <p:txBody>
          <a:bodyPr wrap="none" anchor="ctr"/>
          <a:lstStyle/>
          <a:p>
            <a:endParaRPr lang="en-US" sz="3266"/>
          </a:p>
        </p:txBody>
      </p:sp>
      <p:sp>
        <p:nvSpPr>
          <p:cNvPr id="14" name="Freeform 28">
            <a:extLst>
              <a:ext uri="{FF2B5EF4-FFF2-40B4-BE49-F238E27FC236}">
                <a16:creationId xmlns:a16="http://schemas.microsoft.com/office/drawing/2014/main" id="{E0D6B7F3-4E79-D748-A1EF-BFE8EB4A64BE}"/>
              </a:ext>
            </a:extLst>
          </p:cNvPr>
          <p:cNvSpPr>
            <a:spLocks noChangeArrowheads="1"/>
          </p:cNvSpPr>
          <p:nvPr/>
        </p:nvSpPr>
        <p:spPr bwMode="auto">
          <a:xfrm>
            <a:off x="6844413" y="3761371"/>
            <a:ext cx="140070" cy="140071"/>
          </a:xfrm>
          <a:custGeom>
            <a:avLst/>
            <a:gdLst>
              <a:gd name="T0" fmla="*/ 111 w 225"/>
              <a:gd name="T1" fmla="*/ 0 h 225"/>
              <a:gd name="T2" fmla="*/ 111 w 225"/>
              <a:gd name="T3" fmla="*/ 0 h 225"/>
              <a:gd name="T4" fmla="*/ 224 w 225"/>
              <a:gd name="T5" fmla="*/ 112 h 225"/>
              <a:gd name="T6" fmla="*/ 224 w 225"/>
              <a:gd name="T7" fmla="*/ 112 h 225"/>
              <a:gd name="T8" fmla="*/ 111 w 225"/>
              <a:gd name="T9" fmla="*/ 224 h 225"/>
              <a:gd name="T10" fmla="*/ 111 w 225"/>
              <a:gd name="T11" fmla="*/ 224 h 225"/>
              <a:gd name="T12" fmla="*/ 0 w 225"/>
              <a:gd name="T13" fmla="*/ 112 h 225"/>
              <a:gd name="T14" fmla="*/ 0 w 225"/>
              <a:gd name="T15" fmla="*/ 112 h 225"/>
              <a:gd name="T16" fmla="*/ 111 w 225"/>
              <a:gd name="T17" fmla="*/ 0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5" h="225">
                <a:moveTo>
                  <a:pt x="111" y="0"/>
                </a:moveTo>
                <a:lnTo>
                  <a:pt x="111" y="0"/>
                </a:lnTo>
                <a:cubicBezTo>
                  <a:pt x="174" y="0"/>
                  <a:pt x="224" y="50"/>
                  <a:pt x="224" y="112"/>
                </a:cubicBezTo>
                <a:lnTo>
                  <a:pt x="224" y="112"/>
                </a:lnTo>
                <a:cubicBezTo>
                  <a:pt x="224" y="174"/>
                  <a:pt x="174" y="224"/>
                  <a:pt x="111" y="224"/>
                </a:cubicBezTo>
                <a:lnTo>
                  <a:pt x="111" y="224"/>
                </a:lnTo>
                <a:cubicBezTo>
                  <a:pt x="50" y="224"/>
                  <a:pt x="0" y="174"/>
                  <a:pt x="0" y="112"/>
                </a:cubicBezTo>
                <a:lnTo>
                  <a:pt x="0" y="112"/>
                </a:lnTo>
                <a:cubicBezTo>
                  <a:pt x="0" y="50"/>
                  <a:pt x="50" y="0"/>
                  <a:pt x="111" y="0"/>
                </a:cubicBezTo>
              </a:path>
            </a:pathLst>
          </a:custGeom>
          <a:solidFill>
            <a:schemeClr val="tx1"/>
          </a:solidFill>
          <a:ln>
            <a:noFill/>
          </a:ln>
          <a:effectLst/>
        </p:spPr>
        <p:txBody>
          <a:bodyPr wrap="none" anchor="ctr"/>
          <a:lstStyle/>
          <a:p>
            <a:endParaRPr lang="en-US" sz="3266"/>
          </a:p>
        </p:txBody>
      </p:sp>
      <p:sp>
        <p:nvSpPr>
          <p:cNvPr id="15" name="Freeform 29">
            <a:extLst>
              <a:ext uri="{FF2B5EF4-FFF2-40B4-BE49-F238E27FC236}">
                <a16:creationId xmlns:a16="http://schemas.microsoft.com/office/drawing/2014/main" id="{086679A4-7DBC-494C-8AAF-A89E95D40058}"/>
              </a:ext>
            </a:extLst>
          </p:cNvPr>
          <p:cNvSpPr>
            <a:spLocks noChangeArrowheads="1"/>
          </p:cNvSpPr>
          <p:nvPr/>
        </p:nvSpPr>
        <p:spPr bwMode="auto">
          <a:xfrm>
            <a:off x="8489548" y="3761371"/>
            <a:ext cx="140071" cy="140071"/>
          </a:xfrm>
          <a:custGeom>
            <a:avLst/>
            <a:gdLst>
              <a:gd name="T0" fmla="*/ 112 w 225"/>
              <a:gd name="T1" fmla="*/ 0 h 225"/>
              <a:gd name="T2" fmla="*/ 112 w 225"/>
              <a:gd name="T3" fmla="*/ 0 h 225"/>
              <a:gd name="T4" fmla="*/ 224 w 225"/>
              <a:gd name="T5" fmla="*/ 112 h 225"/>
              <a:gd name="T6" fmla="*/ 224 w 225"/>
              <a:gd name="T7" fmla="*/ 112 h 225"/>
              <a:gd name="T8" fmla="*/ 112 w 225"/>
              <a:gd name="T9" fmla="*/ 224 h 225"/>
              <a:gd name="T10" fmla="*/ 112 w 225"/>
              <a:gd name="T11" fmla="*/ 224 h 225"/>
              <a:gd name="T12" fmla="*/ 0 w 225"/>
              <a:gd name="T13" fmla="*/ 112 h 225"/>
              <a:gd name="T14" fmla="*/ 0 w 225"/>
              <a:gd name="T15" fmla="*/ 112 h 225"/>
              <a:gd name="T16" fmla="*/ 112 w 225"/>
              <a:gd name="T17" fmla="*/ 0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5" h="225">
                <a:moveTo>
                  <a:pt x="112" y="0"/>
                </a:moveTo>
                <a:lnTo>
                  <a:pt x="112" y="0"/>
                </a:lnTo>
                <a:cubicBezTo>
                  <a:pt x="174" y="0"/>
                  <a:pt x="224" y="50"/>
                  <a:pt x="224" y="112"/>
                </a:cubicBezTo>
                <a:lnTo>
                  <a:pt x="224" y="112"/>
                </a:lnTo>
                <a:cubicBezTo>
                  <a:pt x="224" y="174"/>
                  <a:pt x="174" y="224"/>
                  <a:pt x="112" y="224"/>
                </a:cubicBezTo>
                <a:lnTo>
                  <a:pt x="112" y="224"/>
                </a:lnTo>
                <a:cubicBezTo>
                  <a:pt x="50" y="224"/>
                  <a:pt x="0" y="174"/>
                  <a:pt x="0" y="112"/>
                </a:cubicBezTo>
                <a:lnTo>
                  <a:pt x="0" y="112"/>
                </a:lnTo>
                <a:cubicBezTo>
                  <a:pt x="0" y="50"/>
                  <a:pt x="50" y="0"/>
                  <a:pt x="112" y="0"/>
                </a:cubicBezTo>
              </a:path>
            </a:pathLst>
          </a:custGeom>
          <a:solidFill>
            <a:schemeClr val="tx1"/>
          </a:solidFill>
          <a:ln>
            <a:noFill/>
          </a:ln>
          <a:effectLst/>
        </p:spPr>
        <p:txBody>
          <a:bodyPr wrap="none" anchor="ctr"/>
          <a:lstStyle/>
          <a:p>
            <a:endParaRPr lang="en-US" sz="3266"/>
          </a:p>
        </p:txBody>
      </p:sp>
      <p:sp>
        <p:nvSpPr>
          <p:cNvPr id="22" name="Up Arrow 21">
            <a:extLst>
              <a:ext uri="{FF2B5EF4-FFF2-40B4-BE49-F238E27FC236}">
                <a16:creationId xmlns:a16="http://schemas.microsoft.com/office/drawing/2014/main" id="{1F680BF0-0A5B-BC44-8C13-938CF4BF7A27}"/>
              </a:ext>
            </a:extLst>
          </p:cNvPr>
          <p:cNvSpPr/>
          <p:nvPr/>
        </p:nvSpPr>
        <p:spPr>
          <a:xfrm>
            <a:off x="7717193" y="2572088"/>
            <a:ext cx="160638" cy="412907"/>
          </a:xfrm>
          <a:prstGeom prst="upArrow">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3" name="Down Arrow 22">
            <a:extLst>
              <a:ext uri="{FF2B5EF4-FFF2-40B4-BE49-F238E27FC236}">
                <a16:creationId xmlns:a16="http://schemas.microsoft.com/office/drawing/2014/main" id="{6D8C25FE-1B97-454F-9F5B-0C6DDBF6D45C}"/>
              </a:ext>
            </a:extLst>
          </p:cNvPr>
          <p:cNvSpPr/>
          <p:nvPr/>
        </p:nvSpPr>
        <p:spPr>
          <a:xfrm>
            <a:off x="9167376" y="5597939"/>
            <a:ext cx="191918" cy="485903"/>
          </a:xfrm>
          <a:prstGeom prst="downArrow">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4" name="Subtitle 2">
            <a:extLst>
              <a:ext uri="{FF2B5EF4-FFF2-40B4-BE49-F238E27FC236}">
                <a16:creationId xmlns:a16="http://schemas.microsoft.com/office/drawing/2014/main" id="{B14BDED5-18EA-C744-AB99-3F83A90BCA6E}"/>
              </a:ext>
            </a:extLst>
          </p:cNvPr>
          <p:cNvSpPr txBox="1">
            <a:spLocks/>
          </p:cNvSpPr>
          <p:nvPr/>
        </p:nvSpPr>
        <p:spPr>
          <a:xfrm>
            <a:off x="1588674" y="5915075"/>
            <a:ext cx="2395412" cy="713722"/>
          </a:xfrm>
          <a:prstGeom prst="rect">
            <a:avLst/>
          </a:prstGeom>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750"/>
              </a:lnSpc>
            </a:pPr>
            <a:r>
              <a:rPr lang="fr-FR" sz="1200" dirty="0">
                <a:solidFill>
                  <a:schemeClr val="tx1"/>
                </a:solidFill>
                <a:highlight>
                  <a:srgbClr val="00FFFF"/>
                </a:highlight>
                <a:latin typeface="Lato Light" panose="020F0502020204030203" pitchFamily="34" charset="0"/>
                <a:ea typeface="Lato Light" panose="020F0502020204030203" pitchFamily="34" charset="0"/>
                <a:cs typeface="Mukta ExtraLight" panose="020B0000000000000000" pitchFamily="34" charset="77"/>
              </a:rPr>
              <a:t>Sur la base de formulaires métiers, réalisation d’un diagnostic de chaque ouvrage incendie </a:t>
            </a:r>
          </a:p>
        </p:txBody>
      </p:sp>
      <p:sp>
        <p:nvSpPr>
          <p:cNvPr id="25" name="TextBox 24">
            <a:extLst>
              <a:ext uri="{FF2B5EF4-FFF2-40B4-BE49-F238E27FC236}">
                <a16:creationId xmlns:a16="http://schemas.microsoft.com/office/drawing/2014/main" id="{DD2333D1-3B0A-5748-A1A9-E2A9348B55B9}"/>
              </a:ext>
            </a:extLst>
          </p:cNvPr>
          <p:cNvSpPr txBox="1"/>
          <p:nvPr/>
        </p:nvSpPr>
        <p:spPr>
          <a:xfrm>
            <a:off x="1478970" y="5257006"/>
            <a:ext cx="2707068" cy="584775"/>
          </a:xfrm>
          <a:prstGeom prst="rect">
            <a:avLst/>
          </a:prstGeom>
          <a:noFill/>
        </p:spPr>
        <p:txBody>
          <a:bodyPr wrap="square" rtlCol="0" anchor="b" anchorCtr="0">
            <a:spAutoFit/>
          </a:bodyPr>
          <a:lstStyle/>
          <a:p>
            <a:pPr algn="ctr"/>
            <a:r>
              <a:rPr lang="fr-FR" sz="1600" b="1" dirty="0">
                <a:solidFill>
                  <a:schemeClr val="tx2"/>
                </a:solidFill>
                <a:latin typeface="Poppins" pitchFamily="2" charset="77"/>
                <a:ea typeface="League Spartan" charset="0"/>
                <a:cs typeface="Poppins" pitchFamily="2" charset="77"/>
              </a:rPr>
              <a:t>Interventions  sur le  terrain</a:t>
            </a:r>
          </a:p>
        </p:txBody>
      </p:sp>
      <p:sp>
        <p:nvSpPr>
          <p:cNvPr id="28" name="Subtitle 2">
            <a:extLst>
              <a:ext uri="{FF2B5EF4-FFF2-40B4-BE49-F238E27FC236}">
                <a16:creationId xmlns:a16="http://schemas.microsoft.com/office/drawing/2014/main" id="{635AC008-13BD-1F49-BCB6-ABB978AF0F2E}"/>
              </a:ext>
            </a:extLst>
          </p:cNvPr>
          <p:cNvSpPr txBox="1">
            <a:spLocks/>
          </p:cNvSpPr>
          <p:nvPr/>
        </p:nvSpPr>
        <p:spPr>
          <a:xfrm>
            <a:off x="4521218" y="5695271"/>
            <a:ext cx="3183322" cy="713722"/>
          </a:xfrm>
          <a:prstGeom prst="rect">
            <a:avLst/>
          </a:prstGeom>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750"/>
              </a:lnSpc>
            </a:pPr>
            <a:r>
              <a:rPr lang="fr-FR" sz="1200" dirty="0">
                <a:solidFill>
                  <a:schemeClr val="tx1"/>
                </a:solidFill>
                <a:highlight>
                  <a:srgbClr val="00FFFF"/>
                </a:highlight>
                <a:latin typeface="Lato Light" panose="020F0502020204030203" pitchFamily="34" charset="0"/>
                <a:ea typeface="Lato Light" panose="020F0502020204030203" pitchFamily="34" charset="0"/>
                <a:cs typeface="Mukta ExtraLight" panose="020B0000000000000000" pitchFamily="34" charset="77"/>
              </a:rPr>
              <a:t>Une ressource spécialisée analyse les données, elle est capable si besoin de faire fonctionner un </a:t>
            </a:r>
            <a:r>
              <a:rPr lang="fr-FR" sz="1200" dirty="0" err="1">
                <a:solidFill>
                  <a:schemeClr val="tx1"/>
                </a:solidFill>
                <a:highlight>
                  <a:srgbClr val="00FFFF"/>
                </a:highlight>
                <a:latin typeface="Lato Light" panose="020F0502020204030203" pitchFamily="34" charset="0"/>
                <a:ea typeface="Lato Light" panose="020F0502020204030203" pitchFamily="34" charset="0"/>
                <a:cs typeface="Mukta ExtraLight" panose="020B0000000000000000" pitchFamily="34" charset="77"/>
              </a:rPr>
              <a:t>modéle</a:t>
            </a:r>
            <a:r>
              <a:rPr lang="fr-FR" sz="1200" dirty="0">
                <a:solidFill>
                  <a:schemeClr val="tx1"/>
                </a:solidFill>
                <a:highlight>
                  <a:srgbClr val="00FFFF"/>
                </a:highlight>
                <a:latin typeface="Lato Light" panose="020F0502020204030203" pitchFamily="34" charset="0"/>
                <a:ea typeface="Lato Light" panose="020F0502020204030203" pitchFamily="34" charset="0"/>
                <a:cs typeface="Mukta ExtraLight" panose="020B0000000000000000" pitchFamily="34" charset="77"/>
              </a:rPr>
              <a:t> hydraulique </a:t>
            </a:r>
          </a:p>
        </p:txBody>
      </p:sp>
      <p:sp>
        <p:nvSpPr>
          <p:cNvPr id="29" name="TextBox 28">
            <a:extLst>
              <a:ext uri="{FF2B5EF4-FFF2-40B4-BE49-F238E27FC236}">
                <a16:creationId xmlns:a16="http://schemas.microsoft.com/office/drawing/2014/main" id="{3091EB9A-8765-4540-A392-54351CB82BE1}"/>
              </a:ext>
            </a:extLst>
          </p:cNvPr>
          <p:cNvSpPr txBox="1"/>
          <p:nvPr/>
        </p:nvSpPr>
        <p:spPr>
          <a:xfrm>
            <a:off x="4704089" y="5376951"/>
            <a:ext cx="2797562" cy="338554"/>
          </a:xfrm>
          <a:prstGeom prst="rect">
            <a:avLst/>
          </a:prstGeom>
          <a:noFill/>
        </p:spPr>
        <p:txBody>
          <a:bodyPr wrap="none" rtlCol="0" anchor="b" anchorCtr="0">
            <a:spAutoFit/>
          </a:bodyPr>
          <a:lstStyle/>
          <a:p>
            <a:pPr algn="ctr"/>
            <a:r>
              <a:rPr lang="fr-FR" sz="1600" b="1" dirty="0">
                <a:solidFill>
                  <a:schemeClr val="tx2"/>
                </a:solidFill>
                <a:latin typeface="Poppins" pitchFamily="2" charset="77"/>
                <a:ea typeface="League Spartan" charset="0"/>
                <a:cs typeface="Poppins" pitchFamily="2" charset="77"/>
              </a:rPr>
              <a:t>Analyse des diagnostics </a:t>
            </a:r>
          </a:p>
        </p:txBody>
      </p:sp>
      <p:sp>
        <p:nvSpPr>
          <p:cNvPr id="32" name="TextBox 31">
            <a:extLst>
              <a:ext uri="{FF2B5EF4-FFF2-40B4-BE49-F238E27FC236}">
                <a16:creationId xmlns:a16="http://schemas.microsoft.com/office/drawing/2014/main" id="{C3DDEE5A-BAEE-B248-BE98-1C912AEA2122}"/>
              </a:ext>
            </a:extLst>
          </p:cNvPr>
          <p:cNvSpPr txBox="1"/>
          <p:nvPr/>
        </p:nvSpPr>
        <p:spPr>
          <a:xfrm>
            <a:off x="8363210" y="5684242"/>
            <a:ext cx="2195983" cy="461665"/>
          </a:xfrm>
          <a:prstGeom prst="rect">
            <a:avLst/>
          </a:prstGeom>
          <a:noFill/>
        </p:spPr>
        <p:txBody>
          <a:bodyPr wrap="square" rtlCol="0" anchor="b" anchorCtr="0">
            <a:spAutoFit/>
          </a:bodyPr>
          <a:lstStyle/>
          <a:p>
            <a:pPr algn="ctr"/>
            <a:r>
              <a:rPr lang="fr-FR" sz="1200" dirty="0">
                <a:highlight>
                  <a:srgbClr val="00FFFF"/>
                </a:highlight>
                <a:latin typeface="Lato Light" panose="020F0502020204030203" pitchFamily="34" charset="0"/>
                <a:ea typeface="Lato Light" panose="020F0502020204030203" pitchFamily="34" charset="0"/>
                <a:cs typeface="Mukta ExtraLight" panose="020B0000000000000000" pitchFamily="34" charset="77"/>
              </a:rPr>
              <a:t>Présentation du rapport  au client collectivité</a:t>
            </a:r>
          </a:p>
        </p:txBody>
      </p:sp>
      <p:sp>
        <p:nvSpPr>
          <p:cNvPr id="35" name="Subtitle 2">
            <a:extLst>
              <a:ext uri="{FF2B5EF4-FFF2-40B4-BE49-F238E27FC236}">
                <a16:creationId xmlns:a16="http://schemas.microsoft.com/office/drawing/2014/main" id="{D65C7090-82A6-D848-8324-187C930CDE34}"/>
              </a:ext>
            </a:extLst>
          </p:cNvPr>
          <p:cNvSpPr txBox="1">
            <a:spLocks/>
          </p:cNvSpPr>
          <p:nvPr/>
        </p:nvSpPr>
        <p:spPr>
          <a:xfrm>
            <a:off x="3151179" y="1416643"/>
            <a:ext cx="2150854" cy="482889"/>
          </a:xfrm>
          <a:prstGeom prst="rect">
            <a:avLst/>
          </a:prstGeom>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750"/>
              </a:lnSpc>
            </a:pPr>
            <a:r>
              <a:rPr lang="fr-FR" sz="1200" dirty="0">
                <a:solidFill>
                  <a:schemeClr val="tx1"/>
                </a:solidFill>
                <a:highlight>
                  <a:srgbClr val="00FFFF"/>
                </a:highlight>
                <a:latin typeface="Lato Light" panose="020F0502020204030203" pitchFamily="34" charset="0"/>
                <a:ea typeface="Lato Light" panose="020F0502020204030203" pitchFamily="34" charset="0"/>
                <a:cs typeface="Mukta ExtraLight" panose="020B0000000000000000" pitchFamily="34" charset="77"/>
              </a:rPr>
              <a:t>Regroupement des diagnostics à l’échelle d’un contrat</a:t>
            </a:r>
          </a:p>
        </p:txBody>
      </p:sp>
      <p:sp>
        <p:nvSpPr>
          <p:cNvPr id="36" name="TextBox 35">
            <a:extLst>
              <a:ext uri="{FF2B5EF4-FFF2-40B4-BE49-F238E27FC236}">
                <a16:creationId xmlns:a16="http://schemas.microsoft.com/office/drawing/2014/main" id="{2D2FFCC7-8F54-5F41-8D36-C2531A1E4E48}"/>
              </a:ext>
            </a:extLst>
          </p:cNvPr>
          <p:cNvSpPr txBox="1"/>
          <p:nvPr/>
        </p:nvSpPr>
        <p:spPr>
          <a:xfrm>
            <a:off x="2278929" y="1924094"/>
            <a:ext cx="3626314" cy="338554"/>
          </a:xfrm>
          <a:prstGeom prst="rect">
            <a:avLst/>
          </a:prstGeom>
          <a:noFill/>
        </p:spPr>
        <p:txBody>
          <a:bodyPr wrap="none" rtlCol="0" anchor="b" anchorCtr="0">
            <a:spAutoFit/>
          </a:bodyPr>
          <a:lstStyle/>
          <a:p>
            <a:pPr algn="ctr"/>
            <a:r>
              <a:rPr lang="fr-FR" sz="1600" b="1" dirty="0">
                <a:solidFill>
                  <a:schemeClr val="tx2"/>
                </a:solidFill>
                <a:latin typeface="Poppins" pitchFamily="2" charset="77"/>
                <a:ea typeface="League Spartan" charset="0"/>
                <a:cs typeface="Poppins" pitchFamily="2" charset="77"/>
              </a:rPr>
              <a:t>Centralisation  des diagnostics </a:t>
            </a:r>
          </a:p>
        </p:txBody>
      </p:sp>
      <p:sp>
        <p:nvSpPr>
          <p:cNvPr id="38" name="Subtitle 2">
            <a:extLst>
              <a:ext uri="{FF2B5EF4-FFF2-40B4-BE49-F238E27FC236}">
                <a16:creationId xmlns:a16="http://schemas.microsoft.com/office/drawing/2014/main" id="{820A8C4D-FBB4-FA45-8666-56345D5B8470}"/>
              </a:ext>
            </a:extLst>
          </p:cNvPr>
          <p:cNvSpPr txBox="1">
            <a:spLocks/>
          </p:cNvSpPr>
          <p:nvPr/>
        </p:nvSpPr>
        <p:spPr>
          <a:xfrm>
            <a:off x="5890950" y="1125282"/>
            <a:ext cx="3627179" cy="713722"/>
          </a:xfrm>
          <a:prstGeom prst="rect">
            <a:avLst/>
          </a:prstGeom>
          <a:ln>
            <a:solidFill>
              <a:srgbClr val="00FFFF"/>
            </a:solidFill>
          </a:ln>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750"/>
              </a:lnSpc>
            </a:pPr>
            <a:r>
              <a:rPr lang="fr-FR" sz="1200" dirty="0">
                <a:solidFill>
                  <a:schemeClr val="tx1"/>
                </a:solidFill>
                <a:highlight>
                  <a:srgbClr val="00FFFF"/>
                </a:highlight>
                <a:latin typeface="Lato Light" panose="020F0502020204030203" pitchFamily="34" charset="0"/>
                <a:ea typeface="Lato Light" panose="020F0502020204030203" pitchFamily="34" charset="0"/>
                <a:cs typeface="Mukta ExtraLight" panose="020B0000000000000000" pitchFamily="34" charset="77"/>
              </a:rPr>
              <a:t>Production d’un rapport des travaux à prévoir pour maintenir le niveau de défense incendie adaptée au cadre règlementaire ainsi qu’aux avancées techniques </a:t>
            </a:r>
          </a:p>
        </p:txBody>
      </p:sp>
      <p:sp>
        <p:nvSpPr>
          <p:cNvPr id="39" name="TextBox 38">
            <a:extLst>
              <a:ext uri="{FF2B5EF4-FFF2-40B4-BE49-F238E27FC236}">
                <a16:creationId xmlns:a16="http://schemas.microsoft.com/office/drawing/2014/main" id="{2C384879-41FB-9E40-B766-F156C2DC1B6A}"/>
              </a:ext>
            </a:extLst>
          </p:cNvPr>
          <p:cNvSpPr txBox="1"/>
          <p:nvPr/>
        </p:nvSpPr>
        <p:spPr>
          <a:xfrm>
            <a:off x="6380463" y="1911747"/>
            <a:ext cx="2520242" cy="338554"/>
          </a:xfrm>
          <a:prstGeom prst="rect">
            <a:avLst/>
          </a:prstGeom>
          <a:noFill/>
        </p:spPr>
        <p:txBody>
          <a:bodyPr wrap="none" rtlCol="0" anchor="b" anchorCtr="0">
            <a:spAutoFit/>
          </a:bodyPr>
          <a:lstStyle/>
          <a:p>
            <a:pPr algn="ctr"/>
            <a:r>
              <a:rPr lang="fr-FR" sz="1600" b="1" dirty="0">
                <a:solidFill>
                  <a:schemeClr val="tx2"/>
                </a:solidFill>
                <a:latin typeface="Poppins" pitchFamily="2" charset="77"/>
                <a:ea typeface="League Spartan" charset="0"/>
                <a:cs typeface="Poppins" pitchFamily="2" charset="77"/>
              </a:rPr>
              <a:t>Production du rapport</a:t>
            </a:r>
          </a:p>
        </p:txBody>
      </p:sp>
      <p:sp>
        <p:nvSpPr>
          <p:cNvPr id="40" name="TextBox 39">
            <a:extLst>
              <a:ext uri="{FF2B5EF4-FFF2-40B4-BE49-F238E27FC236}">
                <a16:creationId xmlns:a16="http://schemas.microsoft.com/office/drawing/2014/main" id="{3A67BEB4-FD1A-BC41-9A21-D89B6FAF9BE8}"/>
              </a:ext>
            </a:extLst>
          </p:cNvPr>
          <p:cNvSpPr txBox="1"/>
          <p:nvPr/>
        </p:nvSpPr>
        <p:spPr>
          <a:xfrm>
            <a:off x="2627167" y="3509026"/>
            <a:ext cx="401072" cy="784830"/>
          </a:xfrm>
          <a:prstGeom prst="rect">
            <a:avLst/>
          </a:prstGeom>
          <a:noFill/>
        </p:spPr>
        <p:txBody>
          <a:bodyPr wrap="none" rtlCol="0" anchor="ctr">
            <a:spAutoFit/>
          </a:bodyPr>
          <a:lstStyle/>
          <a:p>
            <a:pPr algn="ctr"/>
            <a:r>
              <a:rPr lang="fr-FR" sz="4500" b="1" dirty="0">
                <a:solidFill>
                  <a:schemeClr val="bg1"/>
                </a:solidFill>
                <a:latin typeface="Poppins" pitchFamily="2" charset="77"/>
                <a:cs typeface="Poppins" pitchFamily="2" charset="77"/>
              </a:rPr>
              <a:t>1</a:t>
            </a:r>
          </a:p>
        </p:txBody>
      </p:sp>
      <p:sp>
        <p:nvSpPr>
          <p:cNvPr id="41" name="TextBox 40">
            <a:extLst>
              <a:ext uri="{FF2B5EF4-FFF2-40B4-BE49-F238E27FC236}">
                <a16:creationId xmlns:a16="http://schemas.microsoft.com/office/drawing/2014/main" id="{50FAAD48-DAA0-CF42-926E-15950A5DEBDF}"/>
              </a:ext>
            </a:extLst>
          </p:cNvPr>
          <p:cNvSpPr txBox="1"/>
          <p:nvPr/>
        </p:nvSpPr>
        <p:spPr>
          <a:xfrm>
            <a:off x="4201663" y="3509026"/>
            <a:ext cx="514885" cy="784830"/>
          </a:xfrm>
          <a:prstGeom prst="rect">
            <a:avLst/>
          </a:prstGeom>
          <a:noFill/>
        </p:spPr>
        <p:txBody>
          <a:bodyPr wrap="none" rtlCol="0" anchor="ctr">
            <a:spAutoFit/>
          </a:bodyPr>
          <a:lstStyle/>
          <a:p>
            <a:pPr algn="ctr"/>
            <a:r>
              <a:rPr lang="fr-FR" sz="4500" b="1" dirty="0">
                <a:solidFill>
                  <a:schemeClr val="bg1"/>
                </a:solidFill>
                <a:latin typeface="Poppins" pitchFamily="2" charset="77"/>
                <a:cs typeface="Poppins" pitchFamily="2" charset="77"/>
              </a:rPr>
              <a:t>2</a:t>
            </a:r>
          </a:p>
        </p:txBody>
      </p:sp>
      <p:sp>
        <p:nvSpPr>
          <p:cNvPr id="42" name="TextBox 41">
            <a:extLst>
              <a:ext uri="{FF2B5EF4-FFF2-40B4-BE49-F238E27FC236}">
                <a16:creationId xmlns:a16="http://schemas.microsoft.com/office/drawing/2014/main" id="{018BA886-3176-D343-8BA8-043491340D64}"/>
              </a:ext>
            </a:extLst>
          </p:cNvPr>
          <p:cNvSpPr txBox="1"/>
          <p:nvPr/>
        </p:nvSpPr>
        <p:spPr>
          <a:xfrm>
            <a:off x="5828939" y="3509026"/>
            <a:ext cx="534121" cy="784830"/>
          </a:xfrm>
          <a:prstGeom prst="rect">
            <a:avLst/>
          </a:prstGeom>
          <a:noFill/>
        </p:spPr>
        <p:txBody>
          <a:bodyPr wrap="none" rtlCol="0" anchor="ctr">
            <a:spAutoFit/>
          </a:bodyPr>
          <a:lstStyle/>
          <a:p>
            <a:pPr algn="ctr"/>
            <a:r>
              <a:rPr lang="fr-FR" sz="4500" b="1" dirty="0">
                <a:solidFill>
                  <a:schemeClr val="bg1"/>
                </a:solidFill>
                <a:latin typeface="Poppins" pitchFamily="2" charset="77"/>
                <a:cs typeface="Poppins" pitchFamily="2" charset="77"/>
              </a:rPr>
              <a:t>3</a:t>
            </a:r>
          </a:p>
        </p:txBody>
      </p:sp>
      <p:sp>
        <p:nvSpPr>
          <p:cNvPr id="43" name="TextBox 42">
            <a:extLst>
              <a:ext uri="{FF2B5EF4-FFF2-40B4-BE49-F238E27FC236}">
                <a16:creationId xmlns:a16="http://schemas.microsoft.com/office/drawing/2014/main" id="{B4B427F5-E51A-7F4A-8A54-390EAA594AA3}"/>
              </a:ext>
            </a:extLst>
          </p:cNvPr>
          <p:cNvSpPr txBox="1"/>
          <p:nvPr/>
        </p:nvSpPr>
        <p:spPr>
          <a:xfrm>
            <a:off x="7439503" y="3509026"/>
            <a:ext cx="575800" cy="784830"/>
          </a:xfrm>
          <a:prstGeom prst="rect">
            <a:avLst/>
          </a:prstGeom>
          <a:noFill/>
        </p:spPr>
        <p:txBody>
          <a:bodyPr wrap="none" rtlCol="0" anchor="ctr">
            <a:spAutoFit/>
          </a:bodyPr>
          <a:lstStyle/>
          <a:p>
            <a:pPr algn="ctr"/>
            <a:r>
              <a:rPr lang="fr-FR" sz="4500" b="1" dirty="0">
                <a:solidFill>
                  <a:schemeClr val="bg1"/>
                </a:solidFill>
                <a:latin typeface="Poppins" pitchFamily="2" charset="77"/>
                <a:cs typeface="Poppins" pitchFamily="2" charset="77"/>
              </a:rPr>
              <a:t>4</a:t>
            </a:r>
          </a:p>
        </p:txBody>
      </p:sp>
      <p:sp>
        <p:nvSpPr>
          <p:cNvPr id="44" name="TextBox 43">
            <a:extLst>
              <a:ext uri="{FF2B5EF4-FFF2-40B4-BE49-F238E27FC236}">
                <a16:creationId xmlns:a16="http://schemas.microsoft.com/office/drawing/2014/main" id="{1E172AC2-E4B5-9249-9AFD-856E798872D1}"/>
              </a:ext>
            </a:extLst>
          </p:cNvPr>
          <p:cNvSpPr txBox="1"/>
          <p:nvPr/>
        </p:nvSpPr>
        <p:spPr>
          <a:xfrm>
            <a:off x="9110506" y="3509026"/>
            <a:ext cx="559769" cy="784830"/>
          </a:xfrm>
          <a:prstGeom prst="rect">
            <a:avLst/>
          </a:prstGeom>
          <a:noFill/>
        </p:spPr>
        <p:txBody>
          <a:bodyPr wrap="none" rtlCol="0" anchor="ctr">
            <a:spAutoFit/>
          </a:bodyPr>
          <a:lstStyle/>
          <a:p>
            <a:pPr algn="ctr"/>
            <a:r>
              <a:rPr lang="fr-FR" sz="4500" b="1" dirty="0">
                <a:solidFill>
                  <a:schemeClr val="bg1"/>
                </a:solidFill>
                <a:latin typeface="Poppins" pitchFamily="2" charset="77"/>
                <a:cs typeface="Poppins" pitchFamily="2" charset="77"/>
              </a:rPr>
              <a:t>5</a:t>
            </a:r>
          </a:p>
        </p:txBody>
      </p:sp>
      <p:sp>
        <p:nvSpPr>
          <p:cNvPr id="8" name="TextBox 24">
            <a:extLst>
              <a:ext uri="{FF2B5EF4-FFF2-40B4-BE49-F238E27FC236}">
                <a16:creationId xmlns:a16="http://schemas.microsoft.com/office/drawing/2014/main" id="{027E60A7-D7BB-6C58-F752-77AE3724DCCF}"/>
              </a:ext>
            </a:extLst>
          </p:cNvPr>
          <p:cNvSpPr txBox="1"/>
          <p:nvPr/>
        </p:nvSpPr>
        <p:spPr>
          <a:xfrm>
            <a:off x="1963181" y="4457771"/>
            <a:ext cx="1806561" cy="338554"/>
          </a:xfrm>
          <a:prstGeom prst="rect">
            <a:avLst/>
          </a:prstGeom>
          <a:noFill/>
        </p:spPr>
        <p:txBody>
          <a:bodyPr wrap="square" rtlCol="0" anchor="b" anchorCtr="0">
            <a:spAutoFit/>
          </a:bodyPr>
          <a:lstStyle/>
          <a:p>
            <a:pPr algn="ctr"/>
            <a:r>
              <a:rPr lang="fr-FR" sz="1600" b="1" dirty="0">
                <a:solidFill>
                  <a:schemeClr val="tx2"/>
                </a:solidFill>
                <a:latin typeface="Poppins" pitchFamily="2" charset="77"/>
                <a:ea typeface="League Spartan" charset="0"/>
                <a:cs typeface="Poppins" pitchFamily="2" charset="77"/>
              </a:rPr>
              <a:t>Agent terrain</a:t>
            </a:r>
          </a:p>
        </p:txBody>
      </p:sp>
      <p:sp>
        <p:nvSpPr>
          <p:cNvPr id="11" name="TextBox 24">
            <a:extLst>
              <a:ext uri="{FF2B5EF4-FFF2-40B4-BE49-F238E27FC236}">
                <a16:creationId xmlns:a16="http://schemas.microsoft.com/office/drawing/2014/main" id="{19307CEE-E429-BBCD-8491-7E31A9574B17}"/>
              </a:ext>
            </a:extLst>
          </p:cNvPr>
          <p:cNvSpPr txBox="1"/>
          <p:nvPr/>
        </p:nvSpPr>
        <p:spPr>
          <a:xfrm>
            <a:off x="8440441" y="4499268"/>
            <a:ext cx="2060430" cy="584775"/>
          </a:xfrm>
          <a:prstGeom prst="rect">
            <a:avLst/>
          </a:prstGeom>
          <a:noFill/>
        </p:spPr>
        <p:txBody>
          <a:bodyPr wrap="square" rtlCol="0" anchor="b" anchorCtr="0">
            <a:spAutoFit/>
          </a:bodyPr>
          <a:lstStyle/>
          <a:p>
            <a:pPr algn="ctr"/>
            <a:r>
              <a:rPr lang="fr-FR" sz="1600" b="1" dirty="0">
                <a:solidFill>
                  <a:schemeClr val="tx2"/>
                </a:solidFill>
                <a:latin typeface="Poppins" pitchFamily="2" charset="77"/>
                <a:ea typeface="League Spartan" charset="0"/>
                <a:cs typeface="Poppins" pitchFamily="2" charset="77"/>
              </a:rPr>
              <a:t>Responsable d’exploitation</a:t>
            </a:r>
          </a:p>
        </p:txBody>
      </p:sp>
      <p:sp>
        <p:nvSpPr>
          <p:cNvPr id="26" name="TextBox 24">
            <a:extLst>
              <a:ext uri="{FF2B5EF4-FFF2-40B4-BE49-F238E27FC236}">
                <a16:creationId xmlns:a16="http://schemas.microsoft.com/office/drawing/2014/main" id="{79D39AED-76BD-A387-6656-CFE2B7EC486D}"/>
              </a:ext>
            </a:extLst>
          </p:cNvPr>
          <p:cNvSpPr txBox="1"/>
          <p:nvPr/>
        </p:nvSpPr>
        <p:spPr>
          <a:xfrm>
            <a:off x="3513362" y="2907449"/>
            <a:ext cx="1806561" cy="338554"/>
          </a:xfrm>
          <a:prstGeom prst="rect">
            <a:avLst/>
          </a:prstGeom>
          <a:noFill/>
        </p:spPr>
        <p:txBody>
          <a:bodyPr wrap="square" rtlCol="0" anchor="b" anchorCtr="0">
            <a:spAutoFit/>
          </a:bodyPr>
          <a:lstStyle/>
          <a:p>
            <a:pPr algn="ctr"/>
            <a:r>
              <a:rPr lang="fr-FR" sz="1600" b="1" dirty="0">
                <a:solidFill>
                  <a:schemeClr val="tx2"/>
                </a:solidFill>
                <a:highlight>
                  <a:srgbClr val="00FFFF"/>
                </a:highlight>
                <a:latin typeface="Poppins" pitchFamily="2" charset="77"/>
                <a:ea typeface="League Spartan" charset="0"/>
                <a:cs typeface="Poppins" pitchFamily="2" charset="77"/>
              </a:rPr>
              <a:t>Visio</a:t>
            </a:r>
          </a:p>
        </p:txBody>
      </p:sp>
      <p:sp>
        <p:nvSpPr>
          <p:cNvPr id="27" name="TextBox 24">
            <a:extLst>
              <a:ext uri="{FF2B5EF4-FFF2-40B4-BE49-F238E27FC236}">
                <a16:creationId xmlns:a16="http://schemas.microsoft.com/office/drawing/2014/main" id="{1DD7BE7A-EF0D-1C2F-50C8-1322D31FCDD6}"/>
              </a:ext>
            </a:extLst>
          </p:cNvPr>
          <p:cNvSpPr txBox="1"/>
          <p:nvPr/>
        </p:nvSpPr>
        <p:spPr>
          <a:xfrm>
            <a:off x="5213011" y="4510712"/>
            <a:ext cx="1806561" cy="338554"/>
          </a:xfrm>
          <a:prstGeom prst="rect">
            <a:avLst/>
          </a:prstGeom>
          <a:noFill/>
        </p:spPr>
        <p:txBody>
          <a:bodyPr wrap="square" rtlCol="0" anchor="b" anchorCtr="0">
            <a:spAutoFit/>
          </a:bodyPr>
          <a:lstStyle/>
          <a:p>
            <a:pPr algn="ctr"/>
            <a:r>
              <a:rPr lang="fr-FR" sz="1600" b="1" dirty="0">
                <a:solidFill>
                  <a:schemeClr val="tx2"/>
                </a:solidFill>
                <a:highlight>
                  <a:srgbClr val="00FFFF"/>
                </a:highlight>
                <a:latin typeface="Poppins" pitchFamily="2" charset="77"/>
                <a:ea typeface="League Spartan" charset="0"/>
                <a:cs typeface="Poppins" pitchFamily="2" charset="77"/>
              </a:rPr>
              <a:t>Visio </a:t>
            </a:r>
          </a:p>
        </p:txBody>
      </p:sp>
      <p:sp>
        <p:nvSpPr>
          <p:cNvPr id="30" name="TextBox 24">
            <a:extLst>
              <a:ext uri="{FF2B5EF4-FFF2-40B4-BE49-F238E27FC236}">
                <a16:creationId xmlns:a16="http://schemas.microsoft.com/office/drawing/2014/main" id="{444B7030-246F-0A3E-6E1A-546C5EE270C5}"/>
              </a:ext>
            </a:extLst>
          </p:cNvPr>
          <p:cNvSpPr txBox="1"/>
          <p:nvPr/>
        </p:nvSpPr>
        <p:spPr>
          <a:xfrm>
            <a:off x="6737302" y="2925017"/>
            <a:ext cx="1806561" cy="338554"/>
          </a:xfrm>
          <a:prstGeom prst="rect">
            <a:avLst/>
          </a:prstGeom>
          <a:noFill/>
        </p:spPr>
        <p:txBody>
          <a:bodyPr wrap="square" rtlCol="0" anchor="b" anchorCtr="0">
            <a:spAutoFit/>
          </a:bodyPr>
          <a:lstStyle/>
          <a:p>
            <a:pPr algn="ctr"/>
            <a:r>
              <a:rPr lang="fr-FR" sz="1600" b="1" dirty="0">
                <a:solidFill>
                  <a:schemeClr val="tx2"/>
                </a:solidFill>
                <a:highlight>
                  <a:srgbClr val="00FFFF"/>
                </a:highlight>
                <a:latin typeface="Poppins" pitchFamily="2" charset="77"/>
                <a:ea typeface="League Spartan" charset="0"/>
                <a:cs typeface="Poppins" pitchFamily="2" charset="77"/>
              </a:rPr>
              <a:t>Visio</a:t>
            </a:r>
          </a:p>
        </p:txBody>
      </p:sp>
      <p:sp>
        <p:nvSpPr>
          <p:cNvPr id="37" name="Down Arrow 18">
            <a:extLst>
              <a:ext uri="{FF2B5EF4-FFF2-40B4-BE49-F238E27FC236}">
                <a16:creationId xmlns:a16="http://schemas.microsoft.com/office/drawing/2014/main" id="{67513B1F-4FD9-E3BD-80C2-A76C6E00E682}"/>
              </a:ext>
            </a:extLst>
          </p:cNvPr>
          <p:cNvSpPr/>
          <p:nvPr/>
        </p:nvSpPr>
        <p:spPr>
          <a:xfrm>
            <a:off x="2684391" y="4800977"/>
            <a:ext cx="281163" cy="502195"/>
          </a:xfrm>
          <a:prstGeom prst="downArrow">
            <a:avLst>
              <a:gd name="adj1" fmla="val 50000"/>
              <a:gd name="adj2" fmla="val 9317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45" name="Down Arrow 18">
            <a:extLst>
              <a:ext uri="{FF2B5EF4-FFF2-40B4-BE49-F238E27FC236}">
                <a16:creationId xmlns:a16="http://schemas.microsoft.com/office/drawing/2014/main" id="{996F1896-2DDF-B6F6-44C8-2807279035C2}"/>
              </a:ext>
            </a:extLst>
          </p:cNvPr>
          <p:cNvSpPr/>
          <p:nvPr/>
        </p:nvSpPr>
        <p:spPr>
          <a:xfrm>
            <a:off x="5962285" y="4783830"/>
            <a:ext cx="281163" cy="502195"/>
          </a:xfrm>
          <a:prstGeom prst="downArrow">
            <a:avLst>
              <a:gd name="adj1" fmla="val 50000"/>
              <a:gd name="adj2" fmla="val 93171"/>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46" name="Down Arrow 18">
            <a:extLst>
              <a:ext uri="{FF2B5EF4-FFF2-40B4-BE49-F238E27FC236}">
                <a16:creationId xmlns:a16="http://schemas.microsoft.com/office/drawing/2014/main" id="{92266A45-EE4C-0BDF-669D-91A0F5BC363A}"/>
              </a:ext>
            </a:extLst>
          </p:cNvPr>
          <p:cNvSpPr/>
          <p:nvPr/>
        </p:nvSpPr>
        <p:spPr>
          <a:xfrm>
            <a:off x="9320619" y="5095744"/>
            <a:ext cx="281163" cy="502195"/>
          </a:xfrm>
          <a:prstGeom prst="downArrow">
            <a:avLst>
              <a:gd name="adj1" fmla="val 50000"/>
              <a:gd name="adj2" fmla="val 93171"/>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47" name="Down Arrow 18">
            <a:extLst>
              <a:ext uri="{FF2B5EF4-FFF2-40B4-BE49-F238E27FC236}">
                <a16:creationId xmlns:a16="http://schemas.microsoft.com/office/drawing/2014/main" id="{BC47772C-0626-EC9F-0410-AFAD179CB2E6}"/>
              </a:ext>
            </a:extLst>
          </p:cNvPr>
          <p:cNvSpPr/>
          <p:nvPr/>
        </p:nvSpPr>
        <p:spPr>
          <a:xfrm rot="10800000">
            <a:off x="4276060" y="2353574"/>
            <a:ext cx="281163" cy="502195"/>
          </a:xfrm>
          <a:prstGeom prst="downArrow">
            <a:avLst>
              <a:gd name="adj1" fmla="val 50000"/>
              <a:gd name="adj2" fmla="val 93171"/>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48" name="Down Arrow 18">
            <a:extLst>
              <a:ext uri="{FF2B5EF4-FFF2-40B4-BE49-F238E27FC236}">
                <a16:creationId xmlns:a16="http://schemas.microsoft.com/office/drawing/2014/main" id="{A197845D-F14C-8713-277F-6A3ED7BF38A1}"/>
              </a:ext>
            </a:extLst>
          </p:cNvPr>
          <p:cNvSpPr/>
          <p:nvPr/>
        </p:nvSpPr>
        <p:spPr>
          <a:xfrm rot="10800000">
            <a:off x="7563959" y="2352789"/>
            <a:ext cx="281163" cy="502195"/>
          </a:xfrm>
          <a:prstGeom prst="downArrow">
            <a:avLst>
              <a:gd name="adj1" fmla="val 50000"/>
              <a:gd name="adj2" fmla="val 93171"/>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Box 16">
            <a:extLst>
              <a:ext uri="{FF2B5EF4-FFF2-40B4-BE49-F238E27FC236}">
                <a16:creationId xmlns:a16="http://schemas.microsoft.com/office/drawing/2014/main" id="{122AB146-3ED4-C071-B06D-78BBA920AE59}"/>
              </a:ext>
            </a:extLst>
          </p:cNvPr>
          <p:cNvSpPr txBox="1"/>
          <p:nvPr/>
        </p:nvSpPr>
        <p:spPr>
          <a:xfrm>
            <a:off x="9867676" y="1388800"/>
            <a:ext cx="2150855" cy="461665"/>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square" rtlCol="0" anchor="b" anchorCtr="0">
            <a:spAutoFit/>
          </a:bodyPr>
          <a:lstStyle/>
          <a:p>
            <a:pPr algn="ctr"/>
            <a:r>
              <a:rPr lang="fr-FR" sz="2400" b="1" dirty="0">
                <a:solidFill>
                  <a:srgbClr val="002060"/>
                </a:solidFill>
                <a:latin typeface="Poppins" pitchFamily="2" charset="77"/>
                <a:ea typeface="League Spartan" charset="0"/>
                <a:cs typeface="Poppins" pitchFamily="2" charset="77"/>
              </a:rPr>
              <a:t>Un rex libéré</a:t>
            </a:r>
          </a:p>
        </p:txBody>
      </p:sp>
      <p:pic>
        <p:nvPicPr>
          <p:cNvPr id="9" name="Image 8">
            <a:extLst>
              <a:ext uri="{FF2B5EF4-FFF2-40B4-BE49-F238E27FC236}">
                <a16:creationId xmlns:a16="http://schemas.microsoft.com/office/drawing/2014/main" id="{D6C5F962-EE0C-DE9C-428E-ABA3BD76BCD3}"/>
              </a:ext>
            </a:extLst>
          </p:cNvPr>
          <p:cNvPicPr>
            <a:picLocks noChangeAspect="1"/>
          </p:cNvPicPr>
          <p:nvPr/>
        </p:nvPicPr>
        <p:blipFill>
          <a:blip r:embed="rId3"/>
          <a:stretch>
            <a:fillRect/>
          </a:stretch>
        </p:blipFill>
        <p:spPr>
          <a:xfrm>
            <a:off x="11262361" y="0"/>
            <a:ext cx="929640" cy="889222"/>
          </a:xfrm>
          <a:prstGeom prst="rect">
            <a:avLst/>
          </a:prstGeom>
        </p:spPr>
      </p:pic>
    </p:spTree>
    <p:extLst>
      <p:ext uri="{BB962C8B-B14F-4D97-AF65-F5344CB8AC3E}">
        <p14:creationId xmlns:p14="http://schemas.microsoft.com/office/powerpoint/2010/main" val="565337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down)">
                                      <p:cBhvr>
                                        <p:cTn id="7" dur="580">
                                          <p:stCondLst>
                                            <p:cond delay="0"/>
                                          </p:stCondLst>
                                        </p:cTn>
                                        <p:tgtEl>
                                          <p:spTgt spid="16"/>
                                        </p:tgtEl>
                                      </p:cBhvr>
                                    </p:animEffect>
                                    <p:anim calcmode="lin" valueType="num">
                                      <p:cBhvr>
                                        <p:cTn id="8" dur="1822" tmFilter="0,0; 0.14,0.36; 0.43,0.73; 0.71,0.91; 1.0,1.0">
                                          <p:stCondLst>
                                            <p:cond delay="0"/>
                                          </p:stCondLst>
                                        </p:cTn>
                                        <p:tgtEl>
                                          <p:spTgt spid="16"/>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6"/>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6"/>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6"/>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6"/>
                                        </p:tgtEl>
                                        <p:attrNameLst>
                                          <p:attrName>ppt_y</p:attrName>
                                        </p:attrNameLst>
                                      </p:cBhvr>
                                      <p:tavLst>
                                        <p:tav tm="0" fmla="#ppt_y-sin(pi*$)/81">
                                          <p:val>
                                            <p:fltVal val="0"/>
                                          </p:val>
                                        </p:tav>
                                        <p:tav tm="100000">
                                          <p:val>
                                            <p:fltVal val="1"/>
                                          </p:val>
                                        </p:tav>
                                      </p:tavLst>
                                    </p:anim>
                                    <p:animScale>
                                      <p:cBhvr>
                                        <p:cTn id="13" dur="26">
                                          <p:stCondLst>
                                            <p:cond delay="650"/>
                                          </p:stCondLst>
                                        </p:cTn>
                                        <p:tgtEl>
                                          <p:spTgt spid="16"/>
                                        </p:tgtEl>
                                      </p:cBhvr>
                                      <p:to x="100000" y="60000"/>
                                    </p:animScale>
                                    <p:animScale>
                                      <p:cBhvr>
                                        <p:cTn id="14" dur="166" decel="50000">
                                          <p:stCondLst>
                                            <p:cond delay="676"/>
                                          </p:stCondLst>
                                        </p:cTn>
                                        <p:tgtEl>
                                          <p:spTgt spid="16"/>
                                        </p:tgtEl>
                                      </p:cBhvr>
                                      <p:to x="100000" y="100000"/>
                                    </p:animScale>
                                    <p:animScale>
                                      <p:cBhvr>
                                        <p:cTn id="15" dur="26">
                                          <p:stCondLst>
                                            <p:cond delay="1312"/>
                                          </p:stCondLst>
                                        </p:cTn>
                                        <p:tgtEl>
                                          <p:spTgt spid="16"/>
                                        </p:tgtEl>
                                      </p:cBhvr>
                                      <p:to x="100000" y="80000"/>
                                    </p:animScale>
                                    <p:animScale>
                                      <p:cBhvr>
                                        <p:cTn id="16" dur="166" decel="50000">
                                          <p:stCondLst>
                                            <p:cond delay="1338"/>
                                          </p:stCondLst>
                                        </p:cTn>
                                        <p:tgtEl>
                                          <p:spTgt spid="16"/>
                                        </p:tgtEl>
                                      </p:cBhvr>
                                      <p:to x="100000" y="100000"/>
                                    </p:animScale>
                                    <p:animScale>
                                      <p:cBhvr>
                                        <p:cTn id="17" dur="26">
                                          <p:stCondLst>
                                            <p:cond delay="1642"/>
                                          </p:stCondLst>
                                        </p:cTn>
                                        <p:tgtEl>
                                          <p:spTgt spid="16"/>
                                        </p:tgtEl>
                                      </p:cBhvr>
                                      <p:to x="100000" y="90000"/>
                                    </p:animScale>
                                    <p:animScale>
                                      <p:cBhvr>
                                        <p:cTn id="18" dur="166" decel="50000">
                                          <p:stCondLst>
                                            <p:cond delay="1668"/>
                                          </p:stCondLst>
                                        </p:cTn>
                                        <p:tgtEl>
                                          <p:spTgt spid="16"/>
                                        </p:tgtEl>
                                      </p:cBhvr>
                                      <p:to x="100000" y="100000"/>
                                    </p:animScale>
                                    <p:animScale>
                                      <p:cBhvr>
                                        <p:cTn id="19" dur="26">
                                          <p:stCondLst>
                                            <p:cond delay="1808"/>
                                          </p:stCondLst>
                                        </p:cTn>
                                        <p:tgtEl>
                                          <p:spTgt spid="16"/>
                                        </p:tgtEl>
                                      </p:cBhvr>
                                      <p:to x="100000" y="95000"/>
                                    </p:animScale>
                                    <p:animScale>
                                      <p:cBhvr>
                                        <p:cTn id="20" dur="166" decel="50000">
                                          <p:stCondLst>
                                            <p:cond delay="1834"/>
                                          </p:stCondLst>
                                        </p:cTn>
                                        <p:tgtEl>
                                          <p:spTgt spid="16"/>
                                        </p:tgtEl>
                                      </p:cBhvr>
                                      <p:to x="100000" y="100000"/>
                                    </p:animScale>
                                  </p:childTnLst>
                                </p:cTn>
                              </p:par>
                              <p:par>
                                <p:cTn id="21" presetID="26"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ipe(down)">
                                      <p:cBhvr>
                                        <p:cTn id="23" dur="580">
                                          <p:stCondLst>
                                            <p:cond delay="0"/>
                                          </p:stCondLst>
                                        </p:cTn>
                                        <p:tgtEl>
                                          <p:spTgt spid="12"/>
                                        </p:tgtEl>
                                      </p:cBhvr>
                                    </p:animEffect>
                                    <p:anim calcmode="lin" valueType="num">
                                      <p:cBhvr>
                                        <p:cTn id="24" dur="1822" tmFilter="0,0; 0.14,0.36; 0.43,0.73; 0.71,0.91; 1.0,1.0">
                                          <p:stCondLst>
                                            <p:cond delay="0"/>
                                          </p:stCondLst>
                                        </p:cTn>
                                        <p:tgtEl>
                                          <p:spTgt spid="12"/>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12"/>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12"/>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12"/>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12"/>
                                        </p:tgtEl>
                                        <p:attrNameLst>
                                          <p:attrName>ppt_y</p:attrName>
                                        </p:attrNameLst>
                                      </p:cBhvr>
                                      <p:tavLst>
                                        <p:tav tm="0" fmla="#ppt_y-sin(pi*$)/81">
                                          <p:val>
                                            <p:fltVal val="0"/>
                                          </p:val>
                                        </p:tav>
                                        <p:tav tm="100000">
                                          <p:val>
                                            <p:fltVal val="1"/>
                                          </p:val>
                                        </p:tav>
                                      </p:tavLst>
                                    </p:anim>
                                    <p:animScale>
                                      <p:cBhvr>
                                        <p:cTn id="29" dur="26">
                                          <p:stCondLst>
                                            <p:cond delay="650"/>
                                          </p:stCondLst>
                                        </p:cTn>
                                        <p:tgtEl>
                                          <p:spTgt spid="12"/>
                                        </p:tgtEl>
                                      </p:cBhvr>
                                      <p:to x="100000" y="60000"/>
                                    </p:animScale>
                                    <p:animScale>
                                      <p:cBhvr>
                                        <p:cTn id="30" dur="166" decel="50000">
                                          <p:stCondLst>
                                            <p:cond delay="676"/>
                                          </p:stCondLst>
                                        </p:cTn>
                                        <p:tgtEl>
                                          <p:spTgt spid="12"/>
                                        </p:tgtEl>
                                      </p:cBhvr>
                                      <p:to x="100000" y="100000"/>
                                    </p:animScale>
                                    <p:animScale>
                                      <p:cBhvr>
                                        <p:cTn id="31" dur="26">
                                          <p:stCondLst>
                                            <p:cond delay="1312"/>
                                          </p:stCondLst>
                                        </p:cTn>
                                        <p:tgtEl>
                                          <p:spTgt spid="12"/>
                                        </p:tgtEl>
                                      </p:cBhvr>
                                      <p:to x="100000" y="80000"/>
                                    </p:animScale>
                                    <p:animScale>
                                      <p:cBhvr>
                                        <p:cTn id="32" dur="166" decel="50000">
                                          <p:stCondLst>
                                            <p:cond delay="1338"/>
                                          </p:stCondLst>
                                        </p:cTn>
                                        <p:tgtEl>
                                          <p:spTgt spid="12"/>
                                        </p:tgtEl>
                                      </p:cBhvr>
                                      <p:to x="100000" y="100000"/>
                                    </p:animScale>
                                    <p:animScale>
                                      <p:cBhvr>
                                        <p:cTn id="33" dur="26">
                                          <p:stCondLst>
                                            <p:cond delay="1642"/>
                                          </p:stCondLst>
                                        </p:cTn>
                                        <p:tgtEl>
                                          <p:spTgt spid="12"/>
                                        </p:tgtEl>
                                      </p:cBhvr>
                                      <p:to x="100000" y="90000"/>
                                    </p:animScale>
                                    <p:animScale>
                                      <p:cBhvr>
                                        <p:cTn id="34" dur="166" decel="50000">
                                          <p:stCondLst>
                                            <p:cond delay="1668"/>
                                          </p:stCondLst>
                                        </p:cTn>
                                        <p:tgtEl>
                                          <p:spTgt spid="12"/>
                                        </p:tgtEl>
                                      </p:cBhvr>
                                      <p:to x="100000" y="100000"/>
                                    </p:animScale>
                                    <p:animScale>
                                      <p:cBhvr>
                                        <p:cTn id="35" dur="26">
                                          <p:stCondLst>
                                            <p:cond delay="1808"/>
                                          </p:stCondLst>
                                        </p:cTn>
                                        <p:tgtEl>
                                          <p:spTgt spid="12"/>
                                        </p:tgtEl>
                                      </p:cBhvr>
                                      <p:to x="100000" y="95000"/>
                                    </p:animScale>
                                    <p:animScale>
                                      <p:cBhvr>
                                        <p:cTn id="36" dur="166" decel="50000">
                                          <p:stCondLst>
                                            <p:cond delay="1834"/>
                                          </p:stCondLst>
                                        </p:cTn>
                                        <p:tgtEl>
                                          <p:spTgt spid="12"/>
                                        </p:tgtEl>
                                      </p:cBhvr>
                                      <p:to x="100000" y="100000"/>
                                    </p:animScale>
                                  </p:childTnLst>
                                </p:cTn>
                              </p:par>
                              <p:par>
                                <p:cTn id="37" presetID="26"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wipe(down)">
                                      <p:cBhvr>
                                        <p:cTn id="39" dur="580">
                                          <p:stCondLst>
                                            <p:cond delay="0"/>
                                          </p:stCondLst>
                                        </p:cTn>
                                        <p:tgtEl>
                                          <p:spTgt spid="13"/>
                                        </p:tgtEl>
                                      </p:cBhvr>
                                    </p:animEffect>
                                    <p:anim calcmode="lin" valueType="num">
                                      <p:cBhvr>
                                        <p:cTn id="40" dur="1822" tmFilter="0,0; 0.14,0.36; 0.43,0.73; 0.71,0.91; 1.0,1.0">
                                          <p:stCondLst>
                                            <p:cond delay="0"/>
                                          </p:stCondLst>
                                        </p:cTn>
                                        <p:tgtEl>
                                          <p:spTgt spid="13"/>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13"/>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13"/>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13"/>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13"/>
                                        </p:tgtEl>
                                        <p:attrNameLst>
                                          <p:attrName>ppt_y</p:attrName>
                                        </p:attrNameLst>
                                      </p:cBhvr>
                                      <p:tavLst>
                                        <p:tav tm="0" fmla="#ppt_y-sin(pi*$)/81">
                                          <p:val>
                                            <p:fltVal val="0"/>
                                          </p:val>
                                        </p:tav>
                                        <p:tav tm="100000">
                                          <p:val>
                                            <p:fltVal val="1"/>
                                          </p:val>
                                        </p:tav>
                                      </p:tavLst>
                                    </p:anim>
                                    <p:animScale>
                                      <p:cBhvr>
                                        <p:cTn id="45" dur="26">
                                          <p:stCondLst>
                                            <p:cond delay="650"/>
                                          </p:stCondLst>
                                        </p:cTn>
                                        <p:tgtEl>
                                          <p:spTgt spid="13"/>
                                        </p:tgtEl>
                                      </p:cBhvr>
                                      <p:to x="100000" y="60000"/>
                                    </p:animScale>
                                    <p:animScale>
                                      <p:cBhvr>
                                        <p:cTn id="46" dur="166" decel="50000">
                                          <p:stCondLst>
                                            <p:cond delay="676"/>
                                          </p:stCondLst>
                                        </p:cTn>
                                        <p:tgtEl>
                                          <p:spTgt spid="13"/>
                                        </p:tgtEl>
                                      </p:cBhvr>
                                      <p:to x="100000" y="100000"/>
                                    </p:animScale>
                                    <p:animScale>
                                      <p:cBhvr>
                                        <p:cTn id="47" dur="26">
                                          <p:stCondLst>
                                            <p:cond delay="1312"/>
                                          </p:stCondLst>
                                        </p:cTn>
                                        <p:tgtEl>
                                          <p:spTgt spid="13"/>
                                        </p:tgtEl>
                                      </p:cBhvr>
                                      <p:to x="100000" y="80000"/>
                                    </p:animScale>
                                    <p:animScale>
                                      <p:cBhvr>
                                        <p:cTn id="48" dur="166" decel="50000">
                                          <p:stCondLst>
                                            <p:cond delay="1338"/>
                                          </p:stCondLst>
                                        </p:cTn>
                                        <p:tgtEl>
                                          <p:spTgt spid="13"/>
                                        </p:tgtEl>
                                      </p:cBhvr>
                                      <p:to x="100000" y="100000"/>
                                    </p:animScale>
                                    <p:animScale>
                                      <p:cBhvr>
                                        <p:cTn id="49" dur="26">
                                          <p:stCondLst>
                                            <p:cond delay="1642"/>
                                          </p:stCondLst>
                                        </p:cTn>
                                        <p:tgtEl>
                                          <p:spTgt spid="13"/>
                                        </p:tgtEl>
                                      </p:cBhvr>
                                      <p:to x="100000" y="90000"/>
                                    </p:animScale>
                                    <p:animScale>
                                      <p:cBhvr>
                                        <p:cTn id="50" dur="166" decel="50000">
                                          <p:stCondLst>
                                            <p:cond delay="1668"/>
                                          </p:stCondLst>
                                        </p:cTn>
                                        <p:tgtEl>
                                          <p:spTgt spid="13"/>
                                        </p:tgtEl>
                                      </p:cBhvr>
                                      <p:to x="100000" y="100000"/>
                                    </p:animScale>
                                    <p:animScale>
                                      <p:cBhvr>
                                        <p:cTn id="51" dur="26">
                                          <p:stCondLst>
                                            <p:cond delay="1808"/>
                                          </p:stCondLst>
                                        </p:cTn>
                                        <p:tgtEl>
                                          <p:spTgt spid="13"/>
                                        </p:tgtEl>
                                      </p:cBhvr>
                                      <p:to x="100000" y="95000"/>
                                    </p:animScale>
                                    <p:animScale>
                                      <p:cBhvr>
                                        <p:cTn id="52" dur="166" decel="50000">
                                          <p:stCondLst>
                                            <p:cond delay="1834"/>
                                          </p:stCondLst>
                                        </p:cTn>
                                        <p:tgtEl>
                                          <p:spTgt spid="13"/>
                                        </p:tgtEl>
                                      </p:cBhvr>
                                      <p:to x="100000" y="100000"/>
                                    </p:animScale>
                                  </p:childTnLst>
                                </p:cTn>
                              </p:par>
                              <p:par>
                                <p:cTn id="53" presetID="26" presetClass="entr" presetSubtype="0" fill="hold" grpId="0" nodeType="withEffect">
                                  <p:stCondLst>
                                    <p:cond delay="0"/>
                                  </p:stCondLst>
                                  <p:childTnLst>
                                    <p:set>
                                      <p:cBhvr>
                                        <p:cTn id="54" dur="1" fill="hold">
                                          <p:stCondLst>
                                            <p:cond delay="0"/>
                                          </p:stCondLst>
                                        </p:cTn>
                                        <p:tgtEl>
                                          <p:spTgt spid="14"/>
                                        </p:tgtEl>
                                        <p:attrNameLst>
                                          <p:attrName>style.visibility</p:attrName>
                                        </p:attrNameLst>
                                      </p:cBhvr>
                                      <p:to>
                                        <p:strVal val="visible"/>
                                      </p:to>
                                    </p:set>
                                    <p:animEffect transition="in" filter="wipe(down)">
                                      <p:cBhvr>
                                        <p:cTn id="55" dur="580">
                                          <p:stCondLst>
                                            <p:cond delay="0"/>
                                          </p:stCondLst>
                                        </p:cTn>
                                        <p:tgtEl>
                                          <p:spTgt spid="14"/>
                                        </p:tgtEl>
                                      </p:cBhvr>
                                    </p:animEffect>
                                    <p:anim calcmode="lin" valueType="num">
                                      <p:cBhvr>
                                        <p:cTn id="56" dur="1822" tmFilter="0,0; 0.14,0.36; 0.43,0.73; 0.71,0.91; 1.0,1.0">
                                          <p:stCondLst>
                                            <p:cond delay="0"/>
                                          </p:stCondLst>
                                        </p:cTn>
                                        <p:tgtEl>
                                          <p:spTgt spid="14"/>
                                        </p:tgtEl>
                                        <p:attrNameLst>
                                          <p:attrName>ppt_x</p:attrName>
                                        </p:attrNameLst>
                                      </p:cBhvr>
                                      <p:tavLst>
                                        <p:tav tm="0">
                                          <p:val>
                                            <p:strVal val="#ppt_x-0.25"/>
                                          </p:val>
                                        </p:tav>
                                        <p:tav tm="100000">
                                          <p:val>
                                            <p:strVal val="#ppt_x"/>
                                          </p:val>
                                        </p:tav>
                                      </p:tavLst>
                                    </p:anim>
                                    <p:anim calcmode="lin" valueType="num">
                                      <p:cBhvr>
                                        <p:cTn id="57" dur="664" tmFilter="0.0,0.0; 0.25,0.07; 0.50,0.2; 0.75,0.467; 1.0,1.0">
                                          <p:stCondLst>
                                            <p:cond delay="0"/>
                                          </p:stCondLst>
                                        </p:cTn>
                                        <p:tgtEl>
                                          <p:spTgt spid="14"/>
                                        </p:tgtEl>
                                        <p:attrNameLst>
                                          <p:attrName>ppt_y</p:attrName>
                                        </p:attrNameLst>
                                      </p:cBhvr>
                                      <p:tavLst>
                                        <p:tav tm="0" fmla="#ppt_y-sin(pi*$)/3">
                                          <p:val>
                                            <p:fltVal val="0.5"/>
                                          </p:val>
                                        </p:tav>
                                        <p:tav tm="100000">
                                          <p:val>
                                            <p:fltVal val="1"/>
                                          </p:val>
                                        </p:tav>
                                      </p:tavLst>
                                    </p:anim>
                                    <p:anim calcmode="lin" valueType="num">
                                      <p:cBhvr>
                                        <p:cTn id="58" dur="664" tmFilter="0, 0; 0.125,0.2665; 0.25,0.4; 0.375,0.465; 0.5,0.5;  0.625,0.535; 0.75,0.6; 0.875,0.7335; 1,1">
                                          <p:stCondLst>
                                            <p:cond delay="664"/>
                                          </p:stCondLst>
                                        </p:cTn>
                                        <p:tgtEl>
                                          <p:spTgt spid="14"/>
                                        </p:tgtEl>
                                        <p:attrNameLst>
                                          <p:attrName>ppt_y</p:attrName>
                                        </p:attrNameLst>
                                      </p:cBhvr>
                                      <p:tavLst>
                                        <p:tav tm="0" fmla="#ppt_y-sin(pi*$)/9">
                                          <p:val>
                                            <p:fltVal val="0"/>
                                          </p:val>
                                        </p:tav>
                                        <p:tav tm="100000">
                                          <p:val>
                                            <p:fltVal val="1"/>
                                          </p:val>
                                        </p:tav>
                                      </p:tavLst>
                                    </p:anim>
                                    <p:anim calcmode="lin" valueType="num">
                                      <p:cBhvr>
                                        <p:cTn id="59" dur="332" tmFilter="0, 0; 0.125,0.2665; 0.25,0.4; 0.375,0.465; 0.5,0.5;  0.625,0.535; 0.75,0.6; 0.875,0.7335; 1,1">
                                          <p:stCondLst>
                                            <p:cond delay="1324"/>
                                          </p:stCondLst>
                                        </p:cTn>
                                        <p:tgtEl>
                                          <p:spTgt spid="14"/>
                                        </p:tgtEl>
                                        <p:attrNameLst>
                                          <p:attrName>ppt_y</p:attrName>
                                        </p:attrNameLst>
                                      </p:cBhvr>
                                      <p:tavLst>
                                        <p:tav tm="0" fmla="#ppt_y-sin(pi*$)/27">
                                          <p:val>
                                            <p:fltVal val="0"/>
                                          </p:val>
                                        </p:tav>
                                        <p:tav tm="100000">
                                          <p:val>
                                            <p:fltVal val="1"/>
                                          </p:val>
                                        </p:tav>
                                      </p:tavLst>
                                    </p:anim>
                                    <p:anim calcmode="lin" valueType="num">
                                      <p:cBhvr>
                                        <p:cTn id="60" dur="164" tmFilter="0, 0; 0.125,0.2665; 0.25,0.4; 0.375,0.465; 0.5,0.5;  0.625,0.535; 0.75,0.6; 0.875,0.7335; 1,1">
                                          <p:stCondLst>
                                            <p:cond delay="1656"/>
                                          </p:stCondLst>
                                        </p:cTn>
                                        <p:tgtEl>
                                          <p:spTgt spid="14"/>
                                        </p:tgtEl>
                                        <p:attrNameLst>
                                          <p:attrName>ppt_y</p:attrName>
                                        </p:attrNameLst>
                                      </p:cBhvr>
                                      <p:tavLst>
                                        <p:tav tm="0" fmla="#ppt_y-sin(pi*$)/81">
                                          <p:val>
                                            <p:fltVal val="0"/>
                                          </p:val>
                                        </p:tav>
                                        <p:tav tm="100000">
                                          <p:val>
                                            <p:fltVal val="1"/>
                                          </p:val>
                                        </p:tav>
                                      </p:tavLst>
                                    </p:anim>
                                    <p:animScale>
                                      <p:cBhvr>
                                        <p:cTn id="61" dur="26">
                                          <p:stCondLst>
                                            <p:cond delay="650"/>
                                          </p:stCondLst>
                                        </p:cTn>
                                        <p:tgtEl>
                                          <p:spTgt spid="14"/>
                                        </p:tgtEl>
                                      </p:cBhvr>
                                      <p:to x="100000" y="60000"/>
                                    </p:animScale>
                                    <p:animScale>
                                      <p:cBhvr>
                                        <p:cTn id="62" dur="166" decel="50000">
                                          <p:stCondLst>
                                            <p:cond delay="676"/>
                                          </p:stCondLst>
                                        </p:cTn>
                                        <p:tgtEl>
                                          <p:spTgt spid="14"/>
                                        </p:tgtEl>
                                      </p:cBhvr>
                                      <p:to x="100000" y="100000"/>
                                    </p:animScale>
                                    <p:animScale>
                                      <p:cBhvr>
                                        <p:cTn id="63" dur="26">
                                          <p:stCondLst>
                                            <p:cond delay="1312"/>
                                          </p:stCondLst>
                                        </p:cTn>
                                        <p:tgtEl>
                                          <p:spTgt spid="14"/>
                                        </p:tgtEl>
                                      </p:cBhvr>
                                      <p:to x="100000" y="80000"/>
                                    </p:animScale>
                                    <p:animScale>
                                      <p:cBhvr>
                                        <p:cTn id="64" dur="166" decel="50000">
                                          <p:stCondLst>
                                            <p:cond delay="1338"/>
                                          </p:stCondLst>
                                        </p:cTn>
                                        <p:tgtEl>
                                          <p:spTgt spid="14"/>
                                        </p:tgtEl>
                                      </p:cBhvr>
                                      <p:to x="100000" y="100000"/>
                                    </p:animScale>
                                    <p:animScale>
                                      <p:cBhvr>
                                        <p:cTn id="65" dur="26">
                                          <p:stCondLst>
                                            <p:cond delay="1642"/>
                                          </p:stCondLst>
                                        </p:cTn>
                                        <p:tgtEl>
                                          <p:spTgt spid="14"/>
                                        </p:tgtEl>
                                      </p:cBhvr>
                                      <p:to x="100000" y="90000"/>
                                    </p:animScale>
                                    <p:animScale>
                                      <p:cBhvr>
                                        <p:cTn id="66" dur="166" decel="50000">
                                          <p:stCondLst>
                                            <p:cond delay="1668"/>
                                          </p:stCondLst>
                                        </p:cTn>
                                        <p:tgtEl>
                                          <p:spTgt spid="14"/>
                                        </p:tgtEl>
                                      </p:cBhvr>
                                      <p:to x="100000" y="100000"/>
                                    </p:animScale>
                                    <p:animScale>
                                      <p:cBhvr>
                                        <p:cTn id="67" dur="26">
                                          <p:stCondLst>
                                            <p:cond delay="1808"/>
                                          </p:stCondLst>
                                        </p:cTn>
                                        <p:tgtEl>
                                          <p:spTgt spid="14"/>
                                        </p:tgtEl>
                                      </p:cBhvr>
                                      <p:to x="100000" y="95000"/>
                                    </p:animScale>
                                    <p:animScale>
                                      <p:cBhvr>
                                        <p:cTn id="68" dur="166" decel="50000">
                                          <p:stCondLst>
                                            <p:cond delay="1834"/>
                                          </p:stCondLst>
                                        </p:cTn>
                                        <p:tgtEl>
                                          <p:spTgt spid="14"/>
                                        </p:tgtEl>
                                      </p:cBhvr>
                                      <p:to x="100000" y="100000"/>
                                    </p:animScale>
                                  </p:childTnLst>
                                </p:cTn>
                              </p:par>
                              <p:par>
                                <p:cTn id="69" presetID="26" presetClass="entr" presetSubtype="0" fill="hold" grpId="0" nodeType="withEffect">
                                  <p:stCondLst>
                                    <p:cond delay="0"/>
                                  </p:stCondLst>
                                  <p:childTnLst>
                                    <p:set>
                                      <p:cBhvr>
                                        <p:cTn id="70" dur="1" fill="hold">
                                          <p:stCondLst>
                                            <p:cond delay="0"/>
                                          </p:stCondLst>
                                        </p:cTn>
                                        <p:tgtEl>
                                          <p:spTgt spid="15"/>
                                        </p:tgtEl>
                                        <p:attrNameLst>
                                          <p:attrName>style.visibility</p:attrName>
                                        </p:attrNameLst>
                                      </p:cBhvr>
                                      <p:to>
                                        <p:strVal val="visible"/>
                                      </p:to>
                                    </p:set>
                                    <p:animEffect transition="in" filter="wipe(down)">
                                      <p:cBhvr>
                                        <p:cTn id="71" dur="580">
                                          <p:stCondLst>
                                            <p:cond delay="0"/>
                                          </p:stCondLst>
                                        </p:cTn>
                                        <p:tgtEl>
                                          <p:spTgt spid="15"/>
                                        </p:tgtEl>
                                      </p:cBhvr>
                                    </p:animEffect>
                                    <p:anim calcmode="lin" valueType="num">
                                      <p:cBhvr>
                                        <p:cTn id="72" dur="1822" tmFilter="0,0; 0.14,0.36; 0.43,0.73; 0.71,0.91; 1.0,1.0">
                                          <p:stCondLst>
                                            <p:cond delay="0"/>
                                          </p:stCondLst>
                                        </p:cTn>
                                        <p:tgtEl>
                                          <p:spTgt spid="15"/>
                                        </p:tgtEl>
                                        <p:attrNameLst>
                                          <p:attrName>ppt_x</p:attrName>
                                        </p:attrNameLst>
                                      </p:cBhvr>
                                      <p:tavLst>
                                        <p:tav tm="0">
                                          <p:val>
                                            <p:strVal val="#ppt_x-0.25"/>
                                          </p:val>
                                        </p:tav>
                                        <p:tav tm="100000">
                                          <p:val>
                                            <p:strVal val="#ppt_x"/>
                                          </p:val>
                                        </p:tav>
                                      </p:tavLst>
                                    </p:anim>
                                    <p:anim calcmode="lin" valueType="num">
                                      <p:cBhvr>
                                        <p:cTn id="73" dur="664" tmFilter="0.0,0.0; 0.25,0.07; 0.50,0.2; 0.75,0.467; 1.0,1.0">
                                          <p:stCondLst>
                                            <p:cond delay="0"/>
                                          </p:stCondLst>
                                        </p:cTn>
                                        <p:tgtEl>
                                          <p:spTgt spid="15"/>
                                        </p:tgtEl>
                                        <p:attrNameLst>
                                          <p:attrName>ppt_y</p:attrName>
                                        </p:attrNameLst>
                                      </p:cBhvr>
                                      <p:tavLst>
                                        <p:tav tm="0" fmla="#ppt_y-sin(pi*$)/3">
                                          <p:val>
                                            <p:fltVal val="0.5"/>
                                          </p:val>
                                        </p:tav>
                                        <p:tav tm="100000">
                                          <p:val>
                                            <p:fltVal val="1"/>
                                          </p:val>
                                        </p:tav>
                                      </p:tavLst>
                                    </p:anim>
                                    <p:anim calcmode="lin" valueType="num">
                                      <p:cBhvr>
                                        <p:cTn id="74" dur="664" tmFilter="0, 0; 0.125,0.2665; 0.25,0.4; 0.375,0.465; 0.5,0.5;  0.625,0.535; 0.75,0.6; 0.875,0.7335; 1,1">
                                          <p:stCondLst>
                                            <p:cond delay="664"/>
                                          </p:stCondLst>
                                        </p:cTn>
                                        <p:tgtEl>
                                          <p:spTgt spid="15"/>
                                        </p:tgtEl>
                                        <p:attrNameLst>
                                          <p:attrName>ppt_y</p:attrName>
                                        </p:attrNameLst>
                                      </p:cBhvr>
                                      <p:tavLst>
                                        <p:tav tm="0" fmla="#ppt_y-sin(pi*$)/9">
                                          <p:val>
                                            <p:fltVal val="0"/>
                                          </p:val>
                                        </p:tav>
                                        <p:tav tm="100000">
                                          <p:val>
                                            <p:fltVal val="1"/>
                                          </p:val>
                                        </p:tav>
                                      </p:tavLst>
                                    </p:anim>
                                    <p:anim calcmode="lin" valueType="num">
                                      <p:cBhvr>
                                        <p:cTn id="75" dur="332" tmFilter="0, 0; 0.125,0.2665; 0.25,0.4; 0.375,0.465; 0.5,0.5;  0.625,0.535; 0.75,0.6; 0.875,0.7335; 1,1">
                                          <p:stCondLst>
                                            <p:cond delay="1324"/>
                                          </p:stCondLst>
                                        </p:cTn>
                                        <p:tgtEl>
                                          <p:spTgt spid="15"/>
                                        </p:tgtEl>
                                        <p:attrNameLst>
                                          <p:attrName>ppt_y</p:attrName>
                                        </p:attrNameLst>
                                      </p:cBhvr>
                                      <p:tavLst>
                                        <p:tav tm="0" fmla="#ppt_y-sin(pi*$)/27">
                                          <p:val>
                                            <p:fltVal val="0"/>
                                          </p:val>
                                        </p:tav>
                                        <p:tav tm="100000">
                                          <p:val>
                                            <p:fltVal val="1"/>
                                          </p:val>
                                        </p:tav>
                                      </p:tavLst>
                                    </p:anim>
                                    <p:anim calcmode="lin" valueType="num">
                                      <p:cBhvr>
                                        <p:cTn id="76" dur="164" tmFilter="0, 0; 0.125,0.2665; 0.25,0.4; 0.375,0.465; 0.5,0.5;  0.625,0.535; 0.75,0.6; 0.875,0.7335; 1,1">
                                          <p:stCondLst>
                                            <p:cond delay="1656"/>
                                          </p:stCondLst>
                                        </p:cTn>
                                        <p:tgtEl>
                                          <p:spTgt spid="15"/>
                                        </p:tgtEl>
                                        <p:attrNameLst>
                                          <p:attrName>ppt_y</p:attrName>
                                        </p:attrNameLst>
                                      </p:cBhvr>
                                      <p:tavLst>
                                        <p:tav tm="0" fmla="#ppt_y-sin(pi*$)/81">
                                          <p:val>
                                            <p:fltVal val="0"/>
                                          </p:val>
                                        </p:tav>
                                        <p:tav tm="100000">
                                          <p:val>
                                            <p:fltVal val="1"/>
                                          </p:val>
                                        </p:tav>
                                      </p:tavLst>
                                    </p:anim>
                                    <p:animScale>
                                      <p:cBhvr>
                                        <p:cTn id="77" dur="26">
                                          <p:stCondLst>
                                            <p:cond delay="650"/>
                                          </p:stCondLst>
                                        </p:cTn>
                                        <p:tgtEl>
                                          <p:spTgt spid="15"/>
                                        </p:tgtEl>
                                      </p:cBhvr>
                                      <p:to x="100000" y="60000"/>
                                    </p:animScale>
                                    <p:animScale>
                                      <p:cBhvr>
                                        <p:cTn id="78" dur="166" decel="50000">
                                          <p:stCondLst>
                                            <p:cond delay="676"/>
                                          </p:stCondLst>
                                        </p:cTn>
                                        <p:tgtEl>
                                          <p:spTgt spid="15"/>
                                        </p:tgtEl>
                                      </p:cBhvr>
                                      <p:to x="100000" y="100000"/>
                                    </p:animScale>
                                    <p:animScale>
                                      <p:cBhvr>
                                        <p:cTn id="79" dur="26">
                                          <p:stCondLst>
                                            <p:cond delay="1312"/>
                                          </p:stCondLst>
                                        </p:cTn>
                                        <p:tgtEl>
                                          <p:spTgt spid="15"/>
                                        </p:tgtEl>
                                      </p:cBhvr>
                                      <p:to x="100000" y="80000"/>
                                    </p:animScale>
                                    <p:animScale>
                                      <p:cBhvr>
                                        <p:cTn id="80" dur="166" decel="50000">
                                          <p:stCondLst>
                                            <p:cond delay="1338"/>
                                          </p:stCondLst>
                                        </p:cTn>
                                        <p:tgtEl>
                                          <p:spTgt spid="15"/>
                                        </p:tgtEl>
                                      </p:cBhvr>
                                      <p:to x="100000" y="100000"/>
                                    </p:animScale>
                                    <p:animScale>
                                      <p:cBhvr>
                                        <p:cTn id="81" dur="26">
                                          <p:stCondLst>
                                            <p:cond delay="1642"/>
                                          </p:stCondLst>
                                        </p:cTn>
                                        <p:tgtEl>
                                          <p:spTgt spid="15"/>
                                        </p:tgtEl>
                                      </p:cBhvr>
                                      <p:to x="100000" y="90000"/>
                                    </p:animScale>
                                    <p:animScale>
                                      <p:cBhvr>
                                        <p:cTn id="82" dur="166" decel="50000">
                                          <p:stCondLst>
                                            <p:cond delay="1668"/>
                                          </p:stCondLst>
                                        </p:cTn>
                                        <p:tgtEl>
                                          <p:spTgt spid="15"/>
                                        </p:tgtEl>
                                      </p:cBhvr>
                                      <p:to x="100000" y="100000"/>
                                    </p:animScale>
                                    <p:animScale>
                                      <p:cBhvr>
                                        <p:cTn id="83" dur="26">
                                          <p:stCondLst>
                                            <p:cond delay="1808"/>
                                          </p:stCondLst>
                                        </p:cTn>
                                        <p:tgtEl>
                                          <p:spTgt spid="15"/>
                                        </p:tgtEl>
                                      </p:cBhvr>
                                      <p:to x="100000" y="95000"/>
                                    </p:animScale>
                                    <p:animScale>
                                      <p:cBhvr>
                                        <p:cTn id="84" dur="166" decel="50000">
                                          <p:stCondLst>
                                            <p:cond delay="1834"/>
                                          </p:stCondLst>
                                        </p:cTn>
                                        <p:tgtEl>
                                          <p:spTgt spid="15"/>
                                        </p:tgtEl>
                                      </p:cBhvr>
                                      <p:to x="100000" y="100000"/>
                                    </p:animScale>
                                  </p:childTnLst>
                                </p:cTn>
                              </p:par>
                            </p:childTnLst>
                          </p:cTn>
                        </p:par>
                      </p:childTnLst>
                    </p:cTn>
                  </p:par>
                  <p:par>
                    <p:cTn id="85" fill="hold">
                      <p:stCondLst>
                        <p:cond delay="indefinite"/>
                      </p:stCondLst>
                      <p:childTnLst>
                        <p:par>
                          <p:cTn id="86" fill="hold">
                            <p:stCondLst>
                              <p:cond delay="0"/>
                            </p:stCondLst>
                            <p:childTnLst>
                              <p:par>
                                <p:cTn id="87" presetID="26" presetClass="entr" presetSubtype="0" fill="hold" grpId="0" nodeType="clickEffect">
                                  <p:stCondLst>
                                    <p:cond delay="0"/>
                                  </p:stCondLst>
                                  <p:childTnLst>
                                    <p:set>
                                      <p:cBhvr>
                                        <p:cTn id="88" dur="1" fill="hold">
                                          <p:stCondLst>
                                            <p:cond delay="0"/>
                                          </p:stCondLst>
                                        </p:cTn>
                                        <p:tgtEl>
                                          <p:spTgt spid="40"/>
                                        </p:tgtEl>
                                        <p:attrNameLst>
                                          <p:attrName>style.visibility</p:attrName>
                                        </p:attrNameLst>
                                      </p:cBhvr>
                                      <p:to>
                                        <p:strVal val="visible"/>
                                      </p:to>
                                    </p:set>
                                    <p:animEffect transition="in" filter="wipe(down)">
                                      <p:cBhvr>
                                        <p:cTn id="89" dur="580">
                                          <p:stCondLst>
                                            <p:cond delay="0"/>
                                          </p:stCondLst>
                                        </p:cTn>
                                        <p:tgtEl>
                                          <p:spTgt spid="40"/>
                                        </p:tgtEl>
                                      </p:cBhvr>
                                    </p:animEffect>
                                    <p:anim calcmode="lin" valueType="num">
                                      <p:cBhvr>
                                        <p:cTn id="90" dur="1822" tmFilter="0,0; 0.14,0.36; 0.43,0.73; 0.71,0.91; 1.0,1.0">
                                          <p:stCondLst>
                                            <p:cond delay="0"/>
                                          </p:stCondLst>
                                        </p:cTn>
                                        <p:tgtEl>
                                          <p:spTgt spid="40"/>
                                        </p:tgtEl>
                                        <p:attrNameLst>
                                          <p:attrName>ppt_x</p:attrName>
                                        </p:attrNameLst>
                                      </p:cBhvr>
                                      <p:tavLst>
                                        <p:tav tm="0">
                                          <p:val>
                                            <p:strVal val="#ppt_x-0.25"/>
                                          </p:val>
                                        </p:tav>
                                        <p:tav tm="100000">
                                          <p:val>
                                            <p:strVal val="#ppt_x"/>
                                          </p:val>
                                        </p:tav>
                                      </p:tavLst>
                                    </p:anim>
                                    <p:anim calcmode="lin" valueType="num">
                                      <p:cBhvr>
                                        <p:cTn id="91" dur="664" tmFilter="0.0,0.0; 0.25,0.07; 0.50,0.2; 0.75,0.467; 1.0,1.0">
                                          <p:stCondLst>
                                            <p:cond delay="0"/>
                                          </p:stCondLst>
                                        </p:cTn>
                                        <p:tgtEl>
                                          <p:spTgt spid="40"/>
                                        </p:tgtEl>
                                        <p:attrNameLst>
                                          <p:attrName>ppt_y</p:attrName>
                                        </p:attrNameLst>
                                      </p:cBhvr>
                                      <p:tavLst>
                                        <p:tav tm="0" fmla="#ppt_y-sin(pi*$)/3">
                                          <p:val>
                                            <p:fltVal val="0.5"/>
                                          </p:val>
                                        </p:tav>
                                        <p:tav tm="100000">
                                          <p:val>
                                            <p:fltVal val="1"/>
                                          </p:val>
                                        </p:tav>
                                      </p:tavLst>
                                    </p:anim>
                                    <p:anim calcmode="lin" valueType="num">
                                      <p:cBhvr>
                                        <p:cTn id="92" dur="664" tmFilter="0, 0; 0.125,0.2665; 0.25,0.4; 0.375,0.465; 0.5,0.5;  0.625,0.535; 0.75,0.6; 0.875,0.7335; 1,1">
                                          <p:stCondLst>
                                            <p:cond delay="664"/>
                                          </p:stCondLst>
                                        </p:cTn>
                                        <p:tgtEl>
                                          <p:spTgt spid="40"/>
                                        </p:tgtEl>
                                        <p:attrNameLst>
                                          <p:attrName>ppt_y</p:attrName>
                                        </p:attrNameLst>
                                      </p:cBhvr>
                                      <p:tavLst>
                                        <p:tav tm="0" fmla="#ppt_y-sin(pi*$)/9">
                                          <p:val>
                                            <p:fltVal val="0"/>
                                          </p:val>
                                        </p:tav>
                                        <p:tav tm="100000">
                                          <p:val>
                                            <p:fltVal val="1"/>
                                          </p:val>
                                        </p:tav>
                                      </p:tavLst>
                                    </p:anim>
                                    <p:anim calcmode="lin" valueType="num">
                                      <p:cBhvr>
                                        <p:cTn id="93" dur="332" tmFilter="0, 0; 0.125,0.2665; 0.25,0.4; 0.375,0.465; 0.5,0.5;  0.625,0.535; 0.75,0.6; 0.875,0.7335; 1,1">
                                          <p:stCondLst>
                                            <p:cond delay="1324"/>
                                          </p:stCondLst>
                                        </p:cTn>
                                        <p:tgtEl>
                                          <p:spTgt spid="40"/>
                                        </p:tgtEl>
                                        <p:attrNameLst>
                                          <p:attrName>ppt_y</p:attrName>
                                        </p:attrNameLst>
                                      </p:cBhvr>
                                      <p:tavLst>
                                        <p:tav tm="0" fmla="#ppt_y-sin(pi*$)/27">
                                          <p:val>
                                            <p:fltVal val="0"/>
                                          </p:val>
                                        </p:tav>
                                        <p:tav tm="100000">
                                          <p:val>
                                            <p:fltVal val="1"/>
                                          </p:val>
                                        </p:tav>
                                      </p:tavLst>
                                    </p:anim>
                                    <p:anim calcmode="lin" valueType="num">
                                      <p:cBhvr>
                                        <p:cTn id="94" dur="164" tmFilter="0, 0; 0.125,0.2665; 0.25,0.4; 0.375,0.465; 0.5,0.5;  0.625,0.535; 0.75,0.6; 0.875,0.7335; 1,1">
                                          <p:stCondLst>
                                            <p:cond delay="1656"/>
                                          </p:stCondLst>
                                        </p:cTn>
                                        <p:tgtEl>
                                          <p:spTgt spid="40"/>
                                        </p:tgtEl>
                                        <p:attrNameLst>
                                          <p:attrName>ppt_y</p:attrName>
                                        </p:attrNameLst>
                                      </p:cBhvr>
                                      <p:tavLst>
                                        <p:tav tm="0" fmla="#ppt_y-sin(pi*$)/81">
                                          <p:val>
                                            <p:fltVal val="0"/>
                                          </p:val>
                                        </p:tav>
                                        <p:tav tm="100000">
                                          <p:val>
                                            <p:fltVal val="1"/>
                                          </p:val>
                                        </p:tav>
                                      </p:tavLst>
                                    </p:anim>
                                    <p:animScale>
                                      <p:cBhvr>
                                        <p:cTn id="95" dur="26">
                                          <p:stCondLst>
                                            <p:cond delay="650"/>
                                          </p:stCondLst>
                                        </p:cTn>
                                        <p:tgtEl>
                                          <p:spTgt spid="40"/>
                                        </p:tgtEl>
                                      </p:cBhvr>
                                      <p:to x="100000" y="60000"/>
                                    </p:animScale>
                                    <p:animScale>
                                      <p:cBhvr>
                                        <p:cTn id="96" dur="166" decel="50000">
                                          <p:stCondLst>
                                            <p:cond delay="676"/>
                                          </p:stCondLst>
                                        </p:cTn>
                                        <p:tgtEl>
                                          <p:spTgt spid="40"/>
                                        </p:tgtEl>
                                      </p:cBhvr>
                                      <p:to x="100000" y="100000"/>
                                    </p:animScale>
                                    <p:animScale>
                                      <p:cBhvr>
                                        <p:cTn id="97" dur="26">
                                          <p:stCondLst>
                                            <p:cond delay="1312"/>
                                          </p:stCondLst>
                                        </p:cTn>
                                        <p:tgtEl>
                                          <p:spTgt spid="40"/>
                                        </p:tgtEl>
                                      </p:cBhvr>
                                      <p:to x="100000" y="80000"/>
                                    </p:animScale>
                                    <p:animScale>
                                      <p:cBhvr>
                                        <p:cTn id="98" dur="166" decel="50000">
                                          <p:stCondLst>
                                            <p:cond delay="1338"/>
                                          </p:stCondLst>
                                        </p:cTn>
                                        <p:tgtEl>
                                          <p:spTgt spid="40"/>
                                        </p:tgtEl>
                                      </p:cBhvr>
                                      <p:to x="100000" y="100000"/>
                                    </p:animScale>
                                    <p:animScale>
                                      <p:cBhvr>
                                        <p:cTn id="99" dur="26">
                                          <p:stCondLst>
                                            <p:cond delay="1642"/>
                                          </p:stCondLst>
                                        </p:cTn>
                                        <p:tgtEl>
                                          <p:spTgt spid="40"/>
                                        </p:tgtEl>
                                      </p:cBhvr>
                                      <p:to x="100000" y="90000"/>
                                    </p:animScale>
                                    <p:animScale>
                                      <p:cBhvr>
                                        <p:cTn id="100" dur="166" decel="50000">
                                          <p:stCondLst>
                                            <p:cond delay="1668"/>
                                          </p:stCondLst>
                                        </p:cTn>
                                        <p:tgtEl>
                                          <p:spTgt spid="40"/>
                                        </p:tgtEl>
                                      </p:cBhvr>
                                      <p:to x="100000" y="100000"/>
                                    </p:animScale>
                                    <p:animScale>
                                      <p:cBhvr>
                                        <p:cTn id="101" dur="26">
                                          <p:stCondLst>
                                            <p:cond delay="1808"/>
                                          </p:stCondLst>
                                        </p:cTn>
                                        <p:tgtEl>
                                          <p:spTgt spid="40"/>
                                        </p:tgtEl>
                                      </p:cBhvr>
                                      <p:to x="100000" y="95000"/>
                                    </p:animScale>
                                    <p:animScale>
                                      <p:cBhvr>
                                        <p:cTn id="102" dur="166" decel="50000">
                                          <p:stCondLst>
                                            <p:cond delay="1834"/>
                                          </p:stCondLst>
                                        </p:cTn>
                                        <p:tgtEl>
                                          <p:spTgt spid="40"/>
                                        </p:tgtEl>
                                      </p:cBhvr>
                                      <p:to x="100000" y="100000"/>
                                    </p:animScale>
                                  </p:childTnLst>
                                </p:cTn>
                              </p:par>
                              <p:par>
                                <p:cTn id="103" presetID="26" presetClass="entr" presetSubtype="0" fill="hold" grpId="0" nodeType="withEffect">
                                  <p:stCondLst>
                                    <p:cond delay="0"/>
                                  </p:stCondLst>
                                  <p:childTnLst>
                                    <p:set>
                                      <p:cBhvr>
                                        <p:cTn id="104" dur="1" fill="hold">
                                          <p:stCondLst>
                                            <p:cond delay="0"/>
                                          </p:stCondLst>
                                        </p:cTn>
                                        <p:tgtEl>
                                          <p:spTgt spid="2"/>
                                        </p:tgtEl>
                                        <p:attrNameLst>
                                          <p:attrName>style.visibility</p:attrName>
                                        </p:attrNameLst>
                                      </p:cBhvr>
                                      <p:to>
                                        <p:strVal val="visible"/>
                                      </p:to>
                                    </p:set>
                                    <p:animEffect transition="in" filter="wipe(down)">
                                      <p:cBhvr>
                                        <p:cTn id="105" dur="580">
                                          <p:stCondLst>
                                            <p:cond delay="0"/>
                                          </p:stCondLst>
                                        </p:cTn>
                                        <p:tgtEl>
                                          <p:spTgt spid="2"/>
                                        </p:tgtEl>
                                      </p:cBhvr>
                                    </p:animEffect>
                                    <p:anim calcmode="lin" valueType="num">
                                      <p:cBhvr>
                                        <p:cTn id="106"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107"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8"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09"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10"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11" dur="26">
                                          <p:stCondLst>
                                            <p:cond delay="650"/>
                                          </p:stCondLst>
                                        </p:cTn>
                                        <p:tgtEl>
                                          <p:spTgt spid="2"/>
                                        </p:tgtEl>
                                      </p:cBhvr>
                                      <p:to x="100000" y="60000"/>
                                    </p:animScale>
                                    <p:animScale>
                                      <p:cBhvr>
                                        <p:cTn id="112" dur="166" decel="50000">
                                          <p:stCondLst>
                                            <p:cond delay="676"/>
                                          </p:stCondLst>
                                        </p:cTn>
                                        <p:tgtEl>
                                          <p:spTgt spid="2"/>
                                        </p:tgtEl>
                                      </p:cBhvr>
                                      <p:to x="100000" y="100000"/>
                                    </p:animScale>
                                    <p:animScale>
                                      <p:cBhvr>
                                        <p:cTn id="113" dur="26">
                                          <p:stCondLst>
                                            <p:cond delay="1312"/>
                                          </p:stCondLst>
                                        </p:cTn>
                                        <p:tgtEl>
                                          <p:spTgt spid="2"/>
                                        </p:tgtEl>
                                      </p:cBhvr>
                                      <p:to x="100000" y="80000"/>
                                    </p:animScale>
                                    <p:animScale>
                                      <p:cBhvr>
                                        <p:cTn id="114" dur="166" decel="50000">
                                          <p:stCondLst>
                                            <p:cond delay="1338"/>
                                          </p:stCondLst>
                                        </p:cTn>
                                        <p:tgtEl>
                                          <p:spTgt spid="2"/>
                                        </p:tgtEl>
                                      </p:cBhvr>
                                      <p:to x="100000" y="100000"/>
                                    </p:animScale>
                                    <p:animScale>
                                      <p:cBhvr>
                                        <p:cTn id="115" dur="26">
                                          <p:stCondLst>
                                            <p:cond delay="1642"/>
                                          </p:stCondLst>
                                        </p:cTn>
                                        <p:tgtEl>
                                          <p:spTgt spid="2"/>
                                        </p:tgtEl>
                                      </p:cBhvr>
                                      <p:to x="100000" y="90000"/>
                                    </p:animScale>
                                    <p:animScale>
                                      <p:cBhvr>
                                        <p:cTn id="116" dur="166" decel="50000">
                                          <p:stCondLst>
                                            <p:cond delay="1668"/>
                                          </p:stCondLst>
                                        </p:cTn>
                                        <p:tgtEl>
                                          <p:spTgt spid="2"/>
                                        </p:tgtEl>
                                      </p:cBhvr>
                                      <p:to x="100000" y="100000"/>
                                    </p:animScale>
                                    <p:animScale>
                                      <p:cBhvr>
                                        <p:cTn id="117" dur="26">
                                          <p:stCondLst>
                                            <p:cond delay="1808"/>
                                          </p:stCondLst>
                                        </p:cTn>
                                        <p:tgtEl>
                                          <p:spTgt spid="2"/>
                                        </p:tgtEl>
                                      </p:cBhvr>
                                      <p:to x="100000" y="95000"/>
                                    </p:animScale>
                                    <p:animScale>
                                      <p:cBhvr>
                                        <p:cTn id="118" dur="166" decel="50000">
                                          <p:stCondLst>
                                            <p:cond delay="1834"/>
                                          </p:stCondLst>
                                        </p:cTn>
                                        <p:tgtEl>
                                          <p:spTgt spid="2"/>
                                        </p:tgtEl>
                                      </p:cBhvr>
                                      <p:to x="100000" y="100000"/>
                                    </p:animScale>
                                  </p:childTnLst>
                                </p:cTn>
                              </p:par>
                              <p:par>
                                <p:cTn id="119" presetID="26" presetClass="entr" presetSubtype="0" fill="hold" grpId="0" nodeType="withEffect">
                                  <p:stCondLst>
                                    <p:cond delay="0"/>
                                  </p:stCondLst>
                                  <p:childTnLst>
                                    <p:set>
                                      <p:cBhvr>
                                        <p:cTn id="120" dur="1" fill="hold">
                                          <p:stCondLst>
                                            <p:cond delay="0"/>
                                          </p:stCondLst>
                                        </p:cTn>
                                        <p:tgtEl>
                                          <p:spTgt spid="8"/>
                                        </p:tgtEl>
                                        <p:attrNameLst>
                                          <p:attrName>style.visibility</p:attrName>
                                        </p:attrNameLst>
                                      </p:cBhvr>
                                      <p:to>
                                        <p:strVal val="visible"/>
                                      </p:to>
                                    </p:set>
                                    <p:animEffect transition="in" filter="wipe(down)">
                                      <p:cBhvr>
                                        <p:cTn id="121" dur="580">
                                          <p:stCondLst>
                                            <p:cond delay="0"/>
                                          </p:stCondLst>
                                        </p:cTn>
                                        <p:tgtEl>
                                          <p:spTgt spid="8"/>
                                        </p:tgtEl>
                                      </p:cBhvr>
                                    </p:animEffect>
                                    <p:anim calcmode="lin" valueType="num">
                                      <p:cBhvr>
                                        <p:cTn id="122"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123"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124"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125"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126"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127" dur="26">
                                          <p:stCondLst>
                                            <p:cond delay="650"/>
                                          </p:stCondLst>
                                        </p:cTn>
                                        <p:tgtEl>
                                          <p:spTgt spid="8"/>
                                        </p:tgtEl>
                                      </p:cBhvr>
                                      <p:to x="100000" y="60000"/>
                                    </p:animScale>
                                    <p:animScale>
                                      <p:cBhvr>
                                        <p:cTn id="128" dur="166" decel="50000">
                                          <p:stCondLst>
                                            <p:cond delay="676"/>
                                          </p:stCondLst>
                                        </p:cTn>
                                        <p:tgtEl>
                                          <p:spTgt spid="8"/>
                                        </p:tgtEl>
                                      </p:cBhvr>
                                      <p:to x="100000" y="100000"/>
                                    </p:animScale>
                                    <p:animScale>
                                      <p:cBhvr>
                                        <p:cTn id="129" dur="26">
                                          <p:stCondLst>
                                            <p:cond delay="1312"/>
                                          </p:stCondLst>
                                        </p:cTn>
                                        <p:tgtEl>
                                          <p:spTgt spid="8"/>
                                        </p:tgtEl>
                                      </p:cBhvr>
                                      <p:to x="100000" y="80000"/>
                                    </p:animScale>
                                    <p:animScale>
                                      <p:cBhvr>
                                        <p:cTn id="130" dur="166" decel="50000">
                                          <p:stCondLst>
                                            <p:cond delay="1338"/>
                                          </p:stCondLst>
                                        </p:cTn>
                                        <p:tgtEl>
                                          <p:spTgt spid="8"/>
                                        </p:tgtEl>
                                      </p:cBhvr>
                                      <p:to x="100000" y="100000"/>
                                    </p:animScale>
                                    <p:animScale>
                                      <p:cBhvr>
                                        <p:cTn id="131" dur="26">
                                          <p:stCondLst>
                                            <p:cond delay="1642"/>
                                          </p:stCondLst>
                                        </p:cTn>
                                        <p:tgtEl>
                                          <p:spTgt spid="8"/>
                                        </p:tgtEl>
                                      </p:cBhvr>
                                      <p:to x="100000" y="90000"/>
                                    </p:animScale>
                                    <p:animScale>
                                      <p:cBhvr>
                                        <p:cTn id="132" dur="166" decel="50000">
                                          <p:stCondLst>
                                            <p:cond delay="1668"/>
                                          </p:stCondLst>
                                        </p:cTn>
                                        <p:tgtEl>
                                          <p:spTgt spid="8"/>
                                        </p:tgtEl>
                                      </p:cBhvr>
                                      <p:to x="100000" y="100000"/>
                                    </p:animScale>
                                    <p:animScale>
                                      <p:cBhvr>
                                        <p:cTn id="133" dur="26">
                                          <p:stCondLst>
                                            <p:cond delay="1808"/>
                                          </p:stCondLst>
                                        </p:cTn>
                                        <p:tgtEl>
                                          <p:spTgt spid="8"/>
                                        </p:tgtEl>
                                      </p:cBhvr>
                                      <p:to x="100000" y="95000"/>
                                    </p:animScale>
                                    <p:animScale>
                                      <p:cBhvr>
                                        <p:cTn id="134" dur="166" decel="50000">
                                          <p:stCondLst>
                                            <p:cond delay="1834"/>
                                          </p:stCondLst>
                                        </p:cTn>
                                        <p:tgtEl>
                                          <p:spTgt spid="8"/>
                                        </p:tgtEl>
                                      </p:cBhvr>
                                      <p:to x="100000" y="100000"/>
                                    </p:animScale>
                                  </p:childTnLst>
                                </p:cTn>
                              </p:par>
                              <p:par>
                                <p:cTn id="135" presetID="26" presetClass="entr" presetSubtype="0" fill="hold" grpId="0" nodeType="withEffect">
                                  <p:stCondLst>
                                    <p:cond delay="0"/>
                                  </p:stCondLst>
                                  <p:childTnLst>
                                    <p:set>
                                      <p:cBhvr>
                                        <p:cTn id="136" dur="1" fill="hold">
                                          <p:stCondLst>
                                            <p:cond delay="0"/>
                                          </p:stCondLst>
                                        </p:cTn>
                                        <p:tgtEl>
                                          <p:spTgt spid="37"/>
                                        </p:tgtEl>
                                        <p:attrNameLst>
                                          <p:attrName>style.visibility</p:attrName>
                                        </p:attrNameLst>
                                      </p:cBhvr>
                                      <p:to>
                                        <p:strVal val="visible"/>
                                      </p:to>
                                    </p:set>
                                    <p:animEffect transition="in" filter="wipe(down)">
                                      <p:cBhvr>
                                        <p:cTn id="137" dur="580">
                                          <p:stCondLst>
                                            <p:cond delay="0"/>
                                          </p:stCondLst>
                                        </p:cTn>
                                        <p:tgtEl>
                                          <p:spTgt spid="37"/>
                                        </p:tgtEl>
                                      </p:cBhvr>
                                    </p:animEffect>
                                    <p:anim calcmode="lin" valueType="num">
                                      <p:cBhvr>
                                        <p:cTn id="138" dur="1822" tmFilter="0,0; 0.14,0.36; 0.43,0.73; 0.71,0.91; 1.0,1.0">
                                          <p:stCondLst>
                                            <p:cond delay="0"/>
                                          </p:stCondLst>
                                        </p:cTn>
                                        <p:tgtEl>
                                          <p:spTgt spid="37"/>
                                        </p:tgtEl>
                                        <p:attrNameLst>
                                          <p:attrName>ppt_x</p:attrName>
                                        </p:attrNameLst>
                                      </p:cBhvr>
                                      <p:tavLst>
                                        <p:tav tm="0">
                                          <p:val>
                                            <p:strVal val="#ppt_x-0.25"/>
                                          </p:val>
                                        </p:tav>
                                        <p:tav tm="100000">
                                          <p:val>
                                            <p:strVal val="#ppt_x"/>
                                          </p:val>
                                        </p:tav>
                                      </p:tavLst>
                                    </p:anim>
                                    <p:anim calcmode="lin" valueType="num">
                                      <p:cBhvr>
                                        <p:cTn id="139" dur="664" tmFilter="0.0,0.0; 0.25,0.07; 0.50,0.2; 0.75,0.467; 1.0,1.0">
                                          <p:stCondLst>
                                            <p:cond delay="0"/>
                                          </p:stCondLst>
                                        </p:cTn>
                                        <p:tgtEl>
                                          <p:spTgt spid="37"/>
                                        </p:tgtEl>
                                        <p:attrNameLst>
                                          <p:attrName>ppt_y</p:attrName>
                                        </p:attrNameLst>
                                      </p:cBhvr>
                                      <p:tavLst>
                                        <p:tav tm="0" fmla="#ppt_y-sin(pi*$)/3">
                                          <p:val>
                                            <p:fltVal val="0.5"/>
                                          </p:val>
                                        </p:tav>
                                        <p:tav tm="100000">
                                          <p:val>
                                            <p:fltVal val="1"/>
                                          </p:val>
                                        </p:tav>
                                      </p:tavLst>
                                    </p:anim>
                                    <p:anim calcmode="lin" valueType="num">
                                      <p:cBhvr>
                                        <p:cTn id="140" dur="664" tmFilter="0, 0; 0.125,0.2665; 0.25,0.4; 0.375,0.465; 0.5,0.5;  0.625,0.535; 0.75,0.6; 0.875,0.7335; 1,1">
                                          <p:stCondLst>
                                            <p:cond delay="664"/>
                                          </p:stCondLst>
                                        </p:cTn>
                                        <p:tgtEl>
                                          <p:spTgt spid="37"/>
                                        </p:tgtEl>
                                        <p:attrNameLst>
                                          <p:attrName>ppt_y</p:attrName>
                                        </p:attrNameLst>
                                      </p:cBhvr>
                                      <p:tavLst>
                                        <p:tav tm="0" fmla="#ppt_y-sin(pi*$)/9">
                                          <p:val>
                                            <p:fltVal val="0"/>
                                          </p:val>
                                        </p:tav>
                                        <p:tav tm="100000">
                                          <p:val>
                                            <p:fltVal val="1"/>
                                          </p:val>
                                        </p:tav>
                                      </p:tavLst>
                                    </p:anim>
                                    <p:anim calcmode="lin" valueType="num">
                                      <p:cBhvr>
                                        <p:cTn id="141" dur="332" tmFilter="0, 0; 0.125,0.2665; 0.25,0.4; 0.375,0.465; 0.5,0.5;  0.625,0.535; 0.75,0.6; 0.875,0.7335; 1,1">
                                          <p:stCondLst>
                                            <p:cond delay="1324"/>
                                          </p:stCondLst>
                                        </p:cTn>
                                        <p:tgtEl>
                                          <p:spTgt spid="37"/>
                                        </p:tgtEl>
                                        <p:attrNameLst>
                                          <p:attrName>ppt_y</p:attrName>
                                        </p:attrNameLst>
                                      </p:cBhvr>
                                      <p:tavLst>
                                        <p:tav tm="0" fmla="#ppt_y-sin(pi*$)/27">
                                          <p:val>
                                            <p:fltVal val="0"/>
                                          </p:val>
                                        </p:tav>
                                        <p:tav tm="100000">
                                          <p:val>
                                            <p:fltVal val="1"/>
                                          </p:val>
                                        </p:tav>
                                      </p:tavLst>
                                    </p:anim>
                                    <p:anim calcmode="lin" valueType="num">
                                      <p:cBhvr>
                                        <p:cTn id="142" dur="164" tmFilter="0, 0; 0.125,0.2665; 0.25,0.4; 0.375,0.465; 0.5,0.5;  0.625,0.535; 0.75,0.6; 0.875,0.7335; 1,1">
                                          <p:stCondLst>
                                            <p:cond delay="1656"/>
                                          </p:stCondLst>
                                        </p:cTn>
                                        <p:tgtEl>
                                          <p:spTgt spid="37"/>
                                        </p:tgtEl>
                                        <p:attrNameLst>
                                          <p:attrName>ppt_y</p:attrName>
                                        </p:attrNameLst>
                                      </p:cBhvr>
                                      <p:tavLst>
                                        <p:tav tm="0" fmla="#ppt_y-sin(pi*$)/81">
                                          <p:val>
                                            <p:fltVal val="0"/>
                                          </p:val>
                                        </p:tav>
                                        <p:tav tm="100000">
                                          <p:val>
                                            <p:fltVal val="1"/>
                                          </p:val>
                                        </p:tav>
                                      </p:tavLst>
                                    </p:anim>
                                    <p:animScale>
                                      <p:cBhvr>
                                        <p:cTn id="143" dur="26">
                                          <p:stCondLst>
                                            <p:cond delay="650"/>
                                          </p:stCondLst>
                                        </p:cTn>
                                        <p:tgtEl>
                                          <p:spTgt spid="37"/>
                                        </p:tgtEl>
                                      </p:cBhvr>
                                      <p:to x="100000" y="60000"/>
                                    </p:animScale>
                                    <p:animScale>
                                      <p:cBhvr>
                                        <p:cTn id="144" dur="166" decel="50000">
                                          <p:stCondLst>
                                            <p:cond delay="676"/>
                                          </p:stCondLst>
                                        </p:cTn>
                                        <p:tgtEl>
                                          <p:spTgt spid="37"/>
                                        </p:tgtEl>
                                      </p:cBhvr>
                                      <p:to x="100000" y="100000"/>
                                    </p:animScale>
                                    <p:animScale>
                                      <p:cBhvr>
                                        <p:cTn id="145" dur="26">
                                          <p:stCondLst>
                                            <p:cond delay="1312"/>
                                          </p:stCondLst>
                                        </p:cTn>
                                        <p:tgtEl>
                                          <p:spTgt spid="37"/>
                                        </p:tgtEl>
                                      </p:cBhvr>
                                      <p:to x="100000" y="80000"/>
                                    </p:animScale>
                                    <p:animScale>
                                      <p:cBhvr>
                                        <p:cTn id="146" dur="166" decel="50000">
                                          <p:stCondLst>
                                            <p:cond delay="1338"/>
                                          </p:stCondLst>
                                        </p:cTn>
                                        <p:tgtEl>
                                          <p:spTgt spid="37"/>
                                        </p:tgtEl>
                                      </p:cBhvr>
                                      <p:to x="100000" y="100000"/>
                                    </p:animScale>
                                    <p:animScale>
                                      <p:cBhvr>
                                        <p:cTn id="147" dur="26">
                                          <p:stCondLst>
                                            <p:cond delay="1642"/>
                                          </p:stCondLst>
                                        </p:cTn>
                                        <p:tgtEl>
                                          <p:spTgt spid="37"/>
                                        </p:tgtEl>
                                      </p:cBhvr>
                                      <p:to x="100000" y="90000"/>
                                    </p:animScale>
                                    <p:animScale>
                                      <p:cBhvr>
                                        <p:cTn id="148" dur="166" decel="50000">
                                          <p:stCondLst>
                                            <p:cond delay="1668"/>
                                          </p:stCondLst>
                                        </p:cTn>
                                        <p:tgtEl>
                                          <p:spTgt spid="37"/>
                                        </p:tgtEl>
                                      </p:cBhvr>
                                      <p:to x="100000" y="100000"/>
                                    </p:animScale>
                                    <p:animScale>
                                      <p:cBhvr>
                                        <p:cTn id="149" dur="26">
                                          <p:stCondLst>
                                            <p:cond delay="1808"/>
                                          </p:stCondLst>
                                        </p:cTn>
                                        <p:tgtEl>
                                          <p:spTgt spid="37"/>
                                        </p:tgtEl>
                                      </p:cBhvr>
                                      <p:to x="100000" y="95000"/>
                                    </p:animScale>
                                    <p:animScale>
                                      <p:cBhvr>
                                        <p:cTn id="150" dur="166" decel="50000">
                                          <p:stCondLst>
                                            <p:cond delay="1834"/>
                                          </p:stCondLst>
                                        </p:cTn>
                                        <p:tgtEl>
                                          <p:spTgt spid="37"/>
                                        </p:tgtEl>
                                      </p:cBhvr>
                                      <p:to x="100000" y="100000"/>
                                    </p:animScale>
                                  </p:childTnLst>
                                </p:cTn>
                              </p:par>
                              <p:par>
                                <p:cTn id="151" presetID="26" presetClass="entr" presetSubtype="0" fill="hold" grpId="0" nodeType="withEffect">
                                  <p:stCondLst>
                                    <p:cond delay="0"/>
                                  </p:stCondLst>
                                  <p:childTnLst>
                                    <p:set>
                                      <p:cBhvr>
                                        <p:cTn id="152" dur="1" fill="hold">
                                          <p:stCondLst>
                                            <p:cond delay="0"/>
                                          </p:stCondLst>
                                        </p:cTn>
                                        <p:tgtEl>
                                          <p:spTgt spid="25"/>
                                        </p:tgtEl>
                                        <p:attrNameLst>
                                          <p:attrName>style.visibility</p:attrName>
                                        </p:attrNameLst>
                                      </p:cBhvr>
                                      <p:to>
                                        <p:strVal val="visible"/>
                                      </p:to>
                                    </p:set>
                                    <p:animEffect transition="in" filter="wipe(down)">
                                      <p:cBhvr>
                                        <p:cTn id="153" dur="580">
                                          <p:stCondLst>
                                            <p:cond delay="0"/>
                                          </p:stCondLst>
                                        </p:cTn>
                                        <p:tgtEl>
                                          <p:spTgt spid="25"/>
                                        </p:tgtEl>
                                      </p:cBhvr>
                                    </p:animEffect>
                                    <p:anim calcmode="lin" valueType="num">
                                      <p:cBhvr>
                                        <p:cTn id="154" dur="1822" tmFilter="0,0; 0.14,0.36; 0.43,0.73; 0.71,0.91; 1.0,1.0">
                                          <p:stCondLst>
                                            <p:cond delay="0"/>
                                          </p:stCondLst>
                                        </p:cTn>
                                        <p:tgtEl>
                                          <p:spTgt spid="25"/>
                                        </p:tgtEl>
                                        <p:attrNameLst>
                                          <p:attrName>ppt_x</p:attrName>
                                        </p:attrNameLst>
                                      </p:cBhvr>
                                      <p:tavLst>
                                        <p:tav tm="0">
                                          <p:val>
                                            <p:strVal val="#ppt_x-0.25"/>
                                          </p:val>
                                        </p:tav>
                                        <p:tav tm="100000">
                                          <p:val>
                                            <p:strVal val="#ppt_x"/>
                                          </p:val>
                                        </p:tav>
                                      </p:tavLst>
                                    </p:anim>
                                    <p:anim calcmode="lin" valueType="num">
                                      <p:cBhvr>
                                        <p:cTn id="155" dur="664" tmFilter="0.0,0.0; 0.25,0.07; 0.50,0.2; 0.75,0.467; 1.0,1.0">
                                          <p:stCondLst>
                                            <p:cond delay="0"/>
                                          </p:stCondLst>
                                        </p:cTn>
                                        <p:tgtEl>
                                          <p:spTgt spid="25"/>
                                        </p:tgtEl>
                                        <p:attrNameLst>
                                          <p:attrName>ppt_y</p:attrName>
                                        </p:attrNameLst>
                                      </p:cBhvr>
                                      <p:tavLst>
                                        <p:tav tm="0" fmla="#ppt_y-sin(pi*$)/3">
                                          <p:val>
                                            <p:fltVal val="0.5"/>
                                          </p:val>
                                        </p:tav>
                                        <p:tav tm="100000">
                                          <p:val>
                                            <p:fltVal val="1"/>
                                          </p:val>
                                        </p:tav>
                                      </p:tavLst>
                                    </p:anim>
                                    <p:anim calcmode="lin" valueType="num">
                                      <p:cBhvr>
                                        <p:cTn id="156" dur="664" tmFilter="0, 0; 0.125,0.2665; 0.25,0.4; 0.375,0.465; 0.5,0.5;  0.625,0.535; 0.75,0.6; 0.875,0.7335; 1,1">
                                          <p:stCondLst>
                                            <p:cond delay="664"/>
                                          </p:stCondLst>
                                        </p:cTn>
                                        <p:tgtEl>
                                          <p:spTgt spid="25"/>
                                        </p:tgtEl>
                                        <p:attrNameLst>
                                          <p:attrName>ppt_y</p:attrName>
                                        </p:attrNameLst>
                                      </p:cBhvr>
                                      <p:tavLst>
                                        <p:tav tm="0" fmla="#ppt_y-sin(pi*$)/9">
                                          <p:val>
                                            <p:fltVal val="0"/>
                                          </p:val>
                                        </p:tav>
                                        <p:tav tm="100000">
                                          <p:val>
                                            <p:fltVal val="1"/>
                                          </p:val>
                                        </p:tav>
                                      </p:tavLst>
                                    </p:anim>
                                    <p:anim calcmode="lin" valueType="num">
                                      <p:cBhvr>
                                        <p:cTn id="157" dur="332" tmFilter="0, 0; 0.125,0.2665; 0.25,0.4; 0.375,0.465; 0.5,0.5;  0.625,0.535; 0.75,0.6; 0.875,0.7335; 1,1">
                                          <p:stCondLst>
                                            <p:cond delay="1324"/>
                                          </p:stCondLst>
                                        </p:cTn>
                                        <p:tgtEl>
                                          <p:spTgt spid="25"/>
                                        </p:tgtEl>
                                        <p:attrNameLst>
                                          <p:attrName>ppt_y</p:attrName>
                                        </p:attrNameLst>
                                      </p:cBhvr>
                                      <p:tavLst>
                                        <p:tav tm="0" fmla="#ppt_y-sin(pi*$)/27">
                                          <p:val>
                                            <p:fltVal val="0"/>
                                          </p:val>
                                        </p:tav>
                                        <p:tav tm="100000">
                                          <p:val>
                                            <p:fltVal val="1"/>
                                          </p:val>
                                        </p:tav>
                                      </p:tavLst>
                                    </p:anim>
                                    <p:anim calcmode="lin" valueType="num">
                                      <p:cBhvr>
                                        <p:cTn id="158" dur="164" tmFilter="0, 0; 0.125,0.2665; 0.25,0.4; 0.375,0.465; 0.5,0.5;  0.625,0.535; 0.75,0.6; 0.875,0.7335; 1,1">
                                          <p:stCondLst>
                                            <p:cond delay="1656"/>
                                          </p:stCondLst>
                                        </p:cTn>
                                        <p:tgtEl>
                                          <p:spTgt spid="25"/>
                                        </p:tgtEl>
                                        <p:attrNameLst>
                                          <p:attrName>ppt_y</p:attrName>
                                        </p:attrNameLst>
                                      </p:cBhvr>
                                      <p:tavLst>
                                        <p:tav tm="0" fmla="#ppt_y-sin(pi*$)/81">
                                          <p:val>
                                            <p:fltVal val="0"/>
                                          </p:val>
                                        </p:tav>
                                        <p:tav tm="100000">
                                          <p:val>
                                            <p:fltVal val="1"/>
                                          </p:val>
                                        </p:tav>
                                      </p:tavLst>
                                    </p:anim>
                                    <p:animScale>
                                      <p:cBhvr>
                                        <p:cTn id="159" dur="26">
                                          <p:stCondLst>
                                            <p:cond delay="650"/>
                                          </p:stCondLst>
                                        </p:cTn>
                                        <p:tgtEl>
                                          <p:spTgt spid="25"/>
                                        </p:tgtEl>
                                      </p:cBhvr>
                                      <p:to x="100000" y="60000"/>
                                    </p:animScale>
                                    <p:animScale>
                                      <p:cBhvr>
                                        <p:cTn id="160" dur="166" decel="50000">
                                          <p:stCondLst>
                                            <p:cond delay="676"/>
                                          </p:stCondLst>
                                        </p:cTn>
                                        <p:tgtEl>
                                          <p:spTgt spid="25"/>
                                        </p:tgtEl>
                                      </p:cBhvr>
                                      <p:to x="100000" y="100000"/>
                                    </p:animScale>
                                    <p:animScale>
                                      <p:cBhvr>
                                        <p:cTn id="161" dur="26">
                                          <p:stCondLst>
                                            <p:cond delay="1312"/>
                                          </p:stCondLst>
                                        </p:cTn>
                                        <p:tgtEl>
                                          <p:spTgt spid="25"/>
                                        </p:tgtEl>
                                      </p:cBhvr>
                                      <p:to x="100000" y="80000"/>
                                    </p:animScale>
                                    <p:animScale>
                                      <p:cBhvr>
                                        <p:cTn id="162" dur="166" decel="50000">
                                          <p:stCondLst>
                                            <p:cond delay="1338"/>
                                          </p:stCondLst>
                                        </p:cTn>
                                        <p:tgtEl>
                                          <p:spTgt spid="25"/>
                                        </p:tgtEl>
                                      </p:cBhvr>
                                      <p:to x="100000" y="100000"/>
                                    </p:animScale>
                                    <p:animScale>
                                      <p:cBhvr>
                                        <p:cTn id="163" dur="26">
                                          <p:stCondLst>
                                            <p:cond delay="1642"/>
                                          </p:stCondLst>
                                        </p:cTn>
                                        <p:tgtEl>
                                          <p:spTgt spid="25"/>
                                        </p:tgtEl>
                                      </p:cBhvr>
                                      <p:to x="100000" y="90000"/>
                                    </p:animScale>
                                    <p:animScale>
                                      <p:cBhvr>
                                        <p:cTn id="164" dur="166" decel="50000">
                                          <p:stCondLst>
                                            <p:cond delay="1668"/>
                                          </p:stCondLst>
                                        </p:cTn>
                                        <p:tgtEl>
                                          <p:spTgt spid="25"/>
                                        </p:tgtEl>
                                      </p:cBhvr>
                                      <p:to x="100000" y="100000"/>
                                    </p:animScale>
                                    <p:animScale>
                                      <p:cBhvr>
                                        <p:cTn id="165" dur="26">
                                          <p:stCondLst>
                                            <p:cond delay="1808"/>
                                          </p:stCondLst>
                                        </p:cTn>
                                        <p:tgtEl>
                                          <p:spTgt spid="25"/>
                                        </p:tgtEl>
                                      </p:cBhvr>
                                      <p:to x="100000" y="95000"/>
                                    </p:animScale>
                                    <p:animScale>
                                      <p:cBhvr>
                                        <p:cTn id="166" dur="166" decel="50000">
                                          <p:stCondLst>
                                            <p:cond delay="1834"/>
                                          </p:stCondLst>
                                        </p:cTn>
                                        <p:tgtEl>
                                          <p:spTgt spid="25"/>
                                        </p:tgtEl>
                                      </p:cBhvr>
                                      <p:to x="100000" y="100000"/>
                                    </p:animScale>
                                  </p:childTnLst>
                                </p:cTn>
                              </p:par>
                            </p:childTnLst>
                          </p:cTn>
                        </p:par>
                      </p:childTnLst>
                    </p:cTn>
                  </p:par>
                  <p:par>
                    <p:cTn id="167" fill="hold">
                      <p:stCondLst>
                        <p:cond delay="indefinite"/>
                      </p:stCondLst>
                      <p:childTnLst>
                        <p:par>
                          <p:cTn id="168" fill="hold">
                            <p:stCondLst>
                              <p:cond delay="0"/>
                            </p:stCondLst>
                            <p:childTnLst>
                              <p:par>
                                <p:cTn id="169" presetID="26" presetClass="entr" presetSubtype="0" fill="hold" grpId="0" nodeType="clickEffect">
                                  <p:stCondLst>
                                    <p:cond delay="0"/>
                                  </p:stCondLst>
                                  <p:childTnLst>
                                    <p:set>
                                      <p:cBhvr>
                                        <p:cTn id="170" dur="1" fill="hold">
                                          <p:stCondLst>
                                            <p:cond delay="0"/>
                                          </p:stCondLst>
                                        </p:cTn>
                                        <p:tgtEl>
                                          <p:spTgt spid="24"/>
                                        </p:tgtEl>
                                        <p:attrNameLst>
                                          <p:attrName>style.visibility</p:attrName>
                                        </p:attrNameLst>
                                      </p:cBhvr>
                                      <p:to>
                                        <p:strVal val="visible"/>
                                      </p:to>
                                    </p:set>
                                    <p:animEffect transition="in" filter="wipe(down)">
                                      <p:cBhvr>
                                        <p:cTn id="171" dur="580">
                                          <p:stCondLst>
                                            <p:cond delay="0"/>
                                          </p:stCondLst>
                                        </p:cTn>
                                        <p:tgtEl>
                                          <p:spTgt spid="24"/>
                                        </p:tgtEl>
                                      </p:cBhvr>
                                    </p:animEffect>
                                    <p:anim calcmode="lin" valueType="num">
                                      <p:cBhvr>
                                        <p:cTn id="172" dur="1822" tmFilter="0,0; 0.14,0.36; 0.43,0.73; 0.71,0.91; 1.0,1.0">
                                          <p:stCondLst>
                                            <p:cond delay="0"/>
                                          </p:stCondLst>
                                        </p:cTn>
                                        <p:tgtEl>
                                          <p:spTgt spid="24"/>
                                        </p:tgtEl>
                                        <p:attrNameLst>
                                          <p:attrName>ppt_x</p:attrName>
                                        </p:attrNameLst>
                                      </p:cBhvr>
                                      <p:tavLst>
                                        <p:tav tm="0">
                                          <p:val>
                                            <p:strVal val="#ppt_x-0.25"/>
                                          </p:val>
                                        </p:tav>
                                        <p:tav tm="100000">
                                          <p:val>
                                            <p:strVal val="#ppt_x"/>
                                          </p:val>
                                        </p:tav>
                                      </p:tavLst>
                                    </p:anim>
                                    <p:anim calcmode="lin" valueType="num">
                                      <p:cBhvr>
                                        <p:cTn id="173" dur="664" tmFilter="0.0,0.0; 0.25,0.07; 0.50,0.2; 0.75,0.467; 1.0,1.0">
                                          <p:stCondLst>
                                            <p:cond delay="0"/>
                                          </p:stCondLst>
                                        </p:cTn>
                                        <p:tgtEl>
                                          <p:spTgt spid="24"/>
                                        </p:tgtEl>
                                        <p:attrNameLst>
                                          <p:attrName>ppt_y</p:attrName>
                                        </p:attrNameLst>
                                      </p:cBhvr>
                                      <p:tavLst>
                                        <p:tav tm="0" fmla="#ppt_y-sin(pi*$)/3">
                                          <p:val>
                                            <p:fltVal val="0.5"/>
                                          </p:val>
                                        </p:tav>
                                        <p:tav tm="100000">
                                          <p:val>
                                            <p:fltVal val="1"/>
                                          </p:val>
                                        </p:tav>
                                      </p:tavLst>
                                    </p:anim>
                                    <p:anim calcmode="lin" valueType="num">
                                      <p:cBhvr>
                                        <p:cTn id="174" dur="664" tmFilter="0, 0; 0.125,0.2665; 0.25,0.4; 0.375,0.465; 0.5,0.5;  0.625,0.535; 0.75,0.6; 0.875,0.7335; 1,1">
                                          <p:stCondLst>
                                            <p:cond delay="664"/>
                                          </p:stCondLst>
                                        </p:cTn>
                                        <p:tgtEl>
                                          <p:spTgt spid="24"/>
                                        </p:tgtEl>
                                        <p:attrNameLst>
                                          <p:attrName>ppt_y</p:attrName>
                                        </p:attrNameLst>
                                      </p:cBhvr>
                                      <p:tavLst>
                                        <p:tav tm="0" fmla="#ppt_y-sin(pi*$)/9">
                                          <p:val>
                                            <p:fltVal val="0"/>
                                          </p:val>
                                        </p:tav>
                                        <p:tav tm="100000">
                                          <p:val>
                                            <p:fltVal val="1"/>
                                          </p:val>
                                        </p:tav>
                                      </p:tavLst>
                                    </p:anim>
                                    <p:anim calcmode="lin" valueType="num">
                                      <p:cBhvr>
                                        <p:cTn id="175" dur="332" tmFilter="0, 0; 0.125,0.2665; 0.25,0.4; 0.375,0.465; 0.5,0.5;  0.625,0.535; 0.75,0.6; 0.875,0.7335; 1,1">
                                          <p:stCondLst>
                                            <p:cond delay="1324"/>
                                          </p:stCondLst>
                                        </p:cTn>
                                        <p:tgtEl>
                                          <p:spTgt spid="24"/>
                                        </p:tgtEl>
                                        <p:attrNameLst>
                                          <p:attrName>ppt_y</p:attrName>
                                        </p:attrNameLst>
                                      </p:cBhvr>
                                      <p:tavLst>
                                        <p:tav tm="0" fmla="#ppt_y-sin(pi*$)/27">
                                          <p:val>
                                            <p:fltVal val="0"/>
                                          </p:val>
                                        </p:tav>
                                        <p:tav tm="100000">
                                          <p:val>
                                            <p:fltVal val="1"/>
                                          </p:val>
                                        </p:tav>
                                      </p:tavLst>
                                    </p:anim>
                                    <p:anim calcmode="lin" valueType="num">
                                      <p:cBhvr>
                                        <p:cTn id="176" dur="164" tmFilter="0, 0; 0.125,0.2665; 0.25,0.4; 0.375,0.465; 0.5,0.5;  0.625,0.535; 0.75,0.6; 0.875,0.7335; 1,1">
                                          <p:stCondLst>
                                            <p:cond delay="1656"/>
                                          </p:stCondLst>
                                        </p:cTn>
                                        <p:tgtEl>
                                          <p:spTgt spid="24"/>
                                        </p:tgtEl>
                                        <p:attrNameLst>
                                          <p:attrName>ppt_y</p:attrName>
                                        </p:attrNameLst>
                                      </p:cBhvr>
                                      <p:tavLst>
                                        <p:tav tm="0" fmla="#ppt_y-sin(pi*$)/81">
                                          <p:val>
                                            <p:fltVal val="0"/>
                                          </p:val>
                                        </p:tav>
                                        <p:tav tm="100000">
                                          <p:val>
                                            <p:fltVal val="1"/>
                                          </p:val>
                                        </p:tav>
                                      </p:tavLst>
                                    </p:anim>
                                    <p:animScale>
                                      <p:cBhvr>
                                        <p:cTn id="177" dur="26">
                                          <p:stCondLst>
                                            <p:cond delay="650"/>
                                          </p:stCondLst>
                                        </p:cTn>
                                        <p:tgtEl>
                                          <p:spTgt spid="24"/>
                                        </p:tgtEl>
                                      </p:cBhvr>
                                      <p:to x="100000" y="60000"/>
                                    </p:animScale>
                                    <p:animScale>
                                      <p:cBhvr>
                                        <p:cTn id="178" dur="166" decel="50000">
                                          <p:stCondLst>
                                            <p:cond delay="676"/>
                                          </p:stCondLst>
                                        </p:cTn>
                                        <p:tgtEl>
                                          <p:spTgt spid="24"/>
                                        </p:tgtEl>
                                      </p:cBhvr>
                                      <p:to x="100000" y="100000"/>
                                    </p:animScale>
                                    <p:animScale>
                                      <p:cBhvr>
                                        <p:cTn id="179" dur="26">
                                          <p:stCondLst>
                                            <p:cond delay="1312"/>
                                          </p:stCondLst>
                                        </p:cTn>
                                        <p:tgtEl>
                                          <p:spTgt spid="24"/>
                                        </p:tgtEl>
                                      </p:cBhvr>
                                      <p:to x="100000" y="80000"/>
                                    </p:animScale>
                                    <p:animScale>
                                      <p:cBhvr>
                                        <p:cTn id="180" dur="166" decel="50000">
                                          <p:stCondLst>
                                            <p:cond delay="1338"/>
                                          </p:stCondLst>
                                        </p:cTn>
                                        <p:tgtEl>
                                          <p:spTgt spid="24"/>
                                        </p:tgtEl>
                                      </p:cBhvr>
                                      <p:to x="100000" y="100000"/>
                                    </p:animScale>
                                    <p:animScale>
                                      <p:cBhvr>
                                        <p:cTn id="181" dur="26">
                                          <p:stCondLst>
                                            <p:cond delay="1642"/>
                                          </p:stCondLst>
                                        </p:cTn>
                                        <p:tgtEl>
                                          <p:spTgt spid="24"/>
                                        </p:tgtEl>
                                      </p:cBhvr>
                                      <p:to x="100000" y="90000"/>
                                    </p:animScale>
                                    <p:animScale>
                                      <p:cBhvr>
                                        <p:cTn id="182" dur="166" decel="50000">
                                          <p:stCondLst>
                                            <p:cond delay="1668"/>
                                          </p:stCondLst>
                                        </p:cTn>
                                        <p:tgtEl>
                                          <p:spTgt spid="24"/>
                                        </p:tgtEl>
                                      </p:cBhvr>
                                      <p:to x="100000" y="100000"/>
                                    </p:animScale>
                                    <p:animScale>
                                      <p:cBhvr>
                                        <p:cTn id="183" dur="26">
                                          <p:stCondLst>
                                            <p:cond delay="1808"/>
                                          </p:stCondLst>
                                        </p:cTn>
                                        <p:tgtEl>
                                          <p:spTgt spid="24"/>
                                        </p:tgtEl>
                                      </p:cBhvr>
                                      <p:to x="100000" y="95000"/>
                                    </p:animScale>
                                    <p:animScale>
                                      <p:cBhvr>
                                        <p:cTn id="184" dur="166" decel="50000">
                                          <p:stCondLst>
                                            <p:cond delay="1834"/>
                                          </p:stCondLst>
                                        </p:cTn>
                                        <p:tgtEl>
                                          <p:spTgt spid="24"/>
                                        </p:tgtEl>
                                      </p:cBhvr>
                                      <p:to x="100000" y="100000"/>
                                    </p:animScale>
                                  </p:childTnLst>
                                </p:cTn>
                              </p:par>
                            </p:childTnLst>
                          </p:cTn>
                        </p:par>
                      </p:childTnLst>
                    </p:cTn>
                  </p:par>
                  <p:par>
                    <p:cTn id="185" fill="hold">
                      <p:stCondLst>
                        <p:cond delay="indefinite"/>
                      </p:stCondLst>
                      <p:childTnLst>
                        <p:par>
                          <p:cTn id="186" fill="hold">
                            <p:stCondLst>
                              <p:cond delay="0"/>
                            </p:stCondLst>
                            <p:childTnLst>
                              <p:par>
                                <p:cTn id="187" presetID="26" presetClass="entr" presetSubtype="0" fill="hold" grpId="0" nodeType="clickEffect">
                                  <p:stCondLst>
                                    <p:cond delay="0"/>
                                  </p:stCondLst>
                                  <p:childTnLst>
                                    <p:set>
                                      <p:cBhvr>
                                        <p:cTn id="188" dur="1" fill="hold">
                                          <p:stCondLst>
                                            <p:cond delay="0"/>
                                          </p:stCondLst>
                                        </p:cTn>
                                        <p:tgtEl>
                                          <p:spTgt spid="41"/>
                                        </p:tgtEl>
                                        <p:attrNameLst>
                                          <p:attrName>style.visibility</p:attrName>
                                        </p:attrNameLst>
                                      </p:cBhvr>
                                      <p:to>
                                        <p:strVal val="visible"/>
                                      </p:to>
                                    </p:set>
                                    <p:animEffect transition="in" filter="wipe(down)">
                                      <p:cBhvr>
                                        <p:cTn id="189" dur="580">
                                          <p:stCondLst>
                                            <p:cond delay="0"/>
                                          </p:stCondLst>
                                        </p:cTn>
                                        <p:tgtEl>
                                          <p:spTgt spid="41"/>
                                        </p:tgtEl>
                                      </p:cBhvr>
                                    </p:animEffect>
                                    <p:anim calcmode="lin" valueType="num">
                                      <p:cBhvr>
                                        <p:cTn id="190" dur="1822" tmFilter="0,0; 0.14,0.36; 0.43,0.73; 0.71,0.91; 1.0,1.0">
                                          <p:stCondLst>
                                            <p:cond delay="0"/>
                                          </p:stCondLst>
                                        </p:cTn>
                                        <p:tgtEl>
                                          <p:spTgt spid="41"/>
                                        </p:tgtEl>
                                        <p:attrNameLst>
                                          <p:attrName>ppt_x</p:attrName>
                                        </p:attrNameLst>
                                      </p:cBhvr>
                                      <p:tavLst>
                                        <p:tav tm="0">
                                          <p:val>
                                            <p:strVal val="#ppt_x-0.25"/>
                                          </p:val>
                                        </p:tav>
                                        <p:tav tm="100000">
                                          <p:val>
                                            <p:strVal val="#ppt_x"/>
                                          </p:val>
                                        </p:tav>
                                      </p:tavLst>
                                    </p:anim>
                                    <p:anim calcmode="lin" valueType="num">
                                      <p:cBhvr>
                                        <p:cTn id="191" dur="664" tmFilter="0.0,0.0; 0.25,0.07; 0.50,0.2; 0.75,0.467; 1.0,1.0">
                                          <p:stCondLst>
                                            <p:cond delay="0"/>
                                          </p:stCondLst>
                                        </p:cTn>
                                        <p:tgtEl>
                                          <p:spTgt spid="41"/>
                                        </p:tgtEl>
                                        <p:attrNameLst>
                                          <p:attrName>ppt_y</p:attrName>
                                        </p:attrNameLst>
                                      </p:cBhvr>
                                      <p:tavLst>
                                        <p:tav tm="0" fmla="#ppt_y-sin(pi*$)/3">
                                          <p:val>
                                            <p:fltVal val="0.5"/>
                                          </p:val>
                                        </p:tav>
                                        <p:tav tm="100000">
                                          <p:val>
                                            <p:fltVal val="1"/>
                                          </p:val>
                                        </p:tav>
                                      </p:tavLst>
                                    </p:anim>
                                    <p:anim calcmode="lin" valueType="num">
                                      <p:cBhvr>
                                        <p:cTn id="192" dur="664" tmFilter="0, 0; 0.125,0.2665; 0.25,0.4; 0.375,0.465; 0.5,0.5;  0.625,0.535; 0.75,0.6; 0.875,0.7335; 1,1">
                                          <p:stCondLst>
                                            <p:cond delay="664"/>
                                          </p:stCondLst>
                                        </p:cTn>
                                        <p:tgtEl>
                                          <p:spTgt spid="41"/>
                                        </p:tgtEl>
                                        <p:attrNameLst>
                                          <p:attrName>ppt_y</p:attrName>
                                        </p:attrNameLst>
                                      </p:cBhvr>
                                      <p:tavLst>
                                        <p:tav tm="0" fmla="#ppt_y-sin(pi*$)/9">
                                          <p:val>
                                            <p:fltVal val="0"/>
                                          </p:val>
                                        </p:tav>
                                        <p:tav tm="100000">
                                          <p:val>
                                            <p:fltVal val="1"/>
                                          </p:val>
                                        </p:tav>
                                      </p:tavLst>
                                    </p:anim>
                                    <p:anim calcmode="lin" valueType="num">
                                      <p:cBhvr>
                                        <p:cTn id="193" dur="332" tmFilter="0, 0; 0.125,0.2665; 0.25,0.4; 0.375,0.465; 0.5,0.5;  0.625,0.535; 0.75,0.6; 0.875,0.7335; 1,1">
                                          <p:stCondLst>
                                            <p:cond delay="1324"/>
                                          </p:stCondLst>
                                        </p:cTn>
                                        <p:tgtEl>
                                          <p:spTgt spid="41"/>
                                        </p:tgtEl>
                                        <p:attrNameLst>
                                          <p:attrName>ppt_y</p:attrName>
                                        </p:attrNameLst>
                                      </p:cBhvr>
                                      <p:tavLst>
                                        <p:tav tm="0" fmla="#ppt_y-sin(pi*$)/27">
                                          <p:val>
                                            <p:fltVal val="0"/>
                                          </p:val>
                                        </p:tav>
                                        <p:tav tm="100000">
                                          <p:val>
                                            <p:fltVal val="1"/>
                                          </p:val>
                                        </p:tav>
                                      </p:tavLst>
                                    </p:anim>
                                    <p:anim calcmode="lin" valueType="num">
                                      <p:cBhvr>
                                        <p:cTn id="194" dur="164" tmFilter="0, 0; 0.125,0.2665; 0.25,0.4; 0.375,0.465; 0.5,0.5;  0.625,0.535; 0.75,0.6; 0.875,0.7335; 1,1">
                                          <p:stCondLst>
                                            <p:cond delay="1656"/>
                                          </p:stCondLst>
                                        </p:cTn>
                                        <p:tgtEl>
                                          <p:spTgt spid="41"/>
                                        </p:tgtEl>
                                        <p:attrNameLst>
                                          <p:attrName>ppt_y</p:attrName>
                                        </p:attrNameLst>
                                      </p:cBhvr>
                                      <p:tavLst>
                                        <p:tav tm="0" fmla="#ppt_y-sin(pi*$)/81">
                                          <p:val>
                                            <p:fltVal val="0"/>
                                          </p:val>
                                        </p:tav>
                                        <p:tav tm="100000">
                                          <p:val>
                                            <p:fltVal val="1"/>
                                          </p:val>
                                        </p:tav>
                                      </p:tavLst>
                                    </p:anim>
                                    <p:animScale>
                                      <p:cBhvr>
                                        <p:cTn id="195" dur="26">
                                          <p:stCondLst>
                                            <p:cond delay="650"/>
                                          </p:stCondLst>
                                        </p:cTn>
                                        <p:tgtEl>
                                          <p:spTgt spid="41"/>
                                        </p:tgtEl>
                                      </p:cBhvr>
                                      <p:to x="100000" y="60000"/>
                                    </p:animScale>
                                    <p:animScale>
                                      <p:cBhvr>
                                        <p:cTn id="196" dur="166" decel="50000">
                                          <p:stCondLst>
                                            <p:cond delay="676"/>
                                          </p:stCondLst>
                                        </p:cTn>
                                        <p:tgtEl>
                                          <p:spTgt spid="41"/>
                                        </p:tgtEl>
                                      </p:cBhvr>
                                      <p:to x="100000" y="100000"/>
                                    </p:animScale>
                                    <p:animScale>
                                      <p:cBhvr>
                                        <p:cTn id="197" dur="26">
                                          <p:stCondLst>
                                            <p:cond delay="1312"/>
                                          </p:stCondLst>
                                        </p:cTn>
                                        <p:tgtEl>
                                          <p:spTgt spid="41"/>
                                        </p:tgtEl>
                                      </p:cBhvr>
                                      <p:to x="100000" y="80000"/>
                                    </p:animScale>
                                    <p:animScale>
                                      <p:cBhvr>
                                        <p:cTn id="198" dur="166" decel="50000">
                                          <p:stCondLst>
                                            <p:cond delay="1338"/>
                                          </p:stCondLst>
                                        </p:cTn>
                                        <p:tgtEl>
                                          <p:spTgt spid="41"/>
                                        </p:tgtEl>
                                      </p:cBhvr>
                                      <p:to x="100000" y="100000"/>
                                    </p:animScale>
                                    <p:animScale>
                                      <p:cBhvr>
                                        <p:cTn id="199" dur="26">
                                          <p:stCondLst>
                                            <p:cond delay="1642"/>
                                          </p:stCondLst>
                                        </p:cTn>
                                        <p:tgtEl>
                                          <p:spTgt spid="41"/>
                                        </p:tgtEl>
                                      </p:cBhvr>
                                      <p:to x="100000" y="90000"/>
                                    </p:animScale>
                                    <p:animScale>
                                      <p:cBhvr>
                                        <p:cTn id="200" dur="166" decel="50000">
                                          <p:stCondLst>
                                            <p:cond delay="1668"/>
                                          </p:stCondLst>
                                        </p:cTn>
                                        <p:tgtEl>
                                          <p:spTgt spid="41"/>
                                        </p:tgtEl>
                                      </p:cBhvr>
                                      <p:to x="100000" y="100000"/>
                                    </p:animScale>
                                    <p:animScale>
                                      <p:cBhvr>
                                        <p:cTn id="201" dur="26">
                                          <p:stCondLst>
                                            <p:cond delay="1808"/>
                                          </p:stCondLst>
                                        </p:cTn>
                                        <p:tgtEl>
                                          <p:spTgt spid="41"/>
                                        </p:tgtEl>
                                      </p:cBhvr>
                                      <p:to x="100000" y="95000"/>
                                    </p:animScale>
                                    <p:animScale>
                                      <p:cBhvr>
                                        <p:cTn id="202" dur="166" decel="50000">
                                          <p:stCondLst>
                                            <p:cond delay="1834"/>
                                          </p:stCondLst>
                                        </p:cTn>
                                        <p:tgtEl>
                                          <p:spTgt spid="41"/>
                                        </p:tgtEl>
                                      </p:cBhvr>
                                      <p:to x="100000" y="100000"/>
                                    </p:animScale>
                                  </p:childTnLst>
                                </p:cTn>
                              </p:par>
                              <p:par>
                                <p:cTn id="203" presetID="26" presetClass="entr" presetSubtype="0" fill="hold" grpId="0" nodeType="withEffect">
                                  <p:stCondLst>
                                    <p:cond delay="0"/>
                                  </p:stCondLst>
                                  <p:childTnLst>
                                    <p:set>
                                      <p:cBhvr>
                                        <p:cTn id="204" dur="1" fill="hold">
                                          <p:stCondLst>
                                            <p:cond delay="0"/>
                                          </p:stCondLst>
                                        </p:cTn>
                                        <p:tgtEl>
                                          <p:spTgt spid="3"/>
                                        </p:tgtEl>
                                        <p:attrNameLst>
                                          <p:attrName>style.visibility</p:attrName>
                                        </p:attrNameLst>
                                      </p:cBhvr>
                                      <p:to>
                                        <p:strVal val="visible"/>
                                      </p:to>
                                    </p:set>
                                    <p:animEffect transition="in" filter="wipe(down)">
                                      <p:cBhvr>
                                        <p:cTn id="205" dur="580">
                                          <p:stCondLst>
                                            <p:cond delay="0"/>
                                          </p:stCondLst>
                                        </p:cTn>
                                        <p:tgtEl>
                                          <p:spTgt spid="3"/>
                                        </p:tgtEl>
                                      </p:cBhvr>
                                    </p:animEffect>
                                    <p:anim calcmode="lin" valueType="num">
                                      <p:cBhvr>
                                        <p:cTn id="206"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207"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208"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209"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210"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211" dur="26">
                                          <p:stCondLst>
                                            <p:cond delay="650"/>
                                          </p:stCondLst>
                                        </p:cTn>
                                        <p:tgtEl>
                                          <p:spTgt spid="3"/>
                                        </p:tgtEl>
                                      </p:cBhvr>
                                      <p:to x="100000" y="60000"/>
                                    </p:animScale>
                                    <p:animScale>
                                      <p:cBhvr>
                                        <p:cTn id="212" dur="166" decel="50000">
                                          <p:stCondLst>
                                            <p:cond delay="676"/>
                                          </p:stCondLst>
                                        </p:cTn>
                                        <p:tgtEl>
                                          <p:spTgt spid="3"/>
                                        </p:tgtEl>
                                      </p:cBhvr>
                                      <p:to x="100000" y="100000"/>
                                    </p:animScale>
                                    <p:animScale>
                                      <p:cBhvr>
                                        <p:cTn id="213" dur="26">
                                          <p:stCondLst>
                                            <p:cond delay="1312"/>
                                          </p:stCondLst>
                                        </p:cTn>
                                        <p:tgtEl>
                                          <p:spTgt spid="3"/>
                                        </p:tgtEl>
                                      </p:cBhvr>
                                      <p:to x="100000" y="80000"/>
                                    </p:animScale>
                                    <p:animScale>
                                      <p:cBhvr>
                                        <p:cTn id="214" dur="166" decel="50000">
                                          <p:stCondLst>
                                            <p:cond delay="1338"/>
                                          </p:stCondLst>
                                        </p:cTn>
                                        <p:tgtEl>
                                          <p:spTgt spid="3"/>
                                        </p:tgtEl>
                                      </p:cBhvr>
                                      <p:to x="100000" y="100000"/>
                                    </p:animScale>
                                    <p:animScale>
                                      <p:cBhvr>
                                        <p:cTn id="215" dur="26">
                                          <p:stCondLst>
                                            <p:cond delay="1642"/>
                                          </p:stCondLst>
                                        </p:cTn>
                                        <p:tgtEl>
                                          <p:spTgt spid="3"/>
                                        </p:tgtEl>
                                      </p:cBhvr>
                                      <p:to x="100000" y="90000"/>
                                    </p:animScale>
                                    <p:animScale>
                                      <p:cBhvr>
                                        <p:cTn id="216" dur="166" decel="50000">
                                          <p:stCondLst>
                                            <p:cond delay="1668"/>
                                          </p:stCondLst>
                                        </p:cTn>
                                        <p:tgtEl>
                                          <p:spTgt spid="3"/>
                                        </p:tgtEl>
                                      </p:cBhvr>
                                      <p:to x="100000" y="100000"/>
                                    </p:animScale>
                                    <p:animScale>
                                      <p:cBhvr>
                                        <p:cTn id="217" dur="26">
                                          <p:stCondLst>
                                            <p:cond delay="1808"/>
                                          </p:stCondLst>
                                        </p:cTn>
                                        <p:tgtEl>
                                          <p:spTgt spid="3"/>
                                        </p:tgtEl>
                                      </p:cBhvr>
                                      <p:to x="100000" y="95000"/>
                                    </p:animScale>
                                    <p:animScale>
                                      <p:cBhvr>
                                        <p:cTn id="218" dur="166" decel="50000">
                                          <p:stCondLst>
                                            <p:cond delay="1834"/>
                                          </p:stCondLst>
                                        </p:cTn>
                                        <p:tgtEl>
                                          <p:spTgt spid="3"/>
                                        </p:tgtEl>
                                      </p:cBhvr>
                                      <p:to x="100000" y="100000"/>
                                    </p:animScale>
                                  </p:childTnLst>
                                </p:cTn>
                              </p:par>
                              <p:par>
                                <p:cTn id="219" presetID="26" presetClass="entr" presetSubtype="0" fill="hold" grpId="0" nodeType="withEffect">
                                  <p:stCondLst>
                                    <p:cond delay="0"/>
                                  </p:stCondLst>
                                  <p:childTnLst>
                                    <p:set>
                                      <p:cBhvr>
                                        <p:cTn id="220" dur="1" fill="hold">
                                          <p:stCondLst>
                                            <p:cond delay="0"/>
                                          </p:stCondLst>
                                        </p:cTn>
                                        <p:tgtEl>
                                          <p:spTgt spid="26"/>
                                        </p:tgtEl>
                                        <p:attrNameLst>
                                          <p:attrName>style.visibility</p:attrName>
                                        </p:attrNameLst>
                                      </p:cBhvr>
                                      <p:to>
                                        <p:strVal val="visible"/>
                                      </p:to>
                                    </p:set>
                                    <p:animEffect transition="in" filter="wipe(down)">
                                      <p:cBhvr>
                                        <p:cTn id="221" dur="580">
                                          <p:stCondLst>
                                            <p:cond delay="0"/>
                                          </p:stCondLst>
                                        </p:cTn>
                                        <p:tgtEl>
                                          <p:spTgt spid="26"/>
                                        </p:tgtEl>
                                      </p:cBhvr>
                                    </p:animEffect>
                                    <p:anim calcmode="lin" valueType="num">
                                      <p:cBhvr>
                                        <p:cTn id="222" dur="1822" tmFilter="0,0; 0.14,0.36; 0.43,0.73; 0.71,0.91; 1.0,1.0">
                                          <p:stCondLst>
                                            <p:cond delay="0"/>
                                          </p:stCondLst>
                                        </p:cTn>
                                        <p:tgtEl>
                                          <p:spTgt spid="26"/>
                                        </p:tgtEl>
                                        <p:attrNameLst>
                                          <p:attrName>ppt_x</p:attrName>
                                        </p:attrNameLst>
                                      </p:cBhvr>
                                      <p:tavLst>
                                        <p:tav tm="0">
                                          <p:val>
                                            <p:strVal val="#ppt_x-0.25"/>
                                          </p:val>
                                        </p:tav>
                                        <p:tav tm="100000">
                                          <p:val>
                                            <p:strVal val="#ppt_x"/>
                                          </p:val>
                                        </p:tav>
                                      </p:tavLst>
                                    </p:anim>
                                    <p:anim calcmode="lin" valueType="num">
                                      <p:cBhvr>
                                        <p:cTn id="223" dur="664" tmFilter="0.0,0.0; 0.25,0.07; 0.50,0.2; 0.75,0.467; 1.0,1.0">
                                          <p:stCondLst>
                                            <p:cond delay="0"/>
                                          </p:stCondLst>
                                        </p:cTn>
                                        <p:tgtEl>
                                          <p:spTgt spid="26"/>
                                        </p:tgtEl>
                                        <p:attrNameLst>
                                          <p:attrName>ppt_y</p:attrName>
                                        </p:attrNameLst>
                                      </p:cBhvr>
                                      <p:tavLst>
                                        <p:tav tm="0" fmla="#ppt_y-sin(pi*$)/3">
                                          <p:val>
                                            <p:fltVal val="0.5"/>
                                          </p:val>
                                        </p:tav>
                                        <p:tav tm="100000">
                                          <p:val>
                                            <p:fltVal val="1"/>
                                          </p:val>
                                        </p:tav>
                                      </p:tavLst>
                                    </p:anim>
                                    <p:anim calcmode="lin" valueType="num">
                                      <p:cBhvr>
                                        <p:cTn id="224" dur="664" tmFilter="0, 0; 0.125,0.2665; 0.25,0.4; 0.375,0.465; 0.5,0.5;  0.625,0.535; 0.75,0.6; 0.875,0.7335; 1,1">
                                          <p:stCondLst>
                                            <p:cond delay="664"/>
                                          </p:stCondLst>
                                        </p:cTn>
                                        <p:tgtEl>
                                          <p:spTgt spid="26"/>
                                        </p:tgtEl>
                                        <p:attrNameLst>
                                          <p:attrName>ppt_y</p:attrName>
                                        </p:attrNameLst>
                                      </p:cBhvr>
                                      <p:tavLst>
                                        <p:tav tm="0" fmla="#ppt_y-sin(pi*$)/9">
                                          <p:val>
                                            <p:fltVal val="0"/>
                                          </p:val>
                                        </p:tav>
                                        <p:tav tm="100000">
                                          <p:val>
                                            <p:fltVal val="1"/>
                                          </p:val>
                                        </p:tav>
                                      </p:tavLst>
                                    </p:anim>
                                    <p:anim calcmode="lin" valueType="num">
                                      <p:cBhvr>
                                        <p:cTn id="225" dur="332" tmFilter="0, 0; 0.125,0.2665; 0.25,0.4; 0.375,0.465; 0.5,0.5;  0.625,0.535; 0.75,0.6; 0.875,0.7335; 1,1">
                                          <p:stCondLst>
                                            <p:cond delay="1324"/>
                                          </p:stCondLst>
                                        </p:cTn>
                                        <p:tgtEl>
                                          <p:spTgt spid="26"/>
                                        </p:tgtEl>
                                        <p:attrNameLst>
                                          <p:attrName>ppt_y</p:attrName>
                                        </p:attrNameLst>
                                      </p:cBhvr>
                                      <p:tavLst>
                                        <p:tav tm="0" fmla="#ppt_y-sin(pi*$)/27">
                                          <p:val>
                                            <p:fltVal val="0"/>
                                          </p:val>
                                        </p:tav>
                                        <p:tav tm="100000">
                                          <p:val>
                                            <p:fltVal val="1"/>
                                          </p:val>
                                        </p:tav>
                                      </p:tavLst>
                                    </p:anim>
                                    <p:anim calcmode="lin" valueType="num">
                                      <p:cBhvr>
                                        <p:cTn id="226" dur="164" tmFilter="0, 0; 0.125,0.2665; 0.25,0.4; 0.375,0.465; 0.5,0.5;  0.625,0.535; 0.75,0.6; 0.875,0.7335; 1,1">
                                          <p:stCondLst>
                                            <p:cond delay="1656"/>
                                          </p:stCondLst>
                                        </p:cTn>
                                        <p:tgtEl>
                                          <p:spTgt spid="26"/>
                                        </p:tgtEl>
                                        <p:attrNameLst>
                                          <p:attrName>ppt_y</p:attrName>
                                        </p:attrNameLst>
                                      </p:cBhvr>
                                      <p:tavLst>
                                        <p:tav tm="0" fmla="#ppt_y-sin(pi*$)/81">
                                          <p:val>
                                            <p:fltVal val="0"/>
                                          </p:val>
                                        </p:tav>
                                        <p:tav tm="100000">
                                          <p:val>
                                            <p:fltVal val="1"/>
                                          </p:val>
                                        </p:tav>
                                      </p:tavLst>
                                    </p:anim>
                                    <p:animScale>
                                      <p:cBhvr>
                                        <p:cTn id="227" dur="26">
                                          <p:stCondLst>
                                            <p:cond delay="650"/>
                                          </p:stCondLst>
                                        </p:cTn>
                                        <p:tgtEl>
                                          <p:spTgt spid="26"/>
                                        </p:tgtEl>
                                      </p:cBhvr>
                                      <p:to x="100000" y="60000"/>
                                    </p:animScale>
                                    <p:animScale>
                                      <p:cBhvr>
                                        <p:cTn id="228" dur="166" decel="50000">
                                          <p:stCondLst>
                                            <p:cond delay="676"/>
                                          </p:stCondLst>
                                        </p:cTn>
                                        <p:tgtEl>
                                          <p:spTgt spid="26"/>
                                        </p:tgtEl>
                                      </p:cBhvr>
                                      <p:to x="100000" y="100000"/>
                                    </p:animScale>
                                    <p:animScale>
                                      <p:cBhvr>
                                        <p:cTn id="229" dur="26">
                                          <p:stCondLst>
                                            <p:cond delay="1312"/>
                                          </p:stCondLst>
                                        </p:cTn>
                                        <p:tgtEl>
                                          <p:spTgt spid="26"/>
                                        </p:tgtEl>
                                      </p:cBhvr>
                                      <p:to x="100000" y="80000"/>
                                    </p:animScale>
                                    <p:animScale>
                                      <p:cBhvr>
                                        <p:cTn id="230" dur="166" decel="50000">
                                          <p:stCondLst>
                                            <p:cond delay="1338"/>
                                          </p:stCondLst>
                                        </p:cTn>
                                        <p:tgtEl>
                                          <p:spTgt spid="26"/>
                                        </p:tgtEl>
                                      </p:cBhvr>
                                      <p:to x="100000" y="100000"/>
                                    </p:animScale>
                                    <p:animScale>
                                      <p:cBhvr>
                                        <p:cTn id="231" dur="26">
                                          <p:stCondLst>
                                            <p:cond delay="1642"/>
                                          </p:stCondLst>
                                        </p:cTn>
                                        <p:tgtEl>
                                          <p:spTgt spid="26"/>
                                        </p:tgtEl>
                                      </p:cBhvr>
                                      <p:to x="100000" y="90000"/>
                                    </p:animScale>
                                    <p:animScale>
                                      <p:cBhvr>
                                        <p:cTn id="232" dur="166" decel="50000">
                                          <p:stCondLst>
                                            <p:cond delay="1668"/>
                                          </p:stCondLst>
                                        </p:cTn>
                                        <p:tgtEl>
                                          <p:spTgt spid="26"/>
                                        </p:tgtEl>
                                      </p:cBhvr>
                                      <p:to x="100000" y="100000"/>
                                    </p:animScale>
                                    <p:animScale>
                                      <p:cBhvr>
                                        <p:cTn id="233" dur="26">
                                          <p:stCondLst>
                                            <p:cond delay="1808"/>
                                          </p:stCondLst>
                                        </p:cTn>
                                        <p:tgtEl>
                                          <p:spTgt spid="26"/>
                                        </p:tgtEl>
                                      </p:cBhvr>
                                      <p:to x="100000" y="95000"/>
                                    </p:animScale>
                                    <p:animScale>
                                      <p:cBhvr>
                                        <p:cTn id="234" dur="166" decel="50000">
                                          <p:stCondLst>
                                            <p:cond delay="1834"/>
                                          </p:stCondLst>
                                        </p:cTn>
                                        <p:tgtEl>
                                          <p:spTgt spid="26"/>
                                        </p:tgtEl>
                                      </p:cBhvr>
                                      <p:to x="100000" y="100000"/>
                                    </p:animScale>
                                  </p:childTnLst>
                                </p:cTn>
                              </p:par>
                              <p:par>
                                <p:cTn id="235" presetID="26" presetClass="entr" presetSubtype="0" fill="hold" grpId="0" nodeType="withEffect">
                                  <p:stCondLst>
                                    <p:cond delay="0"/>
                                  </p:stCondLst>
                                  <p:childTnLst>
                                    <p:set>
                                      <p:cBhvr>
                                        <p:cTn id="236" dur="1" fill="hold">
                                          <p:stCondLst>
                                            <p:cond delay="0"/>
                                          </p:stCondLst>
                                        </p:cTn>
                                        <p:tgtEl>
                                          <p:spTgt spid="47"/>
                                        </p:tgtEl>
                                        <p:attrNameLst>
                                          <p:attrName>style.visibility</p:attrName>
                                        </p:attrNameLst>
                                      </p:cBhvr>
                                      <p:to>
                                        <p:strVal val="visible"/>
                                      </p:to>
                                    </p:set>
                                    <p:animEffect transition="in" filter="wipe(down)">
                                      <p:cBhvr>
                                        <p:cTn id="237" dur="580">
                                          <p:stCondLst>
                                            <p:cond delay="0"/>
                                          </p:stCondLst>
                                        </p:cTn>
                                        <p:tgtEl>
                                          <p:spTgt spid="47"/>
                                        </p:tgtEl>
                                      </p:cBhvr>
                                    </p:animEffect>
                                    <p:anim calcmode="lin" valueType="num">
                                      <p:cBhvr>
                                        <p:cTn id="238" dur="1822" tmFilter="0,0; 0.14,0.36; 0.43,0.73; 0.71,0.91; 1.0,1.0">
                                          <p:stCondLst>
                                            <p:cond delay="0"/>
                                          </p:stCondLst>
                                        </p:cTn>
                                        <p:tgtEl>
                                          <p:spTgt spid="47"/>
                                        </p:tgtEl>
                                        <p:attrNameLst>
                                          <p:attrName>ppt_x</p:attrName>
                                        </p:attrNameLst>
                                      </p:cBhvr>
                                      <p:tavLst>
                                        <p:tav tm="0">
                                          <p:val>
                                            <p:strVal val="#ppt_x-0.25"/>
                                          </p:val>
                                        </p:tav>
                                        <p:tav tm="100000">
                                          <p:val>
                                            <p:strVal val="#ppt_x"/>
                                          </p:val>
                                        </p:tav>
                                      </p:tavLst>
                                    </p:anim>
                                    <p:anim calcmode="lin" valueType="num">
                                      <p:cBhvr>
                                        <p:cTn id="239" dur="664" tmFilter="0.0,0.0; 0.25,0.07; 0.50,0.2; 0.75,0.467; 1.0,1.0">
                                          <p:stCondLst>
                                            <p:cond delay="0"/>
                                          </p:stCondLst>
                                        </p:cTn>
                                        <p:tgtEl>
                                          <p:spTgt spid="47"/>
                                        </p:tgtEl>
                                        <p:attrNameLst>
                                          <p:attrName>ppt_y</p:attrName>
                                        </p:attrNameLst>
                                      </p:cBhvr>
                                      <p:tavLst>
                                        <p:tav tm="0" fmla="#ppt_y-sin(pi*$)/3">
                                          <p:val>
                                            <p:fltVal val="0.5"/>
                                          </p:val>
                                        </p:tav>
                                        <p:tav tm="100000">
                                          <p:val>
                                            <p:fltVal val="1"/>
                                          </p:val>
                                        </p:tav>
                                      </p:tavLst>
                                    </p:anim>
                                    <p:anim calcmode="lin" valueType="num">
                                      <p:cBhvr>
                                        <p:cTn id="240" dur="664" tmFilter="0, 0; 0.125,0.2665; 0.25,0.4; 0.375,0.465; 0.5,0.5;  0.625,0.535; 0.75,0.6; 0.875,0.7335; 1,1">
                                          <p:stCondLst>
                                            <p:cond delay="664"/>
                                          </p:stCondLst>
                                        </p:cTn>
                                        <p:tgtEl>
                                          <p:spTgt spid="47"/>
                                        </p:tgtEl>
                                        <p:attrNameLst>
                                          <p:attrName>ppt_y</p:attrName>
                                        </p:attrNameLst>
                                      </p:cBhvr>
                                      <p:tavLst>
                                        <p:tav tm="0" fmla="#ppt_y-sin(pi*$)/9">
                                          <p:val>
                                            <p:fltVal val="0"/>
                                          </p:val>
                                        </p:tav>
                                        <p:tav tm="100000">
                                          <p:val>
                                            <p:fltVal val="1"/>
                                          </p:val>
                                        </p:tav>
                                      </p:tavLst>
                                    </p:anim>
                                    <p:anim calcmode="lin" valueType="num">
                                      <p:cBhvr>
                                        <p:cTn id="241" dur="332" tmFilter="0, 0; 0.125,0.2665; 0.25,0.4; 0.375,0.465; 0.5,0.5;  0.625,0.535; 0.75,0.6; 0.875,0.7335; 1,1">
                                          <p:stCondLst>
                                            <p:cond delay="1324"/>
                                          </p:stCondLst>
                                        </p:cTn>
                                        <p:tgtEl>
                                          <p:spTgt spid="47"/>
                                        </p:tgtEl>
                                        <p:attrNameLst>
                                          <p:attrName>ppt_y</p:attrName>
                                        </p:attrNameLst>
                                      </p:cBhvr>
                                      <p:tavLst>
                                        <p:tav tm="0" fmla="#ppt_y-sin(pi*$)/27">
                                          <p:val>
                                            <p:fltVal val="0"/>
                                          </p:val>
                                        </p:tav>
                                        <p:tav tm="100000">
                                          <p:val>
                                            <p:fltVal val="1"/>
                                          </p:val>
                                        </p:tav>
                                      </p:tavLst>
                                    </p:anim>
                                    <p:anim calcmode="lin" valueType="num">
                                      <p:cBhvr>
                                        <p:cTn id="242" dur="164" tmFilter="0, 0; 0.125,0.2665; 0.25,0.4; 0.375,0.465; 0.5,0.5;  0.625,0.535; 0.75,0.6; 0.875,0.7335; 1,1">
                                          <p:stCondLst>
                                            <p:cond delay="1656"/>
                                          </p:stCondLst>
                                        </p:cTn>
                                        <p:tgtEl>
                                          <p:spTgt spid="47"/>
                                        </p:tgtEl>
                                        <p:attrNameLst>
                                          <p:attrName>ppt_y</p:attrName>
                                        </p:attrNameLst>
                                      </p:cBhvr>
                                      <p:tavLst>
                                        <p:tav tm="0" fmla="#ppt_y-sin(pi*$)/81">
                                          <p:val>
                                            <p:fltVal val="0"/>
                                          </p:val>
                                        </p:tav>
                                        <p:tav tm="100000">
                                          <p:val>
                                            <p:fltVal val="1"/>
                                          </p:val>
                                        </p:tav>
                                      </p:tavLst>
                                    </p:anim>
                                    <p:animScale>
                                      <p:cBhvr>
                                        <p:cTn id="243" dur="26">
                                          <p:stCondLst>
                                            <p:cond delay="650"/>
                                          </p:stCondLst>
                                        </p:cTn>
                                        <p:tgtEl>
                                          <p:spTgt spid="47"/>
                                        </p:tgtEl>
                                      </p:cBhvr>
                                      <p:to x="100000" y="60000"/>
                                    </p:animScale>
                                    <p:animScale>
                                      <p:cBhvr>
                                        <p:cTn id="244" dur="166" decel="50000">
                                          <p:stCondLst>
                                            <p:cond delay="676"/>
                                          </p:stCondLst>
                                        </p:cTn>
                                        <p:tgtEl>
                                          <p:spTgt spid="47"/>
                                        </p:tgtEl>
                                      </p:cBhvr>
                                      <p:to x="100000" y="100000"/>
                                    </p:animScale>
                                    <p:animScale>
                                      <p:cBhvr>
                                        <p:cTn id="245" dur="26">
                                          <p:stCondLst>
                                            <p:cond delay="1312"/>
                                          </p:stCondLst>
                                        </p:cTn>
                                        <p:tgtEl>
                                          <p:spTgt spid="47"/>
                                        </p:tgtEl>
                                      </p:cBhvr>
                                      <p:to x="100000" y="80000"/>
                                    </p:animScale>
                                    <p:animScale>
                                      <p:cBhvr>
                                        <p:cTn id="246" dur="166" decel="50000">
                                          <p:stCondLst>
                                            <p:cond delay="1338"/>
                                          </p:stCondLst>
                                        </p:cTn>
                                        <p:tgtEl>
                                          <p:spTgt spid="47"/>
                                        </p:tgtEl>
                                      </p:cBhvr>
                                      <p:to x="100000" y="100000"/>
                                    </p:animScale>
                                    <p:animScale>
                                      <p:cBhvr>
                                        <p:cTn id="247" dur="26">
                                          <p:stCondLst>
                                            <p:cond delay="1642"/>
                                          </p:stCondLst>
                                        </p:cTn>
                                        <p:tgtEl>
                                          <p:spTgt spid="47"/>
                                        </p:tgtEl>
                                      </p:cBhvr>
                                      <p:to x="100000" y="90000"/>
                                    </p:animScale>
                                    <p:animScale>
                                      <p:cBhvr>
                                        <p:cTn id="248" dur="166" decel="50000">
                                          <p:stCondLst>
                                            <p:cond delay="1668"/>
                                          </p:stCondLst>
                                        </p:cTn>
                                        <p:tgtEl>
                                          <p:spTgt spid="47"/>
                                        </p:tgtEl>
                                      </p:cBhvr>
                                      <p:to x="100000" y="100000"/>
                                    </p:animScale>
                                    <p:animScale>
                                      <p:cBhvr>
                                        <p:cTn id="249" dur="26">
                                          <p:stCondLst>
                                            <p:cond delay="1808"/>
                                          </p:stCondLst>
                                        </p:cTn>
                                        <p:tgtEl>
                                          <p:spTgt spid="47"/>
                                        </p:tgtEl>
                                      </p:cBhvr>
                                      <p:to x="100000" y="95000"/>
                                    </p:animScale>
                                    <p:animScale>
                                      <p:cBhvr>
                                        <p:cTn id="250" dur="166" decel="50000">
                                          <p:stCondLst>
                                            <p:cond delay="1834"/>
                                          </p:stCondLst>
                                        </p:cTn>
                                        <p:tgtEl>
                                          <p:spTgt spid="47"/>
                                        </p:tgtEl>
                                      </p:cBhvr>
                                      <p:to x="100000" y="100000"/>
                                    </p:animScale>
                                  </p:childTnLst>
                                </p:cTn>
                              </p:par>
                              <p:par>
                                <p:cTn id="251" presetID="26" presetClass="entr" presetSubtype="0" fill="hold" grpId="0" nodeType="withEffect">
                                  <p:stCondLst>
                                    <p:cond delay="0"/>
                                  </p:stCondLst>
                                  <p:childTnLst>
                                    <p:set>
                                      <p:cBhvr>
                                        <p:cTn id="252" dur="1" fill="hold">
                                          <p:stCondLst>
                                            <p:cond delay="0"/>
                                          </p:stCondLst>
                                        </p:cTn>
                                        <p:tgtEl>
                                          <p:spTgt spid="36"/>
                                        </p:tgtEl>
                                        <p:attrNameLst>
                                          <p:attrName>style.visibility</p:attrName>
                                        </p:attrNameLst>
                                      </p:cBhvr>
                                      <p:to>
                                        <p:strVal val="visible"/>
                                      </p:to>
                                    </p:set>
                                    <p:animEffect transition="in" filter="wipe(down)">
                                      <p:cBhvr>
                                        <p:cTn id="253" dur="580">
                                          <p:stCondLst>
                                            <p:cond delay="0"/>
                                          </p:stCondLst>
                                        </p:cTn>
                                        <p:tgtEl>
                                          <p:spTgt spid="36"/>
                                        </p:tgtEl>
                                      </p:cBhvr>
                                    </p:animEffect>
                                    <p:anim calcmode="lin" valueType="num">
                                      <p:cBhvr>
                                        <p:cTn id="254" dur="1822" tmFilter="0,0; 0.14,0.36; 0.43,0.73; 0.71,0.91; 1.0,1.0">
                                          <p:stCondLst>
                                            <p:cond delay="0"/>
                                          </p:stCondLst>
                                        </p:cTn>
                                        <p:tgtEl>
                                          <p:spTgt spid="36"/>
                                        </p:tgtEl>
                                        <p:attrNameLst>
                                          <p:attrName>ppt_x</p:attrName>
                                        </p:attrNameLst>
                                      </p:cBhvr>
                                      <p:tavLst>
                                        <p:tav tm="0">
                                          <p:val>
                                            <p:strVal val="#ppt_x-0.25"/>
                                          </p:val>
                                        </p:tav>
                                        <p:tav tm="100000">
                                          <p:val>
                                            <p:strVal val="#ppt_x"/>
                                          </p:val>
                                        </p:tav>
                                      </p:tavLst>
                                    </p:anim>
                                    <p:anim calcmode="lin" valueType="num">
                                      <p:cBhvr>
                                        <p:cTn id="255" dur="664" tmFilter="0.0,0.0; 0.25,0.07; 0.50,0.2; 0.75,0.467; 1.0,1.0">
                                          <p:stCondLst>
                                            <p:cond delay="0"/>
                                          </p:stCondLst>
                                        </p:cTn>
                                        <p:tgtEl>
                                          <p:spTgt spid="36"/>
                                        </p:tgtEl>
                                        <p:attrNameLst>
                                          <p:attrName>ppt_y</p:attrName>
                                        </p:attrNameLst>
                                      </p:cBhvr>
                                      <p:tavLst>
                                        <p:tav tm="0" fmla="#ppt_y-sin(pi*$)/3">
                                          <p:val>
                                            <p:fltVal val="0.5"/>
                                          </p:val>
                                        </p:tav>
                                        <p:tav tm="100000">
                                          <p:val>
                                            <p:fltVal val="1"/>
                                          </p:val>
                                        </p:tav>
                                      </p:tavLst>
                                    </p:anim>
                                    <p:anim calcmode="lin" valueType="num">
                                      <p:cBhvr>
                                        <p:cTn id="256" dur="664" tmFilter="0, 0; 0.125,0.2665; 0.25,0.4; 0.375,0.465; 0.5,0.5;  0.625,0.535; 0.75,0.6; 0.875,0.7335; 1,1">
                                          <p:stCondLst>
                                            <p:cond delay="664"/>
                                          </p:stCondLst>
                                        </p:cTn>
                                        <p:tgtEl>
                                          <p:spTgt spid="36"/>
                                        </p:tgtEl>
                                        <p:attrNameLst>
                                          <p:attrName>ppt_y</p:attrName>
                                        </p:attrNameLst>
                                      </p:cBhvr>
                                      <p:tavLst>
                                        <p:tav tm="0" fmla="#ppt_y-sin(pi*$)/9">
                                          <p:val>
                                            <p:fltVal val="0"/>
                                          </p:val>
                                        </p:tav>
                                        <p:tav tm="100000">
                                          <p:val>
                                            <p:fltVal val="1"/>
                                          </p:val>
                                        </p:tav>
                                      </p:tavLst>
                                    </p:anim>
                                    <p:anim calcmode="lin" valueType="num">
                                      <p:cBhvr>
                                        <p:cTn id="257" dur="332" tmFilter="0, 0; 0.125,0.2665; 0.25,0.4; 0.375,0.465; 0.5,0.5;  0.625,0.535; 0.75,0.6; 0.875,0.7335; 1,1">
                                          <p:stCondLst>
                                            <p:cond delay="1324"/>
                                          </p:stCondLst>
                                        </p:cTn>
                                        <p:tgtEl>
                                          <p:spTgt spid="36"/>
                                        </p:tgtEl>
                                        <p:attrNameLst>
                                          <p:attrName>ppt_y</p:attrName>
                                        </p:attrNameLst>
                                      </p:cBhvr>
                                      <p:tavLst>
                                        <p:tav tm="0" fmla="#ppt_y-sin(pi*$)/27">
                                          <p:val>
                                            <p:fltVal val="0"/>
                                          </p:val>
                                        </p:tav>
                                        <p:tav tm="100000">
                                          <p:val>
                                            <p:fltVal val="1"/>
                                          </p:val>
                                        </p:tav>
                                      </p:tavLst>
                                    </p:anim>
                                    <p:anim calcmode="lin" valueType="num">
                                      <p:cBhvr>
                                        <p:cTn id="258" dur="164" tmFilter="0, 0; 0.125,0.2665; 0.25,0.4; 0.375,0.465; 0.5,0.5;  0.625,0.535; 0.75,0.6; 0.875,0.7335; 1,1">
                                          <p:stCondLst>
                                            <p:cond delay="1656"/>
                                          </p:stCondLst>
                                        </p:cTn>
                                        <p:tgtEl>
                                          <p:spTgt spid="36"/>
                                        </p:tgtEl>
                                        <p:attrNameLst>
                                          <p:attrName>ppt_y</p:attrName>
                                        </p:attrNameLst>
                                      </p:cBhvr>
                                      <p:tavLst>
                                        <p:tav tm="0" fmla="#ppt_y-sin(pi*$)/81">
                                          <p:val>
                                            <p:fltVal val="0"/>
                                          </p:val>
                                        </p:tav>
                                        <p:tav tm="100000">
                                          <p:val>
                                            <p:fltVal val="1"/>
                                          </p:val>
                                        </p:tav>
                                      </p:tavLst>
                                    </p:anim>
                                    <p:animScale>
                                      <p:cBhvr>
                                        <p:cTn id="259" dur="26">
                                          <p:stCondLst>
                                            <p:cond delay="650"/>
                                          </p:stCondLst>
                                        </p:cTn>
                                        <p:tgtEl>
                                          <p:spTgt spid="36"/>
                                        </p:tgtEl>
                                      </p:cBhvr>
                                      <p:to x="100000" y="60000"/>
                                    </p:animScale>
                                    <p:animScale>
                                      <p:cBhvr>
                                        <p:cTn id="260" dur="166" decel="50000">
                                          <p:stCondLst>
                                            <p:cond delay="676"/>
                                          </p:stCondLst>
                                        </p:cTn>
                                        <p:tgtEl>
                                          <p:spTgt spid="36"/>
                                        </p:tgtEl>
                                      </p:cBhvr>
                                      <p:to x="100000" y="100000"/>
                                    </p:animScale>
                                    <p:animScale>
                                      <p:cBhvr>
                                        <p:cTn id="261" dur="26">
                                          <p:stCondLst>
                                            <p:cond delay="1312"/>
                                          </p:stCondLst>
                                        </p:cTn>
                                        <p:tgtEl>
                                          <p:spTgt spid="36"/>
                                        </p:tgtEl>
                                      </p:cBhvr>
                                      <p:to x="100000" y="80000"/>
                                    </p:animScale>
                                    <p:animScale>
                                      <p:cBhvr>
                                        <p:cTn id="262" dur="166" decel="50000">
                                          <p:stCondLst>
                                            <p:cond delay="1338"/>
                                          </p:stCondLst>
                                        </p:cTn>
                                        <p:tgtEl>
                                          <p:spTgt spid="36"/>
                                        </p:tgtEl>
                                      </p:cBhvr>
                                      <p:to x="100000" y="100000"/>
                                    </p:animScale>
                                    <p:animScale>
                                      <p:cBhvr>
                                        <p:cTn id="263" dur="26">
                                          <p:stCondLst>
                                            <p:cond delay="1642"/>
                                          </p:stCondLst>
                                        </p:cTn>
                                        <p:tgtEl>
                                          <p:spTgt spid="36"/>
                                        </p:tgtEl>
                                      </p:cBhvr>
                                      <p:to x="100000" y="90000"/>
                                    </p:animScale>
                                    <p:animScale>
                                      <p:cBhvr>
                                        <p:cTn id="264" dur="166" decel="50000">
                                          <p:stCondLst>
                                            <p:cond delay="1668"/>
                                          </p:stCondLst>
                                        </p:cTn>
                                        <p:tgtEl>
                                          <p:spTgt spid="36"/>
                                        </p:tgtEl>
                                      </p:cBhvr>
                                      <p:to x="100000" y="100000"/>
                                    </p:animScale>
                                    <p:animScale>
                                      <p:cBhvr>
                                        <p:cTn id="265" dur="26">
                                          <p:stCondLst>
                                            <p:cond delay="1808"/>
                                          </p:stCondLst>
                                        </p:cTn>
                                        <p:tgtEl>
                                          <p:spTgt spid="36"/>
                                        </p:tgtEl>
                                      </p:cBhvr>
                                      <p:to x="100000" y="95000"/>
                                    </p:animScale>
                                    <p:animScale>
                                      <p:cBhvr>
                                        <p:cTn id="266" dur="166" decel="50000">
                                          <p:stCondLst>
                                            <p:cond delay="1834"/>
                                          </p:stCondLst>
                                        </p:cTn>
                                        <p:tgtEl>
                                          <p:spTgt spid="36"/>
                                        </p:tgtEl>
                                      </p:cBhvr>
                                      <p:to x="100000" y="100000"/>
                                    </p:animScale>
                                  </p:childTnLst>
                                </p:cTn>
                              </p:par>
                            </p:childTnLst>
                          </p:cTn>
                        </p:par>
                      </p:childTnLst>
                    </p:cTn>
                  </p:par>
                  <p:par>
                    <p:cTn id="267" fill="hold">
                      <p:stCondLst>
                        <p:cond delay="indefinite"/>
                      </p:stCondLst>
                      <p:childTnLst>
                        <p:par>
                          <p:cTn id="268" fill="hold">
                            <p:stCondLst>
                              <p:cond delay="0"/>
                            </p:stCondLst>
                            <p:childTnLst>
                              <p:par>
                                <p:cTn id="269" presetID="26" presetClass="entr" presetSubtype="0" fill="hold" grpId="0" nodeType="clickEffect">
                                  <p:stCondLst>
                                    <p:cond delay="0"/>
                                  </p:stCondLst>
                                  <p:childTnLst>
                                    <p:set>
                                      <p:cBhvr>
                                        <p:cTn id="270" dur="1" fill="hold">
                                          <p:stCondLst>
                                            <p:cond delay="0"/>
                                          </p:stCondLst>
                                        </p:cTn>
                                        <p:tgtEl>
                                          <p:spTgt spid="35"/>
                                        </p:tgtEl>
                                        <p:attrNameLst>
                                          <p:attrName>style.visibility</p:attrName>
                                        </p:attrNameLst>
                                      </p:cBhvr>
                                      <p:to>
                                        <p:strVal val="visible"/>
                                      </p:to>
                                    </p:set>
                                    <p:animEffect transition="in" filter="wipe(down)">
                                      <p:cBhvr>
                                        <p:cTn id="271" dur="580">
                                          <p:stCondLst>
                                            <p:cond delay="0"/>
                                          </p:stCondLst>
                                        </p:cTn>
                                        <p:tgtEl>
                                          <p:spTgt spid="35"/>
                                        </p:tgtEl>
                                      </p:cBhvr>
                                    </p:animEffect>
                                    <p:anim calcmode="lin" valueType="num">
                                      <p:cBhvr>
                                        <p:cTn id="272" dur="1822" tmFilter="0,0; 0.14,0.36; 0.43,0.73; 0.71,0.91; 1.0,1.0">
                                          <p:stCondLst>
                                            <p:cond delay="0"/>
                                          </p:stCondLst>
                                        </p:cTn>
                                        <p:tgtEl>
                                          <p:spTgt spid="35"/>
                                        </p:tgtEl>
                                        <p:attrNameLst>
                                          <p:attrName>ppt_x</p:attrName>
                                        </p:attrNameLst>
                                      </p:cBhvr>
                                      <p:tavLst>
                                        <p:tav tm="0">
                                          <p:val>
                                            <p:strVal val="#ppt_x-0.25"/>
                                          </p:val>
                                        </p:tav>
                                        <p:tav tm="100000">
                                          <p:val>
                                            <p:strVal val="#ppt_x"/>
                                          </p:val>
                                        </p:tav>
                                      </p:tavLst>
                                    </p:anim>
                                    <p:anim calcmode="lin" valueType="num">
                                      <p:cBhvr>
                                        <p:cTn id="273" dur="664" tmFilter="0.0,0.0; 0.25,0.07; 0.50,0.2; 0.75,0.467; 1.0,1.0">
                                          <p:stCondLst>
                                            <p:cond delay="0"/>
                                          </p:stCondLst>
                                        </p:cTn>
                                        <p:tgtEl>
                                          <p:spTgt spid="35"/>
                                        </p:tgtEl>
                                        <p:attrNameLst>
                                          <p:attrName>ppt_y</p:attrName>
                                        </p:attrNameLst>
                                      </p:cBhvr>
                                      <p:tavLst>
                                        <p:tav tm="0" fmla="#ppt_y-sin(pi*$)/3">
                                          <p:val>
                                            <p:fltVal val="0.5"/>
                                          </p:val>
                                        </p:tav>
                                        <p:tav tm="100000">
                                          <p:val>
                                            <p:fltVal val="1"/>
                                          </p:val>
                                        </p:tav>
                                      </p:tavLst>
                                    </p:anim>
                                    <p:anim calcmode="lin" valueType="num">
                                      <p:cBhvr>
                                        <p:cTn id="274" dur="664" tmFilter="0, 0; 0.125,0.2665; 0.25,0.4; 0.375,0.465; 0.5,0.5;  0.625,0.535; 0.75,0.6; 0.875,0.7335; 1,1">
                                          <p:stCondLst>
                                            <p:cond delay="664"/>
                                          </p:stCondLst>
                                        </p:cTn>
                                        <p:tgtEl>
                                          <p:spTgt spid="35"/>
                                        </p:tgtEl>
                                        <p:attrNameLst>
                                          <p:attrName>ppt_y</p:attrName>
                                        </p:attrNameLst>
                                      </p:cBhvr>
                                      <p:tavLst>
                                        <p:tav tm="0" fmla="#ppt_y-sin(pi*$)/9">
                                          <p:val>
                                            <p:fltVal val="0"/>
                                          </p:val>
                                        </p:tav>
                                        <p:tav tm="100000">
                                          <p:val>
                                            <p:fltVal val="1"/>
                                          </p:val>
                                        </p:tav>
                                      </p:tavLst>
                                    </p:anim>
                                    <p:anim calcmode="lin" valueType="num">
                                      <p:cBhvr>
                                        <p:cTn id="275" dur="332" tmFilter="0, 0; 0.125,0.2665; 0.25,0.4; 0.375,0.465; 0.5,0.5;  0.625,0.535; 0.75,0.6; 0.875,0.7335; 1,1">
                                          <p:stCondLst>
                                            <p:cond delay="1324"/>
                                          </p:stCondLst>
                                        </p:cTn>
                                        <p:tgtEl>
                                          <p:spTgt spid="35"/>
                                        </p:tgtEl>
                                        <p:attrNameLst>
                                          <p:attrName>ppt_y</p:attrName>
                                        </p:attrNameLst>
                                      </p:cBhvr>
                                      <p:tavLst>
                                        <p:tav tm="0" fmla="#ppt_y-sin(pi*$)/27">
                                          <p:val>
                                            <p:fltVal val="0"/>
                                          </p:val>
                                        </p:tav>
                                        <p:tav tm="100000">
                                          <p:val>
                                            <p:fltVal val="1"/>
                                          </p:val>
                                        </p:tav>
                                      </p:tavLst>
                                    </p:anim>
                                    <p:anim calcmode="lin" valueType="num">
                                      <p:cBhvr>
                                        <p:cTn id="276" dur="164" tmFilter="0, 0; 0.125,0.2665; 0.25,0.4; 0.375,0.465; 0.5,0.5;  0.625,0.535; 0.75,0.6; 0.875,0.7335; 1,1">
                                          <p:stCondLst>
                                            <p:cond delay="1656"/>
                                          </p:stCondLst>
                                        </p:cTn>
                                        <p:tgtEl>
                                          <p:spTgt spid="35"/>
                                        </p:tgtEl>
                                        <p:attrNameLst>
                                          <p:attrName>ppt_y</p:attrName>
                                        </p:attrNameLst>
                                      </p:cBhvr>
                                      <p:tavLst>
                                        <p:tav tm="0" fmla="#ppt_y-sin(pi*$)/81">
                                          <p:val>
                                            <p:fltVal val="0"/>
                                          </p:val>
                                        </p:tav>
                                        <p:tav tm="100000">
                                          <p:val>
                                            <p:fltVal val="1"/>
                                          </p:val>
                                        </p:tav>
                                      </p:tavLst>
                                    </p:anim>
                                    <p:animScale>
                                      <p:cBhvr>
                                        <p:cTn id="277" dur="26">
                                          <p:stCondLst>
                                            <p:cond delay="650"/>
                                          </p:stCondLst>
                                        </p:cTn>
                                        <p:tgtEl>
                                          <p:spTgt spid="35"/>
                                        </p:tgtEl>
                                      </p:cBhvr>
                                      <p:to x="100000" y="60000"/>
                                    </p:animScale>
                                    <p:animScale>
                                      <p:cBhvr>
                                        <p:cTn id="278" dur="166" decel="50000">
                                          <p:stCondLst>
                                            <p:cond delay="676"/>
                                          </p:stCondLst>
                                        </p:cTn>
                                        <p:tgtEl>
                                          <p:spTgt spid="35"/>
                                        </p:tgtEl>
                                      </p:cBhvr>
                                      <p:to x="100000" y="100000"/>
                                    </p:animScale>
                                    <p:animScale>
                                      <p:cBhvr>
                                        <p:cTn id="279" dur="26">
                                          <p:stCondLst>
                                            <p:cond delay="1312"/>
                                          </p:stCondLst>
                                        </p:cTn>
                                        <p:tgtEl>
                                          <p:spTgt spid="35"/>
                                        </p:tgtEl>
                                      </p:cBhvr>
                                      <p:to x="100000" y="80000"/>
                                    </p:animScale>
                                    <p:animScale>
                                      <p:cBhvr>
                                        <p:cTn id="280" dur="166" decel="50000">
                                          <p:stCondLst>
                                            <p:cond delay="1338"/>
                                          </p:stCondLst>
                                        </p:cTn>
                                        <p:tgtEl>
                                          <p:spTgt spid="35"/>
                                        </p:tgtEl>
                                      </p:cBhvr>
                                      <p:to x="100000" y="100000"/>
                                    </p:animScale>
                                    <p:animScale>
                                      <p:cBhvr>
                                        <p:cTn id="281" dur="26">
                                          <p:stCondLst>
                                            <p:cond delay="1642"/>
                                          </p:stCondLst>
                                        </p:cTn>
                                        <p:tgtEl>
                                          <p:spTgt spid="35"/>
                                        </p:tgtEl>
                                      </p:cBhvr>
                                      <p:to x="100000" y="90000"/>
                                    </p:animScale>
                                    <p:animScale>
                                      <p:cBhvr>
                                        <p:cTn id="282" dur="166" decel="50000">
                                          <p:stCondLst>
                                            <p:cond delay="1668"/>
                                          </p:stCondLst>
                                        </p:cTn>
                                        <p:tgtEl>
                                          <p:spTgt spid="35"/>
                                        </p:tgtEl>
                                      </p:cBhvr>
                                      <p:to x="100000" y="100000"/>
                                    </p:animScale>
                                    <p:animScale>
                                      <p:cBhvr>
                                        <p:cTn id="283" dur="26">
                                          <p:stCondLst>
                                            <p:cond delay="1808"/>
                                          </p:stCondLst>
                                        </p:cTn>
                                        <p:tgtEl>
                                          <p:spTgt spid="35"/>
                                        </p:tgtEl>
                                      </p:cBhvr>
                                      <p:to x="100000" y="95000"/>
                                    </p:animScale>
                                    <p:animScale>
                                      <p:cBhvr>
                                        <p:cTn id="284" dur="166" decel="50000">
                                          <p:stCondLst>
                                            <p:cond delay="1834"/>
                                          </p:stCondLst>
                                        </p:cTn>
                                        <p:tgtEl>
                                          <p:spTgt spid="35"/>
                                        </p:tgtEl>
                                      </p:cBhvr>
                                      <p:to x="100000" y="100000"/>
                                    </p:animScale>
                                  </p:childTnLst>
                                </p:cTn>
                              </p:par>
                            </p:childTnLst>
                          </p:cTn>
                        </p:par>
                      </p:childTnLst>
                    </p:cTn>
                  </p:par>
                  <p:par>
                    <p:cTn id="285" fill="hold">
                      <p:stCondLst>
                        <p:cond delay="indefinite"/>
                      </p:stCondLst>
                      <p:childTnLst>
                        <p:par>
                          <p:cTn id="286" fill="hold">
                            <p:stCondLst>
                              <p:cond delay="0"/>
                            </p:stCondLst>
                            <p:childTnLst>
                              <p:par>
                                <p:cTn id="287" presetID="26" presetClass="entr" presetSubtype="0" fill="hold" grpId="0" nodeType="clickEffect">
                                  <p:stCondLst>
                                    <p:cond delay="0"/>
                                  </p:stCondLst>
                                  <p:childTnLst>
                                    <p:set>
                                      <p:cBhvr>
                                        <p:cTn id="288" dur="1" fill="hold">
                                          <p:stCondLst>
                                            <p:cond delay="0"/>
                                          </p:stCondLst>
                                        </p:cTn>
                                        <p:tgtEl>
                                          <p:spTgt spid="29"/>
                                        </p:tgtEl>
                                        <p:attrNameLst>
                                          <p:attrName>style.visibility</p:attrName>
                                        </p:attrNameLst>
                                      </p:cBhvr>
                                      <p:to>
                                        <p:strVal val="visible"/>
                                      </p:to>
                                    </p:set>
                                    <p:animEffect transition="in" filter="wipe(down)">
                                      <p:cBhvr>
                                        <p:cTn id="289" dur="580">
                                          <p:stCondLst>
                                            <p:cond delay="0"/>
                                          </p:stCondLst>
                                        </p:cTn>
                                        <p:tgtEl>
                                          <p:spTgt spid="29"/>
                                        </p:tgtEl>
                                      </p:cBhvr>
                                    </p:animEffect>
                                    <p:anim calcmode="lin" valueType="num">
                                      <p:cBhvr>
                                        <p:cTn id="290" dur="1822" tmFilter="0,0; 0.14,0.36; 0.43,0.73; 0.71,0.91; 1.0,1.0">
                                          <p:stCondLst>
                                            <p:cond delay="0"/>
                                          </p:stCondLst>
                                        </p:cTn>
                                        <p:tgtEl>
                                          <p:spTgt spid="29"/>
                                        </p:tgtEl>
                                        <p:attrNameLst>
                                          <p:attrName>ppt_x</p:attrName>
                                        </p:attrNameLst>
                                      </p:cBhvr>
                                      <p:tavLst>
                                        <p:tav tm="0">
                                          <p:val>
                                            <p:strVal val="#ppt_x-0.25"/>
                                          </p:val>
                                        </p:tav>
                                        <p:tav tm="100000">
                                          <p:val>
                                            <p:strVal val="#ppt_x"/>
                                          </p:val>
                                        </p:tav>
                                      </p:tavLst>
                                    </p:anim>
                                    <p:anim calcmode="lin" valueType="num">
                                      <p:cBhvr>
                                        <p:cTn id="291" dur="664" tmFilter="0.0,0.0; 0.25,0.07; 0.50,0.2; 0.75,0.467; 1.0,1.0">
                                          <p:stCondLst>
                                            <p:cond delay="0"/>
                                          </p:stCondLst>
                                        </p:cTn>
                                        <p:tgtEl>
                                          <p:spTgt spid="29"/>
                                        </p:tgtEl>
                                        <p:attrNameLst>
                                          <p:attrName>ppt_y</p:attrName>
                                        </p:attrNameLst>
                                      </p:cBhvr>
                                      <p:tavLst>
                                        <p:tav tm="0" fmla="#ppt_y-sin(pi*$)/3">
                                          <p:val>
                                            <p:fltVal val="0.5"/>
                                          </p:val>
                                        </p:tav>
                                        <p:tav tm="100000">
                                          <p:val>
                                            <p:fltVal val="1"/>
                                          </p:val>
                                        </p:tav>
                                      </p:tavLst>
                                    </p:anim>
                                    <p:anim calcmode="lin" valueType="num">
                                      <p:cBhvr>
                                        <p:cTn id="292" dur="664" tmFilter="0, 0; 0.125,0.2665; 0.25,0.4; 0.375,0.465; 0.5,0.5;  0.625,0.535; 0.75,0.6; 0.875,0.7335; 1,1">
                                          <p:stCondLst>
                                            <p:cond delay="664"/>
                                          </p:stCondLst>
                                        </p:cTn>
                                        <p:tgtEl>
                                          <p:spTgt spid="29"/>
                                        </p:tgtEl>
                                        <p:attrNameLst>
                                          <p:attrName>ppt_y</p:attrName>
                                        </p:attrNameLst>
                                      </p:cBhvr>
                                      <p:tavLst>
                                        <p:tav tm="0" fmla="#ppt_y-sin(pi*$)/9">
                                          <p:val>
                                            <p:fltVal val="0"/>
                                          </p:val>
                                        </p:tav>
                                        <p:tav tm="100000">
                                          <p:val>
                                            <p:fltVal val="1"/>
                                          </p:val>
                                        </p:tav>
                                      </p:tavLst>
                                    </p:anim>
                                    <p:anim calcmode="lin" valueType="num">
                                      <p:cBhvr>
                                        <p:cTn id="293" dur="332" tmFilter="0, 0; 0.125,0.2665; 0.25,0.4; 0.375,0.465; 0.5,0.5;  0.625,0.535; 0.75,0.6; 0.875,0.7335; 1,1">
                                          <p:stCondLst>
                                            <p:cond delay="1324"/>
                                          </p:stCondLst>
                                        </p:cTn>
                                        <p:tgtEl>
                                          <p:spTgt spid="29"/>
                                        </p:tgtEl>
                                        <p:attrNameLst>
                                          <p:attrName>ppt_y</p:attrName>
                                        </p:attrNameLst>
                                      </p:cBhvr>
                                      <p:tavLst>
                                        <p:tav tm="0" fmla="#ppt_y-sin(pi*$)/27">
                                          <p:val>
                                            <p:fltVal val="0"/>
                                          </p:val>
                                        </p:tav>
                                        <p:tav tm="100000">
                                          <p:val>
                                            <p:fltVal val="1"/>
                                          </p:val>
                                        </p:tav>
                                      </p:tavLst>
                                    </p:anim>
                                    <p:anim calcmode="lin" valueType="num">
                                      <p:cBhvr>
                                        <p:cTn id="294" dur="164" tmFilter="0, 0; 0.125,0.2665; 0.25,0.4; 0.375,0.465; 0.5,0.5;  0.625,0.535; 0.75,0.6; 0.875,0.7335; 1,1">
                                          <p:stCondLst>
                                            <p:cond delay="1656"/>
                                          </p:stCondLst>
                                        </p:cTn>
                                        <p:tgtEl>
                                          <p:spTgt spid="29"/>
                                        </p:tgtEl>
                                        <p:attrNameLst>
                                          <p:attrName>ppt_y</p:attrName>
                                        </p:attrNameLst>
                                      </p:cBhvr>
                                      <p:tavLst>
                                        <p:tav tm="0" fmla="#ppt_y-sin(pi*$)/81">
                                          <p:val>
                                            <p:fltVal val="0"/>
                                          </p:val>
                                        </p:tav>
                                        <p:tav tm="100000">
                                          <p:val>
                                            <p:fltVal val="1"/>
                                          </p:val>
                                        </p:tav>
                                      </p:tavLst>
                                    </p:anim>
                                    <p:animScale>
                                      <p:cBhvr>
                                        <p:cTn id="295" dur="26">
                                          <p:stCondLst>
                                            <p:cond delay="650"/>
                                          </p:stCondLst>
                                        </p:cTn>
                                        <p:tgtEl>
                                          <p:spTgt spid="29"/>
                                        </p:tgtEl>
                                      </p:cBhvr>
                                      <p:to x="100000" y="60000"/>
                                    </p:animScale>
                                    <p:animScale>
                                      <p:cBhvr>
                                        <p:cTn id="296" dur="166" decel="50000">
                                          <p:stCondLst>
                                            <p:cond delay="676"/>
                                          </p:stCondLst>
                                        </p:cTn>
                                        <p:tgtEl>
                                          <p:spTgt spid="29"/>
                                        </p:tgtEl>
                                      </p:cBhvr>
                                      <p:to x="100000" y="100000"/>
                                    </p:animScale>
                                    <p:animScale>
                                      <p:cBhvr>
                                        <p:cTn id="297" dur="26">
                                          <p:stCondLst>
                                            <p:cond delay="1312"/>
                                          </p:stCondLst>
                                        </p:cTn>
                                        <p:tgtEl>
                                          <p:spTgt spid="29"/>
                                        </p:tgtEl>
                                      </p:cBhvr>
                                      <p:to x="100000" y="80000"/>
                                    </p:animScale>
                                    <p:animScale>
                                      <p:cBhvr>
                                        <p:cTn id="298" dur="166" decel="50000">
                                          <p:stCondLst>
                                            <p:cond delay="1338"/>
                                          </p:stCondLst>
                                        </p:cTn>
                                        <p:tgtEl>
                                          <p:spTgt spid="29"/>
                                        </p:tgtEl>
                                      </p:cBhvr>
                                      <p:to x="100000" y="100000"/>
                                    </p:animScale>
                                    <p:animScale>
                                      <p:cBhvr>
                                        <p:cTn id="299" dur="26">
                                          <p:stCondLst>
                                            <p:cond delay="1642"/>
                                          </p:stCondLst>
                                        </p:cTn>
                                        <p:tgtEl>
                                          <p:spTgt spid="29"/>
                                        </p:tgtEl>
                                      </p:cBhvr>
                                      <p:to x="100000" y="90000"/>
                                    </p:animScale>
                                    <p:animScale>
                                      <p:cBhvr>
                                        <p:cTn id="300" dur="166" decel="50000">
                                          <p:stCondLst>
                                            <p:cond delay="1668"/>
                                          </p:stCondLst>
                                        </p:cTn>
                                        <p:tgtEl>
                                          <p:spTgt spid="29"/>
                                        </p:tgtEl>
                                      </p:cBhvr>
                                      <p:to x="100000" y="100000"/>
                                    </p:animScale>
                                    <p:animScale>
                                      <p:cBhvr>
                                        <p:cTn id="301" dur="26">
                                          <p:stCondLst>
                                            <p:cond delay="1808"/>
                                          </p:stCondLst>
                                        </p:cTn>
                                        <p:tgtEl>
                                          <p:spTgt spid="29"/>
                                        </p:tgtEl>
                                      </p:cBhvr>
                                      <p:to x="100000" y="95000"/>
                                    </p:animScale>
                                    <p:animScale>
                                      <p:cBhvr>
                                        <p:cTn id="302" dur="166" decel="50000">
                                          <p:stCondLst>
                                            <p:cond delay="1834"/>
                                          </p:stCondLst>
                                        </p:cTn>
                                        <p:tgtEl>
                                          <p:spTgt spid="29"/>
                                        </p:tgtEl>
                                      </p:cBhvr>
                                      <p:to x="100000" y="100000"/>
                                    </p:animScale>
                                  </p:childTnLst>
                                </p:cTn>
                              </p:par>
                              <p:par>
                                <p:cTn id="303" presetID="26" presetClass="entr" presetSubtype="0" fill="hold" grpId="0" nodeType="withEffect">
                                  <p:stCondLst>
                                    <p:cond delay="0"/>
                                  </p:stCondLst>
                                  <p:childTnLst>
                                    <p:set>
                                      <p:cBhvr>
                                        <p:cTn id="304" dur="1" fill="hold">
                                          <p:stCondLst>
                                            <p:cond delay="0"/>
                                          </p:stCondLst>
                                        </p:cTn>
                                        <p:tgtEl>
                                          <p:spTgt spid="27"/>
                                        </p:tgtEl>
                                        <p:attrNameLst>
                                          <p:attrName>style.visibility</p:attrName>
                                        </p:attrNameLst>
                                      </p:cBhvr>
                                      <p:to>
                                        <p:strVal val="visible"/>
                                      </p:to>
                                    </p:set>
                                    <p:animEffect transition="in" filter="wipe(down)">
                                      <p:cBhvr>
                                        <p:cTn id="305" dur="580">
                                          <p:stCondLst>
                                            <p:cond delay="0"/>
                                          </p:stCondLst>
                                        </p:cTn>
                                        <p:tgtEl>
                                          <p:spTgt spid="27"/>
                                        </p:tgtEl>
                                      </p:cBhvr>
                                    </p:animEffect>
                                    <p:anim calcmode="lin" valueType="num">
                                      <p:cBhvr>
                                        <p:cTn id="306" dur="1822" tmFilter="0,0; 0.14,0.36; 0.43,0.73; 0.71,0.91; 1.0,1.0">
                                          <p:stCondLst>
                                            <p:cond delay="0"/>
                                          </p:stCondLst>
                                        </p:cTn>
                                        <p:tgtEl>
                                          <p:spTgt spid="27"/>
                                        </p:tgtEl>
                                        <p:attrNameLst>
                                          <p:attrName>ppt_x</p:attrName>
                                        </p:attrNameLst>
                                      </p:cBhvr>
                                      <p:tavLst>
                                        <p:tav tm="0">
                                          <p:val>
                                            <p:strVal val="#ppt_x-0.25"/>
                                          </p:val>
                                        </p:tav>
                                        <p:tav tm="100000">
                                          <p:val>
                                            <p:strVal val="#ppt_x"/>
                                          </p:val>
                                        </p:tav>
                                      </p:tavLst>
                                    </p:anim>
                                    <p:anim calcmode="lin" valueType="num">
                                      <p:cBhvr>
                                        <p:cTn id="307" dur="664" tmFilter="0.0,0.0; 0.25,0.07; 0.50,0.2; 0.75,0.467; 1.0,1.0">
                                          <p:stCondLst>
                                            <p:cond delay="0"/>
                                          </p:stCondLst>
                                        </p:cTn>
                                        <p:tgtEl>
                                          <p:spTgt spid="27"/>
                                        </p:tgtEl>
                                        <p:attrNameLst>
                                          <p:attrName>ppt_y</p:attrName>
                                        </p:attrNameLst>
                                      </p:cBhvr>
                                      <p:tavLst>
                                        <p:tav tm="0" fmla="#ppt_y-sin(pi*$)/3">
                                          <p:val>
                                            <p:fltVal val="0.5"/>
                                          </p:val>
                                        </p:tav>
                                        <p:tav tm="100000">
                                          <p:val>
                                            <p:fltVal val="1"/>
                                          </p:val>
                                        </p:tav>
                                      </p:tavLst>
                                    </p:anim>
                                    <p:anim calcmode="lin" valueType="num">
                                      <p:cBhvr>
                                        <p:cTn id="308" dur="664" tmFilter="0, 0; 0.125,0.2665; 0.25,0.4; 0.375,0.465; 0.5,0.5;  0.625,0.535; 0.75,0.6; 0.875,0.7335; 1,1">
                                          <p:stCondLst>
                                            <p:cond delay="664"/>
                                          </p:stCondLst>
                                        </p:cTn>
                                        <p:tgtEl>
                                          <p:spTgt spid="27"/>
                                        </p:tgtEl>
                                        <p:attrNameLst>
                                          <p:attrName>ppt_y</p:attrName>
                                        </p:attrNameLst>
                                      </p:cBhvr>
                                      <p:tavLst>
                                        <p:tav tm="0" fmla="#ppt_y-sin(pi*$)/9">
                                          <p:val>
                                            <p:fltVal val="0"/>
                                          </p:val>
                                        </p:tav>
                                        <p:tav tm="100000">
                                          <p:val>
                                            <p:fltVal val="1"/>
                                          </p:val>
                                        </p:tav>
                                      </p:tavLst>
                                    </p:anim>
                                    <p:anim calcmode="lin" valueType="num">
                                      <p:cBhvr>
                                        <p:cTn id="309" dur="332" tmFilter="0, 0; 0.125,0.2665; 0.25,0.4; 0.375,0.465; 0.5,0.5;  0.625,0.535; 0.75,0.6; 0.875,0.7335; 1,1">
                                          <p:stCondLst>
                                            <p:cond delay="1324"/>
                                          </p:stCondLst>
                                        </p:cTn>
                                        <p:tgtEl>
                                          <p:spTgt spid="27"/>
                                        </p:tgtEl>
                                        <p:attrNameLst>
                                          <p:attrName>ppt_y</p:attrName>
                                        </p:attrNameLst>
                                      </p:cBhvr>
                                      <p:tavLst>
                                        <p:tav tm="0" fmla="#ppt_y-sin(pi*$)/27">
                                          <p:val>
                                            <p:fltVal val="0"/>
                                          </p:val>
                                        </p:tav>
                                        <p:tav tm="100000">
                                          <p:val>
                                            <p:fltVal val="1"/>
                                          </p:val>
                                        </p:tav>
                                      </p:tavLst>
                                    </p:anim>
                                    <p:anim calcmode="lin" valueType="num">
                                      <p:cBhvr>
                                        <p:cTn id="310" dur="164" tmFilter="0, 0; 0.125,0.2665; 0.25,0.4; 0.375,0.465; 0.5,0.5;  0.625,0.535; 0.75,0.6; 0.875,0.7335; 1,1">
                                          <p:stCondLst>
                                            <p:cond delay="1656"/>
                                          </p:stCondLst>
                                        </p:cTn>
                                        <p:tgtEl>
                                          <p:spTgt spid="27"/>
                                        </p:tgtEl>
                                        <p:attrNameLst>
                                          <p:attrName>ppt_y</p:attrName>
                                        </p:attrNameLst>
                                      </p:cBhvr>
                                      <p:tavLst>
                                        <p:tav tm="0" fmla="#ppt_y-sin(pi*$)/81">
                                          <p:val>
                                            <p:fltVal val="0"/>
                                          </p:val>
                                        </p:tav>
                                        <p:tav tm="100000">
                                          <p:val>
                                            <p:fltVal val="1"/>
                                          </p:val>
                                        </p:tav>
                                      </p:tavLst>
                                    </p:anim>
                                    <p:animScale>
                                      <p:cBhvr>
                                        <p:cTn id="311" dur="26">
                                          <p:stCondLst>
                                            <p:cond delay="650"/>
                                          </p:stCondLst>
                                        </p:cTn>
                                        <p:tgtEl>
                                          <p:spTgt spid="27"/>
                                        </p:tgtEl>
                                      </p:cBhvr>
                                      <p:to x="100000" y="60000"/>
                                    </p:animScale>
                                    <p:animScale>
                                      <p:cBhvr>
                                        <p:cTn id="312" dur="166" decel="50000">
                                          <p:stCondLst>
                                            <p:cond delay="676"/>
                                          </p:stCondLst>
                                        </p:cTn>
                                        <p:tgtEl>
                                          <p:spTgt spid="27"/>
                                        </p:tgtEl>
                                      </p:cBhvr>
                                      <p:to x="100000" y="100000"/>
                                    </p:animScale>
                                    <p:animScale>
                                      <p:cBhvr>
                                        <p:cTn id="313" dur="26">
                                          <p:stCondLst>
                                            <p:cond delay="1312"/>
                                          </p:stCondLst>
                                        </p:cTn>
                                        <p:tgtEl>
                                          <p:spTgt spid="27"/>
                                        </p:tgtEl>
                                      </p:cBhvr>
                                      <p:to x="100000" y="80000"/>
                                    </p:animScale>
                                    <p:animScale>
                                      <p:cBhvr>
                                        <p:cTn id="314" dur="166" decel="50000">
                                          <p:stCondLst>
                                            <p:cond delay="1338"/>
                                          </p:stCondLst>
                                        </p:cTn>
                                        <p:tgtEl>
                                          <p:spTgt spid="27"/>
                                        </p:tgtEl>
                                      </p:cBhvr>
                                      <p:to x="100000" y="100000"/>
                                    </p:animScale>
                                    <p:animScale>
                                      <p:cBhvr>
                                        <p:cTn id="315" dur="26">
                                          <p:stCondLst>
                                            <p:cond delay="1642"/>
                                          </p:stCondLst>
                                        </p:cTn>
                                        <p:tgtEl>
                                          <p:spTgt spid="27"/>
                                        </p:tgtEl>
                                      </p:cBhvr>
                                      <p:to x="100000" y="90000"/>
                                    </p:animScale>
                                    <p:animScale>
                                      <p:cBhvr>
                                        <p:cTn id="316" dur="166" decel="50000">
                                          <p:stCondLst>
                                            <p:cond delay="1668"/>
                                          </p:stCondLst>
                                        </p:cTn>
                                        <p:tgtEl>
                                          <p:spTgt spid="27"/>
                                        </p:tgtEl>
                                      </p:cBhvr>
                                      <p:to x="100000" y="100000"/>
                                    </p:animScale>
                                    <p:animScale>
                                      <p:cBhvr>
                                        <p:cTn id="317" dur="26">
                                          <p:stCondLst>
                                            <p:cond delay="1808"/>
                                          </p:stCondLst>
                                        </p:cTn>
                                        <p:tgtEl>
                                          <p:spTgt spid="27"/>
                                        </p:tgtEl>
                                      </p:cBhvr>
                                      <p:to x="100000" y="95000"/>
                                    </p:animScale>
                                    <p:animScale>
                                      <p:cBhvr>
                                        <p:cTn id="318" dur="166" decel="50000">
                                          <p:stCondLst>
                                            <p:cond delay="1834"/>
                                          </p:stCondLst>
                                        </p:cTn>
                                        <p:tgtEl>
                                          <p:spTgt spid="27"/>
                                        </p:tgtEl>
                                      </p:cBhvr>
                                      <p:to x="100000" y="100000"/>
                                    </p:animScale>
                                  </p:childTnLst>
                                </p:cTn>
                              </p:par>
                              <p:par>
                                <p:cTn id="319" presetID="26" presetClass="entr" presetSubtype="0" fill="hold" grpId="0" nodeType="withEffect">
                                  <p:stCondLst>
                                    <p:cond delay="0"/>
                                  </p:stCondLst>
                                  <p:childTnLst>
                                    <p:set>
                                      <p:cBhvr>
                                        <p:cTn id="320" dur="1" fill="hold">
                                          <p:stCondLst>
                                            <p:cond delay="0"/>
                                          </p:stCondLst>
                                        </p:cTn>
                                        <p:tgtEl>
                                          <p:spTgt spid="45"/>
                                        </p:tgtEl>
                                        <p:attrNameLst>
                                          <p:attrName>style.visibility</p:attrName>
                                        </p:attrNameLst>
                                      </p:cBhvr>
                                      <p:to>
                                        <p:strVal val="visible"/>
                                      </p:to>
                                    </p:set>
                                    <p:animEffect transition="in" filter="wipe(down)">
                                      <p:cBhvr>
                                        <p:cTn id="321" dur="580">
                                          <p:stCondLst>
                                            <p:cond delay="0"/>
                                          </p:stCondLst>
                                        </p:cTn>
                                        <p:tgtEl>
                                          <p:spTgt spid="45"/>
                                        </p:tgtEl>
                                      </p:cBhvr>
                                    </p:animEffect>
                                    <p:anim calcmode="lin" valueType="num">
                                      <p:cBhvr>
                                        <p:cTn id="322" dur="1822" tmFilter="0,0; 0.14,0.36; 0.43,0.73; 0.71,0.91; 1.0,1.0">
                                          <p:stCondLst>
                                            <p:cond delay="0"/>
                                          </p:stCondLst>
                                        </p:cTn>
                                        <p:tgtEl>
                                          <p:spTgt spid="45"/>
                                        </p:tgtEl>
                                        <p:attrNameLst>
                                          <p:attrName>ppt_x</p:attrName>
                                        </p:attrNameLst>
                                      </p:cBhvr>
                                      <p:tavLst>
                                        <p:tav tm="0">
                                          <p:val>
                                            <p:strVal val="#ppt_x-0.25"/>
                                          </p:val>
                                        </p:tav>
                                        <p:tav tm="100000">
                                          <p:val>
                                            <p:strVal val="#ppt_x"/>
                                          </p:val>
                                        </p:tav>
                                      </p:tavLst>
                                    </p:anim>
                                    <p:anim calcmode="lin" valueType="num">
                                      <p:cBhvr>
                                        <p:cTn id="323" dur="664" tmFilter="0.0,0.0; 0.25,0.07; 0.50,0.2; 0.75,0.467; 1.0,1.0">
                                          <p:stCondLst>
                                            <p:cond delay="0"/>
                                          </p:stCondLst>
                                        </p:cTn>
                                        <p:tgtEl>
                                          <p:spTgt spid="45"/>
                                        </p:tgtEl>
                                        <p:attrNameLst>
                                          <p:attrName>ppt_y</p:attrName>
                                        </p:attrNameLst>
                                      </p:cBhvr>
                                      <p:tavLst>
                                        <p:tav tm="0" fmla="#ppt_y-sin(pi*$)/3">
                                          <p:val>
                                            <p:fltVal val="0.5"/>
                                          </p:val>
                                        </p:tav>
                                        <p:tav tm="100000">
                                          <p:val>
                                            <p:fltVal val="1"/>
                                          </p:val>
                                        </p:tav>
                                      </p:tavLst>
                                    </p:anim>
                                    <p:anim calcmode="lin" valueType="num">
                                      <p:cBhvr>
                                        <p:cTn id="324" dur="664" tmFilter="0, 0; 0.125,0.2665; 0.25,0.4; 0.375,0.465; 0.5,0.5;  0.625,0.535; 0.75,0.6; 0.875,0.7335; 1,1">
                                          <p:stCondLst>
                                            <p:cond delay="664"/>
                                          </p:stCondLst>
                                        </p:cTn>
                                        <p:tgtEl>
                                          <p:spTgt spid="45"/>
                                        </p:tgtEl>
                                        <p:attrNameLst>
                                          <p:attrName>ppt_y</p:attrName>
                                        </p:attrNameLst>
                                      </p:cBhvr>
                                      <p:tavLst>
                                        <p:tav tm="0" fmla="#ppt_y-sin(pi*$)/9">
                                          <p:val>
                                            <p:fltVal val="0"/>
                                          </p:val>
                                        </p:tav>
                                        <p:tav tm="100000">
                                          <p:val>
                                            <p:fltVal val="1"/>
                                          </p:val>
                                        </p:tav>
                                      </p:tavLst>
                                    </p:anim>
                                    <p:anim calcmode="lin" valueType="num">
                                      <p:cBhvr>
                                        <p:cTn id="325" dur="332" tmFilter="0, 0; 0.125,0.2665; 0.25,0.4; 0.375,0.465; 0.5,0.5;  0.625,0.535; 0.75,0.6; 0.875,0.7335; 1,1">
                                          <p:stCondLst>
                                            <p:cond delay="1324"/>
                                          </p:stCondLst>
                                        </p:cTn>
                                        <p:tgtEl>
                                          <p:spTgt spid="45"/>
                                        </p:tgtEl>
                                        <p:attrNameLst>
                                          <p:attrName>ppt_y</p:attrName>
                                        </p:attrNameLst>
                                      </p:cBhvr>
                                      <p:tavLst>
                                        <p:tav tm="0" fmla="#ppt_y-sin(pi*$)/27">
                                          <p:val>
                                            <p:fltVal val="0"/>
                                          </p:val>
                                        </p:tav>
                                        <p:tav tm="100000">
                                          <p:val>
                                            <p:fltVal val="1"/>
                                          </p:val>
                                        </p:tav>
                                      </p:tavLst>
                                    </p:anim>
                                    <p:anim calcmode="lin" valueType="num">
                                      <p:cBhvr>
                                        <p:cTn id="326" dur="164" tmFilter="0, 0; 0.125,0.2665; 0.25,0.4; 0.375,0.465; 0.5,0.5;  0.625,0.535; 0.75,0.6; 0.875,0.7335; 1,1">
                                          <p:stCondLst>
                                            <p:cond delay="1656"/>
                                          </p:stCondLst>
                                        </p:cTn>
                                        <p:tgtEl>
                                          <p:spTgt spid="45"/>
                                        </p:tgtEl>
                                        <p:attrNameLst>
                                          <p:attrName>ppt_y</p:attrName>
                                        </p:attrNameLst>
                                      </p:cBhvr>
                                      <p:tavLst>
                                        <p:tav tm="0" fmla="#ppt_y-sin(pi*$)/81">
                                          <p:val>
                                            <p:fltVal val="0"/>
                                          </p:val>
                                        </p:tav>
                                        <p:tav tm="100000">
                                          <p:val>
                                            <p:fltVal val="1"/>
                                          </p:val>
                                        </p:tav>
                                      </p:tavLst>
                                    </p:anim>
                                    <p:animScale>
                                      <p:cBhvr>
                                        <p:cTn id="327" dur="26">
                                          <p:stCondLst>
                                            <p:cond delay="650"/>
                                          </p:stCondLst>
                                        </p:cTn>
                                        <p:tgtEl>
                                          <p:spTgt spid="45"/>
                                        </p:tgtEl>
                                      </p:cBhvr>
                                      <p:to x="100000" y="60000"/>
                                    </p:animScale>
                                    <p:animScale>
                                      <p:cBhvr>
                                        <p:cTn id="328" dur="166" decel="50000">
                                          <p:stCondLst>
                                            <p:cond delay="676"/>
                                          </p:stCondLst>
                                        </p:cTn>
                                        <p:tgtEl>
                                          <p:spTgt spid="45"/>
                                        </p:tgtEl>
                                      </p:cBhvr>
                                      <p:to x="100000" y="100000"/>
                                    </p:animScale>
                                    <p:animScale>
                                      <p:cBhvr>
                                        <p:cTn id="329" dur="26">
                                          <p:stCondLst>
                                            <p:cond delay="1312"/>
                                          </p:stCondLst>
                                        </p:cTn>
                                        <p:tgtEl>
                                          <p:spTgt spid="45"/>
                                        </p:tgtEl>
                                      </p:cBhvr>
                                      <p:to x="100000" y="80000"/>
                                    </p:animScale>
                                    <p:animScale>
                                      <p:cBhvr>
                                        <p:cTn id="330" dur="166" decel="50000">
                                          <p:stCondLst>
                                            <p:cond delay="1338"/>
                                          </p:stCondLst>
                                        </p:cTn>
                                        <p:tgtEl>
                                          <p:spTgt spid="45"/>
                                        </p:tgtEl>
                                      </p:cBhvr>
                                      <p:to x="100000" y="100000"/>
                                    </p:animScale>
                                    <p:animScale>
                                      <p:cBhvr>
                                        <p:cTn id="331" dur="26">
                                          <p:stCondLst>
                                            <p:cond delay="1642"/>
                                          </p:stCondLst>
                                        </p:cTn>
                                        <p:tgtEl>
                                          <p:spTgt spid="45"/>
                                        </p:tgtEl>
                                      </p:cBhvr>
                                      <p:to x="100000" y="90000"/>
                                    </p:animScale>
                                    <p:animScale>
                                      <p:cBhvr>
                                        <p:cTn id="332" dur="166" decel="50000">
                                          <p:stCondLst>
                                            <p:cond delay="1668"/>
                                          </p:stCondLst>
                                        </p:cTn>
                                        <p:tgtEl>
                                          <p:spTgt spid="45"/>
                                        </p:tgtEl>
                                      </p:cBhvr>
                                      <p:to x="100000" y="100000"/>
                                    </p:animScale>
                                    <p:animScale>
                                      <p:cBhvr>
                                        <p:cTn id="333" dur="26">
                                          <p:stCondLst>
                                            <p:cond delay="1808"/>
                                          </p:stCondLst>
                                        </p:cTn>
                                        <p:tgtEl>
                                          <p:spTgt spid="45"/>
                                        </p:tgtEl>
                                      </p:cBhvr>
                                      <p:to x="100000" y="95000"/>
                                    </p:animScale>
                                    <p:animScale>
                                      <p:cBhvr>
                                        <p:cTn id="334" dur="166" decel="50000">
                                          <p:stCondLst>
                                            <p:cond delay="1834"/>
                                          </p:stCondLst>
                                        </p:cTn>
                                        <p:tgtEl>
                                          <p:spTgt spid="45"/>
                                        </p:tgtEl>
                                      </p:cBhvr>
                                      <p:to x="100000" y="100000"/>
                                    </p:animScale>
                                  </p:childTnLst>
                                </p:cTn>
                              </p:par>
                              <p:par>
                                <p:cTn id="335" presetID="26" presetClass="entr" presetSubtype="0" fill="hold" grpId="0" nodeType="withEffect">
                                  <p:stCondLst>
                                    <p:cond delay="0"/>
                                  </p:stCondLst>
                                  <p:childTnLst>
                                    <p:set>
                                      <p:cBhvr>
                                        <p:cTn id="336" dur="1" fill="hold">
                                          <p:stCondLst>
                                            <p:cond delay="0"/>
                                          </p:stCondLst>
                                        </p:cTn>
                                        <p:tgtEl>
                                          <p:spTgt spid="42"/>
                                        </p:tgtEl>
                                        <p:attrNameLst>
                                          <p:attrName>style.visibility</p:attrName>
                                        </p:attrNameLst>
                                      </p:cBhvr>
                                      <p:to>
                                        <p:strVal val="visible"/>
                                      </p:to>
                                    </p:set>
                                    <p:animEffect transition="in" filter="wipe(down)">
                                      <p:cBhvr>
                                        <p:cTn id="337" dur="580">
                                          <p:stCondLst>
                                            <p:cond delay="0"/>
                                          </p:stCondLst>
                                        </p:cTn>
                                        <p:tgtEl>
                                          <p:spTgt spid="42"/>
                                        </p:tgtEl>
                                      </p:cBhvr>
                                    </p:animEffect>
                                    <p:anim calcmode="lin" valueType="num">
                                      <p:cBhvr>
                                        <p:cTn id="338" dur="1822" tmFilter="0,0; 0.14,0.36; 0.43,0.73; 0.71,0.91; 1.0,1.0">
                                          <p:stCondLst>
                                            <p:cond delay="0"/>
                                          </p:stCondLst>
                                        </p:cTn>
                                        <p:tgtEl>
                                          <p:spTgt spid="42"/>
                                        </p:tgtEl>
                                        <p:attrNameLst>
                                          <p:attrName>ppt_x</p:attrName>
                                        </p:attrNameLst>
                                      </p:cBhvr>
                                      <p:tavLst>
                                        <p:tav tm="0">
                                          <p:val>
                                            <p:strVal val="#ppt_x-0.25"/>
                                          </p:val>
                                        </p:tav>
                                        <p:tav tm="100000">
                                          <p:val>
                                            <p:strVal val="#ppt_x"/>
                                          </p:val>
                                        </p:tav>
                                      </p:tavLst>
                                    </p:anim>
                                    <p:anim calcmode="lin" valueType="num">
                                      <p:cBhvr>
                                        <p:cTn id="339" dur="664" tmFilter="0.0,0.0; 0.25,0.07; 0.50,0.2; 0.75,0.467; 1.0,1.0">
                                          <p:stCondLst>
                                            <p:cond delay="0"/>
                                          </p:stCondLst>
                                        </p:cTn>
                                        <p:tgtEl>
                                          <p:spTgt spid="42"/>
                                        </p:tgtEl>
                                        <p:attrNameLst>
                                          <p:attrName>ppt_y</p:attrName>
                                        </p:attrNameLst>
                                      </p:cBhvr>
                                      <p:tavLst>
                                        <p:tav tm="0" fmla="#ppt_y-sin(pi*$)/3">
                                          <p:val>
                                            <p:fltVal val="0.5"/>
                                          </p:val>
                                        </p:tav>
                                        <p:tav tm="100000">
                                          <p:val>
                                            <p:fltVal val="1"/>
                                          </p:val>
                                        </p:tav>
                                      </p:tavLst>
                                    </p:anim>
                                    <p:anim calcmode="lin" valueType="num">
                                      <p:cBhvr>
                                        <p:cTn id="340" dur="664" tmFilter="0, 0; 0.125,0.2665; 0.25,0.4; 0.375,0.465; 0.5,0.5;  0.625,0.535; 0.75,0.6; 0.875,0.7335; 1,1">
                                          <p:stCondLst>
                                            <p:cond delay="664"/>
                                          </p:stCondLst>
                                        </p:cTn>
                                        <p:tgtEl>
                                          <p:spTgt spid="42"/>
                                        </p:tgtEl>
                                        <p:attrNameLst>
                                          <p:attrName>ppt_y</p:attrName>
                                        </p:attrNameLst>
                                      </p:cBhvr>
                                      <p:tavLst>
                                        <p:tav tm="0" fmla="#ppt_y-sin(pi*$)/9">
                                          <p:val>
                                            <p:fltVal val="0"/>
                                          </p:val>
                                        </p:tav>
                                        <p:tav tm="100000">
                                          <p:val>
                                            <p:fltVal val="1"/>
                                          </p:val>
                                        </p:tav>
                                      </p:tavLst>
                                    </p:anim>
                                    <p:anim calcmode="lin" valueType="num">
                                      <p:cBhvr>
                                        <p:cTn id="341" dur="332" tmFilter="0, 0; 0.125,0.2665; 0.25,0.4; 0.375,0.465; 0.5,0.5;  0.625,0.535; 0.75,0.6; 0.875,0.7335; 1,1">
                                          <p:stCondLst>
                                            <p:cond delay="1324"/>
                                          </p:stCondLst>
                                        </p:cTn>
                                        <p:tgtEl>
                                          <p:spTgt spid="42"/>
                                        </p:tgtEl>
                                        <p:attrNameLst>
                                          <p:attrName>ppt_y</p:attrName>
                                        </p:attrNameLst>
                                      </p:cBhvr>
                                      <p:tavLst>
                                        <p:tav tm="0" fmla="#ppt_y-sin(pi*$)/27">
                                          <p:val>
                                            <p:fltVal val="0"/>
                                          </p:val>
                                        </p:tav>
                                        <p:tav tm="100000">
                                          <p:val>
                                            <p:fltVal val="1"/>
                                          </p:val>
                                        </p:tav>
                                      </p:tavLst>
                                    </p:anim>
                                    <p:anim calcmode="lin" valueType="num">
                                      <p:cBhvr>
                                        <p:cTn id="342" dur="164" tmFilter="0, 0; 0.125,0.2665; 0.25,0.4; 0.375,0.465; 0.5,0.5;  0.625,0.535; 0.75,0.6; 0.875,0.7335; 1,1">
                                          <p:stCondLst>
                                            <p:cond delay="1656"/>
                                          </p:stCondLst>
                                        </p:cTn>
                                        <p:tgtEl>
                                          <p:spTgt spid="42"/>
                                        </p:tgtEl>
                                        <p:attrNameLst>
                                          <p:attrName>ppt_y</p:attrName>
                                        </p:attrNameLst>
                                      </p:cBhvr>
                                      <p:tavLst>
                                        <p:tav tm="0" fmla="#ppt_y-sin(pi*$)/81">
                                          <p:val>
                                            <p:fltVal val="0"/>
                                          </p:val>
                                        </p:tav>
                                        <p:tav tm="100000">
                                          <p:val>
                                            <p:fltVal val="1"/>
                                          </p:val>
                                        </p:tav>
                                      </p:tavLst>
                                    </p:anim>
                                    <p:animScale>
                                      <p:cBhvr>
                                        <p:cTn id="343" dur="26">
                                          <p:stCondLst>
                                            <p:cond delay="650"/>
                                          </p:stCondLst>
                                        </p:cTn>
                                        <p:tgtEl>
                                          <p:spTgt spid="42"/>
                                        </p:tgtEl>
                                      </p:cBhvr>
                                      <p:to x="100000" y="60000"/>
                                    </p:animScale>
                                    <p:animScale>
                                      <p:cBhvr>
                                        <p:cTn id="344" dur="166" decel="50000">
                                          <p:stCondLst>
                                            <p:cond delay="676"/>
                                          </p:stCondLst>
                                        </p:cTn>
                                        <p:tgtEl>
                                          <p:spTgt spid="42"/>
                                        </p:tgtEl>
                                      </p:cBhvr>
                                      <p:to x="100000" y="100000"/>
                                    </p:animScale>
                                    <p:animScale>
                                      <p:cBhvr>
                                        <p:cTn id="345" dur="26">
                                          <p:stCondLst>
                                            <p:cond delay="1312"/>
                                          </p:stCondLst>
                                        </p:cTn>
                                        <p:tgtEl>
                                          <p:spTgt spid="42"/>
                                        </p:tgtEl>
                                      </p:cBhvr>
                                      <p:to x="100000" y="80000"/>
                                    </p:animScale>
                                    <p:animScale>
                                      <p:cBhvr>
                                        <p:cTn id="346" dur="166" decel="50000">
                                          <p:stCondLst>
                                            <p:cond delay="1338"/>
                                          </p:stCondLst>
                                        </p:cTn>
                                        <p:tgtEl>
                                          <p:spTgt spid="42"/>
                                        </p:tgtEl>
                                      </p:cBhvr>
                                      <p:to x="100000" y="100000"/>
                                    </p:animScale>
                                    <p:animScale>
                                      <p:cBhvr>
                                        <p:cTn id="347" dur="26">
                                          <p:stCondLst>
                                            <p:cond delay="1642"/>
                                          </p:stCondLst>
                                        </p:cTn>
                                        <p:tgtEl>
                                          <p:spTgt spid="42"/>
                                        </p:tgtEl>
                                      </p:cBhvr>
                                      <p:to x="100000" y="90000"/>
                                    </p:animScale>
                                    <p:animScale>
                                      <p:cBhvr>
                                        <p:cTn id="348" dur="166" decel="50000">
                                          <p:stCondLst>
                                            <p:cond delay="1668"/>
                                          </p:stCondLst>
                                        </p:cTn>
                                        <p:tgtEl>
                                          <p:spTgt spid="42"/>
                                        </p:tgtEl>
                                      </p:cBhvr>
                                      <p:to x="100000" y="100000"/>
                                    </p:animScale>
                                    <p:animScale>
                                      <p:cBhvr>
                                        <p:cTn id="349" dur="26">
                                          <p:stCondLst>
                                            <p:cond delay="1808"/>
                                          </p:stCondLst>
                                        </p:cTn>
                                        <p:tgtEl>
                                          <p:spTgt spid="42"/>
                                        </p:tgtEl>
                                      </p:cBhvr>
                                      <p:to x="100000" y="95000"/>
                                    </p:animScale>
                                    <p:animScale>
                                      <p:cBhvr>
                                        <p:cTn id="350" dur="166" decel="50000">
                                          <p:stCondLst>
                                            <p:cond delay="1834"/>
                                          </p:stCondLst>
                                        </p:cTn>
                                        <p:tgtEl>
                                          <p:spTgt spid="42"/>
                                        </p:tgtEl>
                                      </p:cBhvr>
                                      <p:to x="100000" y="100000"/>
                                    </p:animScale>
                                  </p:childTnLst>
                                </p:cTn>
                              </p:par>
                              <p:par>
                                <p:cTn id="351" presetID="26" presetClass="entr" presetSubtype="0" fill="hold" grpId="0" nodeType="withEffect">
                                  <p:stCondLst>
                                    <p:cond delay="0"/>
                                  </p:stCondLst>
                                  <p:childTnLst>
                                    <p:set>
                                      <p:cBhvr>
                                        <p:cTn id="352" dur="1" fill="hold">
                                          <p:stCondLst>
                                            <p:cond delay="0"/>
                                          </p:stCondLst>
                                        </p:cTn>
                                        <p:tgtEl>
                                          <p:spTgt spid="4"/>
                                        </p:tgtEl>
                                        <p:attrNameLst>
                                          <p:attrName>style.visibility</p:attrName>
                                        </p:attrNameLst>
                                      </p:cBhvr>
                                      <p:to>
                                        <p:strVal val="visible"/>
                                      </p:to>
                                    </p:set>
                                    <p:animEffect transition="in" filter="wipe(down)">
                                      <p:cBhvr>
                                        <p:cTn id="353" dur="580">
                                          <p:stCondLst>
                                            <p:cond delay="0"/>
                                          </p:stCondLst>
                                        </p:cTn>
                                        <p:tgtEl>
                                          <p:spTgt spid="4"/>
                                        </p:tgtEl>
                                      </p:cBhvr>
                                    </p:animEffect>
                                    <p:anim calcmode="lin" valueType="num">
                                      <p:cBhvr>
                                        <p:cTn id="354"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355"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356"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357"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358"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359" dur="26">
                                          <p:stCondLst>
                                            <p:cond delay="650"/>
                                          </p:stCondLst>
                                        </p:cTn>
                                        <p:tgtEl>
                                          <p:spTgt spid="4"/>
                                        </p:tgtEl>
                                      </p:cBhvr>
                                      <p:to x="100000" y="60000"/>
                                    </p:animScale>
                                    <p:animScale>
                                      <p:cBhvr>
                                        <p:cTn id="360" dur="166" decel="50000">
                                          <p:stCondLst>
                                            <p:cond delay="676"/>
                                          </p:stCondLst>
                                        </p:cTn>
                                        <p:tgtEl>
                                          <p:spTgt spid="4"/>
                                        </p:tgtEl>
                                      </p:cBhvr>
                                      <p:to x="100000" y="100000"/>
                                    </p:animScale>
                                    <p:animScale>
                                      <p:cBhvr>
                                        <p:cTn id="361" dur="26">
                                          <p:stCondLst>
                                            <p:cond delay="1312"/>
                                          </p:stCondLst>
                                        </p:cTn>
                                        <p:tgtEl>
                                          <p:spTgt spid="4"/>
                                        </p:tgtEl>
                                      </p:cBhvr>
                                      <p:to x="100000" y="80000"/>
                                    </p:animScale>
                                    <p:animScale>
                                      <p:cBhvr>
                                        <p:cTn id="362" dur="166" decel="50000">
                                          <p:stCondLst>
                                            <p:cond delay="1338"/>
                                          </p:stCondLst>
                                        </p:cTn>
                                        <p:tgtEl>
                                          <p:spTgt spid="4"/>
                                        </p:tgtEl>
                                      </p:cBhvr>
                                      <p:to x="100000" y="100000"/>
                                    </p:animScale>
                                    <p:animScale>
                                      <p:cBhvr>
                                        <p:cTn id="363" dur="26">
                                          <p:stCondLst>
                                            <p:cond delay="1642"/>
                                          </p:stCondLst>
                                        </p:cTn>
                                        <p:tgtEl>
                                          <p:spTgt spid="4"/>
                                        </p:tgtEl>
                                      </p:cBhvr>
                                      <p:to x="100000" y="90000"/>
                                    </p:animScale>
                                    <p:animScale>
                                      <p:cBhvr>
                                        <p:cTn id="364" dur="166" decel="50000">
                                          <p:stCondLst>
                                            <p:cond delay="1668"/>
                                          </p:stCondLst>
                                        </p:cTn>
                                        <p:tgtEl>
                                          <p:spTgt spid="4"/>
                                        </p:tgtEl>
                                      </p:cBhvr>
                                      <p:to x="100000" y="100000"/>
                                    </p:animScale>
                                    <p:animScale>
                                      <p:cBhvr>
                                        <p:cTn id="365" dur="26">
                                          <p:stCondLst>
                                            <p:cond delay="1808"/>
                                          </p:stCondLst>
                                        </p:cTn>
                                        <p:tgtEl>
                                          <p:spTgt spid="4"/>
                                        </p:tgtEl>
                                      </p:cBhvr>
                                      <p:to x="100000" y="95000"/>
                                    </p:animScale>
                                    <p:animScale>
                                      <p:cBhvr>
                                        <p:cTn id="366" dur="166" decel="50000">
                                          <p:stCondLst>
                                            <p:cond delay="1834"/>
                                          </p:stCondLst>
                                        </p:cTn>
                                        <p:tgtEl>
                                          <p:spTgt spid="4"/>
                                        </p:tgtEl>
                                      </p:cBhvr>
                                      <p:to x="100000" y="100000"/>
                                    </p:animScale>
                                  </p:childTnLst>
                                </p:cTn>
                              </p:par>
                            </p:childTnLst>
                          </p:cTn>
                        </p:par>
                      </p:childTnLst>
                    </p:cTn>
                  </p:par>
                  <p:par>
                    <p:cTn id="367" fill="hold">
                      <p:stCondLst>
                        <p:cond delay="indefinite"/>
                      </p:stCondLst>
                      <p:childTnLst>
                        <p:par>
                          <p:cTn id="368" fill="hold">
                            <p:stCondLst>
                              <p:cond delay="0"/>
                            </p:stCondLst>
                            <p:childTnLst>
                              <p:par>
                                <p:cTn id="369" presetID="26" presetClass="entr" presetSubtype="0" fill="hold" grpId="0" nodeType="clickEffect">
                                  <p:stCondLst>
                                    <p:cond delay="0"/>
                                  </p:stCondLst>
                                  <p:childTnLst>
                                    <p:set>
                                      <p:cBhvr>
                                        <p:cTn id="370" dur="1" fill="hold">
                                          <p:stCondLst>
                                            <p:cond delay="0"/>
                                          </p:stCondLst>
                                        </p:cTn>
                                        <p:tgtEl>
                                          <p:spTgt spid="28"/>
                                        </p:tgtEl>
                                        <p:attrNameLst>
                                          <p:attrName>style.visibility</p:attrName>
                                        </p:attrNameLst>
                                      </p:cBhvr>
                                      <p:to>
                                        <p:strVal val="visible"/>
                                      </p:to>
                                    </p:set>
                                    <p:animEffect transition="in" filter="wipe(down)">
                                      <p:cBhvr>
                                        <p:cTn id="371" dur="580">
                                          <p:stCondLst>
                                            <p:cond delay="0"/>
                                          </p:stCondLst>
                                        </p:cTn>
                                        <p:tgtEl>
                                          <p:spTgt spid="28"/>
                                        </p:tgtEl>
                                      </p:cBhvr>
                                    </p:animEffect>
                                    <p:anim calcmode="lin" valueType="num">
                                      <p:cBhvr>
                                        <p:cTn id="372" dur="1822" tmFilter="0,0; 0.14,0.36; 0.43,0.73; 0.71,0.91; 1.0,1.0">
                                          <p:stCondLst>
                                            <p:cond delay="0"/>
                                          </p:stCondLst>
                                        </p:cTn>
                                        <p:tgtEl>
                                          <p:spTgt spid="28"/>
                                        </p:tgtEl>
                                        <p:attrNameLst>
                                          <p:attrName>ppt_x</p:attrName>
                                        </p:attrNameLst>
                                      </p:cBhvr>
                                      <p:tavLst>
                                        <p:tav tm="0">
                                          <p:val>
                                            <p:strVal val="#ppt_x-0.25"/>
                                          </p:val>
                                        </p:tav>
                                        <p:tav tm="100000">
                                          <p:val>
                                            <p:strVal val="#ppt_x"/>
                                          </p:val>
                                        </p:tav>
                                      </p:tavLst>
                                    </p:anim>
                                    <p:anim calcmode="lin" valueType="num">
                                      <p:cBhvr>
                                        <p:cTn id="373" dur="664" tmFilter="0.0,0.0; 0.25,0.07; 0.50,0.2; 0.75,0.467; 1.0,1.0">
                                          <p:stCondLst>
                                            <p:cond delay="0"/>
                                          </p:stCondLst>
                                        </p:cTn>
                                        <p:tgtEl>
                                          <p:spTgt spid="28"/>
                                        </p:tgtEl>
                                        <p:attrNameLst>
                                          <p:attrName>ppt_y</p:attrName>
                                        </p:attrNameLst>
                                      </p:cBhvr>
                                      <p:tavLst>
                                        <p:tav tm="0" fmla="#ppt_y-sin(pi*$)/3">
                                          <p:val>
                                            <p:fltVal val="0.5"/>
                                          </p:val>
                                        </p:tav>
                                        <p:tav tm="100000">
                                          <p:val>
                                            <p:fltVal val="1"/>
                                          </p:val>
                                        </p:tav>
                                      </p:tavLst>
                                    </p:anim>
                                    <p:anim calcmode="lin" valueType="num">
                                      <p:cBhvr>
                                        <p:cTn id="374" dur="664" tmFilter="0, 0; 0.125,0.2665; 0.25,0.4; 0.375,0.465; 0.5,0.5;  0.625,0.535; 0.75,0.6; 0.875,0.7335; 1,1">
                                          <p:stCondLst>
                                            <p:cond delay="664"/>
                                          </p:stCondLst>
                                        </p:cTn>
                                        <p:tgtEl>
                                          <p:spTgt spid="28"/>
                                        </p:tgtEl>
                                        <p:attrNameLst>
                                          <p:attrName>ppt_y</p:attrName>
                                        </p:attrNameLst>
                                      </p:cBhvr>
                                      <p:tavLst>
                                        <p:tav tm="0" fmla="#ppt_y-sin(pi*$)/9">
                                          <p:val>
                                            <p:fltVal val="0"/>
                                          </p:val>
                                        </p:tav>
                                        <p:tav tm="100000">
                                          <p:val>
                                            <p:fltVal val="1"/>
                                          </p:val>
                                        </p:tav>
                                      </p:tavLst>
                                    </p:anim>
                                    <p:anim calcmode="lin" valueType="num">
                                      <p:cBhvr>
                                        <p:cTn id="375" dur="332" tmFilter="0, 0; 0.125,0.2665; 0.25,0.4; 0.375,0.465; 0.5,0.5;  0.625,0.535; 0.75,0.6; 0.875,0.7335; 1,1">
                                          <p:stCondLst>
                                            <p:cond delay="1324"/>
                                          </p:stCondLst>
                                        </p:cTn>
                                        <p:tgtEl>
                                          <p:spTgt spid="28"/>
                                        </p:tgtEl>
                                        <p:attrNameLst>
                                          <p:attrName>ppt_y</p:attrName>
                                        </p:attrNameLst>
                                      </p:cBhvr>
                                      <p:tavLst>
                                        <p:tav tm="0" fmla="#ppt_y-sin(pi*$)/27">
                                          <p:val>
                                            <p:fltVal val="0"/>
                                          </p:val>
                                        </p:tav>
                                        <p:tav tm="100000">
                                          <p:val>
                                            <p:fltVal val="1"/>
                                          </p:val>
                                        </p:tav>
                                      </p:tavLst>
                                    </p:anim>
                                    <p:anim calcmode="lin" valueType="num">
                                      <p:cBhvr>
                                        <p:cTn id="376" dur="164" tmFilter="0, 0; 0.125,0.2665; 0.25,0.4; 0.375,0.465; 0.5,0.5;  0.625,0.535; 0.75,0.6; 0.875,0.7335; 1,1">
                                          <p:stCondLst>
                                            <p:cond delay="1656"/>
                                          </p:stCondLst>
                                        </p:cTn>
                                        <p:tgtEl>
                                          <p:spTgt spid="28"/>
                                        </p:tgtEl>
                                        <p:attrNameLst>
                                          <p:attrName>ppt_y</p:attrName>
                                        </p:attrNameLst>
                                      </p:cBhvr>
                                      <p:tavLst>
                                        <p:tav tm="0" fmla="#ppt_y-sin(pi*$)/81">
                                          <p:val>
                                            <p:fltVal val="0"/>
                                          </p:val>
                                        </p:tav>
                                        <p:tav tm="100000">
                                          <p:val>
                                            <p:fltVal val="1"/>
                                          </p:val>
                                        </p:tav>
                                      </p:tavLst>
                                    </p:anim>
                                    <p:animScale>
                                      <p:cBhvr>
                                        <p:cTn id="377" dur="26">
                                          <p:stCondLst>
                                            <p:cond delay="650"/>
                                          </p:stCondLst>
                                        </p:cTn>
                                        <p:tgtEl>
                                          <p:spTgt spid="28"/>
                                        </p:tgtEl>
                                      </p:cBhvr>
                                      <p:to x="100000" y="60000"/>
                                    </p:animScale>
                                    <p:animScale>
                                      <p:cBhvr>
                                        <p:cTn id="378" dur="166" decel="50000">
                                          <p:stCondLst>
                                            <p:cond delay="676"/>
                                          </p:stCondLst>
                                        </p:cTn>
                                        <p:tgtEl>
                                          <p:spTgt spid="28"/>
                                        </p:tgtEl>
                                      </p:cBhvr>
                                      <p:to x="100000" y="100000"/>
                                    </p:animScale>
                                    <p:animScale>
                                      <p:cBhvr>
                                        <p:cTn id="379" dur="26">
                                          <p:stCondLst>
                                            <p:cond delay="1312"/>
                                          </p:stCondLst>
                                        </p:cTn>
                                        <p:tgtEl>
                                          <p:spTgt spid="28"/>
                                        </p:tgtEl>
                                      </p:cBhvr>
                                      <p:to x="100000" y="80000"/>
                                    </p:animScale>
                                    <p:animScale>
                                      <p:cBhvr>
                                        <p:cTn id="380" dur="166" decel="50000">
                                          <p:stCondLst>
                                            <p:cond delay="1338"/>
                                          </p:stCondLst>
                                        </p:cTn>
                                        <p:tgtEl>
                                          <p:spTgt spid="28"/>
                                        </p:tgtEl>
                                      </p:cBhvr>
                                      <p:to x="100000" y="100000"/>
                                    </p:animScale>
                                    <p:animScale>
                                      <p:cBhvr>
                                        <p:cTn id="381" dur="26">
                                          <p:stCondLst>
                                            <p:cond delay="1642"/>
                                          </p:stCondLst>
                                        </p:cTn>
                                        <p:tgtEl>
                                          <p:spTgt spid="28"/>
                                        </p:tgtEl>
                                      </p:cBhvr>
                                      <p:to x="100000" y="90000"/>
                                    </p:animScale>
                                    <p:animScale>
                                      <p:cBhvr>
                                        <p:cTn id="382" dur="166" decel="50000">
                                          <p:stCondLst>
                                            <p:cond delay="1668"/>
                                          </p:stCondLst>
                                        </p:cTn>
                                        <p:tgtEl>
                                          <p:spTgt spid="28"/>
                                        </p:tgtEl>
                                      </p:cBhvr>
                                      <p:to x="100000" y="100000"/>
                                    </p:animScale>
                                    <p:animScale>
                                      <p:cBhvr>
                                        <p:cTn id="383" dur="26">
                                          <p:stCondLst>
                                            <p:cond delay="1808"/>
                                          </p:stCondLst>
                                        </p:cTn>
                                        <p:tgtEl>
                                          <p:spTgt spid="28"/>
                                        </p:tgtEl>
                                      </p:cBhvr>
                                      <p:to x="100000" y="95000"/>
                                    </p:animScale>
                                    <p:animScale>
                                      <p:cBhvr>
                                        <p:cTn id="384" dur="166" decel="50000">
                                          <p:stCondLst>
                                            <p:cond delay="1834"/>
                                          </p:stCondLst>
                                        </p:cTn>
                                        <p:tgtEl>
                                          <p:spTgt spid="28"/>
                                        </p:tgtEl>
                                      </p:cBhvr>
                                      <p:to x="100000" y="100000"/>
                                    </p:animScale>
                                  </p:childTnLst>
                                </p:cTn>
                              </p:par>
                            </p:childTnLst>
                          </p:cTn>
                        </p:par>
                      </p:childTnLst>
                    </p:cTn>
                  </p:par>
                  <p:par>
                    <p:cTn id="385" fill="hold">
                      <p:stCondLst>
                        <p:cond delay="indefinite"/>
                      </p:stCondLst>
                      <p:childTnLst>
                        <p:par>
                          <p:cTn id="386" fill="hold">
                            <p:stCondLst>
                              <p:cond delay="0"/>
                            </p:stCondLst>
                            <p:childTnLst>
                              <p:par>
                                <p:cTn id="387" presetID="26" presetClass="entr" presetSubtype="0" fill="hold" grpId="0" nodeType="clickEffect">
                                  <p:stCondLst>
                                    <p:cond delay="0"/>
                                  </p:stCondLst>
                                  <p:childTnLst>
                                    <p:set>
                                      <p:cBhvr>
                                        <p:cTn id="388" dur="1" fill="hold">
                                          <p:stCondLst>
                                            <p:cond delay="0"/>
                                          </p:stCondLst>
                                        </p:cTn>
                                        <p:tgtEl>
                                          <p:spTgt spid="5"/>
                                        </p:tgtEl>
                                        <p:attrNameLst>
                                          <p:attrName>style.visibility</p:attrName>
                                        </p:attrNameLst>
                                      </p:cBhvr>
                                      <p:to>
                                        <p:strVal val="visible"/>
                                      </p:to>
                                    </p:set>
                                    <p:animEffect transition="in" filter="wipe(down)">
                                      <p:cBhvr>
                                        <p:cTn id="389" dur="580">
                                          <p:stCondLst>
                                            <p:cond delay="0"/>
                                          </p:stCondLst>
                                        </p:cTn>
                                        <p:tgtEl>
                                          <p:spTgt spid="5"/>
                                        </p:tgtEl>
                                      </p:cBhvr>
                                    </p:animEffect>
                                    <p:anim calcmode="lin" valueType="num">
                                      <p:cBhvr>
                                        <p:cTn id="390"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391"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392"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393"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394"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395" dur="26">
                                          <p:stCondLst>
                                            <p:cond delay="650"/>
                                          </p:stCondLst>
                                        </p:cTn>
                                        <p:tgtEl>
                                          <p:spTgt spid="5"/>
                                        </p:tgtEl>
                                      </p:cBhvr>
                                      <p:to x="100000" y="60000"/>
                                    </p:animScale>
                                    <p:animScale>
                                      <p:cBhvr>
                                        <p:cTn id="396" dur="166" decel="50000">
                                          <p:stCondLst>
                                            <p:cond delay="676"/>
                                          </p:stCondLst>
                                        </p:cTn>
                                        <p:tgtEl>
                                          <p:spTgt spid="5"/>
                                        </p:tgtEl>
                                      </p:cBhvr>
                                      <p:to x="100000" y="100000"/>
                                    </p:animScale>
                                    <p:animScale>
                                      <p:cBhvr>
                                        <p:cTn id="397" dur="26">
                                          <p:stCondLst>
                                            <p:cond delay="1312"/>
                                          </p:stCondLst>
                                        </p:cTn>
                                        <p:tgtEl>
                                          <p:spTgt spid="5"/>
                                        </p:tgtEl>
                                      </p:cBhvr>
                                      <p:to x="100000" y="80000"/>
                                    </p:animScale>
                                    <p:animScale>
                                      <p:cBhvr>
                                        <p:cTn id="398" dur="166" decel="50000">
                                          <p:stCondLst>
                                            <p:cond delay="1338"/>
                                          </p:stCondLst>
                                        </p:cTn>
                                        <p:tgtEl>
                                          <p:spTgt spid="5"/>
                                        </p:tgtEl>
                                      </p:cBhvr>
                                      <p:to x="100000" y="100000"/>
                                    </p:animScale>
                                    <p:animScale>
                                      <p:cBhvr>
                                        <p:cTn id="399" dur="26">
                                          <p:stCondLst>
                                            <p:cond delay="1642"/>
                                          </p:stCondLst>
                                        </p:cTn>
                                        <p:tgtEl>
                                          <p:spTgt spid="5"/>
                                        </p:tgtEl>
                                      </p:cBhvr>
                                      <p:to x="100000" y="90000"/>
                                    </p:animScale>
                                    <p:animScale>
                                      <p:cBhvr>
                                        <p:cTn id="400" dur="166" decel="50000">
                                          <p:stCondLst>
                                            <p:cond delay="1668"/>
                                          </p:stCondLst>
                                        </p:cTn>
                                        <p:tgtEl>
                                          <p:spTgt spid="5"/>
                                        </p:tgtEl>
                                      </p:cBhvr>
                                      <p:to x="100000" y="100000"/>
                                    </p:animScale>
                                    <p:animScale>
                                      <p:cBhvr>
                                        <p:cTn id="401" dur="26">
                                          <p:stCondLst>
                                            <p:cond delay="1808"/>
                                          </p:stCondLst>
                                        </p:cTn>
                                        <p:tgtEl>
                                          <p:spTgt spid="5"/>
                                        </p:tgtEl>
                                      </p:cBhvr>
                                      <p:to x="100000" y="95000"/>
                                    </p:animScale>
                                    <p:animScale>
                                      <p:cBhvr>
                                        <p:cTn id="402" dur="166" decel="50000">
                                          <p:stCondLst>
                                            <p:cond delay="1834"/>
                                          </p:stCondLst>
                                        </p:cTn>
                                        <p:tgtEl>
                                          <p:spTgt spid="5"/>
                                        </p:tgtEl>
                                      </p:cBhvr>
                                      <p:to x="100000" y="100000"/>
                                    </p:animScale>
                                  </p:childTnLst>
                                </p:cTn>
                              </p:par>
                              <p:par>
                                <p:cTn id="403" presetID="26" presetClass="entr" presetSubtype="0" fill="hold" grpId="0" nodeType="withEffect">
                                  <p:stCondLst>
                                    <p:cond delay="0"/>
                                  </p:stCondLst>
                                  <p:childTnLst>
                                    <p:set>
                                      <p:cBhvr>
                                        <p:cTn id="404" dur="1" fill="hold">
                                          <p:stCondLst>
                                            <p:cond delay="0"/>
                                          </p:stCondLst>
                                        </p:cTn>
                                        <p:tgtEl>
                                          <p:spTgt spid="43"/>
                                        </p:tgtEl>
                                        <p:attrNameLst>
                                          <p:attrName>style.visibility</p:attrName>
                                        </p:attrNameLst>
                                      </p:cBhvr>
                                      <p:to>
                                        <p:strVal val="visible"/>
                                      </p:to>
                                    </p:set>
                                    <p:animEffect transition="in" filter="wipe(down)">
                                      <p:cBhvr>
                                        <p:cTn id="405" dur="580">
                                          <p:stCondLst>
                                            <p:cond delay="0"/>
                                          </p:stCondLst>
                                        </p:cTn>
                                        <p:tgtEl>
                                          <p:spTgt spid="43"/>
                                        </p:tgtEl>
                                      </p:cBhvr>
                                    </p:animEffect>
                                    <p:anim calcmode="lin" valueType="num">
                                      <p:cBhvr>
                                        <p:cTn id="406" dur="1822" tmFilter="0,0; 0.14,0.36; 0.43,0.73; 0.71,0.91; 1.0,1.0">
                                          <p:stCondLst>
                                            <p:cond delay="0"/>
                                          </p:stCondLst>
                                        </p:cTn>
                                        <p:tgtEl>
                                          <p:spTgt spid="43"/>
                                        </p:tgtEl>
                                        <p:attrNameLst>
                                          <p:attrName>ppt_x</p:attrName>
                                        </p:attrNameLst>
                                      </p:cBhvr>
                                      <p:tavLst>
                                        <p:tav tm="0">
                                          <p:val>
                                            <p:strVal val="#ppt_x-0.25"/>
                                          </p:val>
                                        </p:tav>
                                        <p:tav tm="100000">
                                          <p:val>
                                            <p:strVal val="#ppt_x"/>
                                          </p:val>
                                        </p:tav>
                                      </p:tavLst>
                                    </p:anim>
                                    <p:anim calcmode="lin" valueType="num">
                                      <p:cBhvr>
                                        <p:cTn id="407" dur="664" tmFilter="0.0,0.0; 0.25,0.07; 0.50,0.2; 0.75,0.467; 1.0,1.0">
                                          <p:stCondLst>
                                            <p:cond delay="0"/>
                                          </p:stCondLst>
                                        </p:cTn>
                                        <p:tgtEl>
                                          <p:spTgt spid="43"/>
                                        </p:tgtEl>
                                        <p:attrNameLst>
                                          <p:attrName>ppt_y</p:attrName>
                                        </p:attrNameLst>
                                      </p:cBhvr>
                                      <p:tavLst>
                                        <p:tav tm="0" fmla="#ppt_y-sin(pi*$)/3">
                                          <p:val>
                                            <p:fltVal val="0.5"/>
                                          </p:val>
                                        </p:tav>
                                        <p:tav tm="100000">
                                          <p:val>
                                            <p:fltVal val="1"/>
                                          </p:val>
                                        </p:tav>
                                      </p:tavLst>
                                    </p:anim>
                                    <p:anim calcmode="lin" valueType="num">
                                      <p:cBhvr>
                                        <p:cTn id="408" dur="664" tmFilter="0, 0; 0.125,0.2665; 0.25,0.4; 0.375,0.465; 0.5,0.5;  0.625,0.535; 0.75,0.6; 0.875,0.7335; 1,1">
                                          <p:stCondLst>
                                            <p:cond delay="664"/>
                                          </p:stCondLst>
                                        </p:cTn>
                                        <p:tgtEl>
                                          <p:spTgt spid="43"/>
                                        </p:tgtEl>
                                        <p:attrNameLst>
                                          <p:attrName>ppt_y</p:attrName>
                                        </p:attrNameLst>
                                      </p:cBhvr>
                                      <p:tavLst>
                                        <p:tav tm="0" fmla="#ppt_y-sin(pi*$)/9">
                                          <p:val>
                                            <p:fltVal val="0"/>
                                          </p:val>
                                        </p:tav>
                                        <p:tav tm="100000">
                                          <p:val>
                                            <p:fltVal val="1"/>
                                          </p:val>
                                        </p:tav>
                                      </p:tavLst>
                                    </p:anim>
                                    <p:anim calcmode="lin" valueType="num">
                                      <p:cBhvr>
                                        <p:cTn id="409" dur="332" tmFilter="0, 0; 0.125,0.2665; 0.25,0.4; 0.375,0.465; 0.5,0.5;  0.625,0.535; 0.75,0.6; 0.875,0.7335; 1,1">
                                          <p:stCondLst>
                                            <p:cond delay="1324"/>
                                          </p:stCondLst>
                                        </p:cTn>
                                        <p:tgtEl>
                                          <p:spTgt spid="43"/>
                                        </p:tgtEl>
                                        <p:attrNameLst>
                                          <p:attrName>ppt_y</p:attrName>
                                        </p:attrNameLst>
                                      </p:cBhvr>
                                      <p:tavLst>
                                        <p:tav tm="0" fmla="#ppt_y-sin(pi*$)/27">
                                          <p:val>
                                            <p:fltVal val="0"/>
                                          </p:val>
                                        </p:tav>
                                        <p:tav tm="100000">
                                          <p:val>
                                            <p:fltVal val="1"/>
                                          </p:val>
                                        </p:tav>
                                      </p:tavLst>
                                    </p:anim>
                                    <p:anim calcmode="lin" valueType="num">
                                      <p:cBhvr>
                                        <p:cTn id="410" dur="164" tmFilter="0, 0; 0.125,0.2665; 0.25,0.4; 0.375,0.465; 0.5,0.5;  0.625,0.535; 0.75,0.6; 0.875,0.7335; 1,1">
                                          <p:stCondLst>
                                            <p:cond delay="1656"/>
                                          </p:stCondLst>
                                        </p:cTn>
                                        <p:tgtEl>
                                          <p:spTgt spid="43"/>
                                        </p:tgtEl>
                                        <p:attrNameLst>
                                          <p:attrName>ppt_y</p:attrName>
                                        </p:attrNameLst>
                                      </p:cBhvr>
                                      <p:tavLst>
                                        <p:tav tm="0" fmla="#ppt_y-sin(pi*$)/81">
                                          <p:val>
                                            <p:fltVal val="0"/>
                                          </p:val>
                                        </p:tav>
                                        <p:tav tm="100000">
                                          <p:val>
                                            <p:fltVal val="1"/>
                                          </p:val>
                                        </p:tav>
                                      </p:tavLst>
                                    </p:anim>
                                    <p:animScale>
                                      <p:cBhvr>
                                        <p:cTn id="411" dur="26">
                                          <p:stCondLst>
                                            <p:cond delay="650"/>
                                          </p:stCondLst>
                                        </p:cTn>
                                        <p:tgtEl>
                                          <p:spTgt spid="43"/>
                                        </p:tgtEl>
                                      </p:cBhvr>
                                      <p:to x="100000" y="60000"/>
                                    </p:animScale>
                                    <p:animScale>
                                      <p:cBhvr>
                                        <p:cTn id="412" dur="166" decel="50000">
                                          <p:stCondLst>
                                            <p:cond delay="676"/>
                                          </p:stCondLst>
                                        </p:cTn>
                                        <p:tgtEl>
                                          <p:spTgt spid="43"/>
                                        </p:tgtEl>
                                      </p:cBhvr>
                                      <p:to x="100000" y="100000"/>
                                    </p:animScale>
                                    <p:animScale>
                                      <p:cBhvr>
                                        <p:cTn id="413" dur="26">
                                          <p:stCondLst>
                                            <p:cond delay="1312"/>
                                          </p:stCondLst>
                                        </p:cTn>
                                        <p:tgtEl>
                                          <p:spTgt spid="43"/>
                                        </p:tgtEl>
                                      </p:cBhvr>
                                      <p:to x="100000" y="80000"/>
                                    </p:animScale>
                                    <p:animScale>
                                      <p:cBhvr>
                                        <p:cTn id="414" dur="166" decel="50000">
                                          <p:stCondLst>
                                            <p:cond delay="1338"/>
                                          </p:stCondLst>
                                        </p:cTn>
                                        <p:tgtEl>
                                          <p:spTgt spid="43"/>
                                        </p:tgtEl>
                                      </p:cBhvr>
                                      <p:to x="100000" y="100000"/>
                                    </p:animScale>
                                    <p:animScale>
                                      <p:cBhvr>
                                        <p:cTn id="415" dur="26">
                                          <p:stCondLst>
                                            <p:cond delay="1642"/>
                                          </p:stCondLst>
                                        </p:cTn>
                                        <p:tgtEl>
                                          <p:spTgt spid="43"/>
                                        </p:tgtEl>
                                      </p:cBhvr>
                                      <p:to x="100000" y="90000"/>
                                    </p:animScale>
                                    <p:animScale>
                                      <p:cBhvr>
                                        <p:cTn id="416" dur="166" decel="50000">
                                          <p:stCondLst>
                                            <p:cond delay="1668"/>
                                          </p:stCondLst>
                                        </p:cTn>
                                        <p:tgtEl>
                                          <p:spTgt spid="43"/>
                                        </p:tgtEl>
                                      </p:cBhvr>
                                      <p:to x="100000" y="100000"/>
                                    </p:animScale>
                                    <p:animScale>
                                      <p:cBhvr>
                                        <p:cTn id="417" dur="26">
                                          <p:stCondLst>
                                            <p:cond delay="1808"/>
                                          </p:stCondLst>
                                        </p:cTn>
                                        <p:tgtEl>
                                          <p:spTgt spid="43"/>
                                        </p:tgtEl>
                                      </p:cBhvr>
                                      <p:to x="100000" y="95000"/>
                                    </p:animScale>
                                    <p:animScale>
                                      <p:cBhvr>
                                        <p:cTn id="418" dur="166" decel="50000">
                                          <p:stCondLst>
                                            <p:cond delay="1834"/>
                                          </p:stCondLst>
                                        </p:cTn>
                                        <p:tgtEl>
                                          <p:spTgt spid="43"/>
                                        </p:tgtEl>
                                      </p:cBhvr>
                                      <p:to x="100000" y="100000"/>
                                    </p:animScale>
                                  </p:childTnLst>
                                </p:cTn>
                              </p:par>
                              <p:par>
                                <p:cTn id="419" presetID="26" presetClass="entr" presetSubtype="0" fill="hold" grpId="0" nodeType="withEffect">
                                  <p:stCondLst>
                                    <p:cond delay="0"/>
                                  </p:stCondLst>
                                  <p:childTnLst>
                                    <p:set>
                                      <p:cBhvr>
                                        <p:cTn id="420" dur="1" fill="hold">
                                          <p:stCondLst>
                                            <p:cond delay="0"/>
                                          </p:stCondLst>
                                        </p:cTn>
                                        <p:tgtEl>
                                          <p:spTgt spid="30"/>
                                        </p:tgtEl>
                                        <p:attrNameLst>
                                          <p:attrName>style.visibility</p:attrName>
                                        </p:attrNameLst>
                                      </p:cBhvr>
                                      <p:to>
                                        <p:strVal val="visible"/>
                                      </p:to>
                                    </p:set>
                                    <p:animEffect transition="in" filter="wipe(down)">
                                      <p:cBhvr>
                                        <p:cTn id="421" dur="580">
                                          <p:stCondLst>
                                            <p:cond delay="0"/>
                                          </p:stCondLst>
                                        </p:cTn>
                                        <p:tgtEl>
                                          <p:spTgt spid="30"/>
                                        </p:tgtEl>
                                      </p:cBhvr>
                                    </p:animEffect>
                                    <p:anim calcmode="lin" valueType="num">
                                      <p:cBhvr>
                                        <p:cTn id="422" dur="1822" tmFilter="0,0; 0.14,0.36; 0.43,0.73; 0.71,0.91; 1.0,1.0">
                                          <p:stCondLst>
                                            <p:cond delay="0"/>
                                          </p:stCondLst>
                                        </p:cTn>
                                        <p:tgtEl>
                                          <p:spTgt spid="30"/>
                                        </p:tgtEl>
                                        <p:attrNameLst>
                                          <p:attrName>ppt_x</p:attrName>
                                        </p:attrNameLst>
                                      </p:cBhvr>
                                      <p:tavLst>
                                        <p:tav tm="0">
                                          <p:val>
                                            <p:strVal val="#ppt_x-0.25"/>
                                          </p:val>
                                        </p:tav>
                                        <p:tav tm="100000">
                                          <p:val>
                                            <p:strVal val="#ppt_x"/>
                                          </p:val>
                                        </p:tav>
                                      </p:tavLst>
                                    </p:anim>
                                    <p:anim calcmode="lin" valueType="num">
                                      <p:cBhvr>
                                        <p:cTn id="423" dur="664" tmFilter="0.0,0.0; 0.25,0.07; 0.50,0.2; 0.75,0.467; 1.0,1.0">
                                          <p:stCondLst>
                                            <p:cond delay="0"/>
                                          </p:stCondLst>
                                        </p:cTn>
                                        <p:tgtEl>
                                          <p:spTgt spid="30"/>
                                        </p:tgtEl>
                                        <p:attrNameLst>
                                          <p:attrName>ppt_y</p:attrName>
                                        </p:attrNameLst>
                                      </p:cBhvr>
                                      <p:tavLst>
                                        <p:tav tm="0" fmla="#ppt_y-sin(pi*$)/3">
                                          <p:val>
                                            <p:fltVal val="0.5"/>
                                          </p:val>
                                        </p:tav>
                                        <p:tav tm="100000">
                                          <p:val>
                                            <p:fltVal val="1"/>
                                          </p:val>
                                        </p:tav>
                                      </p:tavLst>
                                    </p:anim>
                                    <p:anim calcmode="lin" valueType="num">
                                      <p:cBhvr>
                                        <p:cTn id="424" dur="664" tmFilter="0, 0; 0.125,0.2665; 0.25,0.4; 0.375,0.465; 0.5,0.5;  0.625,0.535; 0.75,0.6; 0.875,0.7335; 1,1">
                                          <p:stCondLst>
                                            <p:cond delay="664"/>
                                          </p:stCondLst>
                                        </p:cTn>
                                        <p:tgtEl>
                                          <p:spTgt spid="30"/>
                                        </p:tgtEl>
                                        <p:attrNameLst>
                                          <p:attrName>ppt_y</p:attrName>
                                        </p:attrNameLst>
                                      </p:cBhvr>
                                      <p:tavLst>
                                        <p:tav tm="0" fmla="#ppt_y-sin(pi*$)/9">
                                          <p:val>
                                            <p:fltVal val="0"/>
                                          </p:val>
                                        </p:tav>
                                        <p:tav tm="100000">
                                          <p:val>
                                            <p:fltVal val="1"/>
                                          </p:val>
                                        </p:tav>
                                      </p:tavLst>
                                    </p:anim>
                                    <p:anim calcmode="lin" valueType="num">
                                      <p:cBhvr>
                                        <p:cTn id="425" dur="332" tmFilter="0, 0; 0.125,0.2665; 0.25,0.4; 0.375,0.465; 0.5,0.5;  0.625,0.535; 0.75,0.6; 0.875,0.7335; 1,1">
                                          <p:stCondLst>
                                            <p:cond delay="1324"/>
                                          </p:stCondLst>
                                        </p:cTn>
                                        <p:tgtEl>
                                          <p:spTgt spid="30"/>
                                        </p:tgtEl>
                                        <p:attrNameLst>
                                          <p:attrName>ppt_y</p:attrName>
                                        </p:attrNameLst>
                                      </p:cBhvr>
                                      <p:tavLst>
                                        <p:tav tm="0" fmla="#ppt_y-sin(pi*$)/27">
                                          <p:val>
                                            <p:fltVal val="0"/>
                                          </p:val>
                                        </p:tav>
                                        <p:tav tm="100000">
                                          <p:val>
                                            <p:fltVal val="1"/>
                                          </p:val>
                                        </p:tav>
                                      </p:tavLst>
                                    </p:anim>
                                    <p:anim calcmode="lin" valueType="num">
                                      <p:cBhvr>
                                        <p:cTn id="426" dur="164" tmFilter="0, 0; 0.125,0.2665; 0.25,0.4; 0.375,0.465; 0.5,0.5;  0.625,0.535; 0.75,0.6; 0.875,0.7335; 1,1">
                                          <p:stCondLst>
                                            <p:cond delay="1656"/>
                                          </p:stCondLst>
                                        </p:cTn>
                                        <p:tgtEl>
                                          <p:spTgt spid="30"/>
                                        </p:tgtEl>
                                        <p:attrNameLst>
                                          <p:attrName>ppt_y</p:attrName>
                                        </p:attrNameLst>
                                      </p:cBhvr>
                                      <p:tavLst>
                                        <p:tav tm="0" fmla="#ppt_y-sin(pi*$)/81">
                                          <p:val>
                                            <p:fltVal val="0"/>
                                          </p:val>
                                        </p:tav>
                                        <p:tav tm="100000">
                                          <p:val>
                                            <p:fltVal val="1"/>
                                          </p:val>
                                        </p:tav>
                                      </p:tavLst>
                                    </p:anim>
                                    <p:animScale>
                                      <p:cBhvr>
                                        <p:cTn id="427" dur="26">
                                          <p:stCondLst>
                                            <p:cond delay="650"/>
                                          </p:stCondLst>
                                        </p:cTn>
                                        <p:tgtEl>
                                          <p:spTgt spid="30"/>
                                        </p:tgtEl>
                                      </p:cBhvr>
                                      <p:to x="100000" y="60000"/>
                                    </p:animScale>
                                    <p:animScale>
                                      <p:cBhvr>
                                        <p:cTn id="428" dur="166" decel="50000">
                                          <p:stCondLst>
                                            <p:cond delay="676"/>
                                          </p:stCondLst>
                                        </p:cTn>
                                        <p:tgtEl>
                                          <p:spTgt spid="30"/>
                                        </p:tgtEl>
                                      </p:cBhvr>
                                      <p:to x="100000" y="100000"/>
                                    </p:animScale>
                                    <p:animScale>
                                      <p:cBhvr>
                                        <p:cTn id="429" dur="26">
                                          <p:stCondLst>
                                            <p:cond delay="1312"/>
                                          </p:stCondLst>
                                        </p:cTn>
                                        <p:tgtEl>
                                          <p:spTgt spid="30"/>
                                        </p:tgtEl>
                                      </p:cBhvr>
                                      <p:to x="100000" y="80000"/>
                                    </p:animScale>
                                    <p:animScale>
                                      <p:cBhvr>
                                        <p:cTn id="430" dur="166" decel="50000">
                                          <p:stCondLst>
                                            <p:cond delay="1338"/>
                                          </p:stCondLst>
                                        </p:cTn>
                                        <p:tgtEl>
                                          <p:spTgt spid="30"/>
                                        </p:tgtEl>
                                      </p:cBhvr>
                                      <p:to x="100000" y="100000"/>
                                    </p:animScale>
                                    <p:animScale>
                                      <p:cBhvr>
                                        <p:cTn id="431" dur="26">
                                          <p:stCondLst>
                                            <p:cond delay="1642"/>
                                          </p:stCondLst>
                                        </p:cTn>
                                        <p:tgtEl>
                                          <p:spTgt spid="30"/>
                                        </p:tgtEl>
                                      </p:cBhvr>
                                      <p:to x="100000" y="90000"/>
                                    </p:animScale>
                                    <p:animScale>
                                      <p:cBhvr>
                                        <p:cTn id="432" dur="166" decel="50000">
                                          <p:stCondLst>
                                            <p:cond delay="1668"/>
                                          </p:stCondLst>
                                        </p:cTn>
                                        <p:tgtEl>
                                          <p:spTgt spid="30"/>
                                        </p:tgtEl>
                                      </p:cBhvr>
                                      <p:to x="100000" y="100000"/>
                                    </p:animScale>
                                    <p:animScale>
                                      <p:cBhvr>
                                        <p:cTn id="433" dur="26">
                                          <p:stCondLst>
                                            <p:cond delay="1808"/>
                                          </p:stCondLst>
                                        </p:cTn>
                                        <p:tgtEl>
                                          <p:spTgt spid="30"/>
                                        </p:tgtEl>
                                      </p:cBhvr>
                                      <p:to x="100000" y="95000"/>
                                    </p:animScale>
                                    <p:animScale>
                                      <p:cBhvr>
                                        <p:cTn id="434" dur="166" decel="50000">
                                          <p:stCondLst>
                                            <p:cond delay="1834"/>
                                          </p:stCondLst>
                                        </p:cTn>
                                        <p:tgtEl>
                                          <p:spTgt spid="30"/>
                                        </p:tgtEl>
                                      </p:cBhvr>
                                      <p:to x="100000" y="100000"/>
                                    </p:animScale>
                                  </p:childTnLst>
                                </p:cTn>
                              </p:par>
                              <p:par>
                                <p:cTn id="435" presetID="26" presetClass="entr" presetSubtype="0" fill="hold" grpId="0" nodeType="withEffect">
                                  <p:stCondLst>
                                    <p:cond delay="0"/>
                                  </p:stCondLst>
                                  <p:childTnLst>
                                    <p:set>
                                      <p:cBhvr>
                                        <p:cTn id="436" dur="1" fill="hold">
                                          <p:stCondLst>
                                            <p:cond delay="0"/>
                                          </p:stCondLst>
                                        </p:cTn>
                                        <p:tgtEl>
                                          <p:spTgt spid="48"/>
                                        </p:tgtEl>
                                        <p:attrNameLst>
                                          <p:attrName>style.visibility</p:attrName>
                                        </p:attrNameLst>
                                      </p:cBhvr>
                                      <p:to>
                                        <p:strVal val="visible"/>
                                      </p:to>
                                    </p:set>
                                    <p:animEffect transition="in" filter="wipe(down)">
                                      <p:cBhvr>
                                        <p:cTn id="437" dur="580">
                                          <p:stCondLst>
                                            <p:cond delay="0"/>
                                          </p:stCondLst>
                                        </p:cTn>
                                        <p:tgtEl>
                                          <p:spTgt spid="48"/>
                                        </p:tgtEl>
                                      </p:cBhvr>
                                    </p:animEffect>
                                    <p:anim calcmode="lin" valueType="num">
                                      <p:cBhvr>
                                        <p:cTn id="438" dur="1822" tmFilter="0,0; 0.14,0.36; 0.43,0.73; 0.71,0.91; 1.0,1.0">
                                          <p:stCondLst>
                                            <p:cond delay="0"/>
                                          </p:stCondLst>
                                        </p:cTn>
                                        <p:tgtEl>
                                          <p:spTgt spid="48"/>
                                        </p:tgtEl>
                                        <p:attrNameLst>
                                          <p:attrName>ppt_x</p:attrName>
                                        </p:attrNameLst>
                                      </p:cBhvr>
                                      <p:tavLst>
                                        <p:tav tm="0">
                                          <p:val>
                                            <p:strVal val="#ppt_x-0.25"/>
                                          </p:val>
                                        </p:tav>
                                        <p:tav tm="100000">
                                          <p:val>
                                            <p:strVal val="#ppt_x"/>
                                          </p:val>
                                        </p:tav>
                                      </p:tavLst>
                                    </p:anim>
                                    <p:anim calcmode="lin" valueType="num">
                                      <p:cBhvr>
                                        <p:cTn id="439" dur="664" tmFilter="0.0,0.0; 0.25,0.07; 0.50,0.2; 0.75,0.467; 1.0,1.0">
                                          <p:stCondLst>
                                            <p:cond delay="0"/>
                                          </p:stCondLst>
                                        </p:cTn>
                                        <p:tgtEl>
                                          <p:spTgt spid="48"/>
                                        </p:tgtEl>
                                        <p:attrNameLst>
                                          <p:attrName>ppt_y</p:attrName>
                                        </p:attrNameLst>
                                      </p:cBhvr>
                                      <p:tavLst>
                                        <p:tav tm="0" fmla="#ppt_y-sin(pi*$)/3">
                                          <p:val>
                                            <p:fltVal val="0.5"/>
                                          </p:val>
                                        </p:tav>
                                        <p:tav tm="100000">
                                          <p:val>
                                            <p:fltVal val="1"/>
                                          </p:val>
                                        </p:tav>
                                      </p:tavLst>
                                    </p:anim>
                                    <p:anim calcmode="lin" valueType="num">
                                      <p:cBhvr>
                                        <p:cTn id="440" dur="664" tmFilter="0, 0; 0.125,0.2665; 0.25,0.4; 0.375,0.465; 0.5,0.5;  0.625,0.535; 0.75,0.6; 0.875,0.7335; 1,1">
                                          <p:stCondLst>
                                            <p:cond delay="664"/>
                                          </p:stCondLst>
                                        </p:cTn>
                                        <p:tgtEl>
                                          <p:spTgt spid="48"/>
                                        </p:tgtEl>
                                        <p:attrNameLst>
                                          <p:attrName>ppt_y</p:attrName>
                                        </p:attrNameLst>
                                      </p:cBhvr>
                                      <p:tavLst>
                                        <p:tav tm="0" fmla="#ppt_y-sin(pi*$)/9">
                                          <p:val>
                                            <p:fltVal val="0"/>
                                          </p:val>
                                        </p:tav>
                                        <p:tav tm="100000">
                                          <p:val>
                                            <p:fltVal val="1"/>
                                          </p:val>
                                        </p:tav>
                                      </p:tavLst>
                                    </p:anim>
                                    <p:anim calcmode="lin" valueType="num">
                                      <p:cBhvr>
                                        <p:cTn id="441" dur="332" tmFilter="0, 0; 0.125,0.2665; 0.25,0.4; 0.375,0.465; 0.5,0.5;  0.625,0.535; 0.75,0.6; 0.875,0.7335; 1,1">
                                          <p:stCondLst>
                                            <p:cond delay="1324"/>
                                          </p:stCondLst>
                                        </p:cTn>
                                        <p:tgtEl>
                                          <p:spTgt spid="48"/>
                                        </p:tgtEl>
                                        <p:attrNameLst>
                                          <p:attrName>ppt_y</p:attrName>
                                        </p:attrNameLst>
                                      </p:cBhvr>
                                      <p:tavLst>
                                        <p:tav tm="0" fmla="#ppt_y-sin(pi*$)/27">
                                          <p:val>
                                            <p:fltVal val="0"/>
                                          </p:val>
                                        </p:tav>
                                        <p:tav tm="100000">
                                          <p:val>
                                            <p:fltVal val="1"/>
                                          </p:val>
                                        </p:tav>
                                      </p:tavLst>
                                    </p:anim>
                                    <p:anim calcmode="lin" valueType="num">
                                      <p:cBhvr>
                                        <p:cTn id="442" dur="164" tmFilter="0, 0; 0.125,0.2665; 0.25,0.4; 0.375,0.465; 0.5,0.5;  0.625,0.535; 0.75,0.6; 0.875,0.7335; 1,1">
                                          <p:stCondLst>
                                            <p:cond delay="1656"/>
                                          </p:stCondLst>
                                        </p:cTn>
                                        <p:tgtEl>
                                          <p:spTgt spid="48"/>
                                        </p:tgtEl>
                                        <p:attrNameLst>
                                          <p:attrName>ppt_y</p:attrName>
                                        </p:attrNameLst>
                                      </p:cBhvr>
                                      <p:tavLst>
                                        <p:tav tm="0" fmla="#ppt_y-sin(pi*$)/81">
                                          <p:val>
                                            <p:fltVal val="0"/>
                                          </p:val>
                                        </p:tav>
                                        <p:tav tm="100000">
                                          <p:val>
                                            <p:fltVal val="1"/>
                                          </p:val>
                                        </p:tav>
                                      </p:tavLst>
                                    </p:anim>
                                    <p:animScale>
                                      <p:cBhvr>
                                        <p:cTn id="443" dur="26">
                                          <p:stCondLst>
                                            <p:cond delay="650"/>
                                          </p:stCondLst>
                                        </p:cTn>
                                        <p:tgtEl>
                                          <p:spTgt spid="48"/>
                                        </p:tgtEl>
                                      </p:cBhvr>
                                      <p:to x="100000" y="60000"/>
                                    </p:animScale>
                                    <p:animScale>
                                      <p:cBhvr>
                                        <p:cTn id="444" dur="166" decel="50000">
                                          <p:stCondLst>
                                            <p:cond delay="676"/>
                                          </p:stCondLst>
                                        </p:cTn>
                                        <p:tgtEl>
                                          <p:spTgt spid="48"/>
                                        </p:tgtEl>
                                      </p:cBhvr>
                                      <p:to x="100000" y="100000"/>
                                    </p:animScale>
                                    <p:animScale>
                                      <p:cBhvr>
                                        <p:cTn id="445" dur="26">
                                          <p:stCondLst>
                                            <p:cond delay="1312"/>
                                          </p:stCondLst>
                                        </p:cTn>
                                        <p:tgtEl>
                                          <p:spTgt spid="48"/>
                                        </p:tgtEl>
                                      </p:cBhvr>
                                      <p:to x="100000" y="80000"/>
                                    </p:animScale>
                                    <p:animScale>
                                      <p:cBhvr>
                                        <p:cTn id="446" dur="166" decel="50000">
                                          <p:stCondLst>
                                            <p:cond delay="1338"/>
                                          </p:stCondLst>
                                        </p:cTn>
                                        <p:tgtEl>
                                          <p:spTgt spid="48"/>
                                        </p:tgtEl>
                                      </p:cBhvr>
                                      <p:to x="100000" y="100000"/>
                                    </p:animScale>
                                    <p:animScale>
                                      <p:cBhvr>
                                        <p:cTn id="447" dur="26">
                                          <p:stCondLst>
                                            <p:cond delay="1642"/>
                                          </p:stCondLst>
                                        </p:cTn>
                                        <p:tgtEl>
                                          <p:spTgt spid="48"/>
                                        </p:tgtEl>
                                      </p:cBhvr>
                                      <p:to x="100000" y="90000"/>
                                    </p:animScale>
                                    <p:animScale>
                                      <p:cBhvr>
                                        <p:cTn id="448" dur="166" decel="50000">
                                          <p:stCondLst>
                                            <p:cond delay="1668"/>
                                          </p:stCondLst>
                                        </p:cTn>
                                        <p:tgtEl>
                                          <p:spTgt spid="48"/>
                                        </p:tgtEl>
                                      </p:cBhvr>
                                      <p:to x="100000" y="100000"/>
                                    </p:animScale>
                                    <p:animScale>
                                      <p:cBhvr>
                                        <p:cTn id="449" dur="26">
                                          <p:stCondLst>
                                            <p:cond delay="1808"/>
                                          </p:stCondLst>
                                        </p:cTn>
                                        <p:tgtEl>
                                          <p:spTgt spid="48"/>
                                        </p:tgtEl>
                                      </p:cBhvr>
                                      <p:to x="100000" y="95000"/>
                                    </p:animScale>
                                    <p:animScale>
                                      <p:cBhvr>
                                        <p:cTn id="450" dur="166" decel="50000">
                                          <p:stCondLst>
                                            <p:cond delay="1834"/>
                                          </p:stCondLst>
                                        </p:cTn>
                                        <p:tgtEl>
                                          <p:spTgt spid="48"/>
                                        </p:tgtEl>
                                      </p:cBhvr>
                                      <p:to x="100000" y="100000"/>
                                    </p:animScale>
                                  </p:childTnLst>
                                </p:cTn>
                              </p:par>
                              <p:par>
                                <p:cTn id="451" presetID="26" presetClass="entr" presetSubtype="0" fill="hold" grpId="0" nodeType="withEffect">
                                  <p:stCondLst>
                                    <p:cond delay="0"/>
                                  </p:stCondLst>
                                  <p:childTnLst>
                                    <p:set>
                                      <p:cBhvr>
                                        <p:cTn id="452" dur="1" fill="hold">
                                          <p:stCondLst>
                                            <p:cond delay="0"/>
                                          </p:stCondLst>
                                        </p:cTn>
                                        <p:tgtEl>
                                          <p:spTgt spid="39"/>
                                        </p:tgtEl>
                                        <p:attrNameLst>
                                          <p:attrName>style.visibility</p:attrName>
                                        </p:attrNameLst>
                                      </p:cBhvr>
                                      <p:to>
                                        <p:strVal val="visible"/>
                                      </p:to>
                                    </p:set>
                                    <p:animEffect transition="in" filter="wipe(down)">
                                      <p:cBhvr>
                                        <p:cTn id="453" dur="580">
                                          <p:stCondLst>
                                            <p:cond delay="0"/>
                                          </p:stCondLst>
                                        </p:cTn>
                                        <p:tgtEl>
                                          <p:spTgt spid="39"/>
                                        </p:tgtEl>
                                      </p:cBhvr>
                                    </p:animEffect>
                                    <p:anim calcmode="lin" valueType="num">
                                      <p:cBhvr>
                                        <p:cTn id="454" dur="1822" tmFilter="0,0; 0.14,0.36; 0.43,0.73; 0.71,0.91; 1.0,1.0">
                                          <p:stCondLst>
                                            <p:cond delay="0"/>
                                          </p:stCondLst>
                                        </p:cTn>
                                        <p:tgtEl>
                                          <p:spTgt spid="39"/>
                                        </p:tgtEl>
                                        <p:attrNameLst>
                                          <p:attrName>ppt_x</p:attrName>
                                        </p:attrNameLst>
                                      </p:cBhvr>
                                      <p:tavLst>
                                        <p:tav tm="0">
                                          <p:val>
                                            <p:strVal val="#ppt_x-0.25"/>
                                          </p:val>
                                        </p:tav>
                                        <p:tav tm="100000">
                                          <p:val>
                                            <p:strVal val="#ppt_x"/>
                                          </p:val>
                                        </p:tav>
                                      </p:tavLst>
                                    </p:anim>
                                    <p:anim calcmode="lin" valueType="num">
                                      <p:cBhvr>
                                        <p:cTn id="455" dur="664" tmFilter="0.0,0.0; 0.25,0.07; 0.50,0.2; 0.75,0.467; 1.0,1.0">
                                          <p:stCondLst>
                                            <p:cond delay="0"/>
                                          </p:stCondLst>
                                        </p:cTn>
                                        <p:tgtEl>
                                          <p:spTgt spid="39"/>
                                        </p:tgtEl>
                                        <p:attrNameLst>
                                          <p:attrName>ppt_y</p:attrName>
                                        </p:attrNameLst>
                                      </p:cBhvr>
                                      <p:tavLst>
                                        <p:tav tm="0" fmla="#ppt_y-sin(pi*$)/3">
                                          <p:val>
                                            <p:fltVal val="0.5"/>
                                          </p:val>
                                        </p:tav>
                                        <p:tav tm="100000">
                                          <p:val>
                                            <p:fltVal val="1"/>
                                          </p:val>
                                        </p:tav>
                                      </p:tavLst>
                                    </p:anim>
                                    <p:anim calcmode="lin" valueType="num">
                                      <p:cBhvr>
                                        <p:cTn id="456" dur="664" tmFilter="0, 0; 0.125,0.2665; 0.25,0.4; 0.375,0.465; 0.5,0.5;  0.625,0.535; 0.75,0.6; 0.875,0.7335; 1,1">
                                          <p:stCondLst>
                                            <p:cond delay="664"/>
                                          </p:stCondLst>
                                        </p:cTn>
                                        <p:tgtEl>
                                          <p:spTgt spid="39"/>
                                        </p:tgtEl>
                                        <p:attrNameLst>
                                          <p:attrName>ppt_y</p:attrName>
                                        </p:attrNameLst>
                                      </p:cBhvr>
                                      <p:tavLst>
                                        <p:tav tm="0" fmla="#ppt_y-sin(pi*$)/9">
                                          <p:val>
                                            <p:fltVal val="0"/>
                                          </p:val>
                                        </p:tav>
                                        <p:tav tm="100000">
                                          <p:val>
                                            <p:fltVal val="1"/>
                                          </p:val>
                                        </p:tav>
                                      </p:tavLst>
                                    </p:anim>
                                    <p:anim calcmode="lin" valueType="num">
                                      <p:cBhvr>
                                        <p:cTn id="457" dur="332" tmFilter="0, 0; 0.125,0.2665; 0.25,0.4; 0.375,0.465; 0.5,0.5;  0.625,0.535; 0.75,0.6; 0.875,0.7335; 1,1">
                                          <p:stCondLst>
                                            <p:cond delay="1324"/>
                                          </p:stCondLst>
                                        </p:cTn>
                                        <p:tgtEl>
                                          <p:spTgt spid="39"/>
                                        </p:tgtEl>
                                        <p:attrNameLst>
                                          <p:attrName>ppt_y</p:attrName>
                                        </p:attrNameLst>
                                      </p:cBhvr>
                                      <p:tavLst>
                                        <p:tav tm="0" fmla="#ppt_y-sin(pi*$)/27">
                                          <p:val>
                                            <p:fltVal val="0"/>
                                          </p:val>
                                        </p:tav>
                                        <p:tav tm="100000">
                                          <p:val>
                                            <p:fltVal val="1"/>
                                          </p:val>
                                        </p:tav>
                                      </p:tavLst>
                                    </p:anim>
                                    <p:anim calcmode="lin" valueType="num">
                                      <p:cBhvr>
                                        <p:cTn id="458" dur="164" tmFilter="0, 0; 0.125,0.2665; 0.25,0.4; 0.375,0.465; 0.5,0.5;  0.625,0.535; 0.75,0.6; 0.875,0.7335; 1,1">
                                          <p:stCondLst>
                                            <p:cond delay="1656"/>
                                          </p:stCondLst>
                                        </p:cTn>
                                        <p:tgtEl>
                                          <p:spTgt spid="39"/>
                                        </p:tgtEl>
                                        <p:attrNameLst>
                                          <p:attrName>ppt_y</p:attrName>
                                        </p:attrNameLst>
                                      </p:cBhvr>
                                      <p:tavLst>
                                        <p:tav tm="0" fmla="#ppt_y-sin(pi*$)/81">
                                          <p:val>
                                            <p:fltVal val="0"/>
                                          </p:val>
                                        </p:tav>
                                        <p:tav tm="100000">
                                          <p:val>
                                            <p:fltVal val="1"/>
                                          </p:val>
                                        </p:tav>
                                      </p:tavLst>
                                    </p:anim>
                                    <p:animScale>
                                      <p:cBhvr>
                                        <p:cTn id="459" dur="26">
                                          <p:stCondLst>
                                            <p:cond delay="650"/>
                                          </p:stCondLst>
                                        </p:cTn>
                                        <p:tgtEl>
                                          <p:spTgt spid="39"/>
                                        </p:tgtEl>
                                      </p:cBhvr>
                                      <p:to x="100000" y="60000"/>
                                    </p:animScale>
                                    <p:animScale>
                                      <p:cBhvr>
                                        <p:cTn id="460" dur="166" decel="50000">
                                          <p:stCondLst>
                                            <p:cond delay="676"/>
                                          </p:stCondLst>
                                        </p:cTn>
                                        <p:tgtEl>
                                          <p:spTgt spid="39"/>
                                        </p:tgtEl>
                                      </p:cBhvr>
                                      <p:to x="100000" y="100000"/>
                                    </p:animScale>
                                    <p:animScale>
                                      <p:cBhvr>
                                        <p:cTn id="461" dur="26">
                                          <p:stCondLst>
                                            <p:cond delay="1312"/>
                                          </p:stCondLst>
                                        </p:cTn>
                                        <p:tgtEl>
                                          <p:spTgt spid="39"/>
                                        </p:tgtEl>
                                      </p:cBhvr>
                                      <p:to x="100000" y="80000"/>
                                    </p:animScale>
                                    <p:animScale>
                                      <p:cBhvr>
                                        <p:cTn id="462" dur="166" decel="50000">
                                          <p:stCondLst>
                                            <p:cond delay="1338"/>
                                          </p:stCondLst>
                                        </p:cTn>
                                        <p:tgtEl>
                                          <p:spTgt spid="39"/>
                                        </p:tgtEl>
                                      </p:cBhvr>
                                      <p:to x="100000" y="100000"/>
                                    </p:animScale>
                                    <p:animScale>
                                      <p:cBhvr>
                                        <p:cTn id="463" dur="26">
                                          <p:stCondLst>
                                            <p:cond delay="1642"/>
                                          </p:stCondLst>
                                        </p:cTn>
                                        <p:tgtEl>
                                          <p:spTgt spid="39"/>
                                        </p:tgtEl>
                                      </p:cBhvr>
                                      <p:to x="100000" y="90000"/>
                                    </p:animScale>
                                    <p:animScale>
                                      <p:cBhvr>
                                        <p:cTn id="464" dur="166" decel="50000">
                                          <p:stCondLst>
                                            <p:cond delay="1668"/>
                                          </p:stCondLst>
                                        </p:cTn>
                                        <p:tgtEl>
                                          <p:spTgt spid="39"/>
                                        </p:tgtEl>
                                      </p:cBhvr>
                                      <p:to x="100000" y="100000"/>
                                    </p:animScale>
                                    <p:animScale>
                                      <p:cBhvr>
                                        <p:cTn id="465" dur="26">
                                          <p:stCondLst>
                                            <p:cond delay="1808"/>
                                          </p:stCondLst>
                                        </p:cTn>
                                        <p:tgtEl>
                                          <p:spTgt spid="39"/>
                                        </p:tgtEl>
                                      </p:cBhvr>
                                      <p:to x="100000" y="95000"/>
                                    </p:animScale>
                                    <p:animScale>
                                      <p:cBhvr>
                                        <p:cTn id="466" dur="166" decel="50000">
                                          <p:stCondLst>
                                            <p:cond delay="1834"/>
                                          </p:stCondLst>
                                        </p:cTn>
                                        <p:tgtEl>
                                          <p:spTgt spid="39"/>
                                        </p:tgtEl>
                                      </p:cBhvr>
                                      <p:to x="100000" y="100000"/>
                                    </p:animScale>
                                  </p:childTnLst>
                                </p:cTn>
                              </p:par>
                            </p:childTnLst>
                          </p:cTn>
                        </p:par>
                      </p:childTnLst>
                    </p:cTn>
                  </p:par>
                  <p:par>
                    <p:cTn id="467" fill="hold">
                      <p:stCondLst>
                        <p:cond delay="indefinite"/>
                      </p:stCondLst>
                      <p:childTnLst>
                        <p:par>
                          <p:cTn id="468" fill="hold">
                            <p:stCondLst>
                              <p:cond delay="0"/>
                            </p:stCondLst>
                            <p:childTnLst>
                              <p:par>
                                <p:cTn id="469" presetID="26" presetClass="entr" presetSubtype="0" fill="hold" grpId="0" nodeType="clickEffect">
                                  <p:stCondLst>
                                    <p:cond delay="0"/>
                                  </p:stCondLst>
                                  <p:childTnLst>
                                    <p:set>
                                      <p:cBhvr>
                                        <p:cTn id="470" dur="1" fill="hold">
                                          <p:stCondLst>
                                            <p:cond delay="0"/>
                                          </p:stCondLst>
                                        </p:cTn>
                                        <p:tgtEl>
                                          <p:spTgt spid="38"/>
                                        </p:tgtEl>
                                        <p:attrNameLst>
                                          <p:attrName>style.visibility</p:attrName>
                                        </p:attrNameLst>
                                      </p:cBhvr>
                                      <p:to>
                                        <p:strVal val="visible"/>
                                      </p:to>
                                    </p:set>
                                    <p:animEffect transition="in" filter="wipe(down)">
                                      <p:cBhvr>
                                        <p:cTn id="471" dur="580">
                                          <p:stCondLst>
                                            <p:cond delay="0"/>
                                          </p:stCondLst>
                                        </p:cTn>
                                        <p:tgtEl>
                                          <p:spTgt spid="38"/>
                                        </p:tgtEl>
                                      </p:cBhvr>
                                    </p:animEffect>
                                    <p:anim calcmode="lin" valueType="num">
                                      <p:cBhvr>
                                        <p:cTn id="472" dur="1822" tmFilter="0,0; 0.14,0.36; 0.43,0.73; 0.71,0.91; 1.0,1.0">
                                          <p:stCondLst>
                                            <p:cond delay="0"/>
                                          </p:stCondLst>
                                        </p:cTn>
                                        <p:tgtEl>
                                          <p:spTgt spid="38"/>
                                        </p:tgtEl>
                                        <p:attrNameLst>
                                          <p:attrName>ppt_x</p:attrName>
                                        </p:attrNameLst>
                                      </p:cBhvr>
                                      <p:tavLst>
                                        <p:tav tm="0">
                                          <p:val>
                                            <p:strVal val="#ppt_x-0.25"/>
                                          </p:val>
                                        </p:tav>
                                        <p:tav tm="100000">
                                          <p:val>
                                            <p:strVal val="#ppt_x"/>
                                          </p:val>
                                        </p:tav>
                                      </p:tavLst>
                                    </p:anim>
                                    <p:anim calcmode="lin" valueType="num">
                                      <p:cBhvr>
                                        <p:cTn id="473" dur="664" tmFilter="0.0,0.0; 0.25,0.07; 0.50,0.2; 0.75,0.467; 1.0,1.0">
                                          <p:stCondLst>
                                            <p:cond delay="0"/>
                                          </p:stCondLst>
                                        </p:cTn>
                                        <p:tgtEl>
                                          <p:spTgt spid="38"/>
                                        </p:tgtEl>
                                        <p:attrNameLst>
                                          <p:attrName>ppt_y</p:attrName>
                                        </p:attrNameLst>
                                      </p:cBhvr>
                                      <p:tavLst>
                                        <p:tav tm="0" fmla="#ppt_y-sin(pi*$)/3">
                                          <p:val>
                                            <p:fltVal val="0.5"/>
                                          </p:val>
                                        </p:tav>
                                        <p:tav tm="100000">
                                          <p:val>
                                            <p:fltVal val="1"/>
                                          </p:val>
                                        </p:tav>
                                      </p:tavLst>
                                    </p:anim>
                                    <p:anim calcmode="lin" valueType="num">
                                      <p:cBhvr>
                                        <p:cTn id="474" dur="664" tmFilter="0, 0; 0.125,0.2665; 0.25,0.4; 0.375,0.465; 0.5,0.5;  0.625,0.535; 0.75,0.6; 0.875,0.7335; 1,1">
                                          <p:stCondLst>
                                            <p:cond delay="664"/>
                                          </p:stCondLst>
                                        </p:cTn>
                                        <p:tgtEl>
                                          <p:spTgt spid="38"/>
                                        </p:tgtEl>
                                        <p:attrNameLst>
                                          <p:attrName>ppt_y</p:attrName>
                                        </p:attrNameLst>
                                      </p:cBhvr>
                                      <p:tavLst>
                                        <p:tav tm="0" fmla="#ppt_y-sin(pi*$)/9">
                                          <p:val>
                                            <p:fltVal val="0"/>
                                          </p:val>
                                        </p:tav>
                                        <p:tav tm="100000">
                                          <p:val>
                                            <p:fltVal val="1"/>
                                          </p:val>
                                        </p:tav>
                                      </p:tavLst>
                                    </p:anim>
                                    <p:anim calcmode="lin" valueType="num">
                                      <p:cBhvr>
                                        <p:cTn id="475" dur="332" tmFilter="0, 0; 0.125,0.2665; 0.25,0.4; 0.375,0.465; 0.5,0.5;  0.625,0.535; 0.75,0.6; 0.875,0.7335; 1,1">
                                          <p:stCondLst>
                                            <p:cond delay="1324"/>
                                          </p:stCondLst>
                                        </p:cTn>
                                        <p:tgtEl>
                                          <p:spTgt spid="38"/>
                                        </p:tgtEl>
                                        <p:attrNameLst>
                                          <p:attrName>ppt_y</p:attrName>
                                        </p:attrNameLst>
                                      </p:cBhvr>
                                      <p:tavLst>
                                        <p:tav tm="0" fmla="#ppt_y-sin(pi*$)/27">
                                          <p:val>
                                            <p:fltVal val="0"/>
                                          </p:val>
                                        </p:tav>
                                        <p:tav tm="100000">
                                          <p:val>
                                            <p:fltVal val="1"/>
                                          </p:val>
                                        </p:tav>
                                      </p:tavLst>
                                    </p:anim>
                                    <p:anim calcmode="lin" valueType="num">
                                      <p:cBhvr>
                                        <p:cTn id="476" dur="164" tmFilter="0, 0; 0.125,0.2665; 0.25,0.4; 0.375,0.465; 0.5,0.5;  0.625,0.535; 0.75,0.6; 0.875,0.7335; 1,1">
                                          <p:stCondLst>
                                            <p:cond delay="1656"/>
                                          </p:stCondLst>
                                        </p:cTn>
                                        <p:tgtEl>
                                          <p:spTgt spid="38"/>
                                        </p:tgtEl>
                                        <p:attrNameLst>
                                          <p:attrName>ppt_y</p:attrName>
                                        </p:attrNameLst>
                                      </p:cBhvr>
                                      <p:tavLst>
                                        <p:tav tm="0" fmla="#ppt_y-sin(pi*$)/81">
                                          <p:val>
                                            <p:fltVal val="0"/>
                                          </p:val>
                                        </p:tav>
                                        <p:tav tm="100000">
                                          <p:val>
                                            <p:fltVal val="1"/>
                                          </p:val>
                                        </p:tav>
                                      </p:tavLst>
                                    </p:anim>
                                    <p:animScale>
                                      <p:cBhvr>
                                        <p:cTn id="477" dur="26">
                                          <p:stCondLst>
                                            <p:cond delay="650"/>
                                          </p:stCondLst>
                                        </p:cTn>
                                        <p:tgtEl>
                                          <p:spTgt spid="38"/>
                                        </p:tgtEl>
                                      </p:cBhvr>
                                      <p:to x="100000" y="60000"/>
                                    </p:animScale>
                                    <p:animScale>
                                      <p:cBhvr>
                                        <p:cTn id="478" dur="166" decel="50000">
                                          <p:stCondLst>
                                            <p:cond delay="676"/>
                                          </p:stCondLst>
                                        </p:cTn>
                                        <p:tgtEl>
                                          <p:spTgt spid="38"/>
                                        </p:tgtEl>
                                      </p:cBhvr>
                                      <p:to x="100000" y="100000"/>
                                    </p:animScale>
                                    <p:animScale>
                                      <p:cBhvr>
                                        <p:cTn id="479" dur="26">
                                          <p:stCondLst>
                                            <p:cond delay="1312"/>
                                          </p:stCondLst>
                                        </p:cTn>
                                        <p:tgtEl>
                                          <p:spTgt spid="38"/>
                                        </p:tgtEl>
                                      </p:cBhvr>
                                      <p:to x="100000" y="80000"/>
                                    </p:animScale>
                                    <p:animScale>
                                      <p:cBhvr>
                                        <p:cTn id="480" dur="166" decel="50000">
                                          <p:stCondLst>
                                            <p:cond delay="1338"/>
                                          </p:stCondLst>
                                        </p:cTn>
                                        <p:tgtEl>
                                          <p:spTgt spid="38"/>
                                        </p:tgtEl>
                                      </p:cBhvr>
                                      <p:to x="100000" y="100000"/>
                                    </p:animScale>
                                    <p:animScale>
                                      <p:cBhvr>
                                        <p:cTn id="481" dur="26">
                                          <p:stCondLst>
                                            <p:cond delay="1642"/>
                                          </p:stCondLst>
                                        </p:cTn>
                                        <p:tgtEl>
                                          <p:spTgt spid="38"/>
                                        </p:tgtEl>
                                      </p:cBhvr>
                                      <p:to x="100000" y="90000"/>
                                    </p:animScale>
                                    <p:animScale>
                                      <p:cBhvr>
                                        <p:cTn id="482" dur="166" decel="50000">
                                          <p:stCondLst>
                                            <p:cond delay="1668"/>
                                          </p:stCondLst>
                                        </p:cTn>
                                        <p:tgtEl>
                                          <p:spTgt spid="38"/>
                                        </p:tgtEl>
                                      </p:cBhvr>
                                      <p:to x="100000" y="100000"/>
                                    </p:animScale>
                                    <p:animScale>
                                      <p:cBhvr>
                                        <p:cTn id="483" dur="26">
                                          <p:stCondLst>
                                            <p:cond delay="1808"/>
                                          </p:stCondLst>
                                        </p:cTn>
                                        <p:tgtEl>
                                          <p:spTgt spid="38"/>
                                        </p:tgtEl>
                                      </p:cBhvr>
                                      <p:to x="100000" y="95000"/>
                                    </p:animScale>
                                    <p:animScale>
                                      <p:cBhvr>
                                        <p:cTn id="484" dur="166" decel="50000">
                                          <p:stCondLst>
                                            <p:cond delay="1834"/>
                                          </p:stCondLst>
                                        </p:cTn>
                                        <p:tgtEl>
                                          <p:spTgt spid="38"/>
                                        </p:tgtEl>
                                      </p:cBhvr>
                                      <p:to x="100000" y="100000"/>
                                    </p:animScale>
                                  </p:childTnLst>
                                </p:cTn>
                              </p:par>
                            </p:childTnLst>
                          </p:cTn>
                        </p:par>
                      </p:childTnLst>
                    </p:cTn>
                  </p:par>
                  <p:par>
                    <p:cTn id="485" fill="hold">
                      <p:stCondLst>
                        <p:cond delay="indefinite"/>
                      </p:stCondLst>
                      <p:childTnLst>
                        <p:par>
                          <p:cTn id="486" fill="hold">
                            <p:stCondLst>
                              <p:cond delay="0"/>
                            </p:stCondLst>
                            <p:childTnLst>
                              <p:par>
                                <p:cTn id="487" presetID="26" presetClass="entr" presetSubtype="0" fill="hold" grpId="0" nodeType="clickEffect">
                                  <p:stCondLst>
                                    <p:cond delay="0"/>
                                  </p:stCondLst>
                                  <p:childTnLst>
                                    <p:set>
                                      <p:cBhvr>
                                        <p:cTn id="488" dur="1" fill="hold">
                                          <p:stCondLst>
                                            <p:cond delay="0"/>
                                          </p:stCondLst>
                                        </p:cTn>
                                        <p:tgtEl>
                                          <p:spTgt spid="6"/>
                                        </p:tgtEl>
                                        <p:attrNameLst>
                                          <p:attrName>style.visibility</p:attrName>
                                        </p:attrNameLst>
                                      </p:cBhvr>
                                      <p:to>
                                        <p:strVal val="visible"/>
                                      </p:to>
                                    </p:set>
                                    <p:animEffect transition="in" filter="wipe(down)">
                                      <p:cBhvr>
                                        <p:cTn id="489" dur="580">
                                          <p:stCondLst>
                                            <p:cond delay="0"/>
                                          </p:stCondLst>
                                        </p:cTn>
                                        <p:tgtEl>
                                          <p:spTgt spid="6"/>
                                        </p:tgtEl>
                                      </p:cBhvr>
                                    </p:animEffect>
                                    <p:anim calcmode="lin" valueType="num">
                                      <p:cBhvr>
                                        <p:cTn id="490"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491"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492"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493"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494"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495" dur="26">
                                          <p:stCondLst>
                                            <p:cond delay="650"/>
                                          </p:stCondLst>
                                        </p:cTn>
                                        <p:tgtEl>
                                          <p:spTgt spid="6"/>
                                        </p:tgtEl>
                                      </p:cBhvr>
                                      <p:to x="100000" y="60000"/>
                                    </p:animScale>
                                    <p:animScale>
                                      <p:cBhvr>
                                        <p:cTn id="496" dur="166" decel="50000">
                                          <p:stCondLst>
                                            <p:cond delay="676"/>
                                          </p:stCondLst>
                                        </p:cTn>
                                        <p:tgtEl>
                                          <p:spTgt spid="6"/>
                                        </p:tgtEl>
                                      </p:cBhvr>
                                      <p:to x="100000" y="100000"/>
                                    </p:animScale>
                                    <p:animScale>
                                      <p:cBhvr>
                                        <p:cTn id="497" dur="26">
                                          <p:stCondLst>
                                            <p:cond delay="1312"/>
                                          </p:stCondLst>
                                        </p:cTn>
                                        <p:tgtEl>
                                          <p:spTgt spid="6"/>
                                        </p:tgtEl>
                                      </p:cBhvr>
                                      <p:to x="100000" y="80000"/>
                                    </p:animScale>
                                    <p:animScale>
                                      <p:cBhvr>
                                        <p:cTn id="498" dur="166" decel="50000">
                                          <p:stCondLst>
                                            <p:cond delay="1338"/>
                                          </p:stCondLst>
                                        </p:cTn>
                                        <p:tgtEl>
                                          <p:spTgt spid="6"/>
                                        </p:tgtEl>
                                      </p:cBhvr>
                                      <p:to x="100000" y="100000"/>
                                    </p:animScale>
                                    <p:animScale>
                                      <p:cBhvr>
                                        <p:cTn id="499" dur="26">
                                          <p:stCondLst>
                                            <p:cond delay="1642"/>
                                          </p:stCondLst>
                                        </p:cTn>
                                        <p:tgtEl>
                                          <p:spTgt spid="6"/>
                                        </p:tgtEl>
                                      </p:cBhvr>
                                      <p:to x="100000" y="90000"/>
                                    </p:animScale>
                                    <p:animScale>
                                      <p:cBhvr>
                                        <p:cTn id="500" dur="166" decel="50000">
                                          <p:stCondLst>
                                            <p:cond delay="1668"/>
                                          </p:stCondLst>
                                        </p:cTn>
                                        <p:tgtEl>
                                          <p:spTgt spid="6"/>
                                        </p:tgtEl>
                                      </p:cBhvr>
                                      <p:to x="100000" y="100000"/>
                                    </p:animScale>
                                    <p:animScale>
                                      <p:cBhvr>
                                        <p:cTn id="501" dur="26">
                                          <p:stCondLst>
                                            <p:cond delay="1808"/>
                                          </p:stCondLst>
                                        </p:cTn>
                                        <p:tgtEl>
                                          <p:spTgt spid="6"/>
                                        </p:tgtEl>
                                      </p:cBhvr>
                                      <p:to x="100000" y="95000"/>
                                    </p:animScale>
                                    <p:animScale>
                                      <p:cBhvr>
                                        <p:cTn id="502" dur="166" decel="50000">
                                          <p:stCondLst>
                                            <p:cond delay="1834"/>
                                          </p:stCondLst>
                                        </p:cTn>
                                        <p:tgtEl>
                                          <p:spTgt spid="6"/>
                                        </p:tgtEl>
                                      </p:cBhvr>
                                      <p:to x="100000" y="100000"/>
                                    </p:animScale>
                                  </p:childTnLst>
                                </p:cTn>
                              </p:par>
                              <p:par>
                                <p:cTn id="503" presetID="26" presetClass="entr" presetSubtype="0" fill="hold" grpId="0" nodeType="withEffect">
                                  <p:stCondLst>
                                    <p:cond delay="0"/>
                                  </p:stCondLst>
                                  <p:childTnLst>
                                    <p:set>
                                      <p:cBhvr>
                                        <p:cTn id="504" dur="1" fill="hold">
                                          <p:stCondLst>
                                            <p:cond delay="0"/>
                                          </p:stCondLst>
                                        </p:cTn>
                                        <p:tgtEl>
                                          <p:spTgt spid="44"/>
                                        </p:tgtEl>
                                        <p:attrNameLst>
                                          <p:attrName>style.visibility</p:attrName>
                                        </p:attrNameLst>
                                      </p:cBhvr>
                                      <p:to>
                                        <p:strVal val="visible"/>
                                      </p:to>
                                    </p:set>
                                    <p:animEffect transition="in" filter="wipe(down)">
                                      <p:cBhvr>
                                        <p:cTn id="505" dur="580">
                                          <p:stCondLst>
                                            <p:cond delay="0"/>
                                          </p:stCondLst>
                                        </p:cTn>
                                        <p:tgtEl>
                                          <p:spTgt spid="44"/>
                                        </p:tgtEl>
                                      </p:cBhvr>
                                    </p:animEffect>
                                    <p:anim calcmode="lin" valueType="num">
                                      <p:cBhvr>
                                        <p:cTn id="506" dur="1822" tmFilter="0,0; 0.14,0.36; 0.43,0.73; 0.71,0.91; 1.0,1.0">
                                          <p:stCondLst>
                                            <p:cond delay="0"/>
                                          </p:stCondLst>
                                        </p:cTn>
                                        <p:tgtEl>
                                          <p:spTgt spid="44"/>
                                        </p:tgtEl>
                                        <p:attrNameLst>
                                          <p:attrName>ppt_x</p:attrName>
                                        </p:attrNameLst>
                                      </p:cBhvr>
                                      <p:tavLst>
                                        <p:tav tm="0">
                                          <p:val>
                                            <p:strVal val="#ppt_x-0.25"/>
                                          </p:val>
                                        </p:tav>
                                        <p:tav tm="100000">
                                          <p:val>
                                            <p:strVal val="#ppt_x"/>
                                          </p:val>
                                        </p:tav>
                                      </p:tavLst>
                                    </p:anim>
                                    <p:anim calcmode="lin" valueType="num">
                                      <p:cBhvr>
                                        <p:cTn id="507" dur="664" tmFilter="0.0,0.0; 0.25,0.07; 0.50,0.2; 0.75,0.467; 1.0,1.0">
                                          <p:stCondLst>
                                            <p:cond delay="0"/>
                                          </p:stCondLst>
                                        </p:cTn>
                                        <p:tgtEl>
                                          <p:spTgt spid="44"/>
                                        </p:tgtEl>
                                        <p:attrNameLst>
                                          <p:attrName>ppt_y</p:attrName>
                                        </p:attrNameLst>
                                      </p:cBhvr>
                                      <p:tavLst>
                                        <p:tav tm="0" fmla="#ppt_y-sin(pi*$)/3">
                                          <p:val>
                                            <p:fltVal val="0.5"/>
                                          </p:val>
                                        </p:tav>
                                        <p:tav tm="100000">
                                          <p:val>
                                            <p:fltVal val="1"/>
                                          </p:val>
                                        </p:tav>
                                      </p:tavLst>
                                    </p:anim>
                                    <p:anim calcmode="lin" valueType="num">
                                      <p:cBhvr>
                                        <p:cTn id="508" dur="664" tmFilter="0, 0; 0.125,0.2665; 0.25,0.4; 0.375,0.465; 0.5,0.5;  0.625,0.535; 0.75,0.6; 0.875,0.7335; 1,1">
                                          <p:stCondLst>
                                            <p:cond delay="664"/>
                                          </p:stCondLst>
                                        </p:cTn>
                                        <p:tgtEl>
                                          <p:spTgt spid="44"/>
                                        </p:tgtEl>
                                        <p:attrNameLst>
                                          <p:attrName>ppt_y</p:attrName>
                                        </p:attrNameLst>
                                      </p:cBhvr>
                                      <p:tavLst>
                                        <p:tav tm="0" fmla="#ppt_y-sin(pi*$)/9">
                                          <p:val>
                                            <p:fltVal val="0"/>
                                          </p:val>
                                        </p:tav>
                                        <p:tav tm="100000">
                                          <p:val>
                                            <p:fltVal val="1"/>
                                          </p:val>
                                        </p:tav>
                                      </p:tavLst>
                                    </p:anim>
                                    <p:anim calcmode="lin" valueType="num">
                                      <p:cBhvr>
                                        <p:cTn id="509" dur="332" tmFilter="0, 0; 0.125,0.2665; 0.25,0.4; 0.375,0.465; 0.5,0.5;  0.625,0.535; 0.75,0.6; 0.875,0.7335; 1,1">
                                          <p:stCondLst>
                                            <p:cond delay="1324"/>
                                          </p:stCondLst>
                                        </p:cTn>
                                        <p:tgtEl>
                                          <p:spTgt spid="44"/>
                                        </p:tgtEl>
                                        <p:attrNameLst>
                                          <p:attrName>ppt_y</p:attrName>
                                        </p:attrNameLst>
                                      </p:cBhvr>
                                      <p:tavLst>
                                        <p:tav tm="0" fmla="#ppt_y-sin(pi*$)/27">
                                          <p:val>
                                            <p:fltVal val="0"/>
                                          </p:val>
                                        </p:tav>
                                        <p:tav tm="100000">
                                          <p:val>
                                            <p:fltVal val="1"/>
                                          </p:val>
                                        </p:tav>
                                      </p:tavLst>
                                    </p:anim>
                                    <p:anim calcmode="lin" valueType="num">
                                      <p:cBhvr>
                                        <p:cTn id="510" dur="164" tmFilter="0, 0; 0.125,0.2665; 0.25,0.4; 0.375,0.465; 0.5,0.5;  0.625,0.535; 0.75,0.6; 0.875,0.7335; 1,1">
                                          <p:stCondLst>
                                            <p:cond delay="1656"/>
                                          </p:stCondLst>
                                        </p:cTn>
                                        <p:tgtEl>
                                          <p:spTgt spid="44"/>
                                        </p:tgtEl>
                                        <p:attrNameLst>
                                          <p:attrName>ppt_y</p:attrName>
                                        </p:attrNameLst>
                                      </p:cBhvr>
                                      <p:tavLst>
                                        <p:tav tm="0" fmla="#ppt_y-sin(pi*$)/81">
                                          <p:val>
                                            <p:fltVal val="0"/>
                                          </p:val>
                                        </p:tav>
                                        <p:tav tm="100000">
                                          <p:val>
                                            <p:fltVal val="1"/>
                                          </p:val>
                                        </p:tav>
                                      </p:tavLst>
                                    </p:anim>
                                    <p:animScale>
                                      <p:cBhvr>
                                        <p:cTn id="511" dur="26">
                                          <p:stCondLst>
                                            <p:cond delay="650"/>
                                          </p:stCondLst>
                                        </p:cTn>
                                        <p:tgtEl>
                                          <p:spTgt spid="44"/>
                                        </p:tgtEl>
                                      </p:cBhvr>
                                      <p:to x="100000" y="60000"/>
                                    </p:animScale>
                                    <p:animScale>
                                      <p:cBhvr>
                                        <p:cTn id="512" dur="166" decel="50000">
                                          <p:stCondLst>
                                            <p:cond delay="676"/>
                                          </p:stCondLst>
                                        </p:cTn>
                                        <p:tgtEl>
                                          <p:spTgt spid="44"/>
                                        </p:tgtEl>
                                      </p:cBhvr>
                                      <p:to x="100000" y="100000"/>
                                    </p:animScale>
                                    <p:animScale>
                                      <p:cBhvr>
                                        <p:cTn id="513" dur="26">
                                          <p:stCondLst>
                                            <p:cond delay="1312"/>
                                          </p:stCondLst>
                                        </p:cTn>
                                        <p:tgtEl>
                                          <p:spTgt spid="44"/>
                                        </p:tgtEl>
                                      </p:cBhvr>
                                      <p:to x="100000" y="80000"/>
                                    </p:animScale>
                                    <p:animScale>
                                      <p:cBhvr>
                                        <p:cTn id="514" dur="166" decel="50000">
                                          <p:stCondLst>
                                            <p:cond delay="1338"/>
                                          </p:stCondLst>
                                        </p:cTn>
                                        <p:tgtEl>
                                          <p:spTgt spid="44"/>
                                        </p:tgtEl>
                                      </p:cBhvr>
                                      <p:to x="100000" y="100000"/>
                                    </p:animScale>
                                    <p:animScale>
                                      <p:cBhvr>
                                        <p:cTn id="515" dur="26">
                                          <p:stCondLst>
                                            <p:cond delay="1642"/>
                                          </p:stCondLst>
                                        </p:cTn>
                                        <p:tgtEl>
                                          <p:spTgt spid="44"/>
                                        </p:tgtEl>
                                      </p:cBhvr>
                                      <p:to x="100000" y="90000"/>
                                    </p:animScale>
                                    <p:animScale>
                                      <p:cBhvr>
                                        <p:cTn id="516" dur="166" decel="50000">
                                          <p:stCondLst>
                                            <p:cond delay="1668"/>
                                          </p:stCondLst>
                                        </p:cTn>
                                        <p:tgtEl>
                                          <p:spTgt spid="44"/>
                                        </p:tgtEl>
                                      </p:cBhvr>
                                      <p:to x="100000" y="100000"/>
                                    </p:animScale>
                                    <p:animScale>
                                      <p:cBhvr>
                                        <p:cTn id="517" dur="26">
                                          <p:stCondLst>
                                            <p:cond delay="1808"/>
                                          </p:stCondLst>
                                        </p:cTn>
                                        <p:tgtEl>
                                          <p:spTgt spid="44"/>
                                        </p:tgtEl>
                                      </p:cBhvr>
                                      <p:to x="100000" y="95000"/>
                                    </p:animScale>
                                    <p:animScale>
                                      <p:cBhvr>
                                        <p:cTn id="518" dur="166" decel="50000">
                                          <p:stCondLst>
                                            <p:cond delay="1834"/>
                                          </p:stCondLst>
                                        </p:cTn>
                                        <p:tgtEl>
                                          <p:spTgt spid="44"/>
                                        </p:tgtEl>
                                      </p:cBhvr>
                                      <p:to x="100000" y="100000"/>
                                    </p:animScale>
                                  </p:childTnLst>
                                </p:cTn>
                              </p:par>
                              <p:par>
                                <p:cTn id="519" presetID="26" presetClass="entr" presetSubtype="0" fill="hold" grpId="0" nodeType="withEffect">
                                  <p:stCondLst>
                                    <p:cond delay="0"/>
                                  </p:stCondLst>
                                  <p:childTnLst>
                                    <p:set>
                                      <p:cBhvr>
                                        <p:cTn id="520" dur="1" fill="hold">
                                          <p:stCondLst>
                                            <p:cond delay="0"/>
                                          </p:stCondLst>
                                        </p:cTn>
                                        <p:tgtEl>
                                          <p:spTgt spid="46"/>
                                        </p:tgtEl>
                                        <p:attrNameLst>
                                          <p:attrName>style.visibility</p:attrName>
                                        </p:attrNameLst>
                                      </p:cBhvr>
                                      <p:to>
                                        <p:strVal val="visible"/>
                                      </p:to>
                                    </p:set>
                                    <p:animEffect transition="in" filter="wipe(down)">
                                      <p:cBhvr>
                                        <p:cTn id="521" dur="580">
                                          <p:stCondLst>
                                            <p:cond delay="0"/>
                                          </p:stCondLst>
                                        </p:cTn>
                                        <p:tgtEl>
                                          <p:spTgt spid="46"/>
                                        </p:tgtEl>
                                      </p:cBhvr>
                                    </p:animEffect>
                                    <p:anim calcmode="lin" valueType="num">
                                      <p:cBhvr>
                                        <p:cTn id="522" dur="1822" tmFilter="0,0; 0.14,0.36; 0.43,0.73; 0.71,0.91; 1.0,1.0">
                                          <p:stCondLst>
                                            <p:cond delay="0"/>
                                          </p:stCondLst>
                                        </p:cTn>
                                        <p:tgtEl>
                                          <p:spTgt spid="46"/>
                                        </p:tgtEl>
                                        <p:attrNameLst>
                                          <p:attrName>ppt_x</p:attrName>
                                        </p:attrNameLst>
                                      </p:cBhvr>
                                      <p:tavLst>
                                        <p:tav tm="0">
                                          <p:val>
                                            <p:strVal val="#ppt_x-0.25"/>
                                          </p:val>
                                        </p:tav>
                                        <p:tav tm="100000">
                                          <p:val>
                                            <p:strVal val="#ppt_x"/>
                                          </p:val>
                                        </p:tav>
                                      </p:tavLst>
                                    </p:anim>
                                    <p:anim calcmode="lin" valueType="num">
                                      <p:cBhvr>
                                        <p:cTn id="523" dur="664" tmFilter="0.0,0.0; 0.25,0.07; 0.50,0.2; 0.75,0.467; 1.0,1.0">
                                          <p:stCondLst>
                                            <p:cond delay="0"/>
                                          </p:stCondLst>
                                        </p:cTn>
                                        <p:tgtEl>
                                          <p:spTgt spid="46"/>
                                        </p:tgtEl>
                                        <p:attrNameLst>
                                          <p:attrName>ppt_y</p:attrName>
                                        </p:attrNameLst>
                                      </p:cBhvr>
                                      <p:tavLst>
                                        <p:tav tm="0" fmla="#ppt_y-sin(pi*$)/3">
                                          <p:val>
                                            <p:fltVal val="0.5"/>
                                          </p:val>
                                        </p:tav>
                                        <p:tav tm="100000">
                                          <p:val>
                                            <p:fltVal val="1"/>
                                          </p:val>
                                        </p:tav>
                                      </p:tavLst>
                                    </p:anim>
                                    <p:anim calcmode="lin" valueType="num">
                                      <p:cBhvr>
                                        <p:cTn id="524" dur="664" tmFilter="0, 0; 0.125,0.2665; 0.25,0.4; 0.375,0.465; 0.5,0.5;  0.625,0.535; 0.75,0.6; 0.875,0.7335; 1,1">
                                          <p:stCondLst>
                                            <p:cond delay="664"/>
                                          </p:stCondLst>
                                        </p:cTn>
                                        <p:tgtEl>
                                          <p:spTgt spid="46"/>
                                        </p:tgtEl>
                                        <p:attrNameLst>
                                          <p:attrName>ppt_y</p:attrName>
                                        </p:attrNameLst>
                                      </p:cBhvr>
                                      <p:tavLst>
                                        <p:tav tm="0" fmla="#ppt_y-sin(pi*$)/9">
                                          <p:val>
                                            <p:fltVal val="0"/>
                                          </p:val>
                                        </p:tav>
                                        <p:tav tm="100000">
                                          <p:val>
                                            <p:fltVal val="1"/>
                                          </p:val>
                                        </p:tav>
                                      </p:tavLst>
                                    </p:anim>
                                    <p:anim calcmode="lin" valueType="num">
                                      <p:cBhvr>
                                        <p:cTn id="525" dur="332" tmFilter="0, 0; 0.125,0.2665; 0.25,0.4; 0.375,0.465; 0.5,0.5;  0.625,0.535; 0.75,0.6; 0.875,0.7335; 1,1">
                                          <p:stCondLst>
                                            <p:cond delay="1324"/>
                                          </p:stCondLst>
                                        </p:cTn>
                                        <p:tgtEl>
                                          <p:spTgt spid="46"/>
                                        </p:tgtEl>
                                        <p:attrNameLst>
                                          <p:attrName>ppt_y</p:attrName>
                                        </p:attrNameLst>
                                      </p:cBhvr>
                                      <p:tavLst>
                                        <p:tav tm="0" fmla="#ppt_y-sin(pi*$)/27">
                                          <p:val>
                                            <p:fltVal val="0"/>
                                          </p:val>
                                        </p:tav>
                                        <p:tav tm="100000">
                                          <p:val>
                                            <p:fltVal val="1"/>
                                          </p:val>
                                        </p:tav>
                                      </p:tavLst>
                                    </p:anim>
                                    <p:anim calcmode="lin" valueType="num">
                                      <p:cBhvr>
                                        <p:cTn id="526" dur="164" tmFilter="0, 0; 0.125,0.2665; 0.25,0.4; 0.375,0.465; 0.5,0.5;  0.625,0.535; 0.75,0.6; 0.875,0.7335; 1,1">
                                          <p:stCondLst>
                                            <p:cond delay="1656"/>
                                          </p:stCondLst>
                                        </p:cTn>
                                        <p:tgtEl>
                                          <p:spTgt spid="46"/>
                                        </p:tgtEl>
                                        <p:attrNameLst>
                                          <p:attrName>ppt_y</p:attrName>
                                        </p:attrNameLst>
                                      </p:cBhvr>
                                      <p:tavLst>
                                        <p:tav tm="0" fmla="#ppt_y-sin(pi*$)/81">
                                          <p:val>
                                            <p:fltVal val="0"/>
                                          </p:val>
                                        </p:tav>
                                        <p:tav tm="100000">
                                          <p:val>
                                            <p:fltVal val="1"/>
                                          </p:val>
                                        </p:tav>
                                      </p:tavLst>
                                    </p:anim>
                                    <p:animScale>
                                      <p:cBhvr>
                                        <p:cTn id="527" dur="26">
                                          <p:stCondLst>
                                            <p:cond delay="650"/>
                                          </p:stCondLst>
                                        </p:cTn>
                                        <p:tgtEl>
                                          <p:spTgt spid="46"/>
                                        </p:tgtEl>
                                      </p:cBhvr>
                                      <p:to x="100000" y="60000"/>
                                    </p:animScale>
                                    <p:animScale>
                                      <p:cBhvr>
                                        <p:cTn id="528" dur="166" decel="50000">
                                          <p:stCondLst>
                                            <p:cond delay="676"/>
                                          </p:stCondLst>
                                        </p:cTn>
                                        <p:tgtEl>
                                          <p:spTgt spid="46"/>
                                        </p:tgtEl>
                                      </p:cBhvr>
                                      <p:to x="100000" y="100000"/>
                                    </p:animScale>
                                    <p:animScale>
                                      <p:cBhvr>
                                        <p:cTn id="529" dur="26">
                                          <p:stCondLst>
                                            <p:cond delay="1312"/>
                                          </p:stCondLst>
                                        </p:cTn>
                                        <p:tgtEl>
                                          <p:spTgt spid="46"/>
                                        </p:tgtEl>
                                      </p:cBhvr>
                                      <p:to x="100000" y="80000"/>
                                    </p:animScale>
                                    <p:animScale>
                                      <p:cBhvr>
                                        <p:cTn id="530" dur="166" decel="50000">
                                          <p:stCondLst>
                                            <p:cond delay="1338"/>
                                          </p:stCondLst>
                                        </p:cTn>
                                        <p:tgtEl>
                                          <p:spTgt spid="46"/>
                                        </p:tgtEl>
                                      </p:cBhvr>
                                      <p:to x="100000" y="100000"/>
                                    </p:animScale>
                                    <p:animScale>
                                      <p:cBhvr>
                                        <p:cTn id="531" dur="26">
                                          <p:stCondLst>
                                            <p:cond delay="1642"/>
                                          </p:stCondLst>
                                        </p:cTn>
                                        <p:tgtEl>
                                          <p:spTgt spid="46"/>
                                        </p:tgtEl>
                                      </p:cBhvr>
                                      <p:to x="100000" y="90000"/>
                                    </p:animScale>
                                    <p:animScale>
                                      <p:cBhvr>
                                        <p:cTn id="532" dur="166" decel="50000">
                                          <p:stCondLst>
                                            <p:cond delay="1668"/>
                                          </p:stCondLst>
                                        </p:cTn>
                                        <p:tgtEl>
                                          <p:spTgt spid="46"/>
                                        </p:tgtEl>
                                      </p:cBhvr>
                                      <p:to x="100000" y="100000"/>
                                    </p:animScale>
                                    <p:animScale>
                                      <p:cBhvr>
                                        <p:cTn id="533" dur="26">
                                          <p:stCondLst>
                                            <p:cond delay="1808"/>
                                          </p:stCondLst>
                                        </p:cTn>
                                        <p:tgtEl>
                                          <p:spTgt spid="46"/>
                                        </p:tgtEl>
                                      </p:cBhvr>
                                      <p:to x="100000" y="95000"/>
                                    </p:animScale>
                                    <p:animScale>
                                      <p:cBhvr>
                                        <p:cTn id="534" dur="166" decel="50000">
                                          <p:stCondLst>
                                            <p:cond delay="1834"/>
                                          </p:stCondLst>
                                        </p:cTn>
                                        <p:tgtEl>
                                          <p:spTgt spid="46"/>
                                        </p:tgtEl>
                                      </p:cBhvr>
                                      <p:to x="100000" y="100000"/>
                                    </p:animScale>
                                  </p:childTnLst>
                                </p:cTn>
                              </p:par>
                              <p:par>
                                <p:cTn id="535" presetID="26" presetClass="entr" presetSubtype="0" fill="hold" grpId="0" nodeType="withEffect">
                                  <p:stCondLst>
                                    <p:cond delay="0"/>
                                  </p:stCondLst>
                                  <p:childTnLst>
                                    <p:set>
                                      <p:cBhvr>
                                        <p:cTn id="536" dur="1" fill="hold">
                                          <p:stCondLst>
                                            <p:cond delay="0"/>
                                          </p:stCondLst>
                                        </p:cTn>
                                        <p:tgtEl>
                                          <p:spTgt spid="11"/>
                                        </p:tgtEl>
                                        <p:attrNameLst>
                                          <p:attrName>style.visibility</p:attrName>
                                        </p:attrNameLst>
                                      </p:cBhvr>
                                      <p:to>
                                        <p:strVal val="visible"/>
                                      </p:to>
                                    </p:set>
                                    <p:animEffect transition="in" filter="wipe(down)">
                                      <p:cBhvr>
                                        <p:cTn id="537" dur="580">
                                          <p:stCondLst>
                                            <p:cond delay="0"/>
                                          </p:stCondLst>
                                        </p:cTn>
                                        <p:tgtEl>
                                          <p:spTgt spid="11"/>
                                        </p:tgtEl>
                                      </p:cBhvr>
                                    </p:animEffect>
                                    <p:anim calcmode="lin" valueType="num">
                                      <p:cBhvr>
                                        <p:cTn id="538"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539"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540"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541"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542"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543" dur="26">
                                          <p:stCondLst>
                                            <p:cond delay="650"/>
                                          </p:stCondLst>
                                        </p:cTn>
                                        <p:tgtEl>
                                          <p:spTgt spid="11"/>
                                        </p:tgtEl>
                                      </p:cBhvr>
                                      <p:to x="100000" y="60000"/>
                                    </p:animScale>
                                    <p:animScale>
                                      <p:cBhvr>
                                        <p:cTn id="544" dur="166" decel="50000">
                                          <p:stCondLst>
                                            <p:cond delay="676"/>
                                          </p:stCondLst>
                                        </p:cTn>
                                        <p:tgtEl>
                                          <p:spTgt spid="11"/>
                                        </p:tgtEl>
                                      </p:cBhvr>
                                      <p:to x="100000" y="100000"/>
                                    </p:animScale>
                                    <p:animScale>
                                      <p:cBhvr>
                                        <p:cTn id="545" dur="26">
                                          <p:stCondLst>
                                            <p:cond delay="1312"/>
                                          </p:stCondLst>
                                        </p:cTn>
                                        <p:tgtEl>
                                          <p:spTgt spid="11"/>
                                        </p:tgtEl>
                                      </p:cBhvr>
                                      <p:to x="100000" y="80000"/>
                                    </p:animScale>
                                    <p:animScale>
                                      <p:cBhvr>
                                        <p:cTn id="546" dur="166" decel="50000">
                                          <p:stCondLst>
                                            <p:cond delay="1338"/>
                                          </p:stCondLst>
                                        </p:cTn>
                                        <p:tgtEl>
                                          <p:spTgt spid="11"/>
                                        </p:tgtEl>
                                      </p:cBhvr>
                                      <p:to x="100000" y="100000"/>
                                    </p:animScale>
                                    <p:animScale>
                                      <p:cBhvr>
                                        <p:cTn id="547" dur="26">
                                          <p:stCondLst>
                                            <p:cond delay="1642"/>
                                          </p:stCondLst>
                                        </p:cTn>
                                        <p:tgtEl>
                                          <p:spTgt spid="11"/>
                                        </p:tgtEl>
                                      </p:cBhvr>
                                      <p:to x="100000" y="90000"/>
                                    </p:animScale>
                                    <p:animScale>
                                      <p:cBhvr>
                                        <p:cTn id="548" dur="166" decel="50000">
                                          <p:stCondLst>
                                            <p:cond delay="1668"/>
                                          </p:stCondLst>
                                        </p:cTn>
                                        <p:tgtEl>
                                          <p:spTgt spid="11"/>
                                        </p:tgtEl>
                                      </p:cBhvr>
                                      <p:to x="100000" y="100000"/>
                                    </p:animScale>
                                    <p:animScale>
                                      <p:cBhvr>
                                        <p:cTn id="549" dur="26">
                                          <p:stCondLst>
                                            <p:cond delay="1808"/>
                                          </p:stCondLst>
                                        </p:cTn>
                                        <p:tgtEl>
                                          <p:spTgt spid="11"/>
                                        </p:tgtEl>
                                      </p:cBhvr>
                                      <p:to x="100000" y="95000"/>
                                    </p:animScale>
                                    <p:animScale>
                                      <p:cBhvr>
                                        <p:cTn id="550" dur="166" decel="50000">
                                          <p:stCondLst>
                                            <p:cond delay="1834"/>
                                          </p:stCondLst>
                                        </p:cTn>
                                        <p:tgtEl>
                                          <p:spTgt spid="11"/>
                                        </p:tgtEl>
                                      </p:cBhvr>
                                      <p:to x="100000" y="100000"/>
                                    </p:animScale>
                                  </p:childTnLst>
                                </p:cTn>
                              </p:par>
                              <p:par>
                                <p:cTn id="551" presetID="26" presetClass="entr" presetSubtype="0" fill="hold" grpId="0" nodeType="withEffect">
                                  <p:stCondLst>
                                    <p:cond delay="0"/>
                                  </p:stCondLst>
                                  <p:childTnLst>
                                    <p:set>
                                      <p:cBhvr>
                                        <p:cTn id="552" dur="1" fill="hold">
                                          <p:stCondLst>
                                            <p:cond delay="0"/>
                                          </p:stCondLst>
                                        </p:cTn>
                                        <p:tgtEl>
                                          <p:spTgt spid="32"/>
                                        </p:tgtEl>
                                        <p:attrNameLst>
                                          <p:attrName>style.visibility</p:attrName>
                                        </p:attrNameLst>
                                      </p:cBhvr>
                                      <p:to>
                                        <p:strVal val="visible"/>
                                      </p:to>
                                    </p:set>
                                    <p:animEffect transition="in" filter="wipe(down)">
                                      <p:cBhvr>
                                        <p:cTn id="553" dur="580">
                                          <p:stCondLst>
                                            <p:cond delay="0"/>
                                          </p:stCondLst>
                                        </p:cTn>
                                        <p:tgtEl>
                                          <p:spTgt spid="32"/>
                                        </p:tgtEl>
                                      </p:cBhvr>
                                    </p:animEffect>
                                    <p:anim calcmode="lin" valueType="num">
                                      <p:cBhvr>
                                        <p:cTn id="554" dur="1822" tmFilter="0,0; 0.14,0.36; 0.43,0.73; 0.71,0.91; 1.0,1.0">
                                          <p:stCondLst>
                                            <p:cond delay="0"/>
                                          </p:stCondLst>
                                        </p:cTn>
                                        <p:tgtEl>
                                          <p:spTgt spid="32"/>
                                        </p:tgtEl>
                                        <p:attrNameLst>
                                          <p:attrName>ppt_x</p:attrName>
                                        </p:attrNameLst>
                                      </p:cBhvr>
                                      <p:tavLst>
                                        <p:tav tm="0">
                                          <p:val>
                                            <p:strVal val="#ppt_x-0.25"/>
                                          </p:val>
                                        </p:tav>
                                        <p:tav tm="100000">
                                          <p:val>
                                            <p:strVal val="#ppt_x"/>
                                          </p:val>
                                        </p:tav>
                                      </p:tavLst>
                                    </p:anim>
                                    <p:anim calcmode="lin" valueType="num">
                                      <p:cBhvr>
                                        <p:cTn id="555" dur="664" tmFilter="0.0,0.0; 0.25,0.07; 0.50,0.2; 0.75,0.467; 1.0,1.0">
                                          <p:stCondLst>
                                            <p:cond delay="0"/>
                                          </p:stCondLst>
                                        </p:cTn>
                                        <p:tgtEl>
                                          <p:spTgt spid="32"/>
                                        </p:tgtEl>
                                        <p:attrNameLst>
                                          <p:attrName>ppt_y</p:attrName>
                                        </p:attrNameLst>
                                      </p:cBhvr>
                                      <p:tavLst>
                                        <p:tav tm="0" fmla="#ppt_y-sin(pi*$)/3">
                                          <p:val>
                                            <p:fltVal val="0.5"/>
                                          </p:val>
                                        </p:tav>
                                        <p:tav tm="100000">
                                          <p:val>
                                            <p:fltVal val="1"/>
                                          </p:val>
                                        </p:tav>
                                      </p:tavLst>
                                    </p:anim>
                                    <p:anim calcmode="lin" valueType="num">
                                      <p:cBhvr>
                                        <p:cTn id="556" dur="664" tmFilter="0, 0; 0.125,0.2665; 0.25,0.4; 0.375,0.465; 0.5,0.5;  0.625,0.535; 0.75,0.6; 0.875,0.7335; 1,1">
                                          <p:stCondLst>
                                            <p:cond delay="664"/>
                                          </p:stCondLst>
                                        </p:cTn>
                                        <p:tgtEl>
                                          <p:spTgt spid="32"/>
                                        </p:tgtEl>
                                        <p:attrNameLst>
                                          <p:attrName>ppt_y</p:attrName>
                                        </p:attrNameLst>
                                      </p:cBhvr>
                                      <p:tavLst>
                                        <p:tav tm="0" fmla="#ppt_y-sin(pi*$)/9">
                                          <p:val>
                                            <p:fltVal val="0"/>
                                          </p:val>
                                        </p:tav>
                                        <p:tav tm="100000">
                                          <p:val>
                                            <p:fltVal val="1"/>
                                          </p:val>
                                        </p:tav>
                                      </p:tavLst>
                                    </p:anim>
                                    <p:anim calcmode="lin" valueType="num">
                                      <p:cBhvr>
                                        <p:cTn id="557" dur="332" tmFilter="0, 0; 0.125,0.2665; 0.25,0.4; 0.375,0.465; 0.5,0.5;  0.625,0.535; 0.75,0.6; 0.875,0.7335; 1,1">
                                          <p:stCondLst>
                                            <p:cond delay="1324"/>
                                          </p:stCondLst>
                                        </p:cTn>
                                        <p:tgtEl>
                                          <p:spTgt spid="32"/>
                                        </p:tgtEl>
                                        <p:attrNameLst>
                                          <p:attrName>ppt_y</p:attrName>
                                        </p:attrNameLst>
                                      </p:cBhvr>
                                      <p:tavLst>
                                        <p:tav tm="0" fmla="#ppt_y-sin(pi*$)/27">
                                          <p:val>
                                            <p:fltVal val="0"/>
                                          </p:val>
                                        </p:tav>
                                        <p:tav tm="100000">
                                          <p:val>
                                            <p:fltVal val="1"/>
                                          </p:val>
                                        </p:tav>
                                      </p:tavLst>
                                    </p:anim>
                                    <p:anim calcmode="lin" valueType="num">
                                      <p:cBhvr>
                                        <p:cTn id="558" dur="164" tmFilter="0, 0; 0.125,0.2665; 0.25,0.4; 0.375,0.465; 0.5,0.5;  0.625,0.535; 0.75,0.6; 0.875,0.7335; 1,1">
                                          <p:stCondLst>
                                            <p:cond delay="1656"/>
                                          </p:stCondLst>
                                        </p:cTn>
                                        <p:tgtEl>
                                          <p:spTgt spid="32"/>
                                        </p:tgtEl>
                                        <p:attrNameLst>
                                          <p:attrName>ppt_y</p:attrName>
                                        </p:attrNameLst>
                                      </p:cBhvr>
                                      <p:tavLst>
                                        <p:tav tm="0" fmla="#ppt_y-sin(pi*$)/81">
                                          <p:val>
                                            <p:fltVal val="0"/>
                                          </p:val>
                                        </p:tav>
                                        <p:tav tm="100000">
                                          <p:val>
                                            <p:fltVal val="1"/>
                                          </p:val>
                                        </p:tav>
                                      </p:tavLst>
                                    </p:anim>
                                    <p:animScale>
                                      <p:cBhvr>
                                        <p:cTn id="559" dur="26">
                                          <p:stCondLst>
                                            <p:cond delay="650"/>
                                          </p:stCondLst>
                                        </p:cTn>
                                        <p:tgtEl>
                                          <p:spTgt spid="32"/>
                                        </p:tgtEl>
                                      </p:cBhvr>
                                      <p:to x="100000" y="60000"/>
                                    </p:animScale>
                                    <p:animScale>
                                      <p:cBhvr>
                                        <p:cTn id="560" dur="166" decel="50000">
                                          <p:stCondLst>
                                            <p:cond delay="676"/>
                                          </p:stCondLst>
                                        </p:cTn>
                                        <p:tgtEl>
                                          <p:spTgt spid="32"/>
                                        </p:tgtEl>
                                      </p:cBhvr>
                                      <p:to x="100000" y="100000"/>
                                    </p:animScale>
                                    <p:animScale>
                                      <p:cBhvr>
                                        <p:cTn id="561" dur="26">
                                          <p:stCondLst>
                                            <p:cond delay="1312"/>
                                          </p:stCondLst>
                                        </p:cTn>
                                        <p:tgtEl>
                                          <p:spTgt spid="32"/>
                                        </p:tgtEl>
                                      </p:cBhvr>
                                      <p:to x="100000" y="80000"/>
                                    </p:animScale>
                                    <p:animScale>
                                      <p:cBhvr>
                                        <p:cTn id="562" dur="166" decel="50000">
                                          <p:stCondLst>
                                            <p:cond delay="1338"/>
                                          </p:stCondLst>
                                        </p:cTn>
                                        <p:tgtEl>
                                          <p:spTgt spid="32"/>
                                        </p:tgtEl>
                                      </p:cBhvr>
                                      <p:to x="100000" y="100000"/>
                                    </p:animScale>
                                    <p:animScale>
                                      <p:cBhvr>
                                        <p:cTn id="563" dur="26">
                                          <p:stCondLst>
                                            <p:cond delay="1642"/>
                                          </p:stCondLst>
                                        </p:cTn>
                                        <p:tgtEl>
                                          <p:spTgt spid="32"/>
                                        </p:tgtEl>
                                      </p:cBhvr>
                                      <p:to x="100000" y="90000"/>
                                    </p:animScale>
                                    <p:animScale>
                                      <p:cBhvr>
                                        <p:cTn id="564" dur="166" decel="50000">
                                          <p:stCondLst>
                                            <p:cond delay="1668"/>
                                          </p:stCondLst>
                                        </p:cTn>
                                        <p:tgtEl>
                                          <p:spTgt spid="32"/>
                                        </p:tgtEl>
                                      </p:cBhvr>
                                      <p:to x="100000" y="100000"/>
                                    </p:animScale>
                                    <p:animScale>
                                      <p:cBhvr>
                                        <p:cTn id="565" dur="26">
                                          <p:stCondLst>
                                            <p:cond delay="1808"/>
                                          </p:stCondLst>
                                        </p:cTn>
                                        <p:tgtEl>
                                          <p:spTgt spid="32"/>
                                        </p:tgtEl>
                                      </p:cBhvr>
                                      <p:to x="100000" y="95000"/>
                                    </p:animScale>
                                    <p:animScale>
                                      <p:cBhvr>
                                        <p:cTn id="566" dur="166" decel="50000">
                                          <p:stCondLst>
                                            <p:cond delay="1834"/>
                                          </p:stCondLst>
                                        </p:cTn>
                                        <p:tgtEl>
                                          <p:spTgt spid="32"/>
                                        </p:tgtEl>
                                      </p:cBhvr>
                                      <p:to x="100000" y="100000"/>
                                    </p:animScale>
                                  </p:childTnLst>
                                </p:cTn>
                              </p:par>
                            </p:childTnLst>
                          </p:cTn>
                        </p:par>
                      </p:childTnLst>
                    </p:cTn>
                  </p:par>
                  <p:par>
                    <p:cTn id="567" fill="hold">
                      <p:stCondLst>
                        <p:cond delay="indefinite"/>
                      </p:stCondLst>
                      <p:childTnLst>
                        <p:par>
                          <p:cTn id="568" fill="hold">
                            <p:stCondLst>
                              <p:cond delay="0"/>
                            </p:stCondLst>
                            <p:childTnLst>
                              <p:par>
                                <p:cTn id="569" presetID="31" presetClass="entr" presetSubtype="0" fill="hold" grpId="0" nodeType="clickEffect">
                                  <p:stCondLst>
                                    <p:cond delay="0"/>
                                  </p:stCondLst>
                                  <p:childTnLst>
                                    <p:set>
                                      <p:cBhvr>
                                        <p:cTn id="570" dur="1" fill="hold">
                                          <p:stCondLst>
                                            <p:cond delay="0"/>
                                          </p:stCondLst>
                                        </p:cTn>
                                        <p:tgtEl>
                                          <p:spTgt spid="7"/>
                                        </p:tgtEl>
                                        <p:attrNameLst>
                                          <p:attrName>style.visibility</p:attrName>
                                        </p:attrNameLst>
                                      </p:cBhvr>
                                      <p:to>
                                        <p:strVal val="visible"/>
                                      </p:to>
                                    </p:set>
                                    <p:anim calcmode="lin" valueType="num">
                                      <p:cBhvr>
                                        <p:cTn id="571" dur="1000" fill="hold"/>
                                        <p:tgtEl>
                                          <p:spTgt spid="7"/>
                                        </p:tgtEl>
                                        <p:attrNameLst>
                                          <p:attrName>ppt_w</p:attrName>
                                        </p:attrNameLst>
                                      </p:cBhvr>
                                      <p:tavLst>
                                        <p:tav tm="0">
                                          <p:val>
                                            <p:fltVal val="0"/>
                                          </p:val>
                                        </p:tav>
                                        <p:tav tm="100000">
                                          <p:val>
                                            <p:strVal val="#ppt_w"/>
                                          </p:val>
                                        </p:tav>
                                      </p:tavLst>
                                    </p:anim>
                                    <p:anim calcmode="lin" valueType="num">
                                      <p:cBhvr>
                                        <p:cTn id="572" dur="1000" fill="hold"/>
                                        <p:tgtEl>
                                          <p:spTgt spid="7"/>
                                        </p:tgtEl>
                                        <p:attrNameLst>
                                          <p:attrName>ppt_h</p:attrName>
                                        </p:attrNameLst>
                                      </p:cBhvr>
                                      <p:tavLst>
                                        <p:tav tm="0">
                                          <p:val>
                                            <p:fltVal val="0"/>
                                          </p:val>
                                        </p:tav>
                                        <p:tav tm="100000">
                                          <p:val>
                                            <p:strVal val="#ppt_h"/>
                                          </p:val>
                                        </p:tav>
                                      </p:tavLst>
                                    </p:anim>
                                    <p:anim calcmode="lin" valueType="num">
                                      <p:cBhvr>
                                        <p:cTn id="573" dur="1000" fill="hold"/>
                                        <p:tgtEl>
                                          <p:spTgt spid="7"/>
                                        </p:tgtEl>
                                        <p:attrNameLst>
                                          <p:attrName>style.rotation</p:attrName>
                                        </p:attrNameLst>
                                      </p:cBhvr>
                                      <p:tavLst>
                                        <p:tav tm="0">
                                          <p:val>
                                            <p:fltVal val="90"/>
                                          </p:val>
                                        </p:tav>
                                        <p:tav tm="100000">
                                          <p:val>
                                            <p:fltVal val="0"/>
                                          </p:val>
                                        </p:tav>
                                      </p:tavLst>
                                    </p:anim>
                                    <p:animEffect transition="in" filter="fade">
                                      <p:cBhvr>
                                        <p:cTn id="574"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 grpId="0" animBg="1"/>
      <p:bldP spid="3" grpId="0" animBg="1"/>
      <p:bldP spid="4" grpId="0" animBg="1"/>
      <p:bldP spid="5" grpId="0" animBg="1"/>
      <p:bldP spid="6" grpId="0" animBg="1"/>
      <p:bldP spid="12" grpId="0" animBg="1"/>
      <p:bldP spid="13" grpId="0" animBg="1"/>
      <p:bldP spid="14" grpId="0" animBg="1"/>
      <p:bldP spid="15" grpId="0" animBg="1"/>
      <p:bldP spid="24" grpId="0"/>
      <p:bldP spid="25" grpId="0"/>
      <p:bldP spid="28" grpId="0"/>
      <p:bldP spid="29" grpId="0"/>
      <p:bldP spid="32" grpId="0"/>
      <p:bldP spid="35" grpId="0"/>
      <p:bldP spid="36" grpId="0"/>
      <p:bldP spid="38" grpId="0" animBg="1"/>
      <p:bldP spid="39" grpId="0"/>
      <p:bldP spid="40" grpId="0"/>
      <p:bldP spid="41" grpId="0"/>
      <p:bldP spid="42" grpId="0"/>
      <p:bldP spid="43" grpId="0"/>
      <p:bldP spid="44" grpId="0"/>
      <p:bldP spid="8" grpId="0"/>
      <p:bldP spid="11" grpId="0"/>
      <p:bldP spid="26" grpId="0"/>
      <p:bldP spid="27" grpId="0"/>
      <p:bldP spid="30" grpId="0"/>
      <p:bldP spid="37" grpId="0" animBg="1"/>
      <p:bldP spid="45" grpId="0" animBg="1"/>
      <p:bldP spid="46" grpId="0" animBg="1"/>
      <p:bldP spid="47" grpId="0" animBg="1"/>
      <p:bldP spid="48" grpId="0" animBg="1"/>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pour une image  3">
            <a:extLst>
              <a:ext uri="{FF2B5EF4-FFF2-40B4-BE49-F238E27FC236}">
                <a16:creationId xmlns:a16="http://schemas.microsoft.com/office/drawing/2014/main" id="{0E183960-1C7E-F0F0-8738-D5180FD591DB}"/>
              </a:ext>
            </a:extLst>
          </p:cNvPr>
          <p:cNvSpPr>
            <a:spLocks noGrp="1"/>
          </p:cNvSpPr>
          <p:nvPr>
            <p:ph type="pic" sz="quarter" idx="4294967295"/>
          </p:nvPr>
        </p:nvSpPr>
        <p:spPr>
          <a:xfrm>
            <a:off x="7777234" y="1"/>
            <a:ext cx="4414767" cy="6344211"/>
          </a:xfrm>
          <a:custGeom>
            <a:avLst/>
            <a:gdLst>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2377780 w 3529139"/>
              <a:gd name="connsiteY10" fmla="*/ 0 h 4768732"/>
              <a:gd name="connsiteX11" fmla="*/ 2984988 w 3529139"/>
              <a:gd name="connsiteY11" fmla="*/ 0 h 4768732"/>
              <a:gd name="connsiteX12" fmla="*/ 3059466 w 3529139"/>
              <a:gd name="connsiteY12" fmla="*/ 203489 h 4768732"/>
              <a:gd name="connsiteX13" fmla="*/ 3177784 w 3529139"/>
              <a:gd name="connsiteY13" fmla="*/ 986092 h 4768732"/>
              <a:gd name="connsiteX14" fmla="*/ 546032 w 3529139"/>
              <a:gd name="connsiteY14" fmla="*/ 3617844 h 4768732"/>
              <a:gd name="connsiteX15" fmla="*/ 15642 w 3529139"/>
              <a:gd name="connsiteY15" fmla="*/ 3564376 h 4768732"/>
              <a:gd name="connsiteX16" fmla="*/ 0 w 3529139"/>
              <a:gd name="connsiteY16" fmla="*/ 3560354 h 4768732"/>
              <a:gd name="connsiteX17" fmla="*/ 0 w 3529139"/>
              <a:gd name="connsiteY17" fmla="*/ 3011964 h 4768732"/>
              <a:gd name="connsiteX18" fmla="*/ 49662 w 3529139"/>
              <a:gd name="connsiteY18" fmla="*/ 3024734 h 4768732"/>
              <a:gd name="connsiteX19" fmla="*/ 477654 w 3529139"/>
              <a:gd name="connsiteY19" fmla="*/ 3067879 h 4768732"/>
              <a:gd name="connsiteX20" fmla="*/ 2601315 w 3529139"/>
              <a:gd name="connsiteY20" fmla="*/ 944218 h 4768732"/>
              <a:gd name="connsiteX21" fmla="*/ 2434428 w 3529139"/>
              <a:gd name="connsiteY21" fmla="*/ 117593 h 4768732"/>
              <a:gd name="connsiteX22" fmla="*/ 722152 w 3529139"/>
              <a:gd name="connsiteY22" fmla="*/ 0 h 4768732"/>
              <a:gd name="connsiteX23" fmla="*/ 1745086 w 3529139"/>
              <a:gd name="connsiteY23" fmla="*/ 0 h 4768732"/>
              <a:gd name="connsiteX24" fmla="*/ 1802783 w 3529139"/>
              <a:gd name="connsiteY24" fmla="*/ 77157 h 4768732"/>
              <a:gd name="connsiteX25" fmla="*/ 2071681 w 3529139"/>
              <a:gd name="connsiteY25" fmla="*/ 957470 h 4768732"/>
              <a:gd name="connsiteX26" fmla="*/ 497189 w 3529139"/>
              <a:gd name="connsiteY26" fmla="*/ 2531962 h 4768732"/>
              <a:gd name="connsiteX27" fmla="*/ 28984 w 3529139"/>
              <a:gd name="connsiteY27" fmla="*/ 2461176 h 4768732"/>
              <a:gd name="connsiteX28" fmla="*/ 0 w 3529139"/>
              <a:gd name="connsiteY28" fmla="*/ 2450568 h 4768732"/>
              <a:gd name="connsiteX29" fmla="*/ 0 w 3529139"/>
              <a:gd name="connsiteY29" fmla="*/ 1815994 h 4768732"/>
              <a:gd name="connsiteX30" fmla="*/ 112118 w 3529139"/>
              <a:gd name="connsiteY30" fmla="*/ 1876850 h 4768732"/>
              <a:gd name="connsiteX31" fmla="*/ 497704 w 3529139"/>
              <a:gd name="connsiteY31" fmla="*/ 1954696 h 4768732"/>
              <a:gd name="connsiteX32" fmla="*/ 1488304 w 3529139"/>
              <a:gd name="connsiteY32" fmla="*/ 964096 h 4768732"/>
              <a:gd name="connsiteX33" fmla="*/ 792278 w 3529139"/>
              <a:gd name="connsiteY33" fmla="*/ 18032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15642 w 3529139"/>
              <a:gd name="connsiteY16" fmla="*/ 3564376 h 4768732"/>
              <a:gd name="connsiteX17" fmla="*/ 0 w 3529139"/>
              <a:gd name="connsiteY17" fmla="*/ 3560354 h 4768732"/>
              <a:gd name="connsiteX18" fmla="*/ 0 w 3529139"/>
              <a:gd name="connsiteY18" fmla="*/ 3011964 h 4768732"/>
              <a:gd name="connsiteX19" fmla="*/ 49662 w 3529139"/>
              <a:gd name="connsiteY19" fmla="*/ 3024734 h 4768732"/>
              <a:gd name="connsiteX20" fmla="*/ 477654 w 3529139"/>
              <a:gd name="connsiteY20" fmla="*/ 3067879 h 4768732"/>
              <a:gd name="connsiteX21" fmla="*/ 2601315 w 3529139"/>
              <a:gd name="connsiteY21" fmla="*/ 944218 h 4768732"/>
              <a:gd name="connsiteX22" fmla="*/ 2434428 w 3529139"/>
              <a:gd name="connsiteY22" fmla="*/ 117593 h 4768732"/>
              <a:gd name="connsiteX23" fmla="*/ 2377780 w 3529139"/>
              <a:gd name="connsiteY23" fmla="*/ 0 h 4768732"/>
              <a:gd name="connsiteX24" fmla="*/ 722152 w 3529139"/>
              <a:gd name="connsiteY24" fmla="*/ 0 h 4768732"/>
              <a:gd name="connsiteX25" fmla="*/ 1745086 w 3529139"/>
              <a:gd name="connsiteY25" fmla="*/ 0 h 4768732"/>
              <a:gd name="connsiteX26" fmla="*/ 1802783 w 3529139"/>
              <a:gd name="connsiteY26" fmla="*/ 77157 h 4768732"/>
              <a:gd name="connsiteX27" fmla="*/ 2071681 w 3529139"/>
              <a:gd name="connsiteY27" fmla="*/ 957470 h 4768732"/>
              <a:gd name="connsiteX28" fmla="*/ 497189 w 3529139"/>
              <a:gd name="connsiteY28" fmla="*/ 2531962 h 4768732"/>
              <a:gd name="connsiteX29" fmla="*/ 28984 w 3529139"/>
              <a:gd name="connsiteY29" fmla="*/ 2461176 h 4768732"/>
              <a:gd name="connsiteX30" fmla="*/ 0 w 3529139"/>
              <a:gd name="connsiteY30" fmla="*/ 2450568 h 4768732"/>
              <a:gd name="connsiteX31" fmla="*/ 112118 w 3529139"/>
              <a:gd name="connsiteY31" fmla="*/ 1876850 h 4768732"/>
              <a:gd name="connsiteX32" fmla="*/ 497704 w 3529139"/>
              <a:gd name="connsiteY32" fmla="*/ 1954696 h 4768732"/>
              <a:gd name="connsiteX33" fmla="*/ 1488304 w 3529139"/>
              <a:gd name="connsiteY33" fmla="*/ 964096 h 4768732"/>
              <a:gd name="connsiteX34" fmla="*/ 792278 w 3529139"/>
              <a:gd name="connsiteY34" fmla="*/ 18032 h 4768732"/>
              <a:gd name="connsiteX35" fmla="*/ 722152 w 3529139"/>
              <a:gd name="connsiteY35"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15642 w 3529139"/>
              <a:gd name="connsiteY16" fmla="*/ 3564376 h 4768732"/>
              <a:gd name="connsiteX17" fmla="*/ 0 w 3529139"/>
              <a:gd name="connsiteY17" fmla="*/ 3560354 h 4768732"/>
              <a:gd name="connsiteX18" fmla="*/ 0 w 3529139"/>
              <a:gd name="connsiteY18" fmla="*/ 3011964 h 4768732"/>
              <a:gd name="connsiteX19" fmla="*/ 49662 w 3529139"/>
              <a:gd name="connsiteY19" fmla="*/ 3024734 h 4768732"/>
              <a:gd name="connsiteX20" fmla="*/ 477654 w 3529139"/>
              <a:gd name="connsiteY20" fmla="*/ 3067879 h 4768732"/>
              <a:gd name="connsiteX21" fmla="*/ 2601315 w 3529139"/>
              <a:gd name="connsiteY21" fmla="*/ 944218 h 4768732"/>
              <a:gd name="connsiteX22" fmla="*/ 2434428 w 3529139"/>
              <a:gd name="connsiteY22" fmla="*/ 117593 h 4768732"/>
              <a:gd name="connsiteX23" fmla="*/ 2377780 w 3529139"/>
              <a:gd name="connsiteY23" fmla="*/ 0 h 4768732"/>
              <a:gd name="connsiteX24" fmla="*/ 722152 w 3529139"/>
              <a:gd name="connsiteY24" fmla="*/ 0 h 4768732"/>
              <a:gd name="connsiteX25" fmla="*/ 1745086 w 3529139"/>
              <a:gd name="connsiteY25" fmla="*/ 0 h 4768732"/>
              <a:gd name="connsiteX26" fmla="*/ 1802783 w 3529139"/>
              <a:gd name="connsiteY26" fmla="*/ 77157 h 4768732"/>
              <a:gd name="connsiteX27" fmla="*/ 2071681 w 3529139"/>
              <a:gd name="connsiteY27" fmla="*/ 957470 h 4768732"/>
              <a:gd name="connsiteX28" fmla="*/ 497189 w 3529139"/>
              <a:gd name="connsiteY28" fmla="*/ 2531962 h 4768732"/>
              <a:gd name="connsiteX29" fmla="*/ 28984 w 3529139"/>
              <a:gd name="connsiteY29" fmla="*/ 2461176 h 4768732"/>
              <a:gd name="connsiteX30" fmla="*/ 112118 w 3529139"/>
              <a:gd name="connsiteY30" fmla="*/ 1876850 h 4768732"/>
              <a:gd name="connsiteX31" fmla="*/ 497704 w 3529139"/>
              <a:gd name="connsiteY31" fmla="*/ 1954696 h 4768732"/>
              <a:gd name="connsiteX32" fmla="*/ 1488304 w 3529139"/>
              <a:gd name="connsiteY32" fmla="*/ 964096 h 4768732"/>
              <a:gd name="connsiteX33" fmla="*/ 792278 w 3529139"/>
              <a:gd name="connsiteY33" fmla="*/ 18032 h 4768732"/>
              <a:gd name="connsiteX34" fmla="*/ 722152 w 3529139"/>
              <a:gd name="connsiteY34"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15642 w 3529139"/>
              <a:gd name="connsiteY16" fmla="*/ 3564376 h 4768732"/>
              <a:gd name="connsiteX17" fmla="*/ 0 w 3529139"/>
              <a:gd name="connsiteY17" fmla="*/ 3560354 h 4768732"/>
              <a:gd name="connsiteX18" fmla="*/ 0 w 3529139"/>
              <a:gd name="connsiteY18" fmla="*/ 3011964 h 4768732"/>
              <a:gd name="connsiteX19" fmla="*/ 49662 w 3529139"/>
              <a:gd name="connsiteY19" fmla="*/ 3024734 h 4768732"/>
              <a:gd name="connsiteX20" fmla="*/ 477654 w 3529139"/>
              <a:gd name="connsiteY20" fmla="*/ 3067879 h 4768732"/>
              <a:gd name="connsiteX21" fmla="*/ 2601315 w 3529139"/>
              <a:gd name="connsiteY21" fmla="*/ 944218 h 4768732"/>
              <a:gd name="connsiteX22" fmla="*/ 2434428 w 3529139"/>
              <a:gd name="connsiteY22" fmla="*/ 117593 h 4768732"/>
              <a:gd name="connsiteX23" fmla="*/ 2377780 w 3529139"/>
              <a:gd name="connsiteY23" fmla="*/ 0 h 4768732"/>
              <a:gd name="connsiteX24" fmla="*/ 722152 w 3529139"/>
              <a:gd name="connsiteY24" fmla="*/ 0 h 4768732"/>
              <a:gd name="connsiteX25" fmla="*/ 1745086 w 3529139"/>
              <a:gd name="connsiteY25" fmla="*/ 0 h 4768732"/>
              <a:gd name="connsiteX26" fmla="*/ 1802783 w 3529139"/>
              <a:gd name="connsiteY26" fmla="*/ 77157 h 4768732"/>
              <a:gd name="connsiteX27" fmla="*/ 2071681 w 3529139"/>
              <a:gd name="connsiteY27" fmla="*/ 957470 h 4768732"/>
              <a:gd name="connsiteX28" fmla="*/ 497189 w 3529139"/>
              <a:gd name="connsiteY28" fmla="*/ 2531962 h 4768732"/>
              <a:gd name="connsiteX29" fmla="*/ 28984 w 3529139"/>
              <a:gd name="connsiteY29" fmla="*/ 2461176 h 4768732"/>
              <a:gd name="connsiteX30" fmla="*/ 220068 w 3529139"/>
              <a:gd name="connsiteY30" fmla="*/ 2194350 h 4768732"/>
              <a:gd name="connsiteX31" fmla="*/ 497704 w 3529139"/>
              <a:gd name="connsiteY31" fmla="*/ 1954696 h 4768732"/>
              <a:gd name="connsiteX32" fmla="*/ 1488304 w 3529139"/>
              <a:gd name="connsiteY32" fmla="*/ 964096 h 4768732"/>
              <a:gd name="connsiteX33" fmla="*/ 792278 w 3529139"/>
              <a:gd name="connsiteY33" fmla="*/ 18032 h 4768732"/>
              <a:gd name="connsiteX34" fmla="*/ 722152 w 3529139"/>
              <a:gd name="connsiteY34"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15642 w 3529139"/>
              <a:gd name="connsiteY16" fmla="*/ 3564376 h 4768732"/>
              <a:gd name="connsiteX17" fmla="*/ 0 w 3529139"/>
              <a:gd name="connsiteY17" fmla="*/ 3560354 h 4768732"/>
              <a:gd name="connsiteX18" fmla="*/ 0 w 3529139"/>
              <a:gd name="connsiteY18" fmla="*/ 3011964 h 4768732"/>
              <a:gd name="connsiteX19" fmla="*/ 49662 w 3529139"/>
              <a:gd name="connsiteY19" fmla="*/ 3024734 h 4768732"/>
              <a:gd name="connsiteX20" fmla="*/ 477654 w 3529139"/>
              <a:gd name="connsiteY20" fmla="*/ 3067879 h 4768732"/>
              <a:gd name="connsiteX21" fmla="*/ 2601315 w 3529139"/>
              <a:gd name="connsiteY21" fmla="*/ 944218 h 4768732"/>
              <a:gd name="connsiteX22" fmla="*/ 2434428 w 3529139"/>
              <a:gd name="connsiteY22" fmla="*/ 117593 h 4768732"/>
              <a:gd name="connsiteX23" fmla="*/ 2377780 w 3529139"/>
              <a:gd name="connsiteY23" fmla="*/ 0 h 4768732"/>
              <a:gd name="connsiteX24" fmla="*/ 722152 w 3529139"/>
              <a:gd name="connsiteY24" fmla="*/ 0 h 4768732"/>
              <a:gd name="connsiteX25" fmla="*/ 1745086 w 3529139"/>
              <a:gd name="connsiteY25" fmla="*/ 0 h 4768732"/>
              <a:gd name="connsiteX26" fmla="*/ 1802783 w 3529139"/>
              <a:gd name="connsiteY26" fmla="*/ 77157 h 4768732"/>
              <a:gd name="connsiteX27" fmla="*/ 2071681 w 3529139"/>
              <a:gd name="connsiteY27" fmla="*/ 957470 h 4768732"/>
              <a:gd name="connsiteX28" fmla="*/ 497189 w 3529139"/>
              <a:gd name="connsiteY28" fmla="*/ 2531962 h 4768732"/>
              <a:gd name="connsiteX29" fmla="*/ 220068 w 3529139"/>
              <a:gd name="connsiteY29" fmla="*/ 2194350 h 4768732"/>
              <a:gd name="connsiteX30" fmla="*/ 497704 w 3529139"/>
              <a:gd name="connsiteY30" fmla="*/ 1954696 h 4768732"/>
              <a:gd name="connsiteX31" fmla="*/ 1488304 w 3529139"/>
              <a:gd name="connsiteY31" fmla="*/ 964096 h 4768732"/>
              <a:gd name="connsiteX32" fmla="*/ 792278 w 3529139"/>
              <a:gd name="connsiteY32" fmla="*/ 18032 h 4768732"/>
              <a:gd name="connsiteX33" fmla="*/ 722152 w 3529139"/>
              <a:gd name="connsiteY33"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15642 w 3529139"/>
              <a:gd name="connsiteY16" fmla="*/ 3564376 h 4768732"/>
              <a:gd name="connsiteX17" fmla="*/ 0 w 3529139"/>
              <a:gd name="connsiteY17" fmla="*/ 3560354 h 4768732"/>
              <a:gd name="connsiteX18" fmla="*/ 0 w 3529139"/>
              <a:gd name="connsiteY18" fmla="*/ 3011964 h 4768732"/>
              <a:gd name="connsiteX19" fmla="*/ 49662 w 3529139"/>
              <a:gd name="connsiteY19" fmla="*/ 3024734 h 4768732"/>
              <a:gd name="connsiteX20" fmla="*/ 477654 w 3529139"/>
              <a:gd name="connsiteY20" fmla="*/ 3067879 h 4768732"/>
              <a:gd name="connsiteX21" fmla="*/ 2601315 w 3529139"/>
              <a:gd name="connsiteY21" fmla="*/ 944218 h 4768732"/>
              <a:gd name="connsiteX22" fmla="*/ 2434428 w 3529139"/>
              <a:gd name="connsiteY22" fmla="*/ 117593 h 4768732"/>
              <a:gd name="connsiteX23" fmla="*/ 2377780 w 3529139"/>
              <a:gd name="connsiteY23" fmla="*/ 0 h 4768732"/>
              <a:gd name="connsiteX24" fmla="*/ 722152 w 3529139"/>
              <a:gd name="connsiteY24" fmla="*/ 0 h 4768732"/>
              <a:gd name="connsiteX25" fmla="*/ 1745086 w 3529139"/>
              <a:gd name="connsiteY25" fmla="*/ 0 h 4768732"/>
              <a:gd name="connsiteX26" fmla="*/ 1802783 w 3529139"/>
              <a:gd name="connsiteY26" fmla="*/ 77157 h 4768732"/>
              <a:gd name="connsiteX27" fmla="*/ 2071681 w 3529139"/>
              <a:gd name="connsiteY27" fmla="*/ 957470 h 4768732"/>
              <a:gd name="connsiteX28" fmla="*/ 497189 w 3529139"/>
              <a:gd name="connsiteY28" fmla="*/ 2531962 h 4768732"/>
              <a:gd name="connsiteX29" fmla="*/ 220068 w 3529139"/>
              <a:gd name="connsiteY29" fmla="*/ 2194350 h 4768732"/>
              <a:gd name="connsiteX30" fmla="*/ 497704 w 3529139"/>
              <a:gd name="connsiteY30" fmla="*/ 1954696 h 4768732"/>
              <a:gd name="connsiteX31" fmla="*/ 1488304 w 3529139"/>
              <a:gd name="connsiteY31" fmla="*/ 964096 h 4768732"/>
              <a:gd name="connsiteX32" fmla="*/ 792278 w 3529139"/>
              <a:gd name="connsiteY32" fmla="*/ 18032 h 4768732"/>
              <a:gd name="connsiteX33" fmla="*/ 722152 w 3529139"/>
              <a:gd name="connsiteY33"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15642 w 3529139"/>
              <a:gd name="connsiteY16" fmla="*/ 3564376 h 4768732"/>
              <a:gd name="connsiteX17" fmla="*/ 0 w 3529139"/>
              <a:gd name="connsiteY17" fmla="*/ 3560354 h 4768732"/>
              <a:gd name="connsiteX18" fmla="*/ 0 w 3529139"/>
              <a:gd name="connsiteY18" fmla="*/ 3011964 h 4768732"/>
              <a:gd name="connsiteX19" fmla="*/ 49662 w 3529139"/>
              <a:gd name="connsiteY19" fmla="*/ 3024734 h 4768732"/>
              <a:gd name="connsiteX20" fmla="*/ 477654 w 3529139"/>
              <a:gd name="connsiteY20" fmla="*/ 3067879 h 4768732"/>
              <a:gd name="connsiteX21" fmla="*/ 2601315 w 3529139"/>
              <a:gd name="connsiteY21" fmla="*/ 944218 h 4768732"/>
              <a:gd name="connsiteX22" fmla="*/ 2434428 w 3529139"/>
              <a:gd name="connsiteY22" fmla="*/ 117593 h 4768732"/>
              <a:gd name="connsiteX23" fmla="*/ 2377780 w 3529139"/>
              <a:gd name="connsiteY23" fmla="*/ 0 h 4768732"/>
              <a:gd name="connsiteX24" fmla="*/ 722152 w 3529139"/>
              <a:gd name="connsiteY24" fmla="*/ 0 h 4768732"/>
              <a:gd name="connsiteX25" fmla="*/ 1745086 w 3529139"/>
              <a:gd name="connsiteY25" fmla="*/ 0 h 4768732"/>
              <a:gd name="connsiteX26" fmla="*/ 1802783 w 3529139"/>
              <a:gd name="connsiteY26" fmla="*/ 77157 h 4768732"/>
              <a:gd name="connsiteX27" fmla="*/ 2071681 w 3529139"/>
              <a:gd name="connsiteY27" fmla="*/ 957470 h 4768732"/>
              <a:gd name="connsiteX28" fmla="*/ 497189 w 3529139"/>
              <a:gd name="connsiteY28" fmla="*/ 2531962 h 4768732"/>
              <a:gd name="connsiteX29" fmla="*/ 220068 w 3529139"/>
              <a:gd name="connsiteY29" fmla="*/ 2194350 h 4768732"/>
              <a:gd name="connsiteX30" fmla="*/ 497704 w 3529139"/>
              <a:gd name="connsiteY30" fmla="*/ 1954696 h 4768732"/>
              <a:gd name="connsiteX31" fmla="*/ 1488304 w 3529139"/>
              <a:gd name="connsiteY31" fmla="*/ 964096 h 4768732"/>
              <a:gd name="connsiteX32" fmla="*/ 792278 w 3529139"/>
              <a:gd name="connsiteY32" fmla="*/ 18032 h 4768732"/>
              <a:gd name="connsiteX33" fmla="*/ 722152 w 3529139"/>
              <a:gd name="connsiteY33"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15642 w 3529139"/>
              <a:gd name="connsiteY16" fmla="*/ 3564376 h 4768732"/>
              <a:gd name="connsiteX17" fmla="*/ 0 w 3529139"/>
              <a:gd name="connsiteY17" fmla="*/ 3560354 h 4768732"/>
              <a:gd name="connsiteX18" fmla="*/ 0 w 3529139"/>
              <a:gd name="connsiteY18" fmla="*/ 3011964 h 4768732"/>
              <a:gd name="connsiteX19" fmla="*/ 49662 w 3529139"/>
              <a:gd name="connsiteY19" fmla="*/ 3024734 h 4768732"/>
              <a:gd name="connsiteX20" fmla="*/ 477654 w 3529139"/>
              <a:gd name="connsiteY20" fmla="*/ 3067879 h 4768732"/>
              <a:gd name="connsiteX21" fmla="*/ 2601315 w 3529139"/>
              <a:gd name="connsiteY21" fmla="*/ 944218 h 4768732"/>
              <a:gd name="connsiteX22" fmla="*/ 2434428 w 3529139"/>
              <a:gd name="connsiteY22" fmla="*/ 117593 h 4768732"/>
              <a:gd name="connsiteX23" fmla="*/ 2377780 w 3529139"/>
              <a:gd name="connsiteY23" fmla="*/ 0 h 4768732"/>
              <a:gd name="connsiteX24" fmla="*/ 722152 w 3529139"/>
              <a:gd name="connsiteY24" fmla="*/ 0 h 4768732"/>
              <a:gd name="connsiteX25" fmla="*/ 1745086 w 3529139"/>
              <a:gd name="connsiteY25" fmla="*/ 0 h 4768732"/>
              <a:gd name="connsiteX26" fmla="*/ 1802783 w 3529139"/>
              <a:gd name="connsiteY26" fmla="*/ 77157 h 4768732"/>
              <a:gd name="connsiteX27" fmla="*/ 2071681 w 3529139"/>
              <a:gd name="connsiteY27" fmla="*/ 957470 h 4768732"/>
              <a:gd name="connsiteX28" fmla="*/ 497189 w 3529139"/>
              <a:gd name="connsiteY28" fmla="*/ 2531962 h 4768732"/>
              <a:gd name="connsiteX29" fmla="*/ 220068 w 3529139"/>
              <a:gd name="connsiteY29" fmla="*/ 2245150 h 4768732"/>
              <a:gd name="connsiteX30" fmla="*/ 497704 w 3529139"/>
              <a:gd name="connsiteY30" fmla="*/ 1954696 h 4768732"/>
              <a:gd name="connsiteX31" fmla="*/ 1488304 w 3529139"/>
              <a:gd name="connsiteY31" fmla="*/ 964096 h 4768732"/>
              <a:gd name="connsiteX32" fmla="*/ 792278 w 3529139"/>
              <a:gd name="connsiteY32" fmla="*/ 18032 h 4768732"/>
              <a:gd name="connsiteX33" fmla="*/ 722152 w 3529139"/>
              <a:gd name="connsiteY33"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15642 w 3529139"/>
              <a:gd name="connsiteY16" fmla="*/ 3564376 h 4768732"/>
              <a:gd name="connsiteX17" fmla="*/ 0 w 3529139"/>
              <a:gd name="connsiteY17" fmla="*/ 3560354 h 4768732"/>
              <a:gd name="connsiteX18" fmla="*/ 0 w 3529139"/>
              <a:gd name="connsiteY18" fmla="*/ 3011964 h 4768732"/>
              <a:gd name="connsiteX19" fmla="*/ 49662 w 3529139"/>
              <a:gd name="connsiteY19" fmla="*/ 3024734 h 4768732"/>
              <a:gd name="connsiteX20" fmla="*/ 477654 w 3529139"/>
              <a:gd name="connsiteY20" fmla="*/ 3067879 h 4768732"/>
              <a:gd name="connsiteX21" fmla="*/ 2601315 w 3529139"/>
              <a:gd name="connsiteY21" fmla="*/ 944218 h 4768732"/>
              <a:gd name="connsiteX22" fmla="*/ 2434428 w 3529139"/>
              <a:gd name="connsiteY22" fmla="*/ 117593 h 4768732"/>
              <a:gd name="connsiteX23" fmla="*/ 2377780 w 3529139"/>
              <a:gd name="connsiteY23" fmla="*/ 0 h 4768732"/>
              <a:gd name="connsiteX24" fmla="*/ 722152 w 3529139"/>
              <a:gd name="connsiteY24" fmla="*/ 0 h 4768732"/>
              <a:gd name="connsiteX25" fmla="*/ 1745086 w 3529139"/>
              <a:gd name="connsiteY25" fmla="*/ 0 h 4768732"/>
              <a:gd name="connsiteX26" fmla="*/ 1802783 w 3529139"/>
              <a:gd name="connsiteY26" fmla="*/ 77157 h 4768732"/>
              <a:gd name="connsiteX27" fmla="*/ 2071681 w 3529139"/>
              <a:gd name="connsiteY27" fmla="*/ 957470 h 4768732"/>
              <a:gd name="connsiteX28" fmla="*/ 497189 w 3529139"/>
              <a:gd name="connsiteY28" fmla="*/ 2531962 h 4768732"/>
              <a:gd name="connsiteX29" fmla="*/ 220068 w 3529139"/>
              <a:gd name="connsiteY29" fmla="*/ 2245150 h 4768732"/>
              <a:gd name="connsiteX30" fmla="*/ 497704 w 3529139"/>
              <a:gd name="connsiteY30" fmla="*/ 1954696 h 4768732"/>
              <a:gd name="connsiteX31" fmla="*/ 1488304 w 3529139"/>
              <a:gd name="connsiteY31" fmla="*/ 964096 h 4768732"/>
              <a:gd name="connsiteX32" fmla="*/ 792278 w 3529139"/>
              <a:gd name="connsiteY32" fmla="*/ 18032 h 4768732"/>
              <a:gd name="connsiteX33" fmla="*/ 722152 w 3529139"/>
              <a:gd name="connsiteY33"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15642 w 3529139"/>
              <a:gd name="connsiteY16" fmla="*/ 3564376 h 4768732"/>
              <a:gd name="connsiteX17" fmla="*/ 0 w 3529139"/>
              <a:gd name="connsiteY17" fmla="*/ 3560354 h 4768732"/>
              <a:gd name="connsiteX18" fmla="*/ 0 w 3529139"/>
              <a:gd name="connsiteY18" fmla="*/ 3011964 h 4768732"/>
              <a:gd name="connsiteX19" fmla="*/ 49662 w 3529139"/>
              <a:gd name="connsiteY19" fmla="*/ 3024734 h 4768732"/>
              <a:gd name="connsiteX20" fmla="*/ 477654 w 3529139"/>
              <a:gd name="connsiteY20" fmla="*/ 3067879 h 4768732"/>
              <a:gd name="connsiteX21" fmla="*/ 2601315 w 3529139"/>
              <a:gd name="connsiteY21" fmla="*/ 944218 h 4768732"/>
              <a:gd name="connsiteX22" fmla="*/ 2434428 w 3529139"/>
              <a:gd name="connsiteY22" fmla="*/ 117593 h 4768732"/>
              <a:gd name="connsiteX23" fmla="*/ 2377780 w 3529139"/>
              <a:gd name="connsiteY23" fmla="*/ 0 h 4768732"/>
              <a:gd name="connsiteX24" fmla="*/ 722152 w 3529139"/>
              <a:gd name="connsiteY24" fmla="*/ 0 h 4768732"/>
              <a:gd name="connsiteX25" fmla="*/ 1745086 w 3529139"/>
              <a:gd name="connsiteY25" fmla="*/ 0 h 4768732"/>
              <a:gd name="connsiteX26" fmla="*/ 1802783 w 3529139"/>
              <a:gd name="connsiteY26" fmla="*/ 77157 h 4768732"/>
              <a:gd name="connsiteX27" fmla="*/ 2071681 w 3529139"/>
              <a:gd name="connsiteY27" fmla="*/ 957470 h 4768732"/>
              <a:gd name="connsiteX28" fmla="*/ 497189 w 3529139"/>
              <a:gd name="connsiteY28" fmla="*/ 2531962 h 4768732"/>
              <a:gd name="connsiteX29" fmla="*/ 220068 w 3529139"/>
              <a:gd name="connsiteY29" fmla="*/ 2245150 h 4768732"/>
              <a:gd name="connsiteX30" fmla="*/ 497704 w 3529139"/>
              <a:gd name="connsiteY30" fmla="*/ 1954696 h 4768732"/>
              <a:gd name="connsiteX31" fmla="*/ 1488304 w 3529139"/>
              <a:gd name="connsiteY31" fmla="*/ 964096 h 4768732"/>
              <a:gd name="connsiteX32" fmla="*/ 792278 w 3529139"/>
              <a:gd name="connsiteY32" fmla="*/ 18032 h 4768732"/>
              <a:gd name="connsiteX33" fmla="*/ 722152 w 3529139"/>
              <a:gd name="connsiteY33"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15642 w 3529139"/>
              <a:gd name="connsiteY16" fmla="*/ 3564376 h 4768732"/>
              <a:gd name="connsiteX17" fmla="*/ 0 w 3529139"/>
              <a:gd name="connsiteY17" fmla="*/ 3560354 h 4768732"/>
              <a:gd name="connsiteX18" fmla="*/ 0 w 3529139"/>
              <a:gd name="connsiteY18" fmla="*/ 3011964 h 4768732"/>
              <a:gd name="connsiteX19" fmla="*/ 49662 w 3529139"/>
              <a:gd name="connsiteY19" fmla="*/ 3024734 h 4768732"/>
              <a:gd name="connsiteX20" fmla="*/ 477654 w 3529139"/>
              <a:gd name="connsiteY20" fmla="*/ 3067879 h 4768732"/>
              <a:gd name="connsiteX21" fmla="*/ 2601315 w 3529139"/>
              <a:gd name="connsiteY21" fmla="*/ 944218 h 4768732"/>
              <a:gd name="connsiteX22" fmla="*/ 2434428 w 3529139"/>
              <a:gd name="connsiteY22" fmla="*/ 117593 h 4768732"/>
              <a:gd name="connsiteX23" fmla="*/ 2377780 w 3529139"/>
              <a:gd name="connsiteY23" fmla="*/ 0 h 4768732"/>
              <a:gd name="connsiteX24" fmla="*/ 722152 w 3529139"/>
              <a:gd name="connsiteY24" fmla="*/ 0 h 4768732"/>
              <a:gd name="connsiteX25" fmla="*/ 1745086 w 3529139"/>
              <a:gd name="connsiteY25" fmla="*/ 0 h 4768732"/>
              <a:gd name="connsiteX26" fmla="*/ 1802783 w 3529139"/>
              <a:gd name="connsiteY26" fmla="*/ 77157 h 4768732"/>
              <a:gd name="connsiteX27" fmla="*/ 2071681 w 3529139"/>
              <a:gd name="connsiteY27" fmla="*/ 957470 h 4768732"/>
              <a:gd name="connsiteX28" fmla="*/ 497189 w 3529139"/>
              <a:gd name="connsiteY28" fmla="*/ 2531962 h 4768732"/>
              <a:gd name="connsiteX29" fmla="*/ 220068 w 3529139"/>
              <a:gd name="connsiteY29" fmla="*/ 2245150 h 4768732"/>
              <a:gd name="connsiteX30" fmla="*/ 497704 w 3529139"/>
              <a:gd name="connsiteY30" fmla="*/ 1954696 h 4768732"/>
              <a:gd name="connsiteX31" fmla="*/ 1488304 w 3529139"/>
              <a:gd name="connsiteY31" fmla="*/ 964096 h 4768732"/>
              <a:gd name="connsiteX32" fmla="*/ 792278 w 3529139"/>
              <a:gd name="connsiteY32" fmla="*/ 18032 h 4768732"/>
              <a:gd name="connsiteX33" fmla="*/ 722152 w 3529139"/>
              <a:gd name="connsiteY33"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15642 w 3529139"/>
              <a:gd name="connsiteY16" fmla="*/ 3564376 h 4768732"/>
              <a:gd name="connsiteX17" fmla="*/ 0 w 3529139"/>
              <a:gd name="connsiteY17" fmla="*/ 3560354 h 4768732"/>
              <a:gd name="connsiteX18" fmla="*/ 0 w 3529139"/>
              <a:gd name="connsiteY18" fmla="*/ 3011964 h 4768732"/>
              <a:gd name="connsiteX19" fmla="*/ 49662 w 3529139"/>
              <a:gd name="connsiteY19" fmla="*/ 3024734 h 4768732"/>
              <a:gd name="connsiteX20" fmla="*/ 477654 w 3529139"/>
              <a:gd name="connsiteY20" fmla="*/ 3067879 h 4768732"/>
              <a:gd name="connsiteX21" fmla="*/ 2601315 w 3529139"/>
              <a:gd name="connsiteY21" fmla="*/ 944218 h 4768732"/>
              <a:gd name="connsiteX22" fmla="*/ 2434428 w 3529139"/>
              <a:gd name="connsiteY22" fmla="*/ 117593 h 4768732"/>
              <a:gd name="connsiteX23" fmla="*/ 2377780 w 3529139"/>
              <a:gd name="connsiteY23" fmla="*/ 0 h 4768732"/>
              <a:gd name="connsiteX24" fmla="*/ 722152 w 3529139"/>
              <a:gd name="connsiteY24" fmla="*/ 0 h 4768732"/>
              <a:gd name="connsiteX25" fmla="*/ 1745086 w 3529139"/>
              <a:gd name="connsiteY25" fmla="*/ 0 h 4768732"/>
              <a:gd name="connsiteX26" fmla="*/ 1802783 w 3529139"/>
              <a:gd name="connsiteY26" fmla="*/ 77157 h 4768732"/>
              <a:gd name="connsiteX27" fmla="*/ 2071681 w 3529139"/>
              <a:gd name="connsiteY27" fmla="*/ 957470 h 4768732"/>
              <a:gd name="connsiteX28" fmla="*/ 497189 w 3529139"/>
              <a:gd name="connsiteY28" fmla="*/ 2531962 h 4768732"/>
              <a:gd name="connsiteX29" fmla="*/ 220068 w 3529139"/>
              <a:gd name="connsiteY29" fmla="*/ 2245150 h 4768732"/>
              <a:gd name="connsiteX30" fmla="*/ 497704 w 3529139"/>
              <a:gd name="connsiteY30" fmla="*/ 1954696 h 4768732"/>
              <a:gd name="connsiteX31" fmla="*/ 1488304 w 3529139"/>
              <a:gd name="connsiteY31" fmla="*/ 964096 h 4768732"/>
              <a:gd name="connsiteX32" fmla="*/ 792278 w 3529139"/>
              <a:gd name="connsiteY32" fmla="*/ 18032 h 4768732"/>
              <a:gd name="connsiteX33" fmla="*/ 722152 w 3529139"/>
              <a:gd name="connsiteY33"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15642 w 3529139"/>
              <a:gd name="connsiteY16" fmla="*/ 3564376 h 4768732"/>
              <a:gd name="connsiteX17" fmla="*/ 0 w 3529139"/>
              <a:gd name="connsiteY17" fmla="*/ 3560354 h 4768732"/>
              <a:gd name="connsiteX18" fmla="*/ 49662 w 3529139"/>
              <a:gd name="connsiteY18" fmla="*/ 3024734 h 4768732"/>
              <a:gd name="connsiteX19" fmla="*/ 477654 w 3529139"/>
              <a:gd name="connsiteY19" fmla="*/ 3067879 h 4768732"/>
              <a:gd name="connsiteX20" fmla="*/ 2601315 w 3529139"/>
              <a:gd name="connsiteY20" fmla="*/ 944218 h 4768732"/>
              <a:gd name="connsiteX21" fmla="*/ 2434428 w 3529139"/>
              <a:gd name="connsiteY21" fmla="*/ 117593 h 4768732"/>
              <a:gd name="connsiteX22" fmla="*/ 2377780 w 3529139"/>
              <a:gd name="connsiteY22" fmla="*/ 0 h 4768732"/>
              <a:gd name="connsiteX23" fmla="*/ 722152 w 3529139"/>
              <a:gd name="connsiteY23" fmla="*/ 0 h 4768732"/>
              <a:gd name="connsiteX24" fmla="*/ 1745086 w 3529139"/>
              <a:gd name="connsiteY24" fmla="*/ 0 h 4768732"/>
              <a:gd name="connsiteX25" fmla="*/ 1802783 w 3529139"/>
              <a:gd name="connsiteY25" fmla="*/ 77157 h 4768732"/>
              <a:gd name="connsiteX26" fmla="*/ 2071681 w 3529139"/>
              <a:gd name="connsiteY26" fmla="*/ 957470 h 4768732"/>
              <a:gd name="connsiteX27" fmla="*/ 497189 w 3529139"/>
              <a:gd name="connsiteY27" fmla="*/ 2531962 h 4768732"/>
              <a:gd name="connsiteX28" fmla="*/ 220068 w 3529139"/>
              <a:gd name="connsiteY28" fmla="*/ 2245150 h 4768732"/>
              <a:gd name="connsiteX29" fmla="*/ 497704 w 3529139"/>
              <a:gd name="connsiteY29" fmla="*/ 1954696 h 4768732"/>
              <a:gd name="connsiteX30" fmla="*/ 1488304 w 3529139"/>
              <a:gd name="connsiteY30" fmla="*/ 964096 h 4768732"/>
              <a:gd name="connsiteX31" fmla="*/ 792278 w 3529139"/>
              <a:gd name="connsiteY31" fmla="*/ 18032 h 4768732"/>
              <a:gd name="connsiteX32" fmla="*/ 722152 w 3529139"/>
              <a:gd name="connsiteY32"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15642 w 3529139"/>
              <a:gd name="connsiteY16" fmla="*/ 3564376 h 4768732"/>
              <a:gd name="connsiteX17" fmla="*/ 49662 w 3529139"/>
              <a:gd name="connsiteY17" fmla="*/ 3024734 h 4768732"/>
              <a:gd name="connsiteX18" fmla="*/ 477654 w 3529139"/>
              <a:gd name="connsiteY18" fmla="*/ 3067879 h 4768732"/>
              <a:gd name="connsiteX19" fmla="*/ 2601315 w 3529139"/>
              <a:gd name="connsiteY19" fmla="*/ 944218 h 4768732"/>
              <a:gd name="connsiteX20" fmla="*/ 2434428 w 3529139"/>
              <a:gd name="connsiteY20" fmla="*/ 117593 h 4768732"/>
              <a:gd name="connsiteX21" fmla="*/ 2377780 w 3529139"/>
              <a:gd name="connsiteY21" fmla="*/ 0 h 4768732"/>
              <a:gd name="connsiteX22" fmla="*/ 722152 w 3529139"/>
              <a:gd name="connsiteY22" fmla="*/ 0 h 4768732"/>
              <a:gd name="connsiteX23" fmla="*/ 1745086 w 3529139"/>
              <a:gd name="connsiteY23" fmla="*/ 0 h 4768732"/>
              <a:gd name="connsiteX24" fmla="*/ 1802783 w 3529139"/>
              <a:gd name="connsiteY24" fmla="*/ 77157 h 4768732"/>
              <a:gd name="connsiteX25" fmla="*/ 2071681 w 3529139"/>
              <a:gd name="connsiteY25" fmla="*/ 957470 h 4768732"/>
              <a:gd name="connsiteX26" fmla="*/ 497189 w 3529139"/>
              <a:gd name="connsiteY26" fmla="*/ 2531962 h 4768732"/>
              <a:gd name="connsiteX27" fmla="*/ 220068 w 3529139"/>
              <a:gd name="connsiteY27" fmla="*/ 2245150 h 4768732"/>
              <a:gd name="connsiteX28" fmla="*/ 497704 w 3529139"/>
              <a:gd name="connsiteY28" fmla="*/ 1954696 h 4768732"/>
              <a:gd name="connsiteX29" fmla="*/ 1488304 w 3529139"/>
              <a:gd name="connsiteY29" fmla="*/ 964096 h 4768732"/>
              <a:gd name="connsiteX30" fmla="*/ 792278 w 3529139"/>
              <a:gd name="connsiteY30" fmla="*/ 18032 h 4768732"/>
              <a:gd name="connsiteX31" fmla="*/ 722152 w 3529139"/>
              <a:gd name="connsiteY31"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49662 w 3529139"/>
              <a:gd name="connsiteY16" fmla="*/ 3024734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2174 w 3529139"/>
              <a:gd name="connsiteY15" fmla="*/ 364099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2174 w 3529139"/>
              <a:gd name="connsiteY15" fmla="*/ 364099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2174 w 3529139"/>
              <a:gd name="connsiteY15" fmla="*/ 364099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2174 w 3529139"/>
              <a:gd name="connsiteY15" fmla="*/ 364099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80982 w 3529139"/>
              <a:gd name="connsiteY13" fmla="*/ 225005 h 4768732"/>
              <a:gd name="connsiteX14" fmla="*/ 3177784 w 3529139"/>
              <a:gd name="connsiteY14" fmla="*/ 986092 h 4768732"/>
              <a:gd name="connsiteX15" fmla="*/ 542174 w 3529139"/>
              <a:gd name="connsiteY15" fmla="*/ 364099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80982 w 3529139"/>
              <a:gd name="connsiteY13" fmla="*/ 225005 h 4768732"/>
              <a:gd name="connsiteX14" fmla="*/ 3177784 w 3529139"/>
              <a:gd name="connsiteY14" fmla="*/ 986092 h 4768732"/>
              <a:gd name="connsiteX15" fmla="*/ 542174 w 3529139"/>
              <a:gd name="connsiteY15" fmla="*/ 364099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80982 w 3529139"/>
              <a:gd name="connsiteY13" fmla="*/ 225005 h 4768732"/>
              <a:gd name="connsiteX14" fmla="*/ 3177784 w 3529139"/>
              <a:gd name="connsiteY14" fmla="*/ 986092 h 4768732"/>
              <a:gd name="connsiteX15" fmla="*/ 542174 w 3529139"/>
              <a:gd name="connsiteY15" fmla="*/ 364099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80982 w 3529139"/>
              <a:gd name="connsiteY13" fmla="*/ 225005 h 4768732"/>
              <a:gd name="connsiteX14" fmla="*/ 3177784 w 3529139"/>
              <a:gd name="connsiteY14" fmla="*/ 986092 h 4768732"/>
              <a:gd name="connsiteX15" fmla="*/ 542174 w 3529139"/>
              <a:gd name="connsiteY15" fmla="*/ 364099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80982 w 3529139"/>
              <a:gd name="connsiteY13" fmla="*/ 225005 h 4768732"/>
              <a:gd name="connsiteX14" fmla="*/ 3177784 w 3529139"/>
              <a:gd name="connsiteY14" fmla="*/ 986092 h 4768732"/>
              <a:gd name="connsiteX15" fmla="*/ 542174 w 3529139"/>
              <a:gd name="connsiteY15" fmla="*/ 364099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80982 w 3529139"/>
              <a:gd name="connsiteY13" fmla="*/ 225005 h 4768732"/>
              <a:gd name="connsiteX14" fmla="*/ 3177784 w 3529139"/>
              <a:gd name="connsiteY14" fmla="*/ 986092 h 4768732"/>
              <a:gd name="connsiteX15" fmla="*/ 542174 w 3529139"/>
              <a:gd name="connsiteY15" fmla="*/ 364099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80982 w 3529139"/>
              <a:gd name="connsiteY13" fmla="*/ 225005 h 4768732"/>
              <a:gd name="connsiteX14" fmla="*/ 3177784 w 3529139"/>
              <a:gd name="connsiteY14" fmla="*/ 986092 h 4768732"/>
              <a:gd name="connsiteX15" fmla="*/ 542174 w 3529139"/>
              <a:gd name="connsiteY15" fmla="*/ 364099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80982 w 3529139"/>
              <a:gd name="connsiteY13" fmla="*/ 225005 h 4768732"/>
              <a:gd name="connsiteX14" fmla="*/ 3177784 w 3529139"/>
              <a:gd name="connsiteY14" fmla="*/ 986092 h 4768732"/>
              <a:gd name="connsiteX15" fmla="*/ 542174 w 3529139"/>
              <a:gd name="connsiteY15" fmla="*/ 364099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177784 w 3529139"/>
              <a:gd name="connsiteY13" fmla="*/ 986092 h 4768732"/>
              <a:gd name="connsiteX14" fmla="*/ 542174 w 3529139"/>
              <a:gd name="connsiteY14" fmla="*/ 3640994 h 4768732"/>
              <a:gd name="connsiteX15" fmla="*/ 219424 w 3529139"/>
              <a:gd name="connsiteY15" fmla="*/ 3371975 h 4768732"/>
              <a:gd name="connsiteX16" fmla="*/ 477654 w 3529139"/>
              <a:gd name="connsiteY16" fmla="*/ 3067879 h 4768732"/>
              <a:gd name="connsiteX17" fmla="*/ 2601315 w 3529139"/>
              <a:gd name="connsiteY17" fmla="*/ 944218 h 4768732"/>
              <a:gd name="connsiteX18" fmla="*/ 2434428 w 3529139"/>
              <a:gd name="connsiteY18" fmla="*/ 117593 h 4768732"/>
              <a:gd name="connsiteX19" fmla="*/ 2377780 w 3529139"/>
              <a:gd name="connsiteY19" fmla="*/ 0 h 4768732"/>
              <a:gd name="connsiteX20" fmla="*/ 722152 w 3529139"/>
              <a:gd name="connsiteY20" fmla="*/ 0 h 4768732"/>
              <a:gd name="connsiteX21" fmla="*/ 1745086 w 3529139"/>
              <a:gd name="connsiteY21" fmla="*/ 0 h 4768732"/>
              <a:gd name="connsiteX22" fmla="*/ 1802783 w 3529139"/>
              <a:gd name="connsiteY22" fmla="*/ 77157 h 4768732"/>
              <a:gd name="connsiteX23" fmla="*/ 2071681 w 3529139"/>
              <a:gd name="connsiteY23" fmla="*/ 957470 h 4768732"/>
              <a:gd name="connsiteX24" fmla="*/ 497189 w 3529139"/>
              <a:gd name="connsiteY24" fmla="*/ 2531962 h 4768732"/>
              <a:gd name="connsiteX25" fmla="*/ 220068 w 3529139"/>
              <a:gd name="connsiteY25" fmla="*/ 2245150 h 4768732"/>
              <a:gd name="connsiteX26" fmla="*/ 497704 w 3529139"/>
              <a:gd name="connsiteY26" fmla="*/ 1954696 h 4768732"/>
              <a:gd name="connsiteX27" fmla="*/ 1488304 w 3529139"/>
              <a:gd name="connsiteY27" fmla="*/ 964096 h 4768732"/>
              <a:gd name="connsiteX28" fmla="*/ 792278 w 3529139"/>
              <a:gd name="connsiteY28" fmla="*/ 18032 h 4768732"/>
              <a:gd name="connsiteX29" fmla="*/ 722152 w 3529139"/>
              <a:gd name="connsiteY29"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177784 w 3529139"/>
              <a:gd name="connsiteY13" fmla="*/ 986092 h 4768732"/>
              <a:gd name="connsiteX14" fmla="*/ 542174 w 3529139"/>
              <a:gd name="connsiteY14" fmla="*/ 3640994 h 4768732"/>
              <a:gd name="connsiteX15" fmla="*/ 219424 w 3529139"/>
              <a:gd name="connsiteY15" fmla="*/ 3371975 h 4768732"/>
              <a:gd name="connsiteX16" fmla="*/ 477654 w 3529139"/>
              <a:gd name="connsiteY16" fmla="*/ 3067879 h 4768732"/>
              <a:gd name="connsiteX17" fmla="*/ 2601315 w 3529139"/>
              <a:gd name="connsiteY17" fmla="*/ 944218 h 4768732"/>
              <a:gd name="connsiteX18" fmla="*/ 2434428 w 3529139"/>
              <a:gd name="connsiteY18" fmla="*/ 117593 h 4768732"/>
              <a:gd name="connsiteX19" fmla="*/ 2377780 w 3529139"/>
              <a:gd name="connsiteY19" fmla="*/ 0 h 4768732"/>
              <a:gd name="connsiteX20" fmla="*/ 722152 w 3529139"/>
              <a:gd name="connsiteY20" fmla="*/ 0 h 4768732"/>
              <a:gd name="connsiteX21" fmla="*/ 1745086 w 3529139"/>
              <a:gd name="connsiteY21" fmla="*/ 0 h 4768732"/>
              <a:gd name="connsiteX22" fmla="*/ 1802783 w 3529139"/>
              <a:gd name="connsiteY22" fmla="*/ 77157 h 4768732"/>
              <a:gd name="connsiteX23" fmla="*/ 2071681 w 3529139"/>
              <a:gd name="connsiteY23" fmla="*/ 957470 h 4768732"/>
              <a:gd name="connsiteX24" fmla="*/ 497189 w 3529139"/>
              <a:gd name="connsiteY24" fmla="*/ 2531962 h 4768732"/>
              <a:gd name="connsiteX25" fmla="*/ 220068 w 3529139"/>
              <a:gd name="connsiteY25" fmla="*/ 2245150 h 4768732"/>
              <a:gd name="connsiteX26" fmla="*/ 497704 w 3529139"/>
              <a:gd name="connsiteY26" fmla="*/ 1954696 h 4768732"/>
              <a:gd name="connsiteX27" fmla="*/ 1488304 w 3529139"/>
              <a:gd name="connsiteY27" fmla="*/ 964096 h 4768732"/>
              <a:gd name="connsiteX28" fmla="*/ 792278 w 3529139"/>
              <a:gd name="connsiteY28" fmla="*/ 18032 h 4768732"/>
              <a:gd name="connsiteX29" fmla="*/ 722152 w 3529139"/>
              <a:gd name="connsiteY29"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177784 w 3529139"/>
              <a:gd name="connsiteY13" fmla="*/ 986092 h 4768732"/>
              <a:gd name="connsiteX14" fmla="*/ 542174 w 3529139"/>
              <a:gd name="connsiteY14" fmla="*/ 3640994 h 4768732"/>
              <a:gd name="connsiteX15" fmla="*/ 219424 w 3529139"/>
              <a:gd name="connsiteY15" fmla="*/ 3371975 h 4768732"/>
              <a:gd name="connsiteX16" fmla="*/ 477654 w 3529139"/>
              <a:gd name="connsiteY16" fmla="*/ 3067879 h 4768732"/>
              <a:gd name="connsiteX17" fmla="*/ 2601315 w 3529139"/>
              <a:gd name="connsiteY17" fmla="*/ 944218 h 4768732"/>
              <a:gd name="connsiteX18" fmla="*/ 2434428 w 3529139"/>
              <a:gd name="connsiteY18" fmla="*/ 117593 h 4768732"/>
              <a:gd name="connsiteX19" fmla="*/ 2377780 w 3529139"/>
              <a:gd name="connsiteY19" fmla="*/ 0 h 4768732"/>
              <a:gd name="connsiteX20" fmla="*/ 722152 w 3529139"/>
              <a:gd name="connsiteY20" fmla="*/ 0 h 4768732"/>
              <a:gd name="connsiteX21" fmla="*/ 1745086 w 3529139"/>
              <a:gd name="connsiteY21" fmla="*/ 0 h 4768732"/>
              <a:gd name="connsiteX22" fmla="*/ 1802783 w 3529139"/>
              <a:gd name="connsiteY22" fmla="*/ 77157 h 4768732"/>
              <a:gd name="connsiteX23" fmla="*/ 2071681 w 3529139"/>
              <a:gd name="connsiteY23" fmla="*/ 957470 h 4768732"/>
              <a:gd name="connsiteX24" fmla="*/ 497189 w 3529139"/>
              <a:gd name="connsiteY24" fmla="*/ 2531962 h 4768732"/>
              <a:gd name="connsiteX25" fmla="*/ 220068 w 3529139"/>
              <a:gd name="connsiteY25" fmla="*/ 2245150 h 4768732"/>
              <a:gd name="connsiteX26" fmla="*/ 497704 w 3529139"/>
              <a:gd name="connsiteY26" fmla="*/ 1954696 h 4768732"/>
              <a:gd name="connsiteX27" fmla="*/ 1488304 w 3529139"/>
              <a:gd name="connsiteY27" fmla="*/ 964096 h 4768732"/>
              <a:gd name="connsiteX28" fmla="*/ 792278 w 3529139"/>
              <a:gd name="connsiteY28" fmla="*/ 18032 h 4768732"/>
              <a:gd name="connsiteX29" fmla="*/ 722152 w 3529139"/>
              <a:gd name="connsiteY29"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177784 w 3529139"/>
              <a:gd name="connsiteY13" fmla="*/ 986092 h 4768732"/>
              <a:gd name="connsiteX14" fmla="*/ 542174 w 3529139"/>
              <a:gd name="connsiteY14" fmla="*/ 3640994 h 4768732"/>
              <a:gd name="connsiteX15" fmla="*/ 219424 w 3529139"/>
              <a:gd name="connsiteY15" fmla="*/ 3371975 h 4768732"/>
              <a:gd name="connsiteX16" fmla="*/ 477654 w 3529139"/>
              <a:gd name="connsiteY16" fmla="*/ 3067879 h 4768732"/>
              <a:gd name="connsiteX17" fmla="*/ 2601315 w 3529139"/>
              <a:gd name="connsiteY17" fmla="*/ 944218 h 4768732"/>
              <a:gd name="connsiteX18" fmla="*/ 2434428 w 3529139"/>
              <a:gd name="connsiteY18" fmla="*/ 117593 h 4768732"/>
              <a:gd name="connsiteX19" fmla="*/ 2377780 w 3529139"/>
              <a:gd name="connsiteY19" fmla="*/ 0 h 4768732"/>
              <a:gd name="connsiteX20" fmla="*/ 722152 w 3529139"/>
              <a:gd name="connsiteY20" fmla="*/ 0 h 4768732"/>
              <a:gd name="connsiteX21" fmla="*/ 1745086 w 3529139"/>
              <a:gd name="connsiteY21" fmla="*/ 0 h 4768732"/>
              <a:gd name="connsiteX22" fmla="*/ 1802783 w 3529139"/>
              <a:gd name="connsiteY22" fmla="*/ 77157 h 4768732"/>
              <a:gd name="connsiteX23" fmla="*/ 2071681 w 3529139"/>
              <a:gd name="connsiteY23" fmla="*/ 957470 h 4768732"/>
              <a:gd name="connsiteX24" fmla="*/ 497189 w 3529139"/>
              <a:gd name="connsiteY24" fmla="*/ 2531962 h 4768732"/>
              <a:gd name="connsiteX25" fmla="*/ 220068 w 3529139"/>
              <a:gd name="connsiteY25" fmla="*/ 2245150 h 4768732"/>
              <a:gd name="connsiteX26" fmla="*/ 497704 w 3529139"/>
              <a:gd name="connsiteY26" fmla="*/ 1954696 h 4768732"/>
              <a:gd name="connsiteX27" fmla="*/ 1488304 w 3529139"/>
              <a:gd name="connsiteY27" fmla="*/ 964096 h 4768732"/>
              <a:gd name="connsiteX28" fmla="*/ 792278 w 3529139"/>
              <a:gd name="connsiteY28" fmla="*/ 18032 h 4768732"/>
              <a:gd name="connsiteX29" fmla="*/ 722152 w 3529139"/>
              <a:gd name="connsiteY29"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177784 w 3529139"/>
              <a:gd name="connsiteY13" fmla="*/ 986092 h 4768732"/>
              <a:gd name="connsiteX14" fmla="*/ 542174 w 3529139"/>
              <a:gd name="connsiteY14" fmla="*/ 3640994 h 4768732"/>
              <a:gd name="connsiteX15" fmla="*/ 219424 w 3529139"/>
              <a:gd name="connsiteY15" fmla="*/ 3371975 h 4768732"/>
              <a:gd name="connsiteX16" fmla="*/ 477654 w 3529139"/>
              <a:gd name="connsiteY16" fmla="*/ 3067879 h 4768732"/>
              <a:gd name="connsiteX17" fmla="*/ 2601315 w 3529139"/>
              <a:gd name="connsiteY17" fmla="*/ 944218 h 4768732"/>
              <a:gd name="connsiteX18" fmla="*/ 2434428 w 3529139"/>
              <a:gd name="connsiteY18" fmla="*/ 117593 h 4768732"/>
              <a:gd name="connsiteX19" fmla="*/ 2377780 w 3529139"/>
              <a:gd name="connsiteY19" fmla="*/ 0 h 4768732"/>
              <a:gd name="connsiteX20" fmla="*/ 722152 w 3529139"/>
              <a:gd name="connsiteY20" fmla="*/ 0 h 4768732"/>
              <a:gd name="connsiteX21" fmla="*/ 1745086 w 3529139"/>
              <a:gd name="connsiteY21" fmla="*/ 0 h 4768732"/>
              <a:gd name="connsiteX22" fmla="*/ 1802783 w 3529139"/>
              <a:gd name="connsiteY22" fmla="*/ 77157 h 4768732"/>
              <a:gd name="connsiteX23" fmla="*/ 2071681 w 3529139"/>
              <a:gd name="connsiteY23" fmla="*/ 957470 h 4768732"/>
              <a:gd name="connsiteX24" fmla="*/ 497189 w 3529139"/>
              <a:gd name="connsiteY24" fmla="*/ 2531962 h 4768732"/>
              <a:gd name="connsiteX25" fmla="*/ 220068 w 3529139"/>
              <a:gd name="connsiteY25" fmla="*/ 2245150 h 4768732"/>
              <a:gd name="connsiteX26" fmla="*/ 497704 w 3529139"/>
              <a:gd name="connsiteY26" fmla="*/ 1954696 h 4768732"/>
              <a:gd name="connsiteX27" fmla="*/ 1488304 w 3529139"/>
              <a:gd name="connsiteY27" fmla="*/ 964096 h 4768732"/>
              <a:gd name="connsiteX28" fmla="*/ 792278 w 3529139"/>
              <a:gd name="connsiteY28" fmla="*/ 18032 h 4768732"/>
              <a:gd name="connsiteX29" fmla="*/ 722152 w 3529139"/>
              <a:gd name="connsiteY29"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257447 w 3529139"/>
              <a:gd name="connsiteY6" fmla="*/ 4151665 h 4768732"/>
              <a:gd name="connsiteX7" fmla="*/ 573821 w 3529139"/>
              <a:gd name="connsiteY7" fmla="*/ 4167640 h 4768732"/>
              <a:gd name="connsiteX8" fmla="*/ 3529005 w 3529139"/>
              <a:gd name="connsiteY8" fmla="*/ 1993493 h 4768732"/>
              <a:gd name="connsiteX9" fmla="*/ 3529139 w 3529139"/>
              <a:gd name="connsiteY9" fmla="*/ 1992970 h 4768732"/>
              <a:gd name="connsiteX10" fmla="*/ 2377780 w 3529139"/>
              <a:gd name="connsiteY10" fmla="*/ 0 h 4768732"/>
              <a:gd name="connsiteX11" fmla="*/ 2984988 w 3529139"/>
              <a:gd name="connsiteY11" fmla="*/ 0 h 4768732"/>
              <a:gd name="connsiteX12" fmla="*/ 3177784 w 3529139"/>
              <a:gd name="connsiteY12" fmla="*/ 986092 h 4768732"/>
              <a:gd name="connsiteX13" fmla="*/ 542174 w 3529139"/>
              <a:gd name="connsiteY13" fmla="*/ 3640994 h 4768732"/>
              <a:gd name="connsiteX14" fmla="*/ 219424 w 3529139"/>
              <a:gd name="connsiteY14" fmla="*/ 3371975 h 4768732"/>
              <a:gd name="connsiteX15" fmla="*/ 477654 w 3529139"/>
              <a:gd name="connsiteY15" fmla="*/ 3067879 h 4768732"/>
              <a:gd name="connsiteX16" fmla="*/ 2601315 w 3529139"/>
              <a:gd name="connsiteY16" fmla="*/ 944218 h 4768732"/>
              <a:gd name="connsiteX17" fmla="*/ 2434428 w 3529139"/>
              <a:gd name="connsiteY17" fmla="*/ 117593 h 4768732"/>
              <a:gd name="connsiteX18" fmla="*/ 2377780 w 3529139"/>
              <a:gd name="connsiteY18" fmla="*/ 0 h 4768732"/>
              <a:gd name="connsiteX19" fmla="*/ 722152 w 3529139"/>
              <a:gd name="connsiteY19" fmla="*/ 0 h 4768732"/>
              <a:gd name="connsiteX20" fmla="*/ 1745086 w 3529139"/>
              <a:gd name="connsiteY20" fmla="*/ 0 h 4768732"/>
              <a:gd name="connsiteX21" fmla="*/ 1802783 w 3529139"/>
              <a:gd name="connsiteY21" fmla="*/ 77157 h 4768732"/>
              <a:gd name="connsiteX22" fmla="*/ 2071681 w 3529139"/>
              <a:gd name="connsiteY22" fmla="*/ 957470 h 4768732"/>
              <a:gd name="connsiteX23" fmla="*/ 497189 w 3529139"/>
              <a:gd name="connsiteY23" fmla="*/ 2531962 h 4768732"/>
              <a:gd name="connsiteX24" fmla="*/ 220068 w 3529139"/>
              <a:gd name="connsiteY24" fmla="*/ 2245150 h 4768732"/>
              <a:gd name="connsiteX25" fmla="*/ 497704 w 3529139"/>
              <a:gd name="connsiteY25" fmla="*/ 1954696 h 4768732"/>
              <a:gd name="connsiteX26" fmla="*/ 1488304 w 3529139"/>
              <a:gd name="connsiteY26" fmla="*/ 964096 h 4768732"/>
              <a:gd name="connsiteX27" fmla="*/ 792278 w 3529139"/>
              <a:gd name="connsiteY27" fmla="*/ 18032 h 4768732"/>
              <a:gd name="connsiteX28" fmla="*/ 722152 w 3529139"/>
              <a:gd name="connsiteY28" fmla="*/ 0 h 4768732"/>
              <a:gd name="connsiteX0" fmla="*/ 3551389 w 3551389"/>
              <a:gd name="connsiteY0" fmla="*/ 1992970 h 4768732"/>
              <a:gd name="connsiteX1" fmla="*/ 3551389 w 3551389"/>
              <a:gd name="connsiteY1" fmla="*/ 3300726 h 4768732"/>
              <a:gd name="connsiteX2" fmla="*/ 3469973 w 3551389"/>
              <a:gd name="connsiteY2" fmla="*/ 3409602 h 4768732"/>
              <a:gd name="connsiteX3" fmla="*/ 587998 w 3551389"/>
              <a:gd name="connsiteY3" fmla="*/ 4768732 h 4768732"/>
              <a:gd name="connsiteX4" fmla="*/ 206134 w 3551389"/>
              <a:gd name="connsiteY4" fmla="*/ 4749450 h 4768732"/>
              <a:gd name="connsiteX5" fmla="*/ 22250 w 3551389"/>
              <a:gd name="connsiteY5" fmla="*/ 4726084 h 4768732"/>
              <a:gd name="connsiteX6" fmla="*/ 279697 w 3551389"/>
              <a:gd name="connsiteY6" fmla="*/ 4151665 h 4768732"/>
              <a:gd name="connsiteX7" fmla="*/ 596071 w 3551389"/>
              <a:gd name="connsiteY7" fmla="*/ 4167640 h 4768732"/>
              <a:gd name="connsiteX8" fmla="*/ 3551255 w 3551389"/>
              <a:gd name="connsiteY8" fmla="*/ 1993493 h 4768732"/>
              <a:gd name="connsiteX9" fmla="*/ 3551389 w 3551389"/>
              <a:gd name="connsiteY9" fmla="*/ 1992970 h 4768732"/>
              <a:gd name="connsiteX10" fmla="*/ 2400030 w 3551389"/>
              <a:gd name="connsiteY10" fmla="*/ 0 h 4768732"/>
              <a:gd name="connsiteX11" fmla="*/ 3007238 w 3551389"/>
              <a:gd name="connsiteY11" fmla="*/ 0 h 4768732"/>
              <a:gd name="connsiteX12" fmla="*/ 3200034 w 3551389"/>
              <a:gd name="connsiteY12" fmla="*/ 986092 h 4768732"/>
              <a:gd name="connsiteX13" fmla="*/ 564424 w 3551389"/>
              <a:gd name="connsiteY13" fmla="*/ 3640994 h 4768732"/>
              <a:gd name="connsiteX14" fmla="*/ 241674 w 3551389"/>
              <a:gd name="connsiteY14" fmla="*/ 3371975 h 4768732"/>
              <a:gd name="connsiteX15" fmla="*/ 499904 w 3551389"/>
              <a:gd name="connsiteY15" fmla="*/ 3067879 h 4768732"/>
              <a:gd name="connsiteX16" fmla="*/ 2623565 w 3551389"/>
              <a:gd name="connsiteY16" fmla="*/ 944218 h 4768732"/>
              <a:gd name="connsiteX17" fmla="*/ 2456678 w 3551389"/>
              <a:gd name="connsiteY17" fmla="*/ 117593 h 4768732"/>
              <a:gd name="connsiteX18" fmla="*/ 2400030 w 3551389"/>
              <a:gd name="connsiteY18" fmla="*/ 0 h 4768732"/>
              <a:gd name="connsiteX19" fmla="*/ 744402 w 3551389"/>
              <a:gd name="connsiteY19" fmla="*/ 0 h 4768732"/>
              <a:gd name="connsiteX20" fmla="*/ 1767336 w 3551389"/>
              <a:gd name="connsiteY20" fmla="*/ 0 h 4768732"/>
              <a:gd name="connsiteX21" fmla="*/ 1825033 w 3551389"/>
              <a:gd name="connsiteY21" fmla="*/ 77157 h 4768732"/>
              <a:gd name="connsiteX22" fmla="*/ 2093931 w 3551389"/>
              <a:gd name="connsiteY22" fmla="*/ 957470 h 4768732"/>
              <a:gd name="connsiteX23" fmla="*/ 519439 w 3551389"/>
              <a:gd name="connsiteY23" fmla="*/ 2531962 h 4768732"/>
              <a:gd name="connsiteX24" fmla="*/ 242318 w 3551389"/>
              <a:gd name="connsiteY24" fmla="*/ 2245150 h 4768732"/>
              <a:gd name="connsiteX25" fmla="*/ 519954 w 3551389"/>
              <a:gd name="connsiteY25" fmla="*/ 1954696 h 4768732"/>
              <a:gd name="connsiteX26" fmla="*/ 1510554 w 3551389"/>
              <a:gd name="connsiteY26" fmla="*/ 964096 h 4768732"/>
              <a:gd name="connsiteX27" fmla="*/ 814528 w 3551389"/>
              <a:gd name="connsiteY27" fmla="*/ 18032 h 4768732"/>
              <a:gd name="connsiteX28" fmla="*/ 744402 w 3551389"/>
              <a:gd name="connsiteY28" fmla="*/ 0 h 4768732"/>
              <a:gd name="connsiteX0" fmla="*/ 3345255 w 3345255"/>
              <a:gd name="connsiteY0" fmla="*/ 1992970 h 4768732"/>
              <a:gd name="connsiteX1" fmla="*/ 3345255 w 3345255"/>
              <a:gd name="connsiteY1" fmla="*/ 3300726 h 4768732"/>
              <a:gd name="connsiteX2" fmla="*/ 3263839 w 3345255"/>
              <a:gd name="connsiteY2" fmla="*/ 3409602 h 4768732"/>
              <a:gd name="connsiteX3" fmla="*/ 381864 w 3345255"/>
              <a:gd name="connsiteY3" fmla="*/ 4768732 h 4768732"/>
              <a:gd name="connsiteX4" fmla="*/ 0 w 3345255"/>
              <a:gd name="connsiteY4" fmla="*/ 4749450 h 4768732"/>
              <a:gd name="connsiteX5" fmla="*/ 73563 w 3345255"/>
              <a:gd name="connsiteY5" fmla="*/ 4151665 h 4768732"/>
              <a:gd name="connsiteX6" fmla="*/ 389937 w 3345255"/>
              <a:gd name="connsiteY6" fmla="*/ 4167640 h 4768732"/>
              <a:gd name="connsiteX7" fmla="*/ 3345121 w 3345255"/>
              <a:gd name="connsiteY7" fmla="*/ 1993493 h 4768732"/>
              <a:gd name="connsiteX8" fmla="*/ 3345255 w 3345255"/>
              <a:gd name="connsiteY8" fmla="*/ 1992970 h 4768732"/>
              <a:gd name="connsiteX9" fmla="*/ 2193896 w 3345255"/>
              <a:gd name="connsiteY9" fmla="*/ 0 h 4768732"/>
              <a:gd name="connsiteX10" fmla="*/ 2801104 w 3345255"/>
              <a:gd name="connsiteY10" fmla="*/ 0 h 4768732"/>
              <a:gd name="connsiteX11" fmla="*/ 2993900 w 3345255"/>
              <a:gd name="connsiteY11" fmla="*/ 986092 h 4768732"/>
              <a:gd name="connsiteX12" fmla="*/ 358290 w 3345255"/>
              <a:gd name="connsiteY12" fmla="*/ 3640994 h 4768732"/>
              <a:gd name="connsiteX13" fmla="*/ 35540 w 3345255"/>
              <a:gd name="connsiteY13" fmla="*/ 3371975 h 4768732"/>
              <a:gd name="connsiteX14" fmla="*/ 293770 w 3345255"/>
              <a:gd name="connsiteY14" fmla="*/ 3067879 h 4768732"/>
              <a:gd name="connsiteX15" fmla="*/ 2417431 w 3345255"/>
              <a:gd name="connsiteY15" fmla="*/ 944218 h 4768732"/>
              <a:gd name="connsiteX16" fmla="*/ 2250544 w 3345255"/>
              <a:gd name="connsiteY16" fmla="*/ 117593 h 4768732"/>
              <a:gd name="connsiteX17" fmla="*/ 2193896 w 3345255"/>
              <a:gd name="connsiteY17" fmla="*/ 0 h 4768732"/>
              <a:gd name="connsiteX18" fmla="*/ 538268 w 3345255"/>
              <a:gd name="connsiteY18" fmla="*/ 0 h 4768732"/>
              <a:gd name="connsiteX19" fmla="*/ 1561202 w 3345255"/>
              <a:gd name="connsiteY19" fmla="*/ 0 h 4768732"/>
              <a:gd name="connsiteX20" fmla="*/ 1618899 w 3345255"/>
              <a:gd name="connsiteY20" fmla="*/ 77157 h 4768732"/>
              <a:gd name="connsiteX21" fmla="*/ 1887797 w 3345255"/>
              <a:gd name="connsiteY21" fmla="*/ 957470 h 4768732"/>
              <a:gd name="connsiteX22" fmla="*/ 313305 w 3345255"/>
              <a:gd name="connsiteY22" fmla="*/ 2531962 h 4768732"/>
              <a:gd name="connsiteX23" fmla="*/ 36184 w 3345255"/>
              <a:gd name="connsiteY23" fmla="*/ 2245150 h 4768732"/>
              <a:gd name="connsiteX24" fmla="*/ 313820 w 3345255"/>
              <a:gd name="connsiteY24" fmla="*/ 1954696 h 4768732"/>
              <a:gd name="connsiteX25" fmla="*/ 1304420 w 3345255"/>
              <a:gd name="connsiteY25" fmla="*/ 964096 h 4768732"/>
              <a:gd name="connsiteX26" fmla="*/ 608394 w 3345255"/>
              <a:gd name="connsiteY26" fmla="*/ 18032 h 4768732"/>
              <a:gd name="connsiteX27" fmla="*/ 538268 w 3345255"/>
              <a:gd name="connsiteY27" fmla="*/ 0 h 4768732"/>
              <a:gd name="connsiteX0" fmla="*/ 3318819 w 3318819"/>
              <a:gd name="connsiteY0" fmla="*/ 1992970 h 4784517"/>
              <a:gd name="connsiteX1" fmla="*/ 3318819 w 3318819"/>
              <a:gd name="connsiteY1" fmla="*/ 3300726 h 4784517"/>
              <a:gd name="connsiteX2" fmla="*/ 3237403 w 3318819"/>
              <a:gd name="connsiteY2" fmla="*/ 3409602 h 4784517"/>
              <a:gd name="connsiteX3" fmla="*/ 355428 w 3318819"/>
              <a:gd name="connsiteY3" fmla="*/ 4768732 h 4784517"/>
              <a:gd name="connsiteX4" fmla="*/ 47127 w 3318819"/>
              <a:gd name="connsiteY4" fmla="*/ 4151665 h 4784517"/>
              <a:gd name="connsiteX5" fmla="*/ 363501 w 3318819"/>
              <a:gd name="connsiteY5" fmla="*/ 4167640 h 4784517"/>
              <a:gd name="connsiteX6" fmla="*/ 3318685 w 3318819"/>
              <a:gd name="connsiteY6" fmla="*/ 1993493 h 4784517"/>
              <a:gd name="connsiteX7" fmla="*/ 3318819 w 3318819"/>
              <a:gd name="connsiteY7" fmla="*/ 1992970 h 4784517"/>
              <a:gd name="connsiteX8" fmla="*/ 2167460 w 3318819"/>
              <a:gd name="connsiteY8" fmla="*/ 0 h 4784517"/>
              <a:gd name="connsiteX9" fmla="*/ 2774668 w 3318819"/>
              <a:gd name="connsiteY9" fmla="*/ 0 h 4784517"/>
              <a:gd name="connsiteX10" fmla="*/ 2967464 w 3318819"/>
              <a:gd name="connsiteY10" fmla="*/ 986092 h 4784517"/>
              <a:gd name="connsiteX11" fmla="*/ 331854 w 3318819"/>
              <a:gd name="connsiteY11" fmla="*/ 3640994 h 4784517"/>
              <a:gd name="connsiteX12" fmla="*/ 9104 w 3318819"/>
              <a:gd name="connsiteY12" fmla="*/ 3371975 h 4784517"/>
              <a:gd name="connsiteX13" fmla="*/ 267334 w 3318819"/>
              <a:gd name="connsiteY13" fmla="*/ 3067879 h 4784517"/>
              <a:gd name="connsiteX14" fmla="*/ 2390995 w 3318819"/>
              <a:gd name="connsiteY14" fmla="*/ 944218 h 4784517"/>
              <a:gd name="connsiteX15" fmla="*/ 2224108 w 3318819"/>
              <a:gd name="connsiteY15" fmla="*/ 117593 h 4784517"/>
              <a:gd name="connsiteX16" fmla="*/ 2167460 w 3318819"/>
              <a:gd name="connsiteY16" fmla="*/ 0 h 4784517"/>
              <a:gd name="connsiteX17" fmla="*/ 511832 w 3318819"/>
              <a:gd name="connsiteY17" fmla="*/ 0 h 4784517"/>
              <a:gd name="connsiteX18" fmla="*/ 1534766 w 3318819"/>
              <a:gd name="connsiteY18" fmla="*/ 0 h 4784517"/>
              <a:gd name="connsiteX19" fmla="*/ 1592463 w 3318819"/>
              <a:gd name="connsiteY19" fmla="*/ 77157 h 4784517"/>
              <a:gd name="connsiteX20" fmla="*/ 1861361 w 3318819"/>
              <a:gd name="connsiteY20" fmla="*/ 957470 h 4784517"/>
              <a:gd name="connsiteX21" fmla="*/ 286869 w 3318819"/>
              <a:gd name="connsiteY21" fmla="*/ 2531962 h 4784517"/>
              <a:gd name="connsiteX22" fmla="*/ 9748 w 3318819"/>
              <a:gd name="connsiteY22" fmla="*/ 2245150 h 4784517"/>
              <a:gd name="connsiteX23" fmla="*/ 287384 w 3318819"/>
              <a:gd name="connsiteY23" fmla="*/ 1954696 h 4784517"/>
              <a:gd name="connsiteX24" fmla="*/ 1277984 w 3318819"/>
              <a:gd name="connsiteY24" fmla="*/ 964096 h 4784517"/>
              <a:gd name="connsiteX25" fmla="*/ 581958 w 3318819"/>
              <a:gd name="connsiteY25" fmla="*/ 18032 h 4784517"/>
              <a:gd name="connsiteX26" fmla="*/ 511832 w 3318819"/>
              <a:gd name="connsiteY26" fmla="*/ 0 h 4784517"/>
              <a:gd name="connsiteX0" fmla="*/ 3336053 w 3336053"/>
              <a:gd name="connsiteY0" fmla="*/ 1992970 h 4812068"/>
              <a:gd name="connsiteX1" fmla="*/ 3336053 w 3336053"/>
              <a:gd name="connsiteY1" fmla="*/ 3300726 h 4812068"/>
              <a:gd name="connsiteX2" fmla="*/ 3254637 w 3336053"/>
              <a:gd name="connsiteY2" fmla="*/ 3409602 h 4812068"/>
              <a:gd name="connsiteX3" fmla="*/ 372662 w 3336053"/>
              <a:gd name="connsiteY3" fmla="*/ 4768732 h 4812068"/>
              <a:gd name="connsiteX4" fmla="*/ 37467 w 3336053"/>
              <a:gd name="connsiteY4" fmla="*/ 4447500 h 4812068"/>
              <a:gd name="connsiteX5" fmla="*/ 380735 w 3336053"/>
              <a:gd name="connsiteY5" fmla="*/ 4167640 h 4812068"/>
              <a:gd name="connsiteX6" fmla="*/ 3335919 w 3336053"/>
              <a:gd name="connsiteY6" fmla="*/ 1993493 h 4812068"/>
              <a:gd name="connsiteX7" fmla="*/ 3336053 w 3336053"/>
              <a:gd name="connsiteY7" fmla="*/ 1992970 h 4812068"/>
              <a:gd name="connsiteX8" fmla="*/ 2184694 w 3336053"/>
              <a:gd name="connsiteY8" fmla="*/ 0 h 4812068"/>
              <a:gd name="connsiteX9" fmla="*/ 2791902 w 3336053"/>
              <a:gd name="connsiteY9" fmla="*/ 0 h 4812068"/>
              <a:gd name="connsiteX10" fmla="*/ 2984698 w 3336053"/>
              <a:gd name="connsiteY10" fmla="*/ 986092 h 4812068"/>
              <a:gd name="connsiteX11" fmla="*/ 349088 w 3336053"/>
              <a:gd name="connsiteY11" fmla="*/ 3640994 h 4812068"/>
              <a:gd name="connsiteX12" fmla="*/ 26338 w 3336053"/>
              <a:gd name="connsiteY12" fmla="*/ 3371975 h 4812068"/>
              <a:gd name="connsiteX13" fmla="*/ 284568 w 3336053"/>
              <a:gd name="connsiteY13" fmla="*/ 3067879 h 4812068"/>
              <a:gd name="connsiteX14" fmla="*/ 2408229 w 3336053"/>
              <a:gd name="connsiteY14" fmla="*/ 944218 h 4812068"/>
              <a:gd name="connsiteX15" fmla="*/ 2241342 w 3336053"/>
              <a:gd name="connsiteY15" fmla="*/ 117593 h 4812068"/>
              <a:gd name="connsiteX16" fmla="*/ 2184694 w 3336053"/>
              <a:gd name="connsiteY16" fmla="*/ 0 h 4812068"/>
              <a:gd name="connsiteX17" fmla="*/ 529066 w 3336053"/>
              <a:gd name="connsiteY17" fmla="*/ 0 h 4812068"/>
              <a:gd name="connsiteX18" fmla="*/ 1552000 w 3336053"/>
              <a:gd name="connsiteY18" fmla="*/ 0 h 4812068"/>
              <a:gd name="connsiteX19" fmla="*/ 1609697 w 3336053"/>
              <a:gd name="connsiteY19" fmla="*/ 77157 h 4812068"/>
              <a:gd name="connsiteX20" fmla="*/ 1878595 w 3336053"/>
              <a:gd name="connsiteY20" fmla="*/ 957470 h 4812068"/>
              <a:gd name="connsiteX21" fmla="*/ 304103 w 3336053"/>
              <a:gd name="connsiteY21" fmla="*/ 2531962 h 4812068"/>
              <a:gd name="connsiteX22" fmla="*/ 26982 w 3336053"/>
              <a:gd name="connsiteY22" fmla="*/ 2245150 h 4812068"/>
              <a:gd name="connsiteX23" fmla="*/ 304618 w 3336053"/>
              <a:gd name="connsiteY23" fmla="*/ 1954696 h 4812068"/>
              <a:gd name="connsiteX24" fmla="*/ 1295218 w 3336053"/>
              <a:gd name="connsiteY24" fmla="*/ 964096 h 4812068"/>
              <a:gd name="connsiteX25" fmla="*/ 599192 w 3336053"/>
              <a:gd name="connsiteY25" fmla="*/ 18032 h 4812068"/>
              <a:gd name="connsiteX26" fmla="*/ 529066 w 3336053"/>
              <a:gd name="connsiteY26" fmla="*/ 0 h 4812068"/>
              <a:gd name="connsiteX0" fmla="*/ 3378087 w 3378087"/>
              <a:gd name="connsiteY0" fmla="*/ 1992970 h 4804894"/>
              <a:gd name="connsiteX1" fmla="*/ 3378087 w 3378087"/>
              <a:gd name="connsiteY1" fmla="*/ 3300726 h 4804894"/>
              <a:gd name="connsiteX2" fmla="*/ 3296671 w 3378087"/>
              <a:gd name="connsiteY2" fmla="*/ 3409602 h 4804894"/>
              <a:gd name="connsiteX3" fmla="*/ 414696 w 3378087"/>
              <a:gd name="connsiteY3" fmla="*/ 4768732 h 4804894"/>
              <a:gd name="connsiteX4" fmla="*/ 79501 w 3378087"/>
              <a:gd name="connsiteY4" fmla="*/ 4447500 h 4804894"/>
              <a:gd name="connsiteX5" fmla="*/ 422769 w 3378087"/>
              <a:gd name="connsiteY5" fmla="*/ 4167640 h 4804894"/>
              <a:gd name="connsiteX6" fmla="*/ 3377953 w 3378087"/>
              <a:gd name="connsiteY6" fmla="*/ 1993493 h 4804894"/>
              <a:gd name="connsiteX7" fmla="*/ 3378087 w 3378087"/>
              <a:gd name="connsiteY7" fmla="*/ 1992970 h 4804894"/>
              <a:gd name="connsiteX8" fmla="*/ 2226728 w 3378087"/>
              <a:gd name="connsiteY8" fmla="*/ 0 h 4804894"/>
              <a:gd name="connsiteX9" fmla="*/ 2833936 w 3378087"/>
              <a:gd name="connsiteY9" fmla="*/ 0 h 4804894"/>
              <a:gd name="connsiteX10" fmla="*/ 3026732 w 3378087"/>
              <a:gd name="connsiteY10" fmla="*/ 986092 h 4804894"/>
              <a:gd name="connsiteX11" fmla="*/ 391122 w 3378087"/>
              <a:gd name="connsiteY11" fmla="*/ 3640994 h 4804894"/>
              <a:gd name="connsiteX12" fmla="*/ 68372 w 3378087"/>
              <a:gd name="connsiteY12" fmla="*/ 3371975 h 4804894"/>
              <a:gd name="connsiteX13" fmla="*/ 326602 w 3378087"/>
              <a:gd name="connsiteY13" fmla="*/ 3067879 h 4804894"/>
              <a:gd name="connsiteX14" fmla="*/ 2450263 w 3378087"/>
              <a:gd name="connsiteY14" fmla="*/ 944218 h 4804894"/>
              <a:gd name="connsiteX15" fmla="*/ 2283376 w 3378087"/>
              <a:gd name="connsiteY15" fmla="*/ 117593 h 4804894"/>
              <a:gd name="connsiteX16" fmla="*/ 2226728 w 3378087"/>
              <a:gd name="connsiteY16" fmla="*/ 0 h 4804894"/>
              <a:gd name="connsiteX17" fmla="*/ 571100 w 3378087"/>
              <a:gd name="connsiteY17" fmla="*/ 0 h 4804894"/>
              <a:gd name="connsiteX18" fmla="*/ 1594034 w 3378087"/>
              <a:gd name="connsiteY18" fmla="*/ 0 h 4804894"/>
              <a:gd name="connsiteX19" fmla="*/ 1651731 w 3378087"/>
              <a:gd name="connsiteY19" fmla="*/ 77157 h 4804894"/>
              <a:gd name="connsiteX20" fmla="*/ 1920629 w 3378087"/>
              <a:gd name="connsiteY20" fmla="*/ 957470 h 4804894"/>
              <a:gd name="connsiteX21" fmla="*/ 346137 w 3378087"/>
              <a:gd name="connsiteY21" fmla="*/ 2531962 h 4804894"/>
              <a:gd name="connsiteX22" fmla="*/ 69016 w 3378087"/>
              <a:gd name="connsiteY22" fmla="*/ 2245150 h 4804894"/>
              <a:gd name="connsiteX23" fmla="*/ 346652 w 3378087"/>
              <a:gd name="connsiteY23" fmla="*/ 1954696 h 4804894"/>
              <a:gd name="connsiteX24" fmla="*/ 1337252 w 3378087"/>
              <a:gd name="connsiteY24" fmla="*/ 964096 h 4804894"/>
              <a:gd name="connsiteX25" fmla="*/ 641226 w 3378087"/>
              <a:gd name="connsiteY25" fmla="*/ 18032 h 4804894"/>
              <a:gd name="connsiteX26" fmla="*/ 571100 w 3378087"/>
              <a:gd name="connsiteY26" fmla="*/ 0 h 4804894"/>
              <a:gd name="connsiteX0" fmla="*/ 3339248 w 3339248"/>
              <a:gd name="connsiteY0" fmla="*/ 1992970 h 4814442"/>
              <a:gd name="connsiteX1" fmla="*/ 3339248 w 3339248"/>
              <a:gd name="connsiteY1" fmla="*/ 3300726 h 4814442"/>
              <a:gd name="connsiteX2" fmla="*/ 3257832 w 3339248"/>
              <a:gd name="connsiteY2" fmla="*/ 3409602 h 4814442"/>
              <a:gd name="connsiteX3" fmla="*/ 375857 w 3339248"/>
              <a:gd name="connsiteY3" fmla="*/ 4768732 h 4814442"/>
              <a:gd name="connsiteX4" fmla="*/ 40662 w 3339248"/>
              <a:gd name="connsiteY4" fmla="*/ 4447500 h 4814442"/>
              <a:gd name="connsiteX5" fmla="*/ 383930 w 3339248"/>
              <a:gd name="connsiteY5" fmla="*/ 4167640 h 4814442"/>
              <a:gd name="connsiteX6" fmla="*/ 3339114 w 3339248"/>
              <a:gd name="connsiteY6" fmla="*/ 1993493 h 4814442"/>
              <a:gd name="connsiteX7" fmla="*/ 3339248 w 3339248"/>
              <a:gd name="connsiteY7" fmla="*/ 1992970 h 4814442"/>
              <a:gd name="connsiteX8" fmla="*/ 2187889 w 3339248"/>
              <a:gd name="connsiteY8" fmla="*/ 0 h 4814442"/>
              <a:gd name="connsiteX9" fmla="*/ 2795097 w 3339248"/>
              <a:gd name="connsiteY9" fmla="*/ 0 h 4814442"/>
              <a:gd name="connsiteX10" fmla="*/ 2987893 w 3339248"/>
              <a:gd name="connsiteY10" fmla="*/ 986092 h 4814442"/>
              <a:gd name="connsiteX11" fmla="*/ 352283 w 3339248"/>
              <a:gd name="connsiteY11" fmla="*/ 3640994 h 4814442"/>
              <a:gd name="connsiteX12" fmla="*/ 29533 w 3339248"/>
              <a:gd name="connsiteY12" fmla="*/ 3371975 h 4814442"/>
              <a:gd name="connsiteX13" fmla="*/ 287763 w 3339248"/>
              <a:gd name="connsiteY13" fmla="*/ 3067879 h 4814442"/>
              <a:gd name="connsiteX14" fmla="*/ 2411424 w 3339248"/>
              <a:gd name="connsiteY14" fmla="*/ 944218 h 4814442"/>
              <a:gd name="connsiteX15" fmla="*/ 2244537 w 3339248"/>
              <a:gd name="connsiteY15" fmla="*/ 117593 h 4814442"/>
              <a:gd name="connsiteX16" fmla="*/ 2187889 w 3339248"/>
              <a:gd name="connsiteY16" fmla="*/ 0 h 4814442"/>
              <a:gd name="connsiteX17" fmla="*/ 532261 w 3339248"/>
              <a:gd name="connsiteY17" fmla="*/ 0 h 4814442"/>
              <a:gd name="connsiteX18" fmla="*/ 1555195 w 3339248"/>
              <a:gd name="connsiteY18" fmla="*/ 0 h 4814442"/>
              <a:gd name="connsiteX19" fmla="*/ 1612892 w 3339248"/>
              <a:gd name="connsiteY19" fmla="*/ 77157 h 4814442"/>
              <a:gd name="connsiteX20" fmla="*/ 1881790 w 3339248"/>
              <a:gd name="connsiteY20" fmla="*/ 957470 h 4814442"/>
              <a:gd name="connsiteX21" fmla="*/ 307298 w 3339248"/>
              <a:gd name="connsiteY21" fmla="*/ 2531962 h 4814442"/>
              <a:gd name="connsiteX22" fmla="*/ 30177 w 3339248"/>
              <a:gd name="connsiteY22" fmla="*/ 2245150 h 4814442"/>
              <a:gd name="connsiteX23" fmla="*/ 307813 w 3339248"/>
              <a:gd name="connsiteY23" fmla="*/ 1954696 h 4814442"/>
              <a:gd name="connsiteX24" fmla="*/ 1298413 w 3339248"/>
              <a:gd name="connsiteY24" fmla="*/ 964096 h 4814442"/>
              <a:gd name="connsiteX25" fmla="*/ 602387 w 3339248"/>
              <a:gd name="connsiteY25" fmla="*/ 18032 h 4814442"/>
              <a:gd name="connsiteX26" fmla="*/ 532261 w 3339248"/>
              <a:gd name="connsiteY26" fmla="*/ 0 h 4814442"/>
              <a:gd name="connsiteX0" fmla="*/ 3339248 w 3339248"/>
              <a:gd name="connsiteY0" fmla="*/ 1992970 h 4814442"/>
              <a:gd name="connsiteX1" fmla="*/ 3339248 w 3339248"/>
              <a:gd name="connsiteY1" fmla="*/ 3300726 h 4814442"/>
              <a:gd name="connsiteX2" fmla="*/ 3257832 w 3339248"/>
              <a:gd name="connsiteY2" fmla="*/ 3409602 h 4814442"/>
              <a:gd name="connsiteX3" fmla="*/ 375857 w 3339248"/>
              <a:gd name="connsiteY3" fmla="*/ 4768732 h 4814442"/>
              <a:gd name="connsiteX4" fmla="*/ 40662 w 3339248"/>
              <a:gd name="connsiteY4" fmla="*/ 4447500 h 4814442"/>
              <a:gd name="connsiteX5" fmla="*/ 383930 w 3339248"/>
              <a:gd name="connsiteY5" fmla="*/ 4167640 h 4814442"/>
              <a:gd name="connsiteX6" fmla="*/ 3339114 w 3339248"/>
              <a:gd name="connsiteY6" fmla="*/ 1993493 h 4814442"/>
              <a:gd name="connsiteX7" fmla="*/ 3339248 w 3339248"/>
              <a:gd name="connsiteY7" fmla="*/ 1992970 h 4814442"/>
              <a:gd name="connsiteX8" fmla="*/ 2187889 w 3339248"/>
              <a:gd name="connsiteY8" fmla="*/ 0 h 4814442"/>
              <a:gd name="connsiteX9" fmla="*/ 2795097 w 3339248"/>
              <a:gd name="connsiteY9" fmla="*/ 0 h 4814442"/>
              <a:gd name="connsiteX10" fmla="*/ 2987893 w 3339248"/>
              <a:gd name="connsiteY10" fmla="*/ 986092 h 4814442"/>
              <a:gd name="connsiteX11" fmla="*/ 352283 w 3339248"/>
              <a:gd name="connsiteY11" fmla="*/ 3640994 h 4814442"/>
              <a:gd name="connsiteX12" fmla="*/ 29533 w 3339248"/>
              <a:gd name="connsiteY12" fmla="*/ 3371975 h 4814442"/>
              <a:gd name="connsiteX13" fmla="*/ 287763 w 3339248"/>
              <a:gd name="connsiteY13" fmla="*/ 3067879 h 4814442"/>
              <a:gd name="connsiteX14" fmla="*/ 2411424 w 3339248"/>
              <a:gd name="connsiteY14" fmla="*/ 944218 h 4814442"/>
              <a:gd name="connsiteX15" fmla="*/ 2244537 w 3339248"/>
              <a:gd name="connsiteY15" fmla="*/ 117593 h 4814442"/>
              <a:gd name="connsiteX16" fmla="*/ 2187889 w 3339248"/>
              <a:gd name="connsiteY16" fmla="*/ 0 h 4814442"/>
              <a:gd name="connsiteX17" fmla="*/ 532261 w 3339248"/>
              <a:gd name="connsiteY17" fmla="*/ 0 h 4814442"/>
              <a:gd name="connsiteX18" fmla="*/ 1555195 w 3339248"/>
              <a:gd name="connsiteY18" fmla="*/ 0 h 4814442"/>
              <a:gd name="connsiteX19" fmla="*/ 1612892 w 3339248"/>
              <a:gd name="connsiteY19" fmla="*/ 77157 h 4814442"/>
              <a:gd name="connsiteX20" fmla="*/ 1881790 w 3339248"/>
              <a:gd name="connsiteY20" fmla="*/ 957470 h 4814442"/>
              <a:gd name="connsiteX21" fmla="*/ 307298 w 3339248"/>
              <a:gd name="connsiteY21" fmla="*/ 2531962 h 4814442"/>
              <a:gd name="connsiteX22" fmla="*/ 30177 w 3339248"/>
              <a:gd name="connsiteY22" fmla="*/ 2245150 h 4814442"/>
              <a:gd name="connsiteX23" fmla="*/ 307813 w 3339248"/>
              <a:gd name="connsiteY23" fmla="*/ 1954696 h 4814442"/>
              <a:gd name="connsiteX24" fmla="*/ 1298413 w 3339248"/>
              <a:gd name="connsiteY24" fmla="*/ 964096 h 4814442"/>
              <a:gd name="connsiteX25" fmla="*/ 602387 w 3339248"/>
              <a:gd name="connsiteY25" fmla="*/ 18032 h 4814442"/>
              <a:gd name="connsiteX26" fmla="*/ 532261 w 3339248"/>
              <a:gd name="connsiteY26" fmla="*/ 0 h 4814442"/>
              <a:gd name="connsiteX0" fmla="*/ 3332179 w 3332179"/>
              <a:gd name="connsiteY0" fmla="*/ 1992970 h 4814442"/>
              <a:gd name="connsiteX1" fmla="*/ 3332179 w 3332179"/>
              <a:gd name="connsiteY1" fmla="*/ 3300726 h 4814442"/>
              <a:gd name="connsiteX2" fmla="*/ 3250763 w 3332179"/>
              <a:gd name="connsiteY2" fmla="*/ 3409602 h 4814442"/>
              <a:gd name="connsiteX3" fmla="*/ 368788 w 3332179"/>
              <a:gd name="connsiteY3" fmla="*/ 4768732 h 4814442"/>
              <a:gd name="connsiteX4" fmla="*/ 33593 w 3332179"/>
              <a:gd name="connsiteY4" fmla="*/ 4447500 h 4814442"/>
              <a:gd name="connsiteX5" fmla="*/ 376861 w 3332179"/>
              <a:gd name="connsiteY5" fmla="*/ 4167640 h 4814442"/>
              <a:gd name="connsiteX6" fmla="*/ 3332045 w 3332179"/>
              <a:gd name="connsiteY6" fmla="*/ 1993493 h 4814442"/>
              <a:gd name="connsiteX7" fmla="*/ 3332179 w 3332179"/>
              <a:gd name="connsiteY7" fmla="*/ 1992970 h 4814442"/>
              <a:gd name="connsiteX8" fmla="*/ 2180820 w 3332179"/>
              <a:gd name="connsiteY8" fmla="*/ 0 h 4814442"/>
              <a:gd name="connsiteX9" fmla="*/ 2788028 w 3332179"/>
              <a:gd name="connsiteY9" fmla="*/ 0 h 4814442"/>
              <a:gd name="connsiteX10" fmla="*/ 2980824 w 3332179"/>
              <a:gd name="connsiteY10" fmla="*/ 986092 h 4814442"/>
              <a:gd name="connsiteX11" fmla="*/ 345214 w 3332179"/>
              <a:gd name="connsiteY11" fmla="*/ 3640994 h 4814442"/>
              <a:gd name="connsiteX12" fmla="*/ 22464 w 3332179"/>
              <a:gd name="connsiteY12" fmla="*/ 3371975 h 4814442"/>
              <a:gd name="connsiteX13" fmla="*/ 280694 w 3332179"/>
              <a:gd name="connsiteY13" fmla="*/ 3067879 h 4814442"/>
              <a:gd name="connsiteX14" fmla="*/ 2404355 w 3332179"/>
              <a:gd name="connsiteY14" fmla="*/ 944218 h 4814442"/>
              <a:gd name="connsiteX15" fmla="*/ 2237468 w 3332179"/>
              <a:gd name="connsiteY15" fmla="*/ 117593 h 4814442"/>
              <a:gd name="connsiteX16" fmla="*/ 2180820 w 3332179"/>
              <a:gd name="connsiteY16" fmla="*/ 0 h 4814442"/>
              <a:gd name="connsiteX17" fmla="*/ 525192 w 3332179"/>
              <a:gd name="connsiteY17" fmla="*/ 0 h 4814442"/>
              <a:gd name="connsiteX18" fmla="*/ 1548126 w 3332179"/>
              <a:gd name="connsiteY18" fmla="*/ 0 h 4814442"/>
              <a:gd name="connsiteX19" fmla="*/ 1605823 w 3332179"/>
              <a:gd name="connsiteY19" fmla="*/ 77157 h 4814442"/>
              <a:gd name="connsiteX20" fmla="*/ 1874721 w 3332179"/>
              <a:gd name="connsiteY20" fmla="*/ 957470 h 4814442"/>
              <a:gd name="connsiteX21" fmla="*/ 300229 w 3332179"/>
              <a:gd name="connsiteY21" fmla="*/ 2531962 h 4814442"/>
              <a:gd name="connsiteX22" fmla="*/ 23108 w 3332179"/>
              <a:gd name="connsiteY22" fmla="*/ 2245150 h 4814442"/>
              <a:gd name="connsiteX23" fmla="*/ 300744 w 3332179"/>
              <a:gd name="connsiteY23" fmla="*/ 1954696 h 4814442"/>
              <a:gd name="connsiteX24" fmla="*/ 1291344 w 3332179"/>
              <a:gd name="connsiteY24" fmla="*/ 964096 h 4814442"/>
              <a:gd name="connsiteX25" fmla="*/ 595318 w 3332179"/>
              <a:gd name="connsiteY25" fmla="*/ 18032 h 4814442"/>
              <a:gd name="connsiteX26" fmla="*/ 525192 w 3332179"/>
              <a:gd name="connsiteY26" fmla="*/ 0 h 4814442"/>
              <a:gd name="connsiteX0" fmla="*/ 3332179 w 3332179"/>
              <a:gd name="connsiteY0" fmla="*/ 1992970 h 4814442"/>
              <a:gd name="connsiteX1" fmla="*/ 3332179 w 3332179"/>
              <a:gd name="connsiteY1" fmla="*/ 3300726 h 4814442"/>
              <a:gd name="connsiteX2" fmla="*/ 3250763 w 3332179"/>
              <a:gd name="connsiteY2" fmla="*/ 3409602 h 4814442"/>
              <a:gd name="connsiteX3" fmla="*/ 368788 w 3332179"/>
              <a:gd name="connsiteY3" fmla="*/ 4768732 h 4814442"/>
              <a:gd name="connsiteX4" fmla="*/ 33593 w 3332179"/>
              <a:gd name="connsiteY4" fmla="*/ 4447500 h 4814442"/>
              <a:gd name="connsiteX5" fmla="*/ 376861 w 3332179"/>
              <a:gd name="connsiteY5" fmla="*/ 4167640 h 4814442"/>
              <a:gd name="connsiteX6" fmla="*/ 3332045 w 3332179"/>
              <a:gd name="connsiteY6" fmla="*/ 1993493 h 4814442"/>
              <a:gd name="connsiteX7" fmla="*/ 3332179 w 3332179"/>
              <a:gd name="connsiteY7" fmla="*/ 1992970 h 4814442"/>
              <a:gd name="connsiteX8" fmla="*/ 2180820 w 3332179"/>
              <a:gd name="connsiteY8" fmla="*/ 0 h 4814442"/>
              <a:gd name="connsiteX9" fmla="*/ 2788028 w 3332179"/>
              <a:gd name="connsiteY9" fmla="*/ 0 h 4814442"/>
              <a:gd name="connsiteX10" fmla="*/ 2980824 w 3332179"/>
              <a:gd name="connsiteY10" fmla="*/ 986092 h 4814442"/>
              <a:gd name="connsiteX11" fmla="*/ 345214 w 3332179"/>
              <a:gd name="connsiteY11" fmla="*/ 3640994 h 4814442"/>
              <a:gd name="connsiteX12" fmla="*/ 22464 w 3332179"/>
              <a:gd name="connsiteY12" fmla="*/ 3371975 h 4814442"/>
              <a:gd name="connsiteX13" fmla="*/ 280694 w 3332179"/>
              <a:gd name="connsiteY13" fmla="*/ 3067879 h 4814442"/>
              <a:gd name="connsiteX14" fmla="*/ 2404355 w 3332179"/>
              <a:gd name="connsiteY14" fmla="*/ 944218 h 4814442"/>
              <a:gd name="connsiteX15" fmla="*/ 2237468 w 3332179"/>
              <a:gd name="connsiteY15" fmla="*/ 117593 h 4814442"/>
              <a:gd name="connsiteX16" fmla="*/ 2180820 w 3332179"/>
              <a:gd name="connsiteY16" fmla="*/ 0 h 4814442"/>
              <a:gd name="connsiteX17" fmla="*/ 525192 w 3332179"/>
              <a:gd name="connsiteY17" fmla="*/ 0 h 4814442"/>
              <a:gd name="connsiteX18" fmla="*/ 1548126 w 3332179"/>
              <a:gd name="connsiteY18" fmla="*/ 0 h 4814442"/>
              <a:gd name="connsiteX19" fmla="*/ 1605823 w 3332179"/>
              <a:gd name="connsiteY19" fmla="*/ 77157 h 4814442"/>
              <a:gd name="connsiteX20" fmla="*/ 1874721 w 3332179"/>
              <a:gd name="connsiteY20" fmla="*/ 957470 h 4814442"/>
              <a:gd name="connsiteX21" fmla="*/ 300229 w 3332179"/>
              <a:gd name="connsiteY21" fmla="*/ 2531962 h 4814442"/>
              <a:gd name="connsiteX22" fmla="*/ 23108 w 3332179"/>
              <a:gd name="connsiteY22" fmla="*/ 2245150 h 4814442"/>
              <a:gd name="connsiteX23" fmla="*/ 300744 w 3332179"/>
              <a:gd name="connsiteY23" fmla="*/ 1954696 h 4814442"/>
              <a:gd name="connsiteX24" fmla="*/ 1291344 w 3332179"/>
              <a:gd name="connsiteY24" fmla="*/ 964096 h 4814442"/>
              <a:gd name="connsiteX25" fmla="*/ 595318 w 3332179"/>
              <a:gd name="connsiteY25" fmla="*/ 18032 h 4814442"/>
              <a:gd name="connsiteX26" fmla="*/ 525192 w 3332179"/>
              <a:gd name="connsiteY26" fmla="*/ 0 h 4814442"/>
              <a:gd name="connsiteX0" fmla="*/ 3341060 w 3341060"/>
              <a:gd name="connsiteY0" fmla="*/ 1992970 h 4768822"/>
              <a:gd name="connsiteX1" fmla="*/ 3341060 w 3341060"/>
              <a:gd name="connsiteY1" fmla="*/ 3300726 h 4768822"/>
              <a:gd name="connsiteX2" fmla="*/ 3259644 w 3341060"/>
              <a:gd name="connsiteY2" fmla="*/ 3409602 h 4768822"/>
              <a:gd name="connsiteX3" fmla="*/ 377669 w 3341060"/>
              <a:gd name="connsiteY3" fmla="*/ 4768732 h 4768822"/>
              <a:gd name="connsiteX4" fmla="*/ 42474 w 3341060"/>
              <a:gd name="connsiteY4" fmla="*/ 4447500 h 4768822"/>
              <a:gd name="connsiteX5" fmla="*/ 385742 w 3341060"/>
              <a:gd name="connsiteY5" fmla="*/ 4167640 h 4768822"/>
              <a:gd name="connsiteX6" fmla="*/ 3340926 w 3341060"/>
              <a:gd name="connsiteY6" fmla="*/ 1993493 h 4768822"/>
              <a:gd name="connsiteX7" fmla="*/ 3341060 w 3341060"/>
              <a:gd name="connsiteY7" fmla="*/ 1992970 h 4768822"/>
              <a:gd name="connsiteX8" fmla="*/ 2189701 w 3341060"/>
              <a:gd name="connsiteY8" fmla="*/ 0 h 4768822"/>
              <a:gd name="connsiteX9" fmla="*/ 2796909 w 3341060"/>
              <a:gd name="connsiteY9" fmla="*/ 0 h 4768822"/>
              <a:gd name="connsiteX10" fmla="*/ 2989705 w 3341060"/>
              <a:gd name="connsiteY10" fmla="*/ 986092 h 4768822"/>
              <a:gd name="connsiteX11" fmla="*/ 354095 w 3341060"/>
              <a:gd name="connsiteY11" fmla="*/ 3640994 h 4768822"/>
              <a:gd name="connsiteX12" fmla="*/ 31345 w 3341060"/>
              <a:gd name="connsiteY12" fmla="*/ 3371975 h 4768822"/>
              <a:gd name="connsiteX13" fmla="*/ 289575 w 3341060"/>
              <a:gd name="connsiteY13" fmla="*/ 3067879 h 4768822"/>
              <a:gd name="connsiteX14" fmla="*/ 2413236 w 3341060"/>
              <a:gd name="connsiteY14" fmla="*/ 944218 h 4768822"/>
              <a:gd name="connsiteX15" fmla="*/ 2246349 w 3341060"/>
              <a:gd name="connsiteY15" fmla="*/ 117593 h 4768822"/>
              <a:gd name="connsiteX16" fmla="*/ 2189701 w 3341060"/>
              <a:gd name="connsiteY16" fmla="*/ 0 h 4768822"/>
              <a:gd name="connsiteX17" fmla="*/ 534073 w 3341060"/>
              <a:gd name="connsiteY17" fmla="*/ 0 h 4768822"/>
              <a:gd name="connsiteX18" fmla="*/ 1557007 w 3341060"/>
              <a:gd name="connsiteY18" fmla="*/ 0 h 4768822"/>
              <a:gd name="connsiteX19" fmla="*/ 1614704 w 3341060"/>
              <a:gd name="connsiteY19" fmla="*/ 77157 h 4768822"/>
              <a:gd name="connsiteX20" fmla="*/ 1883602 w 3341060"/>
              <a:gd name="connsiteY20" fmla="*/ 957470 h 4768822"/>
              <a:gd name="connsiteX21" fmla="*/ 309110 w 3341060"/>
              <a:gd name="connsiteY21" fmla="*/ 2531962 h 4768822"/>
              <a:gd name="connsiteX22" fmla="*/ 31989 w 3341060"/>
              <a:gd name="connsiteY22" fmla="*/ 2245150 h 4768822"/>
              <a:gd name="connsiteX23" fmla="*/ 309625 w 3341060"/>
              <a:gd name="connsiteY23" fmla="*/ 1954696 h 4768822"/>
              <a:gd name="connsiteX24" fmla="*/ 1300225 w 3341060"/>
              <a:gd name="connsiteY24" fmla="*/ 964096 h 4768822"/>
              <a:gd name="connsiteX25" fmla="*/ 604199 w 3341060"/>
              <a:gd name="connsiteY25" fmla="*/ 18032 h 4768822"/>
              <a:gd name="connsiteX26" fmla="*/ 534073 w 3341060"/>
              <a:gd name="connsiteY26" fmla="*/ 0 h 4768822"/>
              <a:gd name="connsiteX0" fmla="*/ 3311075 w 3311075"/>
              <a:gd name="connsiteY0" fmla="*/ 1992970 h 4768822"/>
              <a:gd name="connsiteX1" fmla="*/ 3311075 w 3311075"/>
              <a:gd name="connsiteY1" fmla="*/ 3300726 h 4768822"/>
              <a:gd name="connsiteX2" fmla="*/ 3229659 w 3311075"/>
              <a:gd name="connsiteY2" fmla="*/ 3409602 h 4768822"/>
              <a:gd name="connsiteX3" fmla="*/ 347684 w 3311075"/>
              <a:gd name="connsiteY3" fmla="*/ 4768732 h 4768822"/>
              <a:gd name="connsiteX4" fmla="*/ 12489 w 3311075"/>
              <a:gd name="connsiteY4" fmla="*/ 4447500 h 4768822"/>
              <a:gd name="connsiteX5" fmla="*/ 355757 w 3311075"/>
              <a:gd name="connsiteY5" fmla="*/ 4167640 h 4768822"/>
              <a:gd name="connsiteX6" fmla="*/ 3310941 w 3311075"/>
              <a:gd name="connsiteY6" fmla="*/ 1993493 h 4768822"/>
              <a:gd name="connsiteX7" fmla="*/ 3311075 w 3311075"/>
              <a:gd name="connsiteY7" fmla="*/ 1992970 h 4768822"/>
              <a:gd name="connsiteX8" fmla="*/ 2159716 w 3311075"/>
              <a:gd name="connsiteY8" fmla="*/ 0 h 4768822"/>
              <a:gd name="connsiteX9" fmla="*/ 2766924 w 3311075"/>
              <a:gd name="connsiteY9" fmla="*/ 0 h 4768822"/>
              <a:gd name="connsiteX10" fmla="*/ 2959720 w 3311075"/>
              <a:gd name="connsiteY10" fmla="*/ 986092 h 4768822"/>
              <a:gd name="connsiteX11" fmla="*/ 324110 w 3311075"/>
              <a:gd name="connsiteY11" fmla="*/ 3640994 h 4768822"/>
              <a:gd name="connsiteX12" fmla="*/ 1360 w 3311075"/>
              <a:gd name="connsiteY12" fmla="*/ 3371975 h 4768822"/>
              <a:gd name="connsiteX13" fmla="*/ 259590 w 3311075"/>
              <a:gd name="connsiteY13" fmla="*/ 3067879 h 4768822"/>
              <a:gd name="connsiteX14" fmla="*/ 2383251 w 3311075"/>
              <a:gd name="connsiteY14" fmla="*/ 944218 h 4768822"/>
              <a:gd name="connsiteX15" fmla="*/ 2216364 w 3311075"/>
              <a:gd name="connsiteY15" fmla="*/ 117593 h 4768822"/>
              <a:gd name="connsiteX16" fmla="*/ 2159716 w 3311075"/>
              <a:gd name="connsiteY16" fmla="*/ 0 h 4768822"/>
              <a:gd name="connsiteX17" fmla="*/ 504088 w 3311075"/>
              <a:gd name="connsiteY17" fmla="*/ 0 h 4768822"/>
              <a:gd name="connsiteX18" fmla="*/ 1527022 w 3311075"/>
              <a:gd name="connsiteY18" fmla="*/ 0 h 4768822"/>
              <a:gd name="connsiteX19" fmla="*/ 1584719 w 3311075"/>
              <a:gd name="connsiteY19" fmla="*/ 77157 h 4768822"/>
              <a:gd name="connsiteX20" fmla="*/ 1853617 w 3311075"/>
              <a:gd name="connsiteY20" fmla="*/ 957470 h 4768822"/>
              <a:gd name="connsiteX21" fmla="*/ 279125 w 3311075"/>
              <a:gd name="connsiteY21" fmla="*/ 2531962 h 4768822"/>
              <a:gd name="connsiteX22" fmla="*/ 2004 w 3311075"/>
              <a:gd name="connsiteY22" fmla="*/ 2245150 h 4768822"/>
              <a:gd name="connsiteX23" fmla="*/ 279640 w 3311075"/>
              <a:gd name="connsiteY23" fmla="*/ 1954696 h 4768822"/>
              <a:gd name="connsiteX24" fmla="*/ 1270240 w 3311075"/>
              <a:gd name="connsiteY24" fmla="*/ 964096 h 4768822"/>
              <a:gd name="connsiteX25" fmla="*/ 574214 w 3311075"/>
              <a:gd name="connsiteY25" fmla="*/ 18032 h 4768822"/>
              <a:gd name="connsiteX26" fmla="*/ 504088 w 3311075"/>
              <a:gd name="connsiteY26" fmla="*/ 0 h 4768822"/>
              <a:gd name="connsiteX0" fmla="*/ 3342827 w 3342827"/>
              <a:gd name="connsiteY0" fmla="*/ 1992970 h 4816965"/>
              <a:gd name="connsiteX1" fmla="*/ 3342827 w 3342827"/>
              <a:gd name="connsiteY1" fmla="*/ 3300726 h 4816965"/>
              <a:gd name="connsiteX2" fmla="*/ 3261411 w 3342827"/>
              <a:gd name="connsiteY2" fmla="*/ 3409602 h 4816965"/>
              <a:gd name="connsiteX3" fmla="*/ 379436 w 3342827"/>
              <a:gd name="connsiteY3" fmla="*/ 4768732 h 4816965"/>
              <a:gd name="connsiteX4" fmla="*/ 38862 w 3342827"/>
              <a:gd name="connsiteY4" fmla="*/ 4463637 h 4816965"/>
              <a:gd name="connsiteX5" fmla="*/ 387509 w 3342827"/>
              <a:gd name="connsiteY5" fmla="*/ 4167640 h 4816965"/>
              <a:gd name="connsiteX6" fmla="*/ 3342693 w 3342827"/>
              <a:gd name="connsiteY6" fmla="*/ 1993493 h 4816965"/>
              <a:gd name="connsiteX7" fmla="*/ 3342827 w 3342827"/>
              <a:gd name="connsiteY7" fmla="*/ 1992970 h 4816965"/>
              <a:gd name="connsiteX8" fmla="*/ 2191468 w 3342827"/>
              <a:gd name="connsiteY8" fmla="*/ 0 h 4816965"/>
              <a:gd name="connsiteX9" fmla="*/ 2798676 w 3342827"/>
              <a:gd name="connsiteY9" fmla="*/ 0 h 4816965"/>
              <a:gd name="connsiteX10" fmla="*/ 2991472 w 3342827"/>
              <a:gd name="connsiteY10" fmla="*/ 986092 h 4816965"/>
              <a:gd name="connsiteX11" fmla="*/ 355862 w 3342827"/>
              <a:gd name="connsiteY11" fmla="*/ 3640994 h 4816965"/>
              <a:gd name="connsiteX12" fmla="*/ 33112 w 3342827"/>
              <a:gd name="connsiteY12" fmla="*/ 3371975 h 4816965"/>
              <a:gd name="connsiteX13" fmla="*/ 291342 w 3342827"/>
              <a:gd name="connsiteY13" fmla="*/ 3067879 h 4816965"/>
              <a:gd name="connsiteX14" fmla="*/ 2415003 w 3342827"/>
              <a:gd name="connsiteY14" fmla="*/ 944218 h 4816965"/>
              <a:gd name="connsiteX15" fmla="*/ 2248116 w 3342827"/>
              <a:gd name="connsiteY15" fmla="*/ 117593 h 4816965"/>
              <a:gd name="connsiteX16" fmla="*/ 2191468 w 3342827"/>
              <a:gd name="connsiteY16" fmla="*/ 0 h 4816965"/>
              <a:gd name="connsiteX17" fmla="*/ 535840 w 3342827"/>
              <a:gd name="connsiteY17" fmla="*/ 0 h 4816965"/>
              <a:gd name="connsiteX18" fmla="*/ 1558774 w 3342827"/>
              <a:gd name="connsiteY18" fmla="*/ 0 h 4816965"/>
              <a:gd name="connsiteX19" fmla="*/ 1616471 w 3342827"/>
              <a:gd name="connsiteY19" fmla="*/ 77157 h 4816965"/>
              <a:gd name="connsiteX20" fmla="*/ 1885369 w 3342827"/>
              <a:gd name="connsiteY20" fmla="*/ 957470 h 4816965"/>
              <a:gd name="connsiteX21" fmla="*/ 310877 w 3342827"/>
              <a:gd name="connsiteY21" fmla="*/ 2531962 h 4816965"/>
              <a:gd name="connsiteX22" fmla="*/ 33756 w 3342827"/>
              <a:gd name="connsiteY22" fmla="*/ 2245150 h 4816965"/>
              <a:gd name="connsiteX23" fmla="*/ 311392 w 3342827"/>
              <a:gd name="connsiteY23" fmla="*/ 1954696 h 4816965"/>
              <a:gd name="connsiteX24" fmla="*/ 1301992 w 3342827"/>
              <a:gd name="connsiteY24" fmla="*/ 964096 h 4816965"/>
              <a:gd name="connsiteX25" fmla="*/ 605966 w 3342827"/>
              <a:gd name="connsiteY25" fmla="*/ 18032 h 4816965"/>
              <a:gd name="connsiteX26" fmla="*/ 535840 w 3342827"/>
              <a:gd name="connsiteY26" fmla="*/ 0 h 4816965"/>
              <a:gd name="connsiteX0" fmla="*/ 3389840 w 3389840"/>
              <a:gd name="connsiteY0" fmla="*/ 1992970 h 4816965"/>
              <a:gd name="connsiteX1" fmla="*/ 3389840 w 3389840"/>
              <a:gd name="connsiteY1" fmla="*/ 3300726 h 4816965"/>
              <a:gd name="connsiteX2" fmla="*/ 3308424 w 3389840"/>
              <a:gd name="connsiteY2" fmla="*/ 3409602 h 4816965"/>
              <a:gd name="connsiteX3" fmla="*/ 426449 w 3389840"/>
              <a:gd name="connsiteY3" fmla="*/ 4768732 h 4816965"/>
              <a:gd name="connsiteX4" fmla="*/ 85875 w 3389840"/>
              <a:gd name="connsiteY4" fmla="*/ 4463637 h 4816965"/>
              <a:gd name="connsiteX5" fmla="*/ 434522 w 3389840"/>
              <a:gd name="connsiteY5" fmla="*/ 4167640 h 4816965"/>
              <a:gd name="connsiteX6" fmla="*/ 3389706 w 3389840"/>
              <a:gd name="connsiteY6" fmla="*/ 1993493 h 4816965"/>
              <a:gd name="connsiteX7" fmla="*/ 3389840 w 3389840"/>
              <a:gd name="connsiteY7" fmla="*/ 1992970 h 4816965"/>
              <a:gd name="connsiteX8" fmla="*/ 2238481 w 3389840"/>
              <a:gd name="connsiteY8" fmla="*/ 0 h 4816965"/>
              <a:gd name="connsiteX9" fmla="*/ 2845689 w 3389840"/>
              <a:gd name="connsiteY9" fmla="*/ 0 h 4816965"/>
              <a:gd name="connsiteX10" fmla="*/ 3038485 w 3389840"/>
              <a:gd name="connsiteY10" fmla="*/ 986092 h 4816965"/>
              <a:gd name="connsiteX11" fmla="*/ 402875 w 3389840"/>
              <a:gd name="connsiteY11" fmla="*/ 3640994 h 4816965"/>
              <a:gd name="connsiteX12" fmla="*/ 80125 w 3389840"/>
              <a:gd name="connsiteY12" fmla="*/ 3371975 h 4816965"/>
              <a:gd name="connsiteX13" fmla="*/ 338355 w 3389840"/>
              <a:gd name="connsiteY13" fmla="*/ 3067879 h 4816965"/>
              <a:gd name="connsiteX14" fmla="*/ 2462016 w 3389840"/>
              <a:gd name="connsiteY14" fmla="*/ 944218 h 4816965"/>
              <a:gd name="connsiteX15" fmla="*/ 2295129 w 3389840"/>
              <a:gd name="connsiteY15" fmla="*/ 117593 h 4816965"/>
              <a:gd name="connsiteX16" fmla="*/ 2238481 w 3389840"/>
              <a:gd name="connsiteY16" fmla="*/ 0 h 4816965"/>
              <a:gd name="connsiteX17" fmla="*/ 582853 w 3389840"/>
              <a:gd name="connsiteY17" fmla="*/ 0 h 4816965"/>
              <a:gd name="connsiteX18" fmla="*/ 1605787 w 3389840"/>
              <a:gd name="connsiteY18" fmla="*/ 0 h 4816965"/>
              <a:gd name="connsiteX19" fmla="*/ 1663484 w 3389840"/>
              <a:gd name="connsiteY19" fmla="*/ 77157 h 4816965"/>
              <a:gd name="connsiteX20" fmla="*/ 1932382 w 3389840"/>
              <a:gd name="connsiteY20" fmla="*/ 957470 h 4816965"/>
              <a:gd name="connsiteX21" fmla="*/ 357890 w 3389840"/>
              <a:gd name="connsiteY21" fmla="*/ 2531962 h 4816965"/>
              <a:gd name="connsiteX22" fmla="*/ 80769 w 3389840"/>
              <a:gd name="connsiteY22" fmla="*/ 2245150 h 4816965"/>
              <a:gd name="connsiteX23" fmla="*/ 358405 w 3389840"/>
              <a:gd name="connsiteY23" fmla="*/ 1954696 h 4816965"/>
              <a:gd name="connsiteX24" fmla="*/ 1349005 w 3389840"/>
              <a:gd name="connsiteY24" fmla="*/ 964096 h 4816965"/>
              <a:gd name="connsiteX25" fmla="*/ 652979 w 3389840"/>
              <a:gd name="connsiteY25" fmla="*/ 18032 h 4816965"/>
              <a:gd name="connsiteX26" fmla="*/ 582853 w 3389840"/>
              <a:gd name="connsiteY26" fmla="*/ 0 h 4816965"/>
              <a:gd name="connsiteX0" fmla="*/ 3335722 w 3335722"/>
              <a:gd name="connsiteY0" fmla="*/ 1992970 h 4816965"/>
              <a:gd name="connsiteX1" fmla="*/ 3335722 w 3335722"/>
              <a:gd name="connsiteY1" fmla="*/ 3300726 h 4816965"/>
              <a:gd name="connsiteX2" fmla="*/ 3254306 w 3335722"/>
              <a:gd name="connsiteY2" fmla="*/ 3409602 h 4816965"/>
              <a:gd name="connsiteX3" fmla="*/ 372331 w 3335722"/>
              <a:gd name="connsiteY3" fmla="*/ 4768732 h 4816965"/>
              <a:gd name="connsiteX4" fmla="*/ 31757 w 3335722"/>
              <a:gd name="connsiteY4" fmla="*/ 4463637 h 4816965"/>
              <a:gd name="connsiteX5" fmla="*/ 380404 w 3335722"/>
              <a:gd name="connsiteY5" fmla="*/ 4167640 h 4816965"/>
              <a:gd name="connsiteX6" fmla="*/ 3335588 w 3335722"/>
              <a:gd name="connsiteY6" fmla="*/ 1993493 h 4816965"/>
              <a:gd name="connsiteX7" fmla="*/ 3335722 w 3335722"/>
              <a:gd name="connsiteY7" fmla="*/ 1992970 h 4816965"/>
              <a:gd name="connsiteX8" fmla="*/ 2184363 w 3335722"/>
              <a:gd name="connsiteY8" fmla="*/ 0 h 4816965"/>
              <a:gd name="connsiteX9" fmla="*/ 2791571 w 3335722"/>
              <a:gd name="connsiteY9" fmla="*/ 0 h 4816965"/>
              <a:gd name="connsiteX10" fmla="*/ 2984367 w 3335722"/>
              <a:gd name="connsiteY10" fmla="*/ 986092 h 4816965"/>
              <a:gd name="connsiteX11" fmla="*/ 348757 w 3335722"/>
              <a:gd name="connsiteY11" fmla="*/ 3640994 h 4816965"/>
              <a:gd name="connsiteX12" fmla="*/ 26007 w 3335722"/>
              <a:gd name="connsiteY12" fmla="*/ 3371975 h 4816965"/>
              <a:gd name="connsiteX13" fmla="*/ 284237 w 3335722"/>
              <a:gd name="connsiteY13" fmla="*/ 3067879 h 4816965"/>
              <a:gd name="connsiteX14" fmla="*/ 2407898 w 3335722"/>
              <a:gd name="connsiteY14" fmla="*/ 944218 h 4816965"/>
              <a:gd name="connsiteX15" fmla="*/ 2241011 w 3335722"/>
              <a:gd name="connsiteY15" fmla="*/ 117593 h 4816965"/>
              <a:gd name="connsiteX16" fmla="*/ 2184363 w 3335722"/>
              <a:gd name="connsiteY16" fmla="*/ 0 h 4816965"/>
              <a:gd name="connsiteX17" fmla="*/ 528735 w 3335722"/>
              <a:gd name="connsiteY17" fmla="*/ 0 h 4816965"/>
              <a:gd name="connsiteX18" fmla="*/ 1551669 w 3335722"/>
              <a:gd name="connsiteY18" fmla="*/ 0 h 4816965"/>
              <a:gd name="connsiteX19" fmla="*/ 1609366 w 3335722"/>
              <a:gd name="connsiteY19" fmla="*/ 77157 h 4816965"/>
              <a:gd name="connsiteX20" fmla="*/ 1878264 w 3335722"/>
              <a:gd name="connsiteY20" fmla="*/ 957470 h 4816965"/>
              <a:gd name="connsiteX21" fmla="*/ 303772 w 3335722"/>
              <a:gd name="connsiteY21" fmla="*/ 2531962 h 4816965"/>
              <a:gd name="connsiteX22" fmla="*/ 26651 w 3335722"/>
              <a:gd name="connsiteY22" fmla="*/ 2245150 h 4816965"/>
              <a:gd name="connsiteX23" fmla="*/ 304287 w 3335722"/>
              <a:gd name="connsiteY23" fmla="*/ 1954696 h 4816965"/>
              <a:gd name="connsiteX24" fmla="*/ 1294887 w 3335722"/>
              <a:gd name="connsiteY24" fmla="*/ 964096 h 4816965"/>
              <a:gd name="connsiteX25" fmla="*/ 598861 w 3335722"/>
              <a:gd name="connsiteY25" fmla="*/ 18032 h 4816965"/>
              <a:gd name="connsiteX26" fmla="*/ 528735 w 3335722"/>
              <a:gd name="connsiteY26" fmla="*/ 0 h 4816965"/>
              <a:gd name="connsiteX0" fmla="*/ 3344573 w 3344573"/>
              <a:gd name="connsiteY0" fmla="*/ 1992970 h 4770606"/>
              <a:gd name="connsiteX1" fmla="*/ 3344573 w 3344573"/>
              <a:gd name="connsiteY1" fmla="*/ 3300726 h 4770606"/>
              <a:gd name="connsiteX2" fmla="*/ 3263157 w 3344573"/>
              <a:gd name="connsiteY2" fmla="*/ 3409602 h 4770606"/>
              <a:gd name="connsiteX3" fmla="*/ 381182 w 3344573"/>
              <a:gd name="connsiteY3" fmla="*/ 4768732 h 4770606"/>
              <a:gd name="connsiteX4" fmla="*/ 40608 w 3344573"/>
              <a:gd name="connsiteY4" fmla="*/ 4463637 h 4770606"/>
              <a:gd name="connsiteX5" fmla="*/ 389255 w 3344573"/>
              <a:gd name="connsiteY5" fmla="*/ 4167640 h 4770606"/>
              <a:gd name="connsiteX6" fmla="*/ 3344439 w 3344573"/>
              <a:gd name="connsiteY6" fmla="*/ 1993493 h 4770606"/>
              <a:gd name="connsiteX7" fmla="*/ 3344573 w 3344573"/>
              <a:gd name="connsiteY7" fmla="*/ 1992970 h 4770606"/>
              <a:gd name="connsiteX8" fmla="*/ 2193214 w 3344573"/>
              <a:gd name="connsiteY8" fmla="*/ 0 h 4770606"/>
              <a:gd name="connsiteX9" fmla="*/ 2800422 w 3344573"/>
              <a:gd name="connsiteY9" fmla="*/ 0 h 4770606"/>
              <a:gd name="connsiteX10" fmla="*/ 2993218 w 3344573"/>
              <a:gd name="connsiteY10" fmla="*/ 986092 h 4770606"/>
              <a:gd name="connsiteX11" fmla="*/ 357608 w 3344573"/>
              <a:gd name="connsiteY11" fmla="*/ 3640994 h 4770606"/>
              <a:gd name="connsiteX12" fmla="*/ 34858 w 3344573"/>
              <a:gd name="connsiteY12" fmla="*/ 3371975 h 4770606"/>
              <a:gd name="connsiteX13" fmla="*/ 293088 w 3344573"/>
              <a:gd name="connsiteY13" fmla="*/ 3067879 h 4770606"/>
              <a:gd name="connsiteX14" fmla="*/ 2416749 w 3344573"/>
              <a:gd name="connsiteY14" fmla="*/ 944218 h 4770606"/>
              <a:gd name="connsiteX15" fmla="*/ 2249862 w 3344573"/>
              <a:gd name="connsiteY15" fmla="*/ 117593 h 4770606"/>
              <a:gd name="connsiteX16" fmla="*/ 2193214 w 3344573"/>
              <a:gd name="connsiteY16" fmla="*/ 0 h 4770606"/>
              <a:gd name="connsiteX17" fmla="*/ 537586 w 3344573"/>
              <a:gd name="connsiteY17" fmla="*/ 0 h 4770606"/>
              <a:gd name="connsiteX18" fmla="*/ 1560520 w 3344573"/>
              <a:gd name="connsiteY18" fmla="*/ 0 h 4770606"/>
              <a:gd name="connsiteX19" fmla="*/ 1618217 w 3344573"/>
              <a:gd name="connsiteY19" fmla="*/ 77157 h 4770606"/>
              <a:gd name="connsiteX20" fmla="*/ 1887115 w 3344573"/>
              <a:gd name="connsiteY20" fmla="*/ 957470 h 4770606"/>
              <a:gd name="connsiteX21" fmla="*/ 312623 w 3344573"/>
              <a:gd name="connsiteY21" fmla="*/ 2531962 h 4770606"/>
              <a:gd name="connsiteX22" fmla="*/ 35502 w 3344573"/>
              <a:gd name="connsiteY22" fmla="*/ 2245150 h 4770606"/>
              <a:gd name="connsiteX23" fmla="*/ 313138 w 3344573"/>
              <a:gd name="connsiteY23" fmla="*/ 1954696 h 4770606"/>
              <a:gd name="connsiteX24" fmla="*/ 1303738 w 3344573"/>
              <a:gd name="connsiteY24" fmla="*/ 964096 h 4770606"/>
              <a:gd name="connsiteX25" fmla="*/ 607712 w 3344573"/>
              <a:gd name="connsiteY25" fmla="*/ 18032 h 4770606"/>
              <a:gd name="connsiteX26" fmla="*/ 537586 w 3344573"/>
              <a:gd name="connsiteY26" fmla="*/ 0 h 4770606"/>
              <a:gd name="connsiteX0" fmla="*/ 3311075 w 3311075"/>
              <a:gd name="connsiteY0" fmla="*/ 1992970 h 4768934"/>
              <a:gd name="connsiteX1" fmla="*/ 3311075 w 3311075"/>
              <a:gd name="connsiteY1" fmla="*/ 3300726 h 4768934"/>
              <a:gd name="connsiteX2" fmla="*/ 3229659 w 3311075"/>
              <a:gd name="connsiteY2" fmla="*/ 3409602 h 4768934"/>
              <a:gd name="connsiteX3" fmla="*/ 347684 w 3311075"/>
              <a:gd name="connsiteY3" fmla="*/ 4768732 h 4768934"/>
              <a:gd name="connsiteX4" fmla="*/ 7110 w 3311075"/>
              <a:gd name="connsiteY4" fmla="*/ 4463637 h 4768934"/>
              <a:gd name="connsiteX5" fmla="*/ 355757 w 3311075"/>
              <a:gd name="connsiteY5" fmla="*/ 4167640 h 4768934"/>
              <a:gd name="connsiteX6" fmla="*/ 3310941 w 3311075"/>
              <a:gd name="connsiteY6" fmla="*/ 1993493 h 4768934"/>
              <a:gd name="connsiteX7" fmla="*/ 3311075 w 3311075"/>
              <a:gd name="connsiteY7" fmla="*/ 1992970 h 4768934"/>
              <a:gd name="connsiteX8" fmla="*/ 2159716 w 3311075"/>
              <a:gd name="connsiteY8" fmla="*/ 0 h 4768934"/>
              <a:gd name="connsiteX9" fmla="*/ 2766924 w 3311075"/>
              <a:gd name="connsiteY9" fmla="*/ 0 h 4768934"/>
              <a:gd name="connsiteX10" fmla="*/ 2959720 w 3311075"/>
              <a:gd name="connsiteY10" fmla="*/ 986092 h 4768934"/>
              <a:gd name="connsiteX11" fmla="*/ 324110 w 3311075"/>
              <a:gd name="connsiteY11" fmla="*/ 3640994 h 4768934"/>
              <a:gd name="connsiteX12" fmla="*/ 1360 w 3311075"/>
              <a:gd name="connsiteY12" fmla="*/ 3371975 h 4768934"/>
              <a:gd name="connsiteX13" fmla="*/ 259590 w 3311075"/>
              <a:gd name="connsiteY13" fmla="*/ 3067879 h 4768934"/>
              <a:gd name="connsiteX14" fmla="*/ 2383251 w 3311075"/>
              <a:gd name="connsiteY14" fmla="*/ 944218 h 4768934"/>
              <a:gd name="connsiteX15" fmla="*/ 2216364 w 3311075"/>
              <a:gd name="connsiteY15" fmla="*/ 117593 h 4768934"/>
              <a:gd name="connsiteX16" fmla="*/ 2159716 w 3311075"/>
              <a:gd name="connsiteY16" fmla="*/ 0 h 4768934"/>
              <a:gd name="connsiteX17" fmla="*/ 504088 w 3311075"/>
              <a:gd name="connsiteY17" fmla="*/ 0 h 4768934"/>
              <a:gd name="connsiteX18" fmla="*/ 1527022 w 3311075"/>
              <a:gd name="connsiteY18" fmla="*/ 0 h 4768934"/>
              <a:gd name="connsiteX19" fmla="*/ 1584719 w 3311075"/>
              <a:gd name="connsiteY19" fmla="*/ 77157 h 4768934"/>
              <a:gd name="connsiteX20" fmla="*/ 1853617 w 3311075"/>
              <a:gd name="connsiteY20" fmla="*/ 957470 h 4768934"/>
              <a:gd name="connsiteX21" fmla="*/ 279125 w 3311075"/>
              <a:gd name="connsiteY21" fmla="*/ 2531962 h 4768934"/>
              <a:gd name="connsiteX22" fmla="*/ 2004 w 3311075"/>
              <a:gd name="connsiteY22" fmla="*/ 2245150 h 4768934"/>
              <a:gd name="connsiteX23" fmla="*/ 279640 w 3311075"/>
              <a:gd name="connsiteY23" fmla="*/ 1954696 h 4768934"/>
              <a:gd name="connsiteX24" fmla="*/ 1270240 w 3311075"/>
              <a:gd name="connsiteY24" fmla="*/ 964096 h 4768934"/>
              <a:gd name="connsiteX25" fmla="*/ 574214 w 3311075"/>
              <a:gd name="connsiteY25" fmla="*/ 18032 h 4768934"/>
              <a:gd name="connsiteX26" fmla="*/ 504088 w 3311075"/>
              <a:gd name="connsiteY26" fmla="*/ 0 h 4768934"/>
              <a:gd name="connsiteX0" fmla="*/ 3311075 w 3311075"/>
              <a:gd name="connsiteY0" fmla="*/ 1992970 h 4768934"/>
              <a:gd name="connsiteX1" fmla="*/ 3311075 w 3311075"/>
              <a:gd name="connsiteY1" fmla="*/ 3300726 h 4768934"/>
              <a:gd name="connsiteX2" fmla="*/ 3229659 w 3311075"/>
              <a:gd name="connsiteY2" fmla="*/ 3409602 h 4768934"/>
              <a:gd name="connsiteX3" fmla="*/ 347684 w 3311075"/>
              <a:gd name="connsiteY3" fmla="*/ 4768732 h 4768934"/>
              <a:gd name="connsiteX4" fmla="*/ 7110 w 3311075"/>
              <a:gd name="connsiteY4" fmla="*/ 4463637 h 4768934"/>
              <a:gd name="connsiteX5" fmla="*/ 355757 w 3311075"/>
              <a:gd name="connsiteY5" fmla="*/ 4167640 h 4768934"/>
              <a:gd name="connsiteX6" fmla="*/ 3310941 w 3311075"/>
              <a:gd name="connsiteY6" fmla="*/ 1993493 h 4768934"/>
              <a:gd name="connsiteX7" fmla="*/ 3311075 w 3311075"/>
              <a:gd name="connsiteY7" fmla="*/ 1992970 h 4768934"/>
              <a:gd name="connsiteX8" fmla="*/ 2159716 w 3311075"/>
              <a:gd name="connsiteY8" fmla="*/ 0 h 4768934"/>
              <a:gd name="connsiteX9" fmla="*/ 2766924 w 3311075"/>
              <a:gd name="connsiteY9" fmla="*/ 0 h 4768934"/>
              <a:gd name="connsiteX10" fmla="*/ 2959720 w 3311075"/>
              <a:gd name="connsiteY10" fmla="*/ 986092 h 4768934"/>
              <a:gd name="connsiteX11" fmla="*/ 324110 w 3311075"/>
              <a:gd name="connsiteY11" fmla="*/ 3640994 h 4768934"/>
              <a:gd name="connsiteX12" fmla="*/ 1360 w 3311075"/>
              <a:gd name="connsiteY12" fmla="*/ 3371975 h 4768934"/>
              <a:gd name="connsiteX13" fmla="*/ 259590 w 3311075"/>
              <a:gd name="connsiteY13" fmla="*/ 3067879 h 4768934"/>
              <a:gd name="connsiteX14" fmla="*/ 2383251 w 3311075"/>
              <a:gd name="connsiteY14" fmla="*/ 944218 h 4768934"/>
              <a:gd name="connsiteX15" fmla="*/ 2216364 w 3311075"/>
              <a:gd name="connsiteY15" fmla="*/ 117593 h 4768934"/>
              <a:gd name="connsiteX16" fmla="*/ 2159716 w 3311075"/>
              <a:gd name="connsiteY16" fmla="*/ 0 h 4768934"/>
              <a:gd name="connsiteX17" fmla="*/ 504088 w 3311075"/>
              <a:gd name="connsiteY17" fmla="*/ 0 h 4768934"/>
              <a:gd name="connsiteX18" fmla="*/ 1527022 w 3311075"/>
              <a:gd name="connsiteY18" fmla="*/ 0 h 4768934"/>
              <a:gd name="connsiteX19" fmla="*/ 1584719 w 3311075"/>
              <a:gd name="connsiteY19" fmla="*/ 77157 h 4768934"/>
              <a:gd name="connsiteX20" fmla="*/ 1853617 w 3311075"/>
              <a:gd name="connsiteY20" fmla="*/ 957470 h 4768934"/>
              <a:gd name="connsiteX21" fmla="*/ 279125 w 3311075"/>
              <a:gd name="connsiteY21" fmla="*/ 2531962 h 4768934"/>
              <a:gd name="connsiteX22" fmla="*/ 2004 w 3311075"/>
              <a:gd name="connsiteY22" fmla="*/ 2245150 h 4768934"/>
              <a:gd name="connsiteX23" fmla="*/ 279640 w 3311075"/>
              <a:gd name="connsiteY23" fmla="*/ 1954696 h 4768934"/>
              <a:gd name="connsiteX24" fmla="*/ 1270240 w 3311075"/>
              <a:gd name="connsiteY24" fmla="*/ 964096 h 4768934"/>
              <a:gd name="connsiteX25" fmla="*/ 574214 w 3311075"/>
              <a:gd name="connsiteY25" fmla="*/ 18032 h 4768934"/>
              <a:gd name="connsiteX26" fmla="*/ 504088 w 3311075"/>
              <a:gd name="connsiteY26" fmla="*/ 0 h 4768934"/>
              <a:gd name="connsiteX0" fmla="*/ 3311075 w 3311075"/>
              <a:gd name="connsiteY0" fmla="*/ 1992970 h 4758158"/>
              <a:gd name="connsiteX1" fmla="*/ 3311075 w 3311075"/>
              <a:gd name="connsiteY1" fmla="*/ 3300726 h 4758158"/>
              <a:gd name="connsiteX2" fmla="*/ 3229659 w 3311075"/>
              <a:gd name="connsiteY2" fmla="*/ 3409602 h 4758158"/>
              <a:gd name="connsiteX3" fmla="*/ 363821 w 3311075"/>
              <a:gd name="connsiteY3" fmla="*/ 4757975 h 4758158"/>
              <a:gd name="connsiteX4" fmla="*/ 7110 w 3311075"/>
              <a:gd name="connsiteY4" fmla="*/ 4463637 h 4758158"/>
              <a:gd name="connsiteX5" fmla="*/ 355757 w 3311075"/>
              <a:gd name="connsiteY5" fmla="*/ 4167640 h 4758158"/>
              <a:gd name="connsiteX6" fmla="*/ 3310941 w 3311075"/>
              <a:gd name="connsiteY6" fmla="*/ 1993493 h 4758158"/>
              <a:gd name="connsiteX7" fmla="*/ 3311075 w 3311075"/>
              <a:gd name="connsiteY7" fmla="*/ 1992970 h 4758158"/>
              <a:gd name="connsiteX8" fmla="*/ 2159716 w 3311075"/>
              <a:gd name="connsiteY8" fmla="*/ 0 h 4758158"/>
              <a:gd name="connsiteX9" fmla="*/ 2766924 w 3311075"/>
              <a:gd name="connsiteY9" fmla="*/ 0 h 4758158"/>
              <a:gd name="connsiteX10" fmla="*/ 2959720 w 3311075"/>
              <a:gd name="connsiteY10" fmla="*/ 986092 h 4758158"/>
              <a:gd name="connsiteX11" fmla="*/ 324110 w 3311075"/>
              <a:gd name="connsiteY11" fmla="*/ 3640994 h 4758158"/>
              <a:gd name="connsiteX12" fmla="*/ 1360 w 3311075"/>
              <a:gd name="connsiteY12" fmla="*/ 3371975 h 4758158"/>
              <a:gd name="connsiteX13" fmla="*/ 259590 w 3311075"/>
              <a:gd name="connsiteY13" fmla="*/ 3067879 h 4758158"/>
              <a:gd name="connsiteX14" fmla="*/ 2383251 w 3311075"/>
              <a:gd name="connsiteY14" fmla="*/ 944218 h 4758158"/>
              <a:gd name="connsiteX15" fmla="*/ 2216364 w 3311075"/>
              <a:gd name="connsiteY15" fmla="*/ 117593 h 4758158"/>
              <a:gd name="connsiteX16" fmla="*/ 2159716 w 3311075"/>
              <a:gd name="connsiteY16" fmla="*/ 0 h 4758158"/>
              <a:gd name="connsiteX17" fmla="*/ 504088 w 3311075"/>
              <a:gd name="connsiteY17" fmla="*/ 0 h 4758158"/>
              <a:gd name="connsiteX18" fmla="*/ 1527022 w 3311075"/>
              <a:gd name="connsiteY18" fmla="*/ 0 h 4758158"/>
              <a:gd name="connsiteX19" fmla="*/ 1584719 w 3311075"/>
              <a:gd name="connsiteY19" fmla="*/ 77157 h 4758158"/>
              <a:gd name="connsiteX20" fmla="*/ 1853617 w 3311075"/>
              <a:gd name="connsiteY20" fmla="*/ 957470 h 4758158"/>
              <a:gd name="connsiteX21" fmla="*/ 279125 w 3311075"/>
              <a:gd name="connsiteY21" fmla="*/ 2531962 h 4758158"/>
              <a:gd name="connsiteX22" fmla="*/ 2004 w 3311075"/>
              <a:gd name="connsiteY22" fmla="*/ 2245150 h 4758158"/>
              <a:gd name="connsiteX23" fmla="*/ 279640 w 3311075"/>
              <a:gd name="connsiteY23" fmla="*/ 1954696 h 4758158"/>
              <a:gd name="connsiteX24" fmla="*/ 1270240 w 3311075"/>
              <a:gd name="connsiteY24" fmla="*/ 964096 h 4758158"/>
              <a:gd name="connsiteX25" fmla="*/ 574214 w 3311075"/>
              <a:gd name="connsiteY25" fmla="*/ 18032 h 4758158"/>
              <a:gd name="connsiteX26" fmla="*/ 504088 w 3311075"/>
              <a:gd name="connsiteY26" fmla="*/ 0 h 4758158"/>
              <a:gd name="connsiteX0" fmla="*/ 3311075 w 3311075"/>
              <a:gd name="connsiteY0" fmla="*/ 1992970 h 4758158"/>
              <a:gd name="connsiteX1" fmla="*/ 3311075 w 3311075"/>
              <a:gd name="connsiteY1" fmla="*/ 3300726 h 4758158"/>
              <a:gd name="connsiteX2" fmla="*/ 3229659 w 3311075"/>
              <a:gd name="connsiteY2" fmla="*/ 3409602 h 4758158"/>
              <a:gd name="connsiteX3" fmla="*/ 363821 w 3311075"/>
              <a:gd name="connsiteY3" fmla="*/ 4757975 h 4758158"/>
              <a:gd name="connsiteX4" fmla="*/ 7110 w 3311075"/>
              <a:gd name="connsiteY4" fmla="*/ 4463637 h 4758158"/>
              <a:gd name="connsiteX5" fmla="*/ 355757 w 3311075"/>
              <a:gd name="connsiteY5" fmla="*/ 4167640 h 4758158"/>
              <a:gd name="connsiteX6" fmla="*/ 3310941 w 3311075"/>
              <a:gd name="connsiteY6" fmla="*/ 1993493 h 4758158"/>
              <a:gd name="connsiteX7" fmla="*/ 3311075 w 3311075"/>
              <a:gd name="connsiteY7" fmla="*/ 1992970 h 4758158"/>
              <a:gd name="connsiteX8" fmla="*/ 2159716 w 3311075"/>
              <a:gd name="connsiteY8" fmla="*/ 0 h 4758158"/>
              <a:gd name="connsiteX9" fmla="*/ 2766924 w 3311075"/>
              <a:gd name="connsiteY9" fmla="*/ 0 h 4758158"/>
              <a:gd name="connsiteX10" fmla="*/ 2959720 w 3311075"/>
              <a:gd name="connsiteY10" fmla="*/ 986092 h 4758158"/>
              <a:gd name="connsiteX11" fmla="*/ 324110 w 3311075"/>
              <a:gd name="connsiteY11" fmla="*/ 3640994 h 4758158"/>
              <a:gd name="connsiteX12" fmla="*/ 1360 w 3311075"/>
              <a:gd name="connsiteY12" fmla="*/ 3371975 h 4758158"/>
              <a:gd name="connsiteX13" fmla="*/ 259590 w 3311075"/>
              <a:gd name="connsiteY13" fmla="*/ 3067879 h 4758158"/>
              <a:gd name="connsiteX14" fmla="*/ 2383251 w 3311075"/>
              <a:gd name="connsiteY14" fmla="*/ 944218 h 4758158"/>
              <a:gd name="connsiteX15" fmla="*/ 2216364 w 3311075"/>
              <a:gd name="connsiteY15" fmla="*/ 117593 h 4758158"/>
              <a:gd name="connsiteX16" fmla="*/ 2159716 w 3311075"/>
              <a:gd name="connsiteY16" fmla="*/ 0 h 4758158"/>
              <a:gd name="connsiteX17" fmla="*/ 504088 w 3311075"/>
              <a:gd name="connsiteY17" fmla="*/ 0 h 4758158"/>
              <a:gd name="connsiteX18" fmla="*/ 1527022 w 3311075"/>
              <a:gd name="connsiteY18" fmla="*/ 0 h 4758158"/>
              <a:gd name="connsiteX19" fmla="*/ 1584719 w 3311075"/>
              <a:gd name="connsiteY19" fmla="*/ 77157 h 4758158"/>
              <a:gd name="connsiteX20" fmla="*/ 1853617 w 3311075"/>
              <a:gd name="connsiteY20" fmla="*/ 957470 h 4758158"/>
              <a:gd name="connsiteX21" fmla="*/ 279125 w 3311075"/>
              <a:gd name="connsiteY21" fmla="*/ 2531962 h 4758158"/>
              <a:gd name="connsiteX22" fmla="*/ 2004 w 3311075"/>
              <a:gd name="connsiteY22" fmla="*/ 2245150 h 4758158"/>
              <a:gd name="connsiteX23" fmla="*/ 279640 w 3311075"/>
              <a:gd name="connsiteY23" fmla="*/ 1954696 h 4758158"/>
              <a:gd name="connsiteX24" fmla="*/ 1270240 w 3311075"/>
              <a:gd name="connsiteY24" fmla="*/ 964096 h 4758158"/>
              <a:gd name="connsiteX25" fmla="*/ 574214 w 3311075"/>
              <a:gd name="connsiteY25" fmla="*/ 18032 h 4758158"/>
              <a:gd name="connsiteX26" fmla="*/ 504088 w 3311075"/>
              <a:gd name="connsiteY26" fmla="*/ 0 h 4758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311075" h="4758158">
                <a:moveTo>
                  <a:pt x="3311075" y="1992970"/>
                </a:moveTo>
                <a:lnTo>
                  <a:pt x="3311075" y="3300726"/>
                </a:lnTo>
                <a:lnTo>
                  <a:pt x="3229659" y="3409602"/>
                </a:lnTo>
                <a:cubicBezTo>
                  <a:pt x="2544637" y="4239657"/>
                  <a:pt x="1363988" y="4731428"/>
                  <a:pt x="363821" y="4757975"/>
                </a:cubicBezTo>
                <a:cubicBezTo>
                  <a:pt x="95045" y="4765109"/>
                  <a:pt x="8454" y="4562026"/>
                  <a:pt x="7110" y="4463637"/>
                </a:cubicBezTo>
                <a:cubicBezTo>
                  <a:pt x="5766" y="4365248"/>
                  <a:pt x="50240" y="4174774"/>
                  <a:pt x="355757" y="4167640"/>
                </a:cubicBezTo>
                <a:cubicBezTo>
                  <a:pt x="1696940" y="4136323"/>
                  <a:pt x="2919167" y="3253084"/>
                  <a:pt x="3310941" y="1993493"/>
                </a:cubicBezTo>
                <a:cubicBezTo>
                  <a:pt x="3310986" y="1993319"/>
                  <a:pt x="3311030" y="1993144"/>
                  <a:pt x="3311075" y="1992970"/>
                </a:cubicBezTo>
                <a:close/>
                <a:moveTo>
                  <a:pt x="2159716" y="0"/>
                </a:moveTo>
                <a:lnTo>
                  <a:pt x="2766924" y="0"/>
                </a:lnTo>
                <a:cubicBezTo>
                  <a:pt x="2857228" y="250410"/>
                  <a:pt x="2936911" y="467189"/>
                  <a:pt x="2959720" y="986092"/>
                </a:cubicBezTo>
                <a:cubicBezTo>
                  <a:pt x="2998288" y="1863516"/>
                  <a:pt x="2261502" y="3622639"/>
                  <a:pt x="324110" y="3640994"/>
                </a:cubicBezTo>
                <a:cubicBezTo>
                  <a:pt x="54011" y="3643553"/>
                  <a:pt x="12113" y="3467494"/>
                  <a:pt x="1360" y="3371975"/>
                </a:cubicBezTo>
                <a:cubicBezTo>
                  <a:pt x="-9393" y="3276456"/>
                  <a:pt x="40629" y="3083384"/>
                  <a:pt x="259590" y="3067879"/>
                </a:cubicBezTo>
                <a:cubicBezTo>
                  <a:pt x="1538368" y="2977327"/>
                  <a:pt x="2383251" y="2117084"/>
                  <a:pt x="2383251" y="944218"/>
                </a:cubicBezTo>
                <a:cubicBezTo>
                  <a:pt x="2383251" y="651002"/>
                  <a:pt x="2323827" y="371665"/>
                  <a:pt x="2216364" y="117593"/>
                </a:cubicBezTo>
                <a:lnTo>
                  <a:pt x="2159716" y="0"/>
                </a:lnTo>
                <a:close/>
                <a:moveTo>
                  <a:pt x="504088" y="0"/>
                </a:moveTo>
                <a:lnTo>
                  <a:pt x="1527022" y="0"/>
                </a:lnTo>
                <a:lnTo>
                  <a:pt x="1584719" y="77157"/>
                </a:lnTo>
                <a:cubicBezTo>
                  <a:pt x="1754487" y="328447"/>
                  <a:pt x="1853617" y="631382"/>
                  <a:pt x="1853617" y="957470"/>
                </a:cubicBezTo>
                <a:cubicBezTo>
                  <a:pt x="1853617" y="1827038"/>
                  <a:pt x="1082820" y="2575364"/>
                  <a:pt x="279125" y="2531962"/>
                </a:cubicBezTo>
                <a:cubicBezTo>
                  <a:pt x="56084" y="2519917"/>
                  <a:pt x="8643" y="2328321"/>
                  <a:pt x="2004" y="2245150"/>
                </a:cubicBezTo>
                <a:cubicBezTo>
                  <a:pt x="-8235" y="2116879"/>
                  <a:pt x="114292" y="1954696"/>
                  <a:pt x="279640" y="1954696"/>
                </a:cubicBezTo>
                <a:cubicBezTo>
                  <a:pt x="826733" y="1954696"/>
                  <a:pt x="1270240" y="1511189"/>
                  <a:pt x="1270240" y="964096"/>
                </a:cubicBezTo>
                <a:cubicBezTo>
                  <a:pt x="1270240" y="519583"/>
                  <a:pt x="977456" y="143453"/>
                  <a:pt x="574214" y="18032"/>
                </a:cubicBezTo>
                <a:lnTo>
                  <a:pt x="504088" y="0"/>
                </a:lnTo>
                <a:close/>
              </a:path>
            </a:pathLst>
          </a:custGeom>
        </p:spPr>
        <p:txBody>
          <a:bodyPr/>
          <a:lstStyle/>
          <a:p>
            <a:endParaRPr lang="fr-FR"/>
          </a:p>
        </p:txBody>
      </p:sp>
      <p:sp>
        <p:nvSpPr>
          <p:cNvPr id="2" name="Titre 1">
            <a:extLst>
              <a:ext uri="{FF2B5EF4-FFF2-40B4-BE49-F238E27FC236}">
                <a16:creationId xmlns:a16="http://schemas.microsoft.com/office/drawing/2014/main" id="{842A8B9C-93EB-F4D9-5D88-FD33DFCBF1EE}"/>
              </a:ext>
            </a:extLst>
          </p:cNvPr>
          <p:cNvSpPr>
            <a:spLocks noGrp="1"/>
          </p:cNvSpPr>
          <p:nvPr>
            <p:ph type="ctrTitle" idx="4294967295"/>
          </p:nvPr>
        </p:nvSpPr>
        <p:spPr>
          <a:xfrm>
            <a:off x="764210" y="549718"/>
            <a:ext cx="8574156" cy="1225353"/>
          </a:xfrm>
          <a:prstGeom prst="rect">
            <a:avLst/>
          </a:prstGeom>
        </p:spPr>
        <p:txBody>
          <a:bodyPr/>
          <a:lstStyle/>
          <a:p>
            <a:br>
              <a:rPr lang="fr-FR" dirty="0"/>
            </a:br>
            <a:r>
              <a:rPr lang="fr-FR" dirty="0" err="1"/>
              <a:t>proJET</a:t>
            </a:r>
            <a:r>
              <a:rPr lang="fr-FR" dirty="0"/>
              <a:t> </a:t>
            </a:r>
            <a:r>
              <a:rPr lang="fr-FR" dirty="0" err="1"/>
              <a:t>é-volution</a:t>
            </a:r>
            <a:endParaRPr lang="fr-FR" dirty="0"/>
          </a:p>
        </p:txBody>
      </p:sp>
      <p:sp>
        <p:nvSpPr>
          <p:cNvPr id="3" name="Sous-titre 2">
            <a:extLst>
              <a:ext uri="{FF2B5EF4-FFF2-40B4-BE49-F238E27FC236}">
                <a16:creationId xmlns:a16="http://schemas.microsoft.com/office/drawing/2014/main" id="{253523DA-B3DB-7CA1-CB4B-23587F1BB7F6}"/>
              </a:ext>
            </a:extLst>
          </p:cNvPr>
          <p:cNvSpPr>
            <a:spLocks noGrp="1"/>
          </p:cNvSpPr>
          <p:nvPr>
            <p:ph type="subTitle" idx="4294967295"/>
          </p:nvPr>
        </p:nvSpPr>
        <p:spPr>
          <a:xfrm>
            <a:off x="764209" y="2206509"/>
            <a:ext cx="6640107" cy="977519"/>
          </a:xfrm>
          <a:prstGeom prst="rect">
            <a:avLst/>
          </a:prstGeom>
        </p:spPr>
        <p:txBody>
          <a:bodyPr>
            <a:normAutofit fontScale="55000" lnSpcReduction="20000"/>
          </a:bodyPr>
          <a:lstStyle/>
          <a:p>
            <a:r>
              <a:rPr lang="fr-FR" sz="6000" dirty="0"/>
              <a:t>Politique digitale</a:t>
            </a:r>
          </a:p>
          <a:p>
            <a:r>
              <a:rPr lang="fr-FR" sz="6000" dirty="0"/>
              <a:t>Résultantes</a:t>
            </a:r>
          </a:p>
        </p:txBody>
      </p:sp>
      <p:sp>
        <p:nvSpPr>
          <p:cNvPr id="5" name="Espace réservé de la date 4">
            <a:extLst>
              <a:ext uri="{FF2B5EF4-FFF2-40B4-BE49-F238E27FC236}">
                <a16:creationId xmlns:a16="http://schemas.microsoft.com/office/drawing/2014/main" id="{A10F2977-F9B4-4255-1C5A-15B96C28968A}"/>
              </a:ext>
            </a:extLst>
          </p:cNvPr>
          <p:cNvSpPr>
            <a:spLocks noGrp="1"/>
          </p:cNvSpPr>
          <p:nvPr>
            <p:ph type="dt" sz="half" idx="4294967295"/>
          </p:nvPr>
        </p:nvSpPr>
        <p:spPr>
          <a:xfrm>
            <a:off x="764209" y="6031474"/>
            <a:ext cx="2743200" cy="365125"/>
          </a:xfrm>
          <a:prstGeom prst="rect">
            <a:avLst/>
          </a:prstGeom>
        </p:spPr>
        <p:txBody>
          <a:bodyPr/>
          <a:lstStyle/>
          <a:p>
            <a:endParaRPr lang="fr-FR"/>
          </a:p>
        </p:txBody>
      </p:sp>
      <p:pic>
        <p:nvPicPr>
          <p:cNvPr id="7" name="Image 6">
            <a:extLst>
              <a:ext uri="{FF2B5EF4-FFF2-40B4-BE49-F238E27FC236}">
                <a16:creationId xmlns:a16="http://schemas.microsoft.com/office/drawing/2014/main" id="{9EDC2E4B-2C5E-9D3C-D838-07840EF50AAB}"/>
              </a:ext>
            </a:extLst>
          </p:cNvPr>
          <p:cNvPicPr>
            <a:picLocks noChangeAspect="1"/>
          </p:cNvPicPr>
          <p:nvPr/>
        </p:nvPicPr>
        <p:blipFill>
          <a:blip r:embed="rId3"/>
          <a:stretch>
            <a:fillRect/>
          </a:stretch>
        </p:blipFill>
        <p:spPr>
          <a:xfrm>
            <a:off x="10652761" y="-1"/>
            <a:ext cx="1539240" cy="1472319"/>
          </a:xfrm>
          <a:prstGeom prst="rect">
            <a:avLst/>
          </a:prstGeom>
        </p:spPr>
      </p:pic>
    </p:spTree>
    <p:extLst>
      <p:ext uri="{BB962C8B-B14F-4D97-AF65-F5344CB8AC3E}">
        <p14:creationId xmlns:p14="http://schemas.microsoft.com/office/powerpoint/2010/main" val="2433048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46BE4F95-5930-6E0A-0978-96797F215589}"/>
              </a:ext>
            </a:extLst>
          </p:cNvPr>
          <p:cNvSpPr>
            <a:spLocks noGrp="1"/>
          </p:cNvSpPr>
          <p:nvPr>
            <p:ph type="title" idx="4294967295"/>
          </p:nvPr>
        </p:nvSpPr>
        <p:spPr>
          <a:xfrm>
            <a:off x="512466" y="484164"/>
            <a:ext cx="10572477" cy="761558"/>
          </a:xfrm>
          <a:prstGeom prst="rect">
            <a:avLst/>
          </a:prstGeom>
        </p:spPr>
        <p:txBody>
          <a:bodyPr/>
          <a:lstStyle/>
          <a:p>
            <a:r>
              <a:rPr lang="fr-FR" dirty="0"/>
              <a:t>Les bénéfices :</a:t>
            </a:r>
          </a:p>
        </p:txBody>
      </p:sp>
      <p:sp>
        <p:nvSpPr>
          <p:cNvPr id="6" name="Espace réservé du contenu 5">
            <a:extLst>
              <a:ext uri="{FF2B5EF4-FFF2-40B4-BE49-F238E27FC236}">
                <a16:creationId xmlns:a16="http://schemas.microsoft.com/office/drawing/2014/main" id="{3CEDD172-1E46-2537-0643-2464F2711021}"/>
              </a:ext>
            </a:extLst>
          </p:cNvPr>
          <p:cNvSpPr>
            <a:spLocks noGrp="1"/>
          </p:cNvSpPr>
          <p:nvPr>
            <p:ph idx="4294967295"/>
          </p:nvPr>
        </p:nvSpPr>
        <p:spPr>
          <a:xfrm>
            <a:off x="512466" y="1656271"/>
            <a:ext cx="10572477" cy="4520691"/>
          </a:xfrm>
          <a:prstGeom prst="rect">
            <a:avLst/>
          </a:prstGeom>
        </p:spPr>
        <p:txBody>
          <a:bodyPr/>
          <a:lstStyle/>
          <a:p>
            <a:pPr marL="342900" indent="-342900">
              <a:buFont typeface="Arial" panose="020B0604020202020204" pitchFamily="34" charset="0"/>
              <a:buChar char="•"/>
            </a:pPr>
            <a:r>
              <a:rPr lang="fr-FR" dirty="0"/>
              <a:t>La centralisation de certaines ACTIVITES AU NIVEAU DE VISIO</a:t>
            </a:r>
          </a:p>
          <a:p>
            <a:pPr marL="342900" indent="-342900">
              <a:buFont typeface="Arial" panose="020B0604020202020204" pitchFamily="34" charset="0"/>
              <a:buChar char="•"/>
            </a:pPr>
            <a:endParaRPr lang="fr-FR" dirty="0"/>
          </a:p>
          <a:p>
            <a:pPr marL="342900" indent="-342900">
              <a:buFont typeface="Arial" panose="020B0604020202020204" pitchFamily="34" charset="0"/>
              <a:buChar char="•"/>
            </a:pPr>
            <a:r>
              <a:rPr lang="fr-FR" dirty="0"/>
              <a:t>pilotage des processus: MAÎTRISE DE </a:t>
            </a:r>
            <a:r>
              <a:rPr lang="fr-FR" dirty="0" err="1"/>
              <a:t>lA</a:t>
            </a:r>
            <a:r>
              <a:rPr lang="fr-FR" dirty="0"/>
              <a:t> QUALITE ET DES délais</a:t>
            </a:r>
          </a:p>
          <a:p>
            <a:endParaRPr lang="fr-FR" dirty="0"/>
          </a:p>
          <a:p>
            <a:pPr marL="342900" indent="-342900">
              <a:buFont typeface="Arial" panose="020B0604020202020204" pitchFamily="34" charset="0"/>
              <a:buChar char="•"/>
            </a:pPr>
            <a:r>
              <a:rPr lang="fr-FR" dirty="0"/>
              <a:t>MATRISE DES </a:t>
            </a:r>
            <a:r>
              <a:rPr lang="fr-FR" dirty="0" err="1"/>
              <a:t>COûTS</a:t>
            </a:r>
            <a:r>
              <a:rPr lang="fr-FR" dirty="0"/>
              <a:t> : </a:t>
            </a:r>
            <a:r>
              <a:rPr lang="fr-FR" dirty="0" err="1"/>
              <a:t>EXPLOITATIOn</a:t>
            </a:r>
            <a:r>
              <a:rPr lang="fr-FR" dirty="0"/>
              <a:t> et VISIO</a:t>
            </a:r>
          </a:p>
          <a:p>
            <a:endParaRPr lang="fr-FR" dirty="0"/>
          </a:p>
          <a:p>
            <a:pPr marL="342900" indent="-342900">
              <a:buFont typeface="Arial" panose="020B0604020202020204" pitchFamily="34" charset="0"/>
              <a:buChar char="•"/>
            </a:pPr>
            <a:r>
              <a:rPr lang="fr-FR" dirty="0" err="1"/>
              <a:t>PilotAGE</a:t>
            </a:r>
            <a:r>
              <a:rPr lang="fr-FR" dirty="0"/>
              <a:t> </a:t>
            </a:r>
            <a:r>
              <a:rPr lang="fr-FR" dirty="0" err="1"/>
              <a:t>deS</a:t>
            </a:r>
            <a:r>
              <a:rPr lang="fr-FR" dirty="0"/>
              <a:t> NIVEAUX DE COMPETENCE</a:t>
            </a:r>
          </a:p>
          <a:p>
            <a:pPr marL="342900" indent="-342900">
              <a:buFont typeface="Arial" panose="020B0604020202020204" pitchFamily="34" charset="0"/>
              <a:buChar char="•"/>
            </a:pPr>
            <a:endParaRPr lang="fr-FR" dirty="0"/>
          </a:p>
          <a:p>
            <a:pPr marL="342900" indent="-342900">
              <a:buFont typeface="Arial" panose="020B0604020202020204" pitchFamily="34" charset="0"/>
              <a:buChar char="•"/>
            </a:pPr>
            <a:r>
              <a:rPr lang="fr-FR" dirty="0"/>
              <a:t>rex libéré</a:t>
            </a:r>
          </a:p>
          <a:p>
            <a:pPr marL="342900" indent="-342900">
              <a:buFont typeface="Arial" panose="020B0604020202020204" pitchFamily="34" charset="0"/>
              <a:buChar char="•"/>
            </a:pPr>
            <a:endParaRPr lang="fr-FR" dirty="0"/>
          </a:p>
          <a:p>
            <a:pPr marL="342900" indent="-342900">
              <a:buFont typeface="Arial" panose="020B0604020202020204" pitchFamily="34" charset="0"/>
              <a:buChar char="•"/>
            </a:pPr>
            <a:endParaRPr lang="fr-FR" dirty="0"/>
          </a:p>
          <a:p>
            <a:pPr marL="342900" indent="-342900">
              <a:buFont typeface="Arial" panose="020B0604020202020204" pitchFamily="34" charset="0"/>
              <a:buChar char="•"/>
            </a:pPr>
            <a:endParaRPr lang="fr-FR" dirty="0"/>
          </a:p>
        </p:txBody>
      </p:sp>
      <p:sp>
        <p:nvSpPr>
          <p:cNvPr id="8" name="Espace réservé du numéro de diapositive 7">
            <a:extLst>
              <a:ext uri="{FF2B5EF4-FFF2-40B4-BE49-F238E27FC236}">
                <a16:creationId xmlns:a16="http://schemas.microsoft.com/office/drawing/2014/main" id="{7F98BE1D-EA1A-7D38-EC07-B97D4FD95BD9}"/>
              </a:ext>
            </a:extLst>
          </p:cNvPr>
          <p:cNvSpPr>
            <a:spLocks noGrp="1"/>
          </p:cNvSpPr>
          <p:nvPr>
            <p:ph type="sldNum" sz="quarter" idx="4294967295"/>
          </p:nvPr>
        </p:nvSpPr>
        <p:spPr>
          <a:xfrm>
            <a:off x="11307775" y="6356350"/>
            <a:ext cx="674389" cy="365125"/>
          </a:xfrm>
          <a:prstGeom prst="rect">
            <a:avLst/>
          </a:prstGeom>
        </p:spPr>
        <p:txBody>
          <a:bodyPr/>
          <a:lstStyle/>
          <a:p>
            <a:fld id="{178CA135-2885-4CD2-925B-659EA4F87D78}" type="slidenum">
              <a:rPr lang="fr-FR" smtClean="0"/>
              <a:t>15</a:t>
            </a:fld>
            <a:endParaRPr lang="fr-FR"/>
          </a:p>
        </p:txBody>
      </p:sp>
      <p:sp>
        <p:nvSpPr>
          <p:cNvPr id="2" name="Espace réservé du pied de page 1">
            <a:extLst>
              <a:ext uri="{FF2B5EF4-FFF2-40B4-BE49-F238E27FC236}">
                <a16:creationId xmlns:a16="http://schemas.microsoft.com/office/drawing/2014/main" id="{FA9885F8-D693-4F53-E6B8-FA22612EA0A3}"/>
              </a:ext>
            </a:extLst>
          </p:cNvPr>
          <p:cNvSpPr>
            <a:spLocks noGrp="1"/>
          </p:cNvSpPr>
          <p:nvPr>
            <p:ph type="ftr" sz="quarter" idx="4294967295"/>
          </p:nvPr>
        </p:nvSpPr>
        <p:spPr>
          <a:xfrm>
            <a:off x="0" y="6356350"/>
            <a:ext cx="3276600" cy="365125"/>
          </a:xfrm>
          <a:prstGeom prst="rect">
            <a:avLst/>
          </a:prstGeom>
        </p:spPr>
        <p:txBody>
          <a:bodyPr/>
          <a:lstStyle/>
          <a:p>
            <a:r>
              <a:rPr lang="fr-FR"/>
              <a:t>CNL - Solutions intelligentes</a:t>
            </a:r>
          </a:p>
        </p:txBody>
      </p:sp>
      <p:pic>
        <p:nvPicPr>
          <p:cNvPr id="4" name="Image 3">
            <a:extLst>
              <a:ext uri="{FF2B5EF4-FFF2-40B4-BE49-F238E27FC236}">
                <a16:creationId xmlns:a16="http://schemas.microsoft.com/office/drawing/2014/main" id="{D33D2BC2-6E5E-6817-8E64-2EB8DCECA42A}"/>
              </a:ext>
            </a:extLst>
          </p:cNvPr>
          <p:cNvPicPr>
            <a:picLocks noChangeAspect="1"/>
          </p:cNvPicPr>
          <p:nvPr/>
        </p:nvPicPr>
        <p:blipFill>
          <a:blip r:embed="rId3"/>
          <a:stretch>
            <a:fillRect/>
          </a:stretch>
        </p:blipFill>
        <p:spPr>
          <a:xfrm>
            <a:off x="11262361" y="0"/>
            <a:ext cx="929640" cy="889222"/>
          </a:xfrm>
          <a:prstGeom prst="rect">
            <a:avLst/>
          </a:prstGeom>
        </p:spPr>
      </p:pic>
    </p:spTree>
    <p:extLst>
      <p:ext uri="{BB962C8B-B14F-4D97-AF65-F5344CB8AC3E}">
        <p14:creationId xmlns:p14="http://schemas.microsoft.com/office/powerpoint/2010/main" val="4188149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 calcmode="lin" valueType="num">
                                      <p:cBhvr additive="base">
                                        <p:cTn id="13"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anim calcmode="lin" valueType="num">
                                      <p:cBhvr additive="base">
                                        <p:cTn id="19"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xEl>
                                              <p:pRg st="6" end="6"/>
                                            </p:txEl>
                                          </p:spTgt>
                                        </p:tgtEl>
                                        <p:attrNameLst>
                                          <p:attrName>style.visibility</p:attrName>
                                        </p:attrNameLst>
                                      </p:cBhvr>
                                      <p:to>
                                        <p:strVal val="visible"/>
                                      </p:to>
                                    </p:set>
                                    <p:anim calcmode="lin" valueType="num">
                                      <p:cBhvr additive="base">
                                        <p:cTn id="25" dur="500" fill="hold"/>
                                        <p:tgtEl>
                                          <p:spTgt spid="6">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
                                            <p:txEl>
                                              <p:pRg st="8" end="8"/>
                                            </p:txEl>
                                          </p:spTgt>
                                        </p:tgtEl>
                                        <p:attrNameLst>
                                          <p:attrName>style.visibility</p:attrName>
                                        </p:attrNameLst>
                                      </p:cBhvr>
                                      <p:to>
                                        <p:strVal val="visible"/>
                                      </p:to>
                                    </p:set>
                                    <p:anim calcmode="lin" valueType="num">
                                      <p:cBhvr additive="base">
                                        <p:cTn id="31" dur="500" fill="hold"/>
                                        <p:tgtEl>
                                          <p:spTgt spid="6">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Freeform 6">
            <a:extLst>
              <a:ext uri="{FF2B5EF4-FFF2-40B4-BE49-F238E27FC236}">
                <a16:creationId xmlns:a16="http://schemas.microsoft.com/office/drawing/2014/main" id="{0DADC2B7-C8B2-D203-A02E-E365AEE2E3DF}"/>
              </a:ext>
            </a:extLst>
          </p:cNvPr>
          <p:cNvSpPr>
            <a:spLocks noChangeArrowheads="1"/>
          </p:cNvSpPr>
          <p:nvPr/>
        </p:nvSpPr>
        <p:spPr bwMode="auto">
          <a:xfrm>
            <a:off x="8891690" y="3513881"/>
            <a:ext cx="2087358" cy="1045253"/>
          </a:xfrm>
          <a:custGeom>
            <a:avLst/>
            <a:gdLst>
              <a:gd name="T0" fmla="*/ 14 w 2923"/>
              <a:gd name="T1" fmla="*/ 1465 h 1466"/>
              <a:gd name="T2" fmla="*/ 0 w 2923"/>
              <a:gd name="T3" fmla="*/ 1438 h 1466"/>
              <a:gd name="T4" fmla="*/ 2908 w 2923"/>
              <a:gd name="T5" fmla="*/ 0 h 1466"/>
              <a:gd name="T6" fmla="*/ 2922 w 2923"/>
              <a:gd name="T7" fmla="*/ 28 h 1466"/>
              <a:gd name="T8" fmla="*/ 14 w 2923"/>
              <a:gd name="T9" fmla="*/ 1465 h 1466"/>
            </a:gdLst>
            <a:ahLst/>
            <a:cxnLst>
              <a:cxn ang="0">
                <a:pos x="T0" y="T1"/>
              </a:cxn>
              <a:cxn ang="0">
                <a:pos x="T2" y="T3"/>
              </a:cxn>
              <a:cxn ang="0">
                <a:pos x="T4" y="T5"/>
              </a:cxn>
              <a:cxn ang="0">
                <a:pos x="T6" y="T7"/>
              </a:cxn>
              <a:cxn ang="0">
                <a:pos x="T8" y="T9"/>
              </a:cxn>
            </a:cxnLst>
            <a:rect l="0" t="0" r="r" b="b"/>
            <a:pathLst>
              <a:path w="2923" h="1466">
                <a:moveTo>
                  <a:pt x="14" y="1465"/>
                </a:moveTo>
                <a:lnTo>
                  <a:pt x="0" y="1438"/>
                </a:lnTo>
                <a:lnTo>
                  <a:pt x="2908" y="0"/>
                </a:lnTo>
                <a:lnTo>
                  <a:pt x="2922" y="28"/>
                </a:lnTo>
                <a:lnTo>
                  <a:pt x="14" y="1465"/>
                </a:lnTo>
              </a:path>
            </a:pathLst>
          </a:custGeom>
          <a:solidFill>
            <a:schemeClr val="accent2">
              <a:alpha val="99000"/>
            </a:schemeClr>
          </a:solidFill>
          <a:ln>
            <a:noFill/>
          </a:ln>
          <a:effectLst/>
        </p:spPr>
        <p:txBody>
          <a:bodyPr wrap="none" anchor="ctr"/>
          <a:lstStyle/>
          <a:p>
            <a:endParaRPr lang="en-US" sz="900"/>
          </a:p>
        </p:txBody>
      </p:sp>
      <p:sp>
        <p:nvSpPr>
          <p:cNvPr id="2" name="TextBox 1">
            <a:extLst>
              <a:ext uri="{FF2B5EF4-FFF2-40B4-BE49-F238E27FC236}">
                <a16:creationId xmlns:a16="http://schemas.microsoft.com/office/drawing/2014/main" id="{C141CCE7-0048-A246-8500-CDB23F409EFF}"/>
              </a:ext>
            </a:extLst>
          </p:cNvPr>
          <p:cNvSpPr txBox="1"/>
          <p:nvPr/>
        </p:nvSpPr>
        <p:spPr>
          <a:xfrm>
            <a:off x="1666777" y="306186"/>
            <a:ext cx="8858515" cy="553998"/>
          </a:xfrm>
          <a:prstGeom prst="rect">
            <a:avLst/>
          </a:prstGeom>
          <a:noFill/>
        </p:spPr>
        <p:txBody>
          <a:bodyPr wrap="none" rtlCol="0">
            <a:spAutoFit/>
          </a:bodyPr>
          <a:lstStyle/>
          <a:p>
            <a:pPr algn="ctr"/>
            <a:r>
              <a:rPr lang="fr-FR" sz="3000" b="1">
                <a:solidFill>
                  <a:schemeClr val="tx2"/>
                </a:solidFill>
                <a:latin typeface="Poppins" pitchFamily="2" charset="77"/>
                <a:cs typeface="Poppins" pitchFamily="2" charset="77"/>
              </a:rPr>
              <a:t>Rééquilibrage des charges entre les acteurs</a:t>
            </a:r>
            <a:endParaRPr lang="fr-FR" sz="3000" b="1" dirty="0">
              <a:solidFill>
                <a:schemeClr val="tx2"/>
              </a:solidFill>
              <a:latin typeface="Poppins" pitchFamily="2" charset="77"/>
              <a:cs typeface="Poppins" pitchFamily="2" charset="77"/>
            </a:endParaRPr>
          </a:p>
        </p:txBody>
      </p:sp>
      <p:sp>
        <p:nvSpPr>
          <p:cNvPr id="3" name="TextBox 2">
            <a:extLst>
              <a:ext uri="{FF2B5EF4-FFF2-40B4-BE49-F238E27FC236}">
                <a16:creationId xmlns:a16="http://schemas.microsoft.com/office/drawing/2014/main" id="{9EDD769B-59F5-6E46-8E9B-0E07A401AE95}"/>
              </a:ext>
            </a:extLst>
          </p:cNvPr>
          <p:cNvSpPr txBox="1"/>
          <p:nvPr/>
        </p:nvSpPr>
        <p:spPr>
          <a:xfrm>
            <a:off x="4080064" y="787593"/>
            <a:ext cx="4031874" cy="276999"/>
          </a:xfrm>
          <a:prstGeom prst="rect">
            <a:avLst/>
          </a:prstGeom>
          <a:noFill/>
        </p:spPr>
        <p:txBody>
          <a:bodyPr wrap="none" rtlCol="0">
            <a:spAutoFit/>
          </a:bodyPr>
          <a:lstStyle/>
          <a:p>
            <a:pPr algn="ctr"/>
            <a:r>
              <a:rPr lang="fr-FR" sz="1200" b="1">
                <a:solidFill>
                  <a:schemeClr val="accent2">
                    <a:lumMod val="50000"/>
                    <a:lumOff val="50000"/>
                  </a:schemeClr>
                </a:solidFill>
                <a:latin typeface="Poppins" pitchFamily="2" charset="77"/>
                <a:cs typeface="Poppins" pitchFamily="2" charset="77"/>
              </a:rPr>
              <a:t>au bénéfice d’une meilleure performance terrain</a:t>
            </a:r>
            <a:endParaRPr lang="fr-FR" sz="1200" spc="150" dirty="0">
              <a:solidFill>
                <a:schemeClr val="accent2">
                  <a:lumMod val="50000"/>
                  <a:lumOff val="50000"/>
                </a:schemeClr>
              </a:solidFill>
              <a:latin typeface="Poppins Light" pitchFamily="2" charset="77"/>
              <a:cs typeface="Poppins Light" pitchFamily="2" charset="77"/>
            </a:endParaRPr>
          </a:p>
        </p:txBody>
      </p:sp>
      <p:sp>
        <p:nvSpPr>
          <p:cNvPr id="4" name="Freeform 3">
            <a:extLst>
              <a:ext uri="{FF2B5EF4-FFF2-40B4-BE49-F238E27FC236}">
                <a16:creationId xmlns:a16="http://schemas.microsoft.com/office/drawing/2014/main" id="{E1950176-BF40-3246-97AA-C36BCD987176}"/>
              </a:ext>
            </a:extLst>
          </p:cNvPr>
          <p:cNvSpPr>
            <a:spLocks noChangeArrowheads="1"/>
          </p:cNvSpPr>
          <p:nvPr/>
        </p:nvSpPr>
        <p:spPr bwMode="auto">
          <a:xfrm>
            <a:off x="1531104" y="3454061"/>
            <a:ext cx="2087358" cy="1045253"/>
          </a:xfrm>
          <a:custGeom>
            <a:avLst/>
            <a:gdLst>
              <a:gd name="T0" fmla="*/ 2908 w 2922"/>
              <a:gd name="T1" fmla="*/ 1465 h 1466"/>
              <a:gd name="T2" fmla="*/ 0 w 2922"/>
              <a:gd name="T3" fmla="*/ 28 h 1466"/>
              <a:gd name="T4" fmla="*/ 13 w 2922"/>
              <a:gd name="T5" fmla="*/ 0 h 1466"/>
              <a:gd name="T6" fmla="*/ 2921 w 2922"/>
              <a:gd name="T7" fmla="*/ 1438 h 1466"/>
              <a:gd name="T8" fmla="*/ 2908 w 2922"/>
              <a:gd name="T9" fmla="*/ 1465 h 1466"/>
            </a:gdLst>
            <a:ahLst/>
            <a:cxnLst>
              <a:cxn ang="0">
                <a:pos x="T0" y="T1"/>
              </a:cxn>
              <a:cxn ang="0">
                <a:pos x="T2" y="T3"/>
              </a:cxn>
              <a:cxn ang="0">
                <a:pos x="T4" y="T5"/>
              </a:cxn>
              <a:cxn ang="0">
                <a:pos x="T6" y="T7"/>
              </a:cxn>
              <a:cxn ang="0">
                <a:pos x="T8" y="T9"/>
              </a:cxn>
            </a:cxnLst>
            <a:rect l="0" t="0" r="r" b="b"/>
            <a:pathLst>
              <a:path w="2922" h="1466">
                <a:moveTo>
                  <a:pt x="2908" y="1465"/>
                </a:moveTo>
                <a:lnTo>
                  <a:pt x="0" y="28"/>
                </a:lnTo>
                <a:lnTo>
                  <a:pt x="13" y="0"/>
                </a:lnTo>
                <a:lnTo>
                  <a:pt x="2921" y="1438"/>
                </a:lnTo>
                <a:lnTo>
                  <a:pt x="2908" y="1465"/>
                </a:lnTo>
              </a:path>
            </a:pathLst>
          </a:custGeom>
          <a:solidFill>
            <a:schemeClr val="accent1"/>
          </a:solidFill>
          <a:ln>
            <a:noFill/>
          </a:ln>
          <a:effectLst/>
        </p:spPr>
        <p:txBody>
          <a:bodyPr wrap="none" anchor="ctr"/>
          <a:lstStyle/>
          <a:p>
            <a:endParaRPr lang="en-US" sz="900"/>
          </a:p>
        </p:txBody>
      </p:sp>
      <p:sp>
        <p:nvSpPr>
          <p:cNvPr id="5" name="Freeform 4">
            <a:extLst>
              <a:ext uri="{FF2B5EF4-FFF2-40B4-BE49-F238E27FC236}">
                <a16:creationId xmlns:a16="http://schemas.microsoft.com/office/drawing/2014/main" id="{FE881F97-8ECF-9C4C-A9FE-2C0BC9563B0E}"/>
              </a:ext>
            </a:extLst>
          </p:cNvPr>
          <p:cNvSpPr>
            <a:spLocks noChangeArrowheads="1"/>
          </p:cNvSpPr>
          <p:nvPr/>
        </p:nvSpPr>
        <p:spPr bwMode="auto">
          <a:xfrm>
            <a:off x="6425192" y="3454061"/>
            <a:ext cx="2087357" cy="1045253"/>
          </a:xfrm>
          <a:custGeom>
            <a:avLst/>
            <a:gdLst>
              <a:gd name="T0" fmla="*/ 2908 w 2924"/>
              <a:gd name="T1" fmla="*/ 1465 h 1466"/>
              <a:gd name="T2" fmla="*/ 0 w 2924"/>
              <a:gd name="T3" fmla="*/ 28 h 1466"/>
              <a:gd name="T4" fmla="*/ 14 w 2924"/>
              <a:gd name="T5" fmla="*/ 0 h 1466"/>
              <a:gd name="T6" fmla="*/ 2923 w 2924"/>
              <a:gd name="T7" fmla="*/ 1438 h 1466"/>
              <a:gd name="T8" fmla="*/ 2908 w 2924"/>
              <a:gd name="T9" fmla="*/ 1465 h 1466"/>
            </a:gdLst>
            <a:ahLst/>
            <a:cxnLst>
              <a:cxn ang="0">
                <a:pos x="T0" y="T1"/>
              </a:cxn>
              <a:cxn ang="0">
                <a:pos x="T2" y="T3"/>
              </a:cxn>
              <a:cxn ang="0">
                <a:pos x="T4" y="T5"/>
              </a:cxn>
              <a:cxn ang="0">
                <a:pos x="T6" y="T7"/>
              </a:cxn>
              <a:cxn ang="0">
                <a:pos x="T8" y="T9"/>
              </a:cxn>
            </a:cxnLst>
            <a:rect l="0" t="0" r="r" b="b"/>
            <a:pathLst>
              <a:path w="2924" h="1466">
                <a:moveTo>
                  <a:pt x="2908" y="1465"/>
                </a:moveTo>
                <a:lnTo>
                  <a:pt x="0" y="28"/>
                </a:lnTo>
                <a:lnTo>
                  <a:pt x="14" y="0"/>
                </a:lnTo>
                <a:lnTo>
                  <a:pt x="2923" y="1438"/>
                </a:lnTo>
                <a:lnTo>
                  <a:pt x="2908" y="1465"/>
                </a:lnTo>
              </a:path>
            </a:pathLst>
          </a:custGeom>
          <a:solidFill>
            <a:schemeClr val="accent3"/>
          </a:solidFill>
          <a:ln>
            <a:noFill/>
          </a:ln>
          <a:effectLst/>
        </p:spPr>
        <p:txBody>
          <a:bodyPr wrap="none" anchor="ctr"/>
          <a:lstStyle/>
          <a:p>
            <a:endParaRPr lang="en-US" sz="900"/>
          </a:p>
        </p:txBody>
      </p:sp>
      <p:sp>
        <p:nvSpPr>
          <p:cNvPr id="7" name="Freeform 6">
            <a:extLst>
              <a:ext uri="{FF2B5EF4-FFF2-40B4-BE49-F238E27FC236}">
                <a16:creationId xmlns:a16="http://schemas.microsoft.com/office/drawing/2014/main" id="{55F7E659-EA54-614A-8BFD-C7B2A651E1B8}"/>
              </a:ext>
            </a:extLst>
          </p:cNvPr>
          <p:cNvSpPr>
            <a:spLocks noChangeArrowheads="1"/>
          </p:cNvSpPr>
          <p:nvPr/>
        </p:nvSpPr>
        <p:spPr bwMode="auto">
          <a:xfrm>
            <a:off x="4053862" y="3454061"/>
            <a:ext cx="2087358" cy="1045253"/>
          </a:xfrm>
          <a:custGeom>
            <a:avLst/>
            <a:gdLst>
              <a:gd name="T0" fmla="*/ 14 w 2923"/>
              <a:gd name="T1" fmla="*/ 1465 h 1466"/>
              <a:gd name="T2" fmla="*/ 0 w 2923"/>
              <a:gd name="T3" fmla="*/ 1438 h 1466"/>
              <a:gd name="T4" fmla="*/ 2908 w 2923"/>
              <a:gd name="T5" fmla="*/ 0 h 1466"/>
              <a:gd name="T6" fmla="*/ 2922 w 2923"/>
              <a:gd name="T7" fmla="*/ 28 h 1466"/>
              <a:gd name="T8" fmla="*/ 14 w 2923"/>
              <a:gd name="T9" fmla="*/ 1465 h 1466"/>
            </a:gdLst>
            <a:ahLst/>
            <a:cxnLst>
              <a:cxn ang="0">
                <a:pos x="T0" y="T1"/>
              </a:cxn>
              <a:cxn ang="0">
                <a:pos x="T2" y="T3"/>
              </a:cxn>
              <a:cxn ang="0">
                <a:pos x="T4" y="T5"/>
              </a:cxn>
              <a:cxn ang="0">
                <a:pos x="T6" y="T7"/>
              </a:cxn>
              <a:cxn ang="0">
                <a:pos x="T8" y="T9"/>
              </a:cxn>
            </a:cxnLst>
            <a:rect l="0" t="0" r="r" b="b"/>
            <a:pathLst>
              <a:path w="2923" h="1466">
                <a:moveTo>
                  <a:pt x="14" y="1465"/>
                </a:moveTo>
                <a:lnTo>
                  <a:pt x="0" y="1438"/>
                </a:lnTo>
                <a:lnTo>
                  <a:pt x="2908" y="0"/>
                </a:lnTo>
                <a:lnTo>
                  <a:pt x="2922" y="28"/>
                </a:lnTo>
                <a:lnTo>
                  <a:pt x="14" y="1465"/>
                </a:lnTo>
              </a:path>
            </a:pathLst>
          </a:custGeom>
          <a:solidFill>
            <a:schemeClr val="accent2"/>
          </a:solidFill>
          <a:ln>
            <a:noFill/>
          </a:ln>
          <a:effectLst/>
        </p:spPr>
        <p:txBody>
          <a:bodyPr wrap="none" anchor="ctr"/>
          <a:lstStyle/>
          <a:p>
            <a:endParaRPr lang="en-US" sz="900"/>
          </a:p>
        </p:txBody>
      </p:sp>
      <p:sp>
        <p:nvSpPr>
          <p:cNvPr id="8" name="Freeform 7">
            <a:extLst>
              <a:ext uri="{FF2B5EF4-FFF2-40B4-BE49-F238E27FC236}">
                <a16:creationId xmlns:a16="http://schemas.microsoft.com/office/drawing/2014/main" id="{4882DEE2-147A-4843-B99E-0AAAC1EB176A}"/>
              </a:ext>
            </a:extLst>
          </p:cNvPr>
          <p:cNvSpPr>
            <a:spLocks noChangeArrowheads="1"/>
          </p:cNvSpPr>
          <p:nvPr/>
        </p:nvSpPr>
        <p:spPr bwMode="auto">
          <a:xfrm>
            <a:off x="2388797" y="3463507"/>
            <a:ext cx="50374" cy="198345"/>
          </a:xfrm>
          <a:custGeom>
            <a:avLst/>
            <a:gdLst>
              <a:gd name="T0" fmla="*/ 67 w 69"/>
              <a:gd name="T1" fmla="*/ 10 h 278"/>
              <a:gd name="T2" fmla="*/ 67 w 69"/>
              <a:gd name="T3" fmla="*/ 12 h 278"/>
              <a:gd name="T4" fmla="*/ 64 w 69"/>
              <a:gd name="T5" fmla="*/ 22 h 278"/>
              <a:gd name="T6" fmla="*/ 62 w 69"/>
              <a:gd name="T7" fmla="*/ 25 h 278"/>
              <a:gd name="T8" fmla="*/ 59 w 69"/>
              <a:gd name="T9" fmla="*/ 32 h 278"/>
              <a:gd name="T10" fmla="*/ 57 w 69"/>
              <a:gd name="T11" fmla="*/ 36 h 278"/>
              <a:gd name="T12" fmla="*/ 52 w 69"/>
              <a:gd name="T13" fmla="*/ 42 h 278"/>
              <a:gd name="T14" fmla="*/ 49 w 69"/>
              <a:gd name="T15" fmla="*/ 47 h 278"/>
              <a:gd name="T16" fmla="*/ 44 w 69"/>
              <a:gd name="T17" fmla="*/ 52 h 278"/>
              <a:gd name="T18" fmla="*/ 38 w 69"/>
              <a:gd name="T19" fmla="*/ 57 h 278"/>
              <a:gd name="T20" fmla="*/ 31 w 69"/>
              <a:gd name="T21" fmla="*/ 63 h 278"/>
              <a:gd name="T22" fmla="*/ 29 w 69"/>
              <a:gd name="T23" fmla="*/ 65 h 278"/>
              <a:gd name="T24" fmla="*/ 17 w 69"/>
              <a:gd name="T25" fmla="*/ 73 h 278"/>
              <a:gd name="T26" fmla="*/ 14 w 69"/>
              <a:gd name="T27" fmla="*/ 75 h 278"/>
              <a:gd name="T28" fmla="*/ 0 w 69"/>
              <a:gd name="T29" fmla="*/ 82 h 278"/>
              <a:gd name="T30" fmla="*/ 0 w 69"/>
              <a:gd name="T31" fmla="*/ 277 h 278"/>
              <a:gd name="T32" fmla="*/ 14 w 69"/>
              <a:gd name="T33" fmla="*/ 268 h 278"/>
              <a:gd name="T34" fmla="*/ 17 w 69"/>
              <a:gd name="T35" fmla="*/ 267 h 278"/>
              <a:gd name="T36" fmla="*/ 19 w 69"/>
              <a:gd name="T37" fmla="*/ 266 h 278"/>
              <a:gd name="T38" fmla="*/ 29 w 69"/>
              <a:gd name="T39" fmla="*/ 259 h 278"/>
              <a:gd name="T40" fmla="*/ 31 w 69"/>
              <a:gd name="T41" fmla="*/ 258 h 278"/>
              <a:gd name="T42" fmla="*/ 35 w 69"/>
              <a:gd name="T43" fmla="*/ 254 h 278"/>
              <a:gd name="T44" fmla="*/ 38 w 69"/>
              <a:gd name="T45" fmla="*/ 251 h 278"/>
              <a:gd name="T46" fmla="*/ 44 w 69"/>
              <a:gd name="T47" fmla="*/ 246 h 278"/>
              <a:gd name="T48" fmla="*/ 46 w 69"/>
              <a:gd name="T49" fmla="*/ 243 h 278"/>
              <a:gd name="T50" fmla="*/ 49 w 69"/>
              <a:gd name="T51" fmla="*/ 240 h 278"/>
              <a:gd name="T52" fmla="*/ 52 w 69"/>
              <a:gd name="T53" fmla="*/ 236 h 278"/>
              <a:gd name="T54" fmla="*/ 54 w 69"/>
              <a:gd name="T55" fmla="*/ 234 h 278"/>
              <a:gd name="T56" fmla="*/ 57 w 69"/>
              <a:gd name="T57" fmla="*/ 230 h 278"/>
              <a:gd name="T58" fmla="*/ 59 w 69"/>
              <a:gd name="T59" fmla="*/ 226 h 278"/>
              <a:gd name="T60" fmla="*/ 60 w 69"/>
              <a:gd name="T61" fmla="*/ 225 h 278"/>
              <a:gd name="T62" fmla="*/ 62 w 69"/>
              <a:gd name="T63" fmla="*/ 219 h 278"/>
              <a:gd name="T64" fmla="*/ 64 w 69"/>
              <a:gd name="T65" fmla="*/ 216 h 278"/>
              <a:gd name="T66" fmla="*/ 64 w 69"/>
              <a:gd name="T67" fmla="*/ 215 h 278"/>
              <a:gd name="T68" fmla="*/ 67 w 69"/>
              <a:gd name="T69" fmla="*/ 206 h 278"/>
              <a:gd name="T70" fmla="*/ 67 w 69"/>
              <a:gd name="T71" fmla="*/ 204 h 278"/>
              <a:gd name="T72" fmla="*/ 68 w 69"/>
              <a:gd name="T73" fmla="*/ 196 h 278"/>
              <a:gd name="T74" fmla="*/ 68 w 69"/>
              <a:gd name="T75" fmla="*/ 195 h 278"/>
              <a:gd name="T76" fmla="*/ 68 w 69"/>
              <a:gd name="T77" fmla="*/ 0 h 278"/>
              <a:gd name="T78" fmla="*/ 67 w 69"/>
              <a:gd name="T79" fmla="*/ 10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9" h="278">
                <a:moveTo>
                  <a:pt x="67" y="10"/>
                </a:moveTo>
                <a:cubicBezTo>
                  <a:pt x="67" y="10"/>
                  <a:pt x="67" y="11"/>
                  <a:pt x="67" y="12"/>
                </a:cubicBezTo>
                <a:cubicBezTo>
                  <a:pt x="66" y="15"/>
                  <a:pt x="65" y="19"/>
                  <a:pt x="64" y="22"/>
                </a:cubicBezTo>
                <a:cubicBezTo>
                  <a:pt x="63" y="23"/>
                  <a:pt x="63" y="24"/>
                  <a:pt x="62" y="25"/>
                </a:cubicBezTo>
                <a:cubicBezTo>
                  <a:pt x="62" y="28"/>
                  <a:pt x="60" y="30"/>
                  <a:pt x="59" y="32"/>
                </a:cubicBezTo>
                <a:cubicBezTo>
                  <a:pt x="58" y="33"/>
                  <a:pt x="57" y="34"/>
                  <a:pt x="57" y="36"/>
                </a:cubicBezTo>
                <a:cubicBezTo>
                  <a:pt x="55" y="38"/>
                  <a:pt x="53" y="40"/>
                  <a:pt x="52" y="42"/>
                </a:cubicBezTo>
                <a:cubicBezTo>
                  <a:pt x="51" y="43"/>
                  <a:pt x="50" y="45"/>
                  <a:pt x="49" y="47"/>
                </a:cubicBezTo>
                <a:cubicBezTo>
                  <a:pt x="47" y="48"/>
                  <a:pt x="46" y="50"/>
                  <a:pt x="44" y="52"/>
                </a:cubicBezTo>
                <a:cubicBezTo>
                  <a:pt x="42" y="53"/>
                  <a:pt x="40" y="55"/>
                  <a:pt x="38" y="57"/>
                </a:cubicBezTo>
                <a:cubicBezTo>
                  <a:pt x="36" y="59"/>
                  <a:pt x="33" y="61"/>
                  <a:pt x="31" y="63"/>
                </a:cubicBezTo>
                <a:cubicBezTo>
                  <a:pt x="30" y="64"/>
                  <a:pt x="30" y="64"/>
                  <a:pt x="29" y="65"/>
                </a:cubicBezTo>
                <a:cubicBezTo>
                  <a:pt x="25" y="67"/>
                  <a:pt x="21" y="70"/>
                  <a:pt x="17" y="73"/>
                </a:cubicBezTo>
                <a:cubicBezTo>
                  <a:pt x="16" y="73"/>
                  <a:pt x="15" y="74"/>
                  <a:pt x="14" y="75"/>
                </a:cubicBezTo>
                <a:cubicBezTo>
                  <a:pt x="10" y="77"/>
                  <a:pt x="5" y="80"/>
                  <a:pt x="0" y="82"/>
                </a:cubicBezTo>
                <a:lnTo>
                  <a:pt x="0" y="277"/>
                </a:lnTo>
                <a:cubicBezTo>
                  <a:pt x="5" y="274"/>
                  <a:pt x="10" y="272"/>
                  <a:pt x="14" y="268"/>
                </a:cubicBezTo>
                <a:cubicBezTo>
                  <a:pt x="15" y="268"/>
                  <a:pt x="16" y="267"/>
                  <a:pt x="17" y="267"/>
                </a:cubicBezTo>
                <a:lnTo>
                  <a:pt x="19" y="266"/>
                </a:lnTo>
                <a:cubicBezTo>
                  <a:pt x="23" y="263"/>
                  <a:pt x="26" y="261"/>
                  <a:pt x="29" y="259"/>
                </a:cubicBezTo>
                <a:cubicBezTo>
                  <a:pt x="30" y="258"/>
                  <a:pt x="30" y="258"/>
                  <a:pt x="31" y="258"/>
                </a:cubicBezTo>
                <a:cubicBezTo>
                  <a:pt x="32" y="256"/>
                  <a:pt x="34" y="255"/>
                  <a:pt x="35" y="254"/>
                </a:cubicBezTo>
                <a:cubicBezTo>
                  <a:pt x="36" y="253"/>
                  <a:pt x="37" y="252"/>
                  <a:pt x="38" y="251"/>
                </a:cubicBezTo>
                <a:cubicBezTo>
                  <a:pt x="40" y="250"/>
                  <a:pt x="42" y="248"/>
                  <a:pt x="44" y="246"/>
                </a:cubicBezTo>
                <a:cubicBezTo>
                  <a:pt x="44" y="245"/>
                  <a:pt x="46" y="245"/>
                  <a:pt x="46" y="243"/>
                </a:cubicBezTo>
                <a:cubicBezTo>
                  <a:pt x="47" y="243"/>
                  <a:pt x="47" y="242"/>
                  <a:pt x="49" y="240"/>
                </a:cubicBezTo>
                <a:cubicBezTo>
                  <a:pt x="50" y="239"/>
                  <a:pt x="51" y="238"/>
                  <a:pt x="52" y="236"/>
                </a:cubicBezTo>
                <a:cubicBezTo>
                  <a:pt x="53" y="236"/>
                  <a:pt x="53" y="235"/>
                  <a:pt x="54" y="234"/>
                </a:cubicBezTo>
                <a:cubicBezTo>
                  <a:pt x="55" y="232"/>
                  <a:pt x="55" y="231"/>
                  <a:pt x="57" y="230"/>
                </a:cubicBezTo>
                <a:cubicBezTo>
                  <a:pt x="57" y="229"/>
                  <a:pt x="58" y="227"/>
                  <a:pt x="59" y="226"/>
                </a:cubicBezTo>
                <a:lnTo>
                  <a:pt x="60" y="225"/>
                </a:lnTo>
                <a:cubicBezTo>
                  <a:pt x="61" y="223"/>
                  <a:pt x="62" y="221"/>
                  <a:pt x="62" y="219"/>
                </a:cubicBezTo>
                <a:cubicBezTo>
                  <a:pt x="63" y="219"/>
                  <a:pt x="63" y="217"/>
                  <a:pt x="64" y="216"/>
                </a:cubicBezTo>
                <a:lnTo>
                  <a:pt x="64" y="215"/>
                </a:lnTo>
                <a:cubicBezTo>
                  <a:pt x="65" y="212"/>
                  <a:pt x="66" y="209"/>
                  <a:pt x="67" y="206"/>
                </a:cubicBezTo>
                <a:cubicBezTo>
                  <a:pt x="67" y="206"/>
                  <a:pt x="67" y="205"/>
                  <a:pt x="67" y="204"/>
                </a:cubicBezTo>
                <a:cubicBezTo>
                  <a:pt x="68" y="202"/>
                  <a:pt x="68" y="199"/>
                  <a:pt x="68" y="196"/>
                </a:cubicBezTo>
                <a:cubicBezTo>
                  <a:pt x="68" y="195"/>
                  <a:pt x="68" y="195"/>
                  <a:pt x="68" y="195"/>
                </a:cubicBezTo>
                <a:lnTo>
                  <a:pt x="68" y="0"/>
                </a:lnTo>
                <a:cubicBezTo>
                  <a:pt x="68" y="4"/>
                  <a:pt x="68" y="7"/>
                  <a:pt x="67" y="10"/>
                </a:cubicBezTo>
              </a:path>
            </a:pathLst>
          </a:custGeom>
          <a:solidFill>
            <a:schemeClr val="bg1">
              <a:lumMod val="65000"/>
            </a:schemeClr>
          </a:solidFill>
          <a:ln>
            <a:noFill/>
          </a:ln>
          <a:effectLst/>
        </p:spPr>
        <p:txBody>
          <a:bodyPr wrap="none" anchor="ctr"/>
          <a:lstStyle/>
          <a:p>
            <a:endParaRPr lang="en-US" sz="900"/>
          </a:p>
        </p:txBody>
      </p:sp>
      <p:sp>
        <p:nvSpPr>
          <p:cNvPr id="10" name="Freeform 9">
            <a:extLst>
              <a:ext uri="{FF2B5EF4-FFF2-40B4-BE49-F238E27FC236}">
                <a16:creationId xmlns:a16="http://schemas.microsoft.com/office/drawing/2014/main" id="{D2861421-ECFF-C948-B529-9CF5981942AA}"/>
              </a:ext>
            </a:extLst>
          </p:cNvPr>
          <p:cNvSpPr>
            <a:spLocks noChangeArrowheads="1"/>
          </p:cNvSpPr>
          <p:nvPr/>
        </p:nvSpPr>
        <p:spPr bwMode="auto">
          <a:xfrm>
            <a:off x="166060" y="3463507"/>
            <a:ext cx="50374" cy="198345"/>
          </a:xfrm>
          <a:custGeom>
            <a:avLst/>
            <a:gdLst>
              <a:gd name="T0" fmla="*/ 0 w 69"/>
              <a:gd name="T1" fmla="*/ 195 h 278"/>
              <a:gd name="T2" fmla="*/ 0 w 69"/>
              <a:gd name="T3" fmla="*/ 0 h 278"/>
              <a:gd name="T4" fmla="*/ 68 w 69"/>
              <a:gd name="T5" fmla="*/ 82 h 278"/>
              <a:gd name="T6" fmla="*/ 68 w 69"/>
              <a:gd name="T7" fmla="*/ 277 h 278"/>
              <a:gd name="T8" fmla="*/ 0 w 69"/>
              <a:gd name="T9" fmla="*/ 195 h 278"/>
            </a:gdLst>
            <a:ahLst/>
            <a:cxnLst>
              <a:cxn ang="0">
                <a:pos x="T0" y="T1"/>
              </a:cxn>
              <a:cxn ang="0">
                <a:pos x="T2" y="T3"/>
              </a:cxn>
              <a:cxn ang="0">
                <a:pos x="T4" y="T5"/>
              </a:cxn>
              <a:cxn ang="0">
                <a:pos x="T6" y="T7"/>
              </a:cxn>
              <a:cxn ang="0">
                <a:pos x="T8" y="T9"/>
              </a:cxn>
            </a:cxnLst>
            <a:rect l="0" t="0" r="r" b="b"/>
            <a:pathLst>
              <a:path w="69" h="278">
                <a:moveTo>
                  <a:pt x="0" y="195"/>
                </a:moveTo>
                <a:lnTo>
                  <a:pt x="0" y="0"/>
                </a:lnTo>
                <a:cubicBezTo>
                  <a:pt x="0" y="30"/>
                  <a:pt x="22" y="59"/>
                  <a:pt x="68" y="82"/>
                </a:cubicBezTo>
                <a:lnTo>
                  <a:pt x="68" y="277"/>
                </a:lnTo>
                <a:cubicBezTo>
                  <a:pt x="22" y="254"/>
                  <a:pt x="0" y="224"/>
                  <a:pt x="0" y="195"/>
                </a:cubicBezTo>
              </a:path>
            </a:pathLst>
          </a:custGeom>
          <a:solidFill>
            <a:schemeClr val="bg1">
              <a:lumMod val="65000"/>
            </a:schemeClr>
          </a:solidFill>
          <a:ln>
            <a:noFill/>
          </a:ln>
          <a:effectLst/>
        </p:spPr>
        <p:txBody>
          <a:bodyPr wrap="none" anchor="ctr"/>
          <a:lstStyle/>
          <a:p>
            <a:endParaRPr lang="en-US" sz="900"/>
          </a:p>
        </p:txBody>
      </p:sp>
      <p:sp>
        <p:nvSpPr>
          <p:cNvPr id="11" name="Freeform 10">
            <a:extLst>
              <a:ext uri="{FF2B5EF4-FFF2-40B4-BE49-F238E27FC236}">
                <a16:creationId xmlns:a16="http://schemas.microsoft.com/office/drawing/2014/main" id="{C5D95A94-446A-7642-A95B-85C10D8EE961}"/>
              </a:ext>
            </a:extLst>
          </p:cNvPr>
          <p:cNvSpPr>
            <a:spLocks noChangeArrowheads="1"/>
          </p:cNvSpPr>
          <p:nvPr/>
        </p:nvSpPr>
        <p:spPr bwMode="auto">
          <a:xfrm>
            <a:off x="1419105" y="3520178"/>
            <a:ext cx="969692" cy="623374"/>
          </a:xfrm>
          <a:custGeom>
            <a:avLst/>
            <a:gdLst>
              <a:gd name="T0" fmla="*/ 1359 w 1360"/>
              <a:gd name="T1" fmla="*/ 0 h 875"/>
              <a:gd name="T2" fmla="*/ 1359 w 1360"/>
              <a:gd name="T3" fmla="*/ 195 h 875"/>
              <a:gd name="T4" fmla="*/ 0 w 1360"/>
              <a:gd name="T5" fmla="*/ 874 h 875"/>
              <a:gd name="T6" fmla="*/ 0 w 1360"/>
              <a:gd name="T7" fmla="*/ 679 h 875"/>
              <a:gd name="T8" fmla="*/ 1359 w 1360"/>
              <a:gd name="T9" fmla="*/ 0 h 875"/>
            </a:gdLst>
            <a:ahLst/>
            <a:cxnLst>
              <a:cxn ang="0">
                <a:pos x="T0" y="T1"/>
              </a:cxn>
              <a:cxn ang="0">
                <a:pos x="T2" y="T3"/>
              </a:cxn>
              <a:cxn ang="0">
                <a:pos x="T4" y="T5"/>
              </a:cxn>
              <a:cxn ang="0">
                <a:pos x="T6" y="T7"/>
              </a:cxn>
              <a:cxn ang="0">
                <a:pos x="T8" y="T9"/>
              </a:cxn>
            </a:cxnLst>
            <a:rect l="0" t="0" r="r" b="b"/>
            <a:pathLst>
              <a:path w="1360" h="875">
                <a:moveTo>
                  <a:pt x="1359" y="0"/>
                </a:moveTo>
                <a:lnTo>
                  <a:pt x="1359" y="195"/>
                </a:lnTo>
                <a:lnTo>
                  <a:pt x="0" y="874"/>
                </a:lnTo>
                <a:lnTo>
                  <a:pt x="0" y="679"/>
                </a:lnTo>
                <a:lnTo>
                  <a:pt x="1359" y="0"/>
                </a:lnTo>
              </a:path>
            </a:pathLst>
          </a:custGeom>
          <a:solidFill>
            <a:schemeClr val="bg1">
              <a:lumMod val="75000"/>
            </a:schemeClr>
          </a:solidFill>
          <a:ln>
            <a:noFill/>
          </a:ln>
          <a:effectLst/>
        </p:spPr>
        <p:txBody>
          <a:bodyPr wrap="none" anchor="ctr"/>
          <a:lstStyle/>
          <a:p>
            <a:endParaRPr lang="en-US" sz="900"/>
          </a:p>
        </p:txBody>
      </p:sp>
      <p:sp>
        <p:nvSpPr>
          <p:cNvPr id="12" name="Freeform 11">
            <a:extLst>
              <a:ext uri="{FF2B5EF4-FFF2-40B4-BE49-F238E27FC236}">
                <a16:creationId xmlns:a16="http://schemas.microsoft.com/office/drawing/2014/main" id="{7D985101-007A-CC4B-8E51-A60673ADAE87}"/>
              </a:ext>
            </a:extLst>
          </p:cNvPr>
          <p:cNvSpPr>
            <a:spLocks noChangeArrowheads="1"/>
          </p:cNvSpPr>
          <p:nvPr/>
        </p:nvSpPr>
        <p:spPr bwMode="auto">
          <a:xfrm>
            <a:off x="216434" y="3520178"/>
            <a:ext cx="969692" cy="623374"/>
          </a:xfrm>
          <a:custGeom>
            <a:avLst/>
            <a:gdLst>
              <a:gd name="T0" fmla="*/ 1358 w 1359"/>
              <a:gd name="T1" fmla="*/ 679 h 875"/>
              <a:gd name="T2" fmla="*/ 1358 w 1359"/>
              <a:gd name="T3" fmla="*/ 874 h 875"/>
              <a:gd name="T4" fmla="*/ 0 w 1359"/>
              <a:gd name="T5" fmla="*/ 195 h 875"/>
              <a:gd name="T6" fmla="*/ 0 w 1359"/>
              <a:gd name="T7" fmla="*/ 0 h 875"/>
              <a:gd name="T8" fmla="*/ 1358 w 1359"/>
              <a:gd name="T9" fmla="*/ 679 h 875"/>
            </a:gdLst>
            <a:ahLst/>
            <a:cxnLst>
              <a:cxn ang="0">
                <a:pos x="T0" y="T1"/>
              </a:cxn>
              <a:cxn ang="0">
                <a:pos x="T2" y="T3"/>
              </a:cxn>
              <a:cxn ang="0">
                <a:pos x="T4" y="T5"/>
              </a:cxn>
              <a:cxn ang="0">
                <a:pos x="T6" y="T7"/>
              </a:cxn>
              <a:cxn ang="0">
                <a:pos x="T8" y="T9"/>
              </a:cxn>
            </a:cxnLst>
            <a:rect l="0" t="0" r="r" b="b"/>
            <a:pathLst>
              <a:path w="1359" h="875">
                <a:moveTo>
                  <a:pt x="1358" y="679"/>
                </a:moveTo>
                <a:lnTo>
                  <a:pt x="1358" y="874"/>
                </a:lnTo>
                <a:lnTo>
                  <a:pt x="0" y="195"/>
                </a:lnTo>
                <a:lnTo>
                  <a:pt x="0" y="0"/>
                </a:lnTo>
                <a:lnTo>
                  <a:pt x="1358" y="679"/>
                </a:lnTo>
              </a:path>
            </a:pathLst>
          </a:custGeom>
          <a:solidFill>
            <a:schemeClr val="bg1">
              <a:lumMod val="75000"/>
            </a:schemeClr>
          </a:solidFill>
          <a:ln>
            <a:noFill/>
          </a:ln>
          <a:effectLst/>
        </p:spPr>
        <p:txBody>
          <a:bodyPr wrap="none" anchor="ctr"/>
          <a:lstStyle/>
          <a:p>
            <a:endParaRPr lang="en-US" sz="900"/>
          </a:p>
        </p:txBody>
      </p:sp>
      <p:sp>
        <p:nvSpPr>
          <p:cNvPr id="13" name="Freeform 12">
            <a:extLst>
              <a:ext uri="{FF2B5EF4-FFF2-40B4-BE49-F238E27FC236}">
                <a16:creationId xmlns:a16="http://schemas.microsoft.com/office/drawing/2014/main" id="{B99BDC3A-7D62-AF4F-98DE-5984EB7F832D}"/>
              </a:ext>
            </a:extLst>
          </p:cNvPr>
          <p:cNvSpPr>
            <a:spLocks noChangeArrowheads="1"/>
          </p:cNvSpPr>
          <p:nvPr/>
        </p:nvSpPr>
        <p:spPr bwMode="auto">
          <a:xfrm>
            <a:off x="150318" y="2896804"/>
            <a:ext cx="2304594" cy="1136554"/>
          </a:xfrm>
          <a:custGeom>
            <a:avLst/>
            <a:gdLst>
              <a:gd name="T0" fmla="*/ 1614 w 3228"/>
              <a:gd name="T1" fmla="*/ 0 h 1592"/>
              <a:gd name="T2" fmla="*/ 1777 w 3228"/>
              <a:gd name="T3" fmla="*/ 34 h 1592"/>
              <a:gd name="T4" fmla="*/ 3136 w 3228"/>
              <a:gd name="T5" fmla="*/ 713 h 1592"/>
              <a:gd name="T6" fmla="*/ 3136 w 3228"/>
              <a:gd name="T7" fmla="*/ 877 h 1592"/>
              <a:gd name="T8" fmla="*/ 1777 w 3228"/>
              <a:gd name="T9" fmla="*/ 1556 h 1592"/>
              <a:gd name="T10" fmla="*/ 1614 w 3228"/>
              <a:gd name="T11" fmla="*/ 1591 h 1592"/>
              <a:gd name="T12" fmla="*/ 1449 w 3228"/>
              <a:gd name="T13" fmla="*/ 1556 h 1592"/>
              <a:gd name="T14" fmla="*/ 91 w 3228"/>
              <a:gd name="T15" fmla="*/ 877 h 1592"/>
              <a:gd name="T16" fmla="*/ 91 w 3228"/>
              <a:gd name="T17" fmla="*/ 713 h 1592"/>
              <a:gd name="T18" fmla="*/ 1449 w 3228"/>
              <a:gd name="T19" fmla="*/ 34 h 1592"/>
              <a:gd name="T20" fmla="*/ 1614 w 3228"/>
              <a:gd name="T21" fmla="*/ 0 h 1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28" h="1592">
                <a:moveTo>
                  <a:pt x="1614" y="0"/>
                </a:moveTo>
                <a:cubicBezTo>
                  <a:pt x="1673" y="0"/>
                  <a:pt x="1732" y="12"/>
                  <a:pt x="1777" y="34"/>
                </a:cubicBezTo>
                <a:lnTo>
                  <a:pt x="3136" y="713"/>
                </a:lnTo>
                <a:cubicBezTo>
                  <a:pt x="3227" y="758"/>
                  <a:pt x="3227" y="832"/>
                  <a:pt x="3136" y="877"/>
                </a:cubicBezTo>
                <a:lnTo>
                  <a:pt x="1777" y="1556"/>
                </a:lnTo>
                <a:cubicBezTo>
                  <a:pt x="1732" y="1579"/>
                  <a:pt x="1673" y="1591"/>
                  <a:pt x="1614" y="1591"/>
                </a:cubicBezTo>
                <a:cubicBezTo>
                  <a:pt x="1554" y="1591"/>
                  <a:pt x="1495" y="1579"/>
                  <a:pt x="1449" y="1556"/>
                </a:cubicBezTo>
                <a:lnTo>
                  <a:pt x="91" y="877"/>
                </a:lnTo>
                <a:cubicBezTo>
                  <a:pt x="0" y="832"/>
                  <a:pt x="0" y="758"/>
                  <a:pt x="91" y="713"/>
                </a:cubicBezTo>
                <a:lnTo>
                  <a:pt x="1449" y="34"/>
                </a:lnTo>
                <a:cubicBezTo>
                  <a:pt x="1495" y="12"/>
                  <a:pt x="1554" y="0"/>
                  <a:pt x="1614" y="0"/>
                </a:cubicBezTo>
              </a:path>
            </a:pathLst>
          </a:custGeom>
          <a:solidFill>
            <a:schemeClr val="bg1">
              <a:lumMod val="95000"/>
            </a:schemeClr>
          </a:solidFill>
          <a:ln>
            <a:noFill/>
          </a:ln>
          <a:effectLst/>
        </p:spPr>
        <p:txBody>
          <a:bodyPr wrap="none" anchor="ctr"/>
          <a:lstStyle/>
          <a:p>
            <a:endParaRPr lang="en-US" sz="900"/>
          </a:p>
        </p:txBody>
      </p:sp>
      <p:sp>
        <p:nvSpPr>
          <p:cNvPr id="14" name="Freeform 13">
            <a:extLst>
              <a:ext uri="{FF2B5EF4-FFF2-40B4-BE49-F238E27FC236}">
                <a16:creationId xmlns:a16="http://schemas.microsoft.com/office/drawing/2014/main" id="{FB02258A-E0B7-B54C-9EF2-1F7FF40C7A00}"/>
              </a:ext>
            </a:extLst>
          </p:cNvPr>
          <p:cNvSpPr>
            <a:spLocks noChangeArrowheads="1"/>
          </p:cNvSpPr>
          <p:nvPr/>
        </p:nvSpPr>
        <p:spPr bwMode="auto">
          <a:xfrm>
            <a:off x="1186127" y="4005024"/>
            <a:ext cx="236125" cy="163715"/>
          </a:xfrm>
          <a:custGeom>
            <a:avLst/>
            <a:gdLst>
              <a:gd name="T0" fmla="*/ 300 w 329"/>
              <a:gd name="T1" fmla="*/ 12 h 230"/>
              <a:gd name="T2" fmla="*/ 276 w 329"/>
              <a:gd name="T3" fmla="*/ 20 h 230"/>
              <a:gd name="T4" fmla="*/ 254 w 329"/>
              <a:gd name="T5" fmla="*/ 26 h 230"/>
              <a:gd name="T6" fmla="*/ 230 w 329"/>
              <a:gd name="T7" fmla="*/ 30 h 230"/>
              <a:gd name="T8" fmla="*/ 205 w 329"/>
              <a:gd name="T9" fmla="*/ 33 h 230"/>
              <a:gd name="T10" fmla="*/ 183 w 329"/>
              <a:gd name="T11" fmla="*/ 34 h 230"/>
              <a:gd name="T12" fmla="*/ 148 w 329"/>
              <a:gd name="T13" fmla="*/ 34 h 230"/>
              <a:gd name="T14" fmla="*/ 122 w 329"/>
              <a:gd name="T15" fmla="*/ 32 h 230"/>
              <a:gd name="T16" fmla="*/ 100 w 329"/>
              <a:gd name="T17" fmla="*/ 30 h 230"/>
              <a:gd name="T18" fmla="*/ 79 w 329"/>
              <a:gd name="T19" fmla="*/ 26 h 230"/>
              <a:gd name="T20" fmla="*/ 60 w 329"/>
              <a:gd name="T21" fmla="*/ 22 h 230"/>
              <a:gd name="T22" fmla="*/ 40 w 329"/>
              <a:gd name="T23" fmla="*/ 16 h 230"/>
              <a:gd name="T24" fmla="*/ 18 w 329"/>
              <a:gd name="T25" fmla="*/ 8 h 230"/>
              <a:gd name="T26" fmla="*/ 0 w 329"/>
              <a:gd name="T27" fmla="*/ 195 h 230"/>
              <a:gd name="T28" fmla="*/ 20 w 329"/>
              <a:gd name="T29" fmla="*/ 204 h 230"/>
              <a:gd name="T30" fmla="*/ 42 w 329"/>
              <a:gd name="T31" fmla="*/ 212 h 230"/>
              <a:gd name="T32" fmla="*/ 60 w 329"/>
              <a:gd name="T33" fmla="*/ 216 h 230"/>
              <a:gd name="T34" fmla="*/ 71 w 329"/>
              <a:gd name="T35" fmla="*/ 219 h 230"/>
              <a:gd name="T36" fmla="*/ 83 w 329"/>
              <a:gd name="T37" fmla="*/ 221 h 230"/>
              <a:gd name="T38" fmla="*/ 100 w 329"/>
              <a:gd name="T39" fmla="*/ 224 h 230"/>
              <a:gd name="T40" fmla="*/ 120 w 329"/>
              <a:gd name="T41" fmla="*/ 227 h 230"/>
              <a:gd name="T42" fmla="*/ 139 w 329"/>
              <a:gd name="T43" fmla="*/ 228 h 230"/>
              <a:gd name="T44" fmla="*/ 148 w 329"/>
              <a:gd name="T45" fmla="*/ 228 h 230"/>
              <a:gd name="T46" fmla="*/ 165 w 329"/>
              <a:gd name="T47" fmla="*/ 229 h 230"/>
              <a:gd name="T48" fmla="*/ 183 w 329"/>
              <a:gd name="T49" fmla="*/ 228 h 230"/>
              <a:gd name="T50" fmla="*/ 202 w 329"/>
              <a:gd name="T51" fmla="*/ 227 h 230"/>
              <a:gd name="T52" fmla="*/ 229 w 329"/>
              <a:gd name="T53" fmla="*/ 224 h 230"/>
              <a:gd name="T54" fmla="*/ 252 w 329"/>
              <a:gd name="T55" fmla="*/ 220 h 230"/>
              <a:gd name="T56" fmla="*/ 273 w 329"/>
              <a:gd name="T57" fmla="*/ 215 h 230"/>
              <a:gd name="T58" fmla="*/ 293 w 329"/>
              <a:gd name="T59" fmla="*/ 209 h 230"/>
              <a:gd name="T60" fmla="*/ 314 w 329"/>
              <a:gd name="T61" fmla="*/ 202 h 230"/>
              <a:gd name="T62" fmla="*/ 328 w 329"/>
              <a:gd name="T63" fmla="*/ 195 h 230"/>
              <a:gd name="T64" fmla="*/ 314 w 329"/>
              <a:gd name="T65" fmla="*/ 7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9" h="230">
                <a:moveTo>
                  <a:pt x="314" y="7"/>
                </a:moveTo>
                <a:cubicBezTo>
                  <a:pt x="309" y="9"/>
                  <a:pt x="304" y="11"/>
                  <a:pt x="300" y="12"/>
                </a:cubicBezTo>
                <a:cubicBezTo>
                  <a:pt x="298" y="13"/>
                  <a:pt x="296" y="14"/>
                  <a:pt x="293" y="15"/>
                </a:cubicBezTo>
                <a:cubicBezTo>
                  <a:pt x="288" y="17"/>
                  <a:pt x="282" y="19"/>
                  <a:pt x="276" y="20"/>
                </a:cubicBezTo>
                <a:cubicBezTo>
                  <a:pt x="275" y="21"/>
                  <a:pt x="273" y="21"/>
                  <a:pt x="273" y="21"/>
                </a:cubicBezTo>
                <a:cubicBezTo>
                  <a:pt x="267" y="23"/>
                  <a:pt x="260" y="24"/>
                  <a:pt x="254" y="26"/>
                </a:cubicBezTo>
                <a:cubicBezTo>
                  <a:pt x="253" y="26"/>
                  <a:pt x="252" y="26"/>
                  <a:pt x="252" y="26"/>
                </a:cubicBezTo>
                <a:cubicBezTo>
                  <a:pt x="245" y="27"/>
                  <a:pt x="237" y="29"/>
                  <a:pt x="230" y="30"/>
                </a:cubicBezTo>
                <a:lnTo>
                  <a:pt x="229" y="30"/>
                </a:lnTo>
                <a:cubicBezTo>
                  <a:pt x="221" y="31"/>
                  <a:pt x="213" y="32"/>
                  <a:pt x="205" y="33"/>
                </a:cubicBezTo>
                <a:cubicBezTo>
                  <a:pt x="202" y="33"/>
                  <a:pt x="199" y="33"/>
                  <a:pt x="195" y="34"/>
                </a:cubicBezTo>
                <a:cubicBezTo>
                  <a:pt x="191" y="34"/>
                  <a:pt x="187" y="34"/>
                  <a:pt x="183" y="34"/>
                </a:cubicBezTo>
                <a:cubicBezTo>
                  <a:pt x="177" y="34"/>
                  <a:pt x="171" y="35"/>
                  <a:pt x="165" y="35"/>
                </a:cubicBezTo>
                <a:cubicBezTo>
                  <a:pt x="159" y="35"/>
                  <a:pt x="154" y="34"/>
                  <a:pt x="148" y="34"/>
                </a:cubicBezTo>
                <a:cubicBezTo>
                  <a:pt x="145" y="34"/>
                  <a:pt x="143" y="34"/>
                  <a:pt x="141" y="34"/>
                </a:cubicBezTo>
                <a:cubicBezTo>
                  <a:pt x="135" y="34"/>
                  <a:pt x="128" y="33"/>
                  <a:pt x="122" y="32"/>
                </a:cubicBezTo>
                <a:cubicBezTo>
                  <a:pt x="121" y="32"/>
                  <a:pt x="120" y="32"/>
                  <a:pt x="120" y="32"/>
                </a:cubicBezTo>
                <a:cubicBezTo>
                  <a:pt x="113" y="32"/>
                  <a:pt x="106" y="31"/>
                  <a:pt x="100" y="30"/>
                </a:cubicBezTo>
                <a:cubicBezTo>
                  <a:pt x="97" y="29"/>
                  <a:pt x="96" y="29"/>
                  <a:pt x="93" y="29"/>
                </a:cubicBezTo>
                <a:cubicBezTo>
                  <a:pt x="89" y="28"/>
                  <a:pt x="84" y="27"/>
                  <a:pt x="79" y="26"/>
                </a:cubicBezTo>
                <a:cubicBezTo>
                  <a:pt x="77" y="26"/>
                  <a:pt x="74" y="25"/>
                  <a:pt x="71" y="24"/>
                </a:cubicBezTo>
                <a:cubicBezTo>
                  <a:pt x="67" y="24"/>
                  <a:pt x="63" y="23"/>
                  <a:pt x="60" y="22"/>
                </a:cubicBezTo>
                <a:cubicBezTo>
                  <a:pt x="56" y="21"/>
                  <a:pt x="52" y="20"/>
                  <a:pt x="50" y="19"/>
                </a:cubicBezTo>
                <a:cubicBezTo>
                  <a:pt x="46" y="18"/>
                  <a:pt x="43" y="17"/>
                  <a:pt x="40" y="16"/>
                </a:cubicBezTo>
                <a:cubicBezTo>
                  <a:pt x="33" y="14"/>
                  <a:pt x="26" y="12"/>
                  <a:pt x="20" y="9"/>
                </a:cubicBezTo>
                <a:cubicBezTo>
                  <a:pt x="20" y="9"/>
                  <a:pt x="19" y="9"/>
                  <a:pt x="18" y="8"/>
                </a:cubicBezTo>
                <a:cubicBezTo>
                  <a:pt x="12" y="6"/>
                  <a:pt x="6" y="4"/>
                  <a:pt x="0" y="0"/>
                </a:cubicBezTo>
                <a:lnTo>
                  <a:pt x="0" y="195"/>
                </a:lnTo>
                <a:cubicBezTo>
                  <a:pt x="6" y="197"/>
                  <a:pt x="12" y="200"/>
                  <a:pt x="18" y="203"/>
                </a:cubicBezTo>
                <a:cubicBezTo>
                  <a:pt x="19" y="203"/>
                  <a:pt x="20" y="204"/>
                  <a:pt x="20" y="204"/>
                </a:cubicBezTo>
                <a:cubicBezTo>
                  <a:pt x="26" y="206"/>
                  <a:pt x="33" y="208"/>
                  <a:pt x="40" y="210"/>
                </a:cubicBezTo>
                <a:cubicBezTo>
                  <a:pt x="41" y="211"/>
                  <a:pt x="41" y="211"/>
                  <a:pt x="42" y="212"/>
                </a:cubicBezTo>
                <a:cubicBezTo>
                  <a:pt x="45" y="212"/>
                  <a:pt x="47" y="213"/>
                  <a:pt x="50" y="213"/>
                </a:cubicBezTo>
                <a:cubicBezTo>
                  <a:pt x="52" y="214"/>
                  <a:pt x="56" y="215"/>
                  <a:pt x="60" y="216"/>
                </a:cubicBezTo>
                <a:cubicBezTo>
                  <a:pt x="61" y="216"/>
                  <a:pt x="62" y="217"/>
                  <a:pt x="63" y="217"/>
                </a:cubicBezTo>
                <a:cubicBezTo>
                  <a:pt x="65" y="218"/>
                  <a:pt x="68" y="218"/>
                  <a:pt x="71" y="219"/>
                </a:cubicBezTo>
                <a:cubicBezTo>
                  <a:pt x="74" y="219"/>
                  <a:pt x="77" y="220"/>
                  <a:pt x="79" y="221"/>
                </a:cubicBezTo>
                <a:cubicBezTo>
                  <a:pt x="81" y="221"/>
                  <a:pt x="81" y="221"/>
                  <a:pt x="83" y="221"/>
                </a:cubicBezTo>
                <a:cubicBezTo>
                  <a:pt x="86" y="222"/>
                  <a:pt x="89" y="223"/>
                  <a:pt x="93" y="223"/>
                </a:cubicBezTo>
                <a:cubicBezTo>
                  <a:pt x="96" y="223"/>
                  <a:pt x="97" y="224"/>
                  <a:pt x="100" y="224"/>
                </a:cubicBezTo>
                <a:lnTo>
                  <a:pt x="101" y="224"/>
                </a:lnTo>
                <a:cubicBezTo>
                  <a:pt x="107" y="225"/>
                  <a:pt x="114" y="226"/>
                  <a:pt x="120" y="227"/>
                </a:cubicBezTo>
                <a:cubicBezTo>
                  <a:pt x="120" y="227"/>
                  <a:pt x="121" y="227"/>
                  <a:pt x="122" y="227"/>
                </a:cubicBezTo>
                <a:cubicBezTo>
                  <a:pt x="128" y="227"/>
                  <a:pt x="133" y="227"/>
                  <a:pt x="139" y="228"/>
                </a:cubicBezTo>
                <a:cubicBezTo>
                  <a:pt x="139" y="228"/>
                  <a:pt x="140" y="228"/>
                  <a:pt x="141" y="228"/>
                </a:cubicBezTo>
                <a:cubicBezTo>
                  <a:pt x="143" y="228"/>
                  <a:pt x="145" y="228"/>
                  <a:pt x="148" y="228"/>
                </a:cubicBezTo>
                <a:cubicBezTo>
                  <a:pt x="152" y="229"/>
                  <a:pt x="155" y="229"/>
                  <a:pt x="158" y="229"/>
                </a:cubicBezTo>
                <a:cubicBezTo>
                  <a:pt x="160" y="229"/>
                  <a:pt x="163" y="229"/>
                  <a:pt x="165" y="229"/>
                </a:cubicBezTo>
                <a:cubicBezTo>
                  <a:pt x="169" y="229"/>
                  <a:pt x="174" y="229"/>
                  <a:pt x="180" y="229"/>
                </a:cubicBezTo>
                <a:cubicBezTo>
                  <a:pt x="180" y="229"/>
                  <a:pt x="182" y="228"/>
                  <a:pt x="183" y="228"/>
                </a:cubicBezTo>
                <a:cubicBezTo>
                  <a:pt x="187" y="228"/>
                  <a:pt x="191" y="228"/>
                  <a:pt x="195" y="227"/>
                </a:cubicBezTo>
                <a:cubicBezTo>
                  <a:pt x="198" y="227"/>
                  <a:pt x="200" y="227"/>
                  <a:pt x="202" y="227"/>
                </a:cubicBezTo>
                <a:cubicBezTo>
                  <a:pt x="204" y="227"/>
                  <a:pt x="204" y="227"/>
                  <a:pt x="205" y="227"/>
                </a:cubicBezTo>
                <a:cubicBezTo>
                  <a:pt x="213" y="226"/>
                  <a:pt x="221" y="225"/>
                  <a:pt x="229" y="224"/>
                </a:cubicBezTo>
                <a:lnTo>
                  <a:pt x="230" y="224"/>
                </a:lnTo>
                <a:cubicBezTo>
                  <a:pt x="237" y="223"/>
                  <a:pt x="245" y="222"/>
                  <a:pt x="252" y="220"/>
                </a:cubicBezTo>
                <a:cubicBezTo>
                  <a:pt x="252" y="220"/>
                  <a:pt x="253" y="220"/>
                  <a:pt x="254" y="219"/>
                </a:cubicBezTo>
                <a:cubicBezTo>
                  <a:pt x="260" y="218"/>
                  <a:pt x="267" y="217"/>
                  <a:pt x="273" y="215"/>
                </a:cubicBezTo>
                <a:cubicBezTo>
                  <a:pt x="274" y="215"/>
                  <a:pt x="275" y="214"/>
                  <a:pt x="276" y="214"/>
                </a:cubicBezTo>
                <a:cubicBezTo>
                  <a:pt x="282" y="213"/>
                  <a:pt x="288" y="211"/>
                  <a:pt x="293" y="209"/>
                </a:cubicBezTo>
                <a:cubicBezTo>
                  <a:pt x="296" y="208"/>
                  <a:pt x="298" y="207"/>
                  <a:pt x="300" y="207"/>
                </a:cubicBezTo>
                <a:cubicBezTo>
                  <a:pt x="304" y="205"/>
                  <a:pt x="309" y="204"/>
                  <a:pt x="314" y="202"/>
                </a:cubicBezTo>
                <a:cubicBezTo>
                  <a:pt x="314" y="201"/>
                  <a:pt x="315" y="201"/>
                  <a:pt x="315" y="200"/>
                </a:cubicBezTo>
                <a:cubicBezTo>
                  <a:pt x="320" y="199"/>
                  <a:pt x="324" y="197"/>
                  <a:pt x="328" y="195"/>
                </a:cubicBezTo>
                <a:lnTo>
                  <a:pt x="328" y="0"/>
                </a:lnTo>
                <a:cubicBezTo>
                  <a:pt x="323" y="3"/>
                  <a:pt x="319" y="5"/>
                  <a:pt x="314" y="7"/>
                </a:cubicBezTo>
              </a:path>
            </a:pathLst>
          </a:custGeom>
          <a:solidFill>
            <a:schemeClr val="bg1">
              <a:lumMod val="65000"/>
            </a:schemeClr>
          </a:solidFill>
          <a:ln>
            <a:noFill/>
          </a:ln>
          <a:effectLst/>
        </p:spPr>
        <p:txBody>
          <a:bodyPr wrap="none" anchor="ctr"/>
          <a:lstStyle/>
          <a:p>
            <a:endParaRPr lang="en-US" sz="900"/>
          </a:p>
        </p:txBody>
      </p:sp>
      <p:sp>
        <p:nvSpPr>
          <p:cNvPr id="15" name="Freeform 14">
            <a:extLst>
              <a:ext uri="{FF2B5EF4-FFF2-40B4-BE49-F238E27FC236}">
                <a16:creationId xmlns:a16="http://schemas.microsoft.com/office/drawing/2014/main" id="{9FEF86BB-C1A8-C14D-B381-3A5B4A62C4FE}"/>
              </a:ext>
            </a:extLst>
          </p:cNvPr>
          <p:cNvSpPr>
            <a:spLocks noChangeArrowheads="1"/>
          </p:cNvSpPr>
          <p:nvPr/>
        </p:nvSpPr>
        <p:spPr bwMode="auto">
          <a:xfrm>
            <a:off x="1003522" y="3391094"/>
            <a:ext cx="598187" cy="141677"/>
          </a:xfrm>
          <a:custGeom>
            <a:avLst/>
            <a:gdLst>
              <a:gd name="T0" fmla="*/ 839 w 840"/>
              <a:gd name="T1" fmla="*/ 99 h 200"/>
              <a:gd name="T2" fmla="*/ 420 w 840"/>
              <a:gd name="T3" fmla="*/ 199 h 200"/>
              <a:gd name="T4" fmla="*/ 0 w 840"/>
              <a:gd name="T5" fmla="*/ 99 h 200"/>
              <a:gd name="T6" fmla="*/ 420 w 840"/>
              <a:gd name="T7" fmla="*/ 0 h 200"/>
              <a:gd name="T8" fmla="*/ 839 w 840"/>
              <a:gd name="T9" fmla="*/ 99 h 200"/>
            </a:gdLst>
            <a:ahLst/>
            <a:cxnLst>
              <a:cxn ang="0">
                <a:pos x="T0" y="T1"/>
              </a:cxn>
              <a:cxn ang="0">
                <a:pos x="T2" y="T3"/>
              </a:cxn>
              <a:cxn ang="0">
                <a:pos x="T4" y="T5"/>
              </a:cxn>
              <a:cxn ang="0">
                <a:pos x="T6" y="T7"/>
              </a:cxn>
              <a:cxn ang="0">
                <a:pos x="T8" y="T9"/>
              </a:cxn>
            </a:cxnLst>
            <a:rect l="0" t="0" r="r" b="b"/>
            <a:pathLst>
              <a:path w="840" h="200">
                <a:moveTo>
                  <a:pt x="839" y="99"/>
                </a:moveTo>
                <a:cubicBezTo>
                  <a:pt x="839" y="154"/>
                  <a:pt x="651" y="199"/>
                  <a:pt x="420" y="199"/>
                </a:cubicBezTo>
                <a:cubicBezTo>
                  <a:pt x="188" y="199"/>
                  <a:pt x="0" y="154"/>
                  <a:pt x="0" y="99"/>
                </a:cubicBezTo>
                <a:cubicBezTo>
                  <a:pt x="0" y="45"/>
                  <a:pt x="188" y="0"/>
                  <a:pt x="420" y="0"/>
                </a:cubicBezTo>
                <a:cubicBezTo>
                  <a:pt x="651" y="0"/>
                  <a:pt x="839" y="45"/>
                  <a:pt x="839" y="99"/>
                </a:cubicBezTo>
              </a:path>
            </a:pathLst>
          </a:custGeom>
          <a:solidFill>
            <a:schemeClr val="bg1">
              <a:lumMod val="75000"/>
            </a:schemeClr>
          </a:solidFill>
          <a:ln>
            <a:noFill/>
          </a:ln>
          <a:effectLst/>
        </p:spPr>
        <p:txBody>
          <a:bodyPr wrap="none" anchor="ctr"/>
          <a:lstStyle/>
          <a:p>
            <a:endParaRPr lang="en-US" sz="900"/>
          </a:p>
        </p:txBody>
      </p:sp>
      <p:sp>
        <p:nvSpPr>
          <p:cNvPr id="16" name="Freeform 15">
            <a:extLst>
              <a:ext uri="{FF2B5EF4-FFF2-40B4-BE49-F238E27FC236}">
                <a16:creationId xmlns:a16="http://schemas.microsoft.com/office/drawing/2014/main" id="{E034EB4C-75D0-3448-B6D9-8A773D2EF3BF}"/>
              </a:ext>
            </a:extLst>
          </p:cNvPr>
          <p:cNvSpPr>
            <a:spLocks noChangeArrowheads="1"/>
          </p:cNvSpPr>
          <p:nvPr/>
        </p:nvSpPr>
        <p:spPr bwMode="auto">
          <a:xfrm>
            <a:off x="666647" y="1996375"/>
            <a:ext cx="1271934" cy="1467132"/>
          </a:xfrm>
          <a:custGeom>
            <a:avLst/>
            <a:gdLst>
              <a:gd name="T0" fmla="*/ 1779 w 1780"/>
              <a:gd name="T1" fmla="*/ 890 h 2054"/>
              <a:gd name="T2" fmla="*/ 890 w 1780"/>
              <a:gd name="T3" fmla="*/ 0 h 2054"/>
              <a:gd name="T4" fmla="*/ 0 w 1780"/>
              <a:gd name="T5" fmla="*/ 890 h 2054"/>
              <a:gd name="T6" fmla="*/ 722 w 1780"/>
              <a:gd name="T7" fmla="*/ 1763 h 2054"/>
              <a:gd name="T8" fmla="*/ 890 w 1780"/>
              <a:gd name="T9" fmla="*/ 2053 h 2054"/>
              <a:gd name="T10" fmla="*/ 1057 w 1780"/>
              <a:gd name="T11" fmla="*/ 1763 h 2054"/>
              <a:gd name="T12" fmla="*/ 1779 w 1780"/>
              <a:gd name="T13" fmla="*/ 890 h 2054"/>
            </a:gdLst>
            <a:ahLst/>
            <a:cxnLst>
              <a:cxn ang="0">
                <a:pos x="T0" y="T1"/>
              </a:cxn>
              <a:cxn ang="0">
                <a:pos x="T2" y="T3"/>
              </a:cxn>
              <a:cxn ang="0">
                <a:pos x="T4" y="T5"/>
              </a:cxn>
              <a:cxn ang="0">
                <a:pos x="T6" y="T7"/>
              </a:cxn>
              <a:cxn ang="0">
                <a:pos x="T8" y="T9"/>
              </a:cxn>
              <a:cxn ang="0">
                <a:pos x="T10" y="T11"/>
              </a:cxn>
              <a:cxn ang="0">
                <a:pos x="T12" y="T13"/>
              </a:cxn>
            </a:cxnLst>
            <a:rect l="0" t="0" r="r" b="b"/>
            <a:pathLst>
              <a:path w="1780" h="2054">
                <a:moveTo>
                  <a:pt x="1779" y="890"/>
                </a:moveTo>
                <a:cubicBezTo>
                  <a:pt x="1779" y="398"/>
                  <a:pt x="1380" y="0"/>
                  <a:pt x="890" y="0"/>
                </a:cubicBezTo>
                <a:cubicBezTo>
                  <a:pt x="398" y="0"/>
                  <a:pt x="0" y="398"/>
                  <a:pt x="0" y="890"/>
                </a:cubicBezTo>
                <a:cubicBezTo>
                  <a:pt x="0" y="1324"/>
                  <a:pt x="311" y="1685"/>
                  <a:pt x="722" y="1763"/>
                </a:cubicBezTo>
                <a:lnTo>
                  <a:pt x="890" y="2053"/>
                </a:lnTo>
                <a:lnTo>
                  <a:pt x="1057" y="1763"/>
                </a:lnTo>
                <a:cubicBezTo>
                  <a:pt x="1468" y="1685"/>
                  <a:pt x="1779" y="1324"/>
                  <a:pt x="1779" y="890"/>
                </a:cubicBezTo>
              </a:path>
            </a:pathLst>
          </a:custGeom>
          <a:solidFill>
            <a:schemeClr val="tx2">
              <a:lumMod val="20000"/>
              <a:lumOff val="80000"/>
            </a:schemeClr>
          </a:solidFill>
          <a:ln>
            <a:solidFill>
              <a:schemeClr val="accent2">
                <a:lumMod val="25000"/>
                <a:lumOff val="75000"/>
              </a:schemeClr>
            </a:solidFill>
          </a:ln>
          <a:effectLst/>
        </p:spPr>
        <p:txBody>
          <a:bodyPr wrap="none" anchor="ctr"/>
          <a:lstStyle/>
          <a:p>
            <a:endParaRPr lang="en-US" sz="900"/>
          </a:p>
        </p:txBody>
      </p:sp>
      <p:sp>
        <p:nvSpPr>
          <p:cNvPr id="59" name="TextBox 58">
            <a:extLst>
              <a:ext uri="{FF2B5EF4-FFF2-40B4-BE49-F238E27FC236}">
                <a16:creationId xmlns:a16="http://schemas.microsoft.com/office/drawing/2014/main" id="{164C5DB1-FDFB-4248-8637-F6CB3A854487}"/>
              </a:ext>
            </a:extLst>
          </p:cNvPr>
          <p:cNvSpPr txBox="1"/>
          <p:nvPr/>
        </p:nvSpPr>
        <p:spPr>
          <a:xfrm>
            <a:off x="1103652" y="2260991"/>
            <a:ext cx="401072" cy="784830"/>
          </a:xfrm>
          <a:prstGeom prst="rect">
            <a:avLst/>
          </a:prstGeom>
          <a:noFill/>
        </p:spPr>
        <p:txBody>
          <a:bodyPr wrap="none" rtlCol="0" anchor="ctr">
            <a:spAutoFit/>
          </a:bodyPr>
          <a:lstStyle/>
          <a:p>
            <a:pPr algn="ctr"/>
            <a:r>
              <a:rPr lang="fr-FR" sz="4500" b="1" dirty="0">
                <a:solidFill>
                  <a:schemeClr val="bg1"/>
                </a:solidFill>
                <a:latin typeface="Poppins" pitchFamily="2" charset="77"/>
                <a:cs typeface="Poppins" pitchFamily="2" charset="77"/>
              </a:rPr>
              <a:t>1</a:t>
            </a:r>
          </a:p>
        </p:txBody>
      </p:sp>
      <p:sp>
        <p:nvSpPr>
          <p:cNvPr id="63" name="Subtitle 2">
            <a:extLst>
              <a:ext uri="{FF2B5EF4-FFF2-40B4-BE49-F238E27FC236}">
                <a16:creationId xmlns:a16="http://schemas.microsoft.com/office/drawing/2014/main" id="{7965B61E-9212-BB4F-9608-B1E6D0120532}"/>
              </a:ext>
            </a:extLst>
          </p:cNvPr>
          <p:cNvSpPr txBox="1">
            <a:spLocks/>
          </p:cNvSpPr>
          <p:nvPr/>
        </p:nvSpPr>
        <p:spPr>
          <a:xfrm>
            <a:off x="154778" y="4818613"/>
            <a:ext cx="2150854" cy="713722"/>
          </a:xfrm>
          <a:prstGeom prst="rect">
            <a:avLst/>
          </a:prstGeom>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750"/>
              </a:lnSpc>
            </a:pPr>
            <a:r>
              <a:rPr lang="fr-FR" sz="1200" b="1" dirty="0">
                <a:solidFill>
                  <a:schemeClr val="accent1">
                    <a:lumMod val="50000"/>
                  </a:schemeClr>
                </a:solidFill>
                <a:latin typeface="Lato Light" panose="020F0502020204030203" pitchFamily="34" charset="0"/>
                <a:ea typeface="Lato Light" panose="020F0502020204030203" pitchFamily="34" charset="0"/>
                <a:cs typeface="Mukta ExtraLight" panose="020B0000000000000000" pitchFamily="34" charset="77"/>
              </a:rPr>
              <a:t>Souvent limité à de la planification et à de l’administratif </a:t>
            </a:r>
          </a:p>
        </p:txBody>
      </p:sp>
      <p:sp>
        <p:nvSpPr>
          <p:cNvPr id="64" name="TextBox 63">
            <a:extLst>
              <a:ext uri="{FF2B5EF4-FFF2-40B4-BE49-F238E27FC236}">
                <a16:creationId xmlns:a16="http://schemas.microsoft.com/office/drawing/2014/main" id="{ED5BC29D-2601-0A4C-9E30-75B88D1C1443}"/>
              </a:ext>
            </a:extLst>
          </p:cNvPr>
          <p:cNvSpPr txBox="1"/>
          <p:nvPr/>
        </p:nvSpPr>
        <p:spPr>
          <a:xfrm>
            <a:off x="521110" y="4481481"/>
            <a:ext cx="1571264" cy="338554"/>
          </a:xfrm>
          <a:prstGeom prst="rect">
            <a:avLst/>
          </a:prstGeom>
          <a:noFill/>
        </p:spPr>
        <p:txBody>
          <a:bodyPr wrap="none" rtlCol="0" anchor="b" anchorCtr="0">
            <a:spAutoFit/>
          </a:bodyPr>
          <a:lstStyle/>
          <a:p>
            <a:pPr algn="ctr"/>
            <a:r>
              <a:rPr lang="fr-FR" sz="1600" b="1" dirty="0">
                <a:solidFill>
                  <a:schemeClr val="tx2"/>
                </a:solidFill>
                <a:latin typeface="Poppins" pitchFamily="2" charset="77"/>
                <a:ea typeface="League Spartan" charset="0"/>
                <a:cs typeface="Poppins" pitchFamily="2" charset="77"/>
              </a:rPr>
              <a:t>BACK OFFICE </a:t>
            </a:r>
          </a:p>
        </p:txBody>
      </p:sp>
      <p:sp>
        <p:nvSpPr>
          <p:cNvPr id="18" name="Freeform 17">
            <a:extLst>
              <a:ext uri="{FF2B5EF4-FFF2-40B4-BE49-F238E27FC236}">
                <a16:creationId xmlns:a16="http://schemas.microsoft.com/office/drawing/2014/main" id="{FC5DA19B-60C8-9247-BEAB-521A03AD2248}"/>
              </a:ext>
            </a:extLst>
          </p:cNvPr>
          <p:cNvSpPr>
            <a:spLocks noChangeArrowheads="1"/>
          </p:cNvSpPr>
          <p:nvPr/>
        </p:nvSpPr>
        <p:spPr bwMode="auto">
          <a:xfrm>
            <a:off x="4912588" y="4489870"/>
            <a:ext cx="50374" cy="198345"/>
          </a:xfrm>
          <a:custGeom>
            <a:avLst/>
            <a:gdLst>
              <a:gd name="T0" fmla="*/ 67 w 69"/>
              <a:gd name="T1" fmla="*/ 10 h 277"/>
              <a:gd name="T2" fmla="*/ 67 w 69"/>
              <a:gd name="T3" fmla="*/ 11 h 277"/>
              <a:gd name="T4" fmla="*/ 64 w 69"/>
              <a:gd name="T5" fmla="*/ 21 h 277"/>
              <a:gd name="T6" fmla="*/ 63 w 69"/>
              <a:gd name="T7" fmla="*/ 24 h 277"/>
              <a:gd name="T8" fmla="*/ 59 w 69"/>
              <a:gd name="T9" fmla="*/ 32 h 277"/>
              <a:gd name="T10" fmla="*/ 56 w 69"/>
              <a:gd name="T11" fmla="*/ 35 h 277"/>
              <a:gd name="T12" fmla="*/ 52 w 69"/>
              <a:gd name="T13" fmla="*/ 41 h 277"/>
              <a:gd name="T14" fmla="*/ 49 w 69"/>
              <a:gd name="T15" fmla="*/ 46 h 277"/>
              <a:gd name="T16" fmla="*/ 44 w 69"/>
              <a:gd name="T17" fmla="*/ 51 h 277"/>
              <a:gd name="T18" fmla="*/ 38 w 69"/>
              <a:gd name="T19" fmla="*/ 57 h 277"/>
              <a:gd name="T20" fmla="*/ 31 w 69"/>
              <a:gd name="T21" fmla="*/ 63 h 277"/>
              <a:gd name="T22" fmla="*/ 29 w 69"/>
              <a:gd name="T23" fmla="*/ 64 h 277"/>
              <a:gd name="T24" fmla="*/ 17 w 69"/>
              <a:gd name="T25" fmla="*/ 73 h 277"/>
              <a:gd name="T26" fmla="*/ 14 w 69"/>
              <a:gd name="T27" fmla="*/ 74 h 277"/>
              <a:gd name="T28" fmla="*/ 0 w 69"/>
              <a:gd name="T29" fmla="*/ 82 h 277"/>
              <a:gd name="T30" fmla="*/ 0 w 69"/>
              <a:gd name="T31" fmla="*/ 276 h 277"/>
              <a:gd name="T32" fmla="*/ 14 w 69"/>
              <a:gd name="T33" fmla="*/ 268 h 277"/>
              <a:gd name="T34" fmla="*/ 17 w 69"/>
              <a:gd name="T35" fmla="*/ 266 h 277"/>
              <a:gd name="T36" fmla="*/ 20 w 69"/>
              <a:gd name="T37" fmla="*/ 265 h 277"/>
              <a:gd name="T38" fmla="*/ 29 w 69"/>
              <a:gd name="T39" fmla="*/ 259 h 277"/>
              <a:gd name="T40" fmla="*/ 31 w 69"/>
              <a:gd name="T41" fmla="*/ 257 h 277"/>
              <a:gd name="T42" fmla="*/ 36 w 69"/>
              <a:gd name="T43" fmla="*/ 254 h 277"/>
              <a:gd name="T44" fmla="*/ 38 w 69"/>
              <a:gd name="T45" fmla="*/ 251 h 277"/>
              <a:gd name="T46" fmla="*/ 44 w 69"/>
              <a:gd name="T47" fmla="*/ 246 h 277"/>
              <a:gd name="T48" fmla="*/ 46 w 69"/>
              <a:gd name="T49" fmla="*/ 243 h 277"/>
              <a:gd name="T50" fmla="*/ 49 w 69"/>
              <a:gd name="T51" fmla="*/ 240 h 277"/>
              <a:gd name="T52" fmla="*/ 52 w 69"/>
              <a:gd name="T53" fmla="*/ 236 h 277"/>
              <a:gd name="T54" fmla="*/ 54 w 69"/>
              <a:gd name="T55" fmla="*/ 234 h 277"/>
              <a:gd name="T56" fmla="*/ 56 w 69"/>
              <a:gd name="T57" fmla="*/ 230 h 277"/>
              <a:gd name="T58" fmla="*/ 59 w 69"/>
              <a:gd name="T59" fmla="*/ 225 h 277"/>
              <a:gd name="T60" fmla="*/ 60 w 69"/>
              <a:gd name="T61" fmla="*/ 224 h 277"/>
              <a:gd name="T62" fmla="*/ 63 w 69"/>
              <a:gd name="T63" fmla="*/ 219 h 277"/>
              <a:gd name="T64" fmla="*/ 64 w 69"/>
              <a:gd name="T65" fmla="*/ 216 h 277"/>
              <a:gd name="T66" fmla="*/ 65 w 69"/>
              <a:gd name="T67" fmla="*/ 215 h 277"/>
              <a:gd name="T68" fmla="*/ 67 w 69"/>
              <a:gd name="T69" fmla="*/ 205 h 277"/>
              <a:gd name="T70" fmla="*/ 67 w 69"/>
              <a:gd name="T71" fmla="*/ 204 h 277"/>
              <a:gd name="T72" fmla="*/ 68 w 69"/>
              <a:gd name="T73" fmla="*/ 196 h 277"/>
              <a:gd name="T74" fmla="*/ 68 w 69"/>
              <a:gd name="T75" fmla="*/ 194 h 277"/>
              <a:gd name="T76" fmla="*/ 68 w 69"/>
              <a:gd name="T77" fmla="*/ 0 h 277"/>
              <a:gd name="T78" fmla="*/ 67 w 69"/>
              <a:gd name="T79" fmla="*/ 10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9" h="277">
                <a:moveTo>
                  <a:pt x="67" y="10"/>
                </a:moveTo>
                <a:lnTo>
                  <a:pt x="67" y="11"/>
                </a:lnTo>
                <a:cubicBezTo>
                  <a:pt x="66" y="14"/>
                  <a:pt x="65" y="18"/>
                  <a:pt x="64" y="21"/>
                </a:cubicBezTo>
                <a:cubicBezTo>
                  <a:pt x="64" y="23"/>
                  <a:pt x="63" y="24"/>
                  <a:pt x="63" y="24"/>
                </a:cubicBezTo>
                <a:cubicBezTo>
                  <a:pt x="61" y="27"/>
                  <a:pt x="61" y="29"/>
                  <a:pt x="59" y="32"/>
                </a:cubicBezTo>
                <a:cubicBezTo>
                  <a:pt x="59" y="33"/>
                  <a:pt x="58" y="34"/>
                  <a:pt x="56" y="35"/>
                </a:cubicBezTo>
                <a:cubicBezTo>
                  <a:pt x="55" y="38"/>
                  <a:pt x="54" y="40"/>
                  <a:pt x="52" y="41"/>
                </a:cubicBezTo>
                <a:cubicBezTo>
                  <a:pt x="52" y="43"/>
                  <a:pt x="50" y="45"/>
                  <a:pt x="49" y="46"/>
                </a:cubicBezTo>
                <a:cubicBezTo>
                  <a:pt x="47" y="47"/>
                  <a:pt x="46" y="49"/>
                  <a:pt x="44" y="51"/>
                </a:cubicBezTo>
                <a:cubicBezTo>
                  <a:pt x="43" y="53"/>
                  <a:pt x="41" y="55"/>
                  <a:pt x="38" y="57"/>
                </a:cubicBezTo>
                <a:cubicBezTo>
                  <a:pt x="36" y="59"/>
                  <a:pt x="34" y="60"/>
                  <a:pt x="31" y="63"/>
                </a:cubicBezTo>
                <a:cubicBezTo>
                  <a:pt x="30" y="63"/>
                  <a:pt x="30" y="63"/>
                  <a:pt x="29" y="64"/>
                </a:cubicBezTo>
                <a:cubicBezTo>
                  <a:pt x="25" y="67"/>
                  <a:pt x="22" y="70"/>
                  <a:pt x="17" y="73"/>
                </a:cubicBezTo>
                <a:cubicBezTo>
                  <a:pt x="16" y="73"/>
                  <a:pt x="15" y="73"/>
                  <a:pt x="14" y="74"/>
                </a:cubicBezTo>
                <a:cubicBezTo>
                  <a:pt x="10" y="77"/>
                  <a:pt x="5" y="80"/>
                  <a:pt x="0" y="82"/>
                </a:cubicBezTo>
                <a:lnTo>
                  <a:pt x="0" y="276"/>
                </a:lnTo>
                <a:cubicBezTo>
                  <a:pt x="5" y="274"/>
                  <a:pt x="10" y="271"/>
                  <a:pt x="14" y="268"/>
                </a:cubicBezTo>
                <a:cubicBezTo>
                  <a:pt x="15" y="268"/>
                  <a:pt x="16" y="267"/>
                  <a:pt x="17" y="266"/>
                </a:cubicBezTo>
                <a:cubicBezTo>
                  <a:pt x="18" y="266"/>
                  <a:pt x="19" y="266"/>
                  <a:pt x="20" y="265"/>
                </a:cubicBezTo>
                <a:cubicBezTo>
                  <a:pt x="23" y="263"/>
                  <a:pt x="26" y="260"/>
                  <a:pt x="29" y="259"/>
                </a:cubicBezTo>
                <a:cubicBezTo>
                  <a:pt x="30" y="258"/>
                  <a:pt x="30" y="257"/>
                  <a:pt x="31" y="257"/>
                </a:cubicBezTo>
                <a:cubicBezTo>
                  <a:pt x="33" y="255"/>
                  <a:pt x="34" y="254"/>
                  <a:pt x="36" y="254"/>
                </a:cubicBezTo>
                <a:cubicBezTo>
                  <a:pt x="37" y="253"/>
                  <a:pt x="38" y="252"/>
                  <a:pt x="38" y="251"/>
                </a:cubicBezTo>
                <a:cubicBezTo>
                  <a:pt x="41" y="249"/>
                  <a:pt x="43" y="248"/>
                  <a:pt x="44" y="246"/>
                </a:cubicBezTo>
                <a:cubicBezTo>
                  <a:pt x="45" y="244"/>
                  <a:pt x="46" y="244"/>
                  <a:pt x="46" y="243"/>
                </a:cubicBezTo>
                <a:cubicBezTo>
                  <a:pt x="47" y="242"/>
                  <a:pt x="48" y="241"/>
                  <a:pt x="49" y="240"/>
                </a:cubicBezTo>
                <a:cubicBezTo>
                  <a:pt x="50" y="239"/>
                  <a:pt x="52" y="237"/>
                  <a:pt x="52" y="236"/>
                </a:cubicBezTo>
                <a:cubicBezTo>
                  <a:pt x="53" y="235"/>
                  <a:pt x="54" y="234"/>
                  <a:pt x="54" y="234"/>
                </a:cubicBezTo>
                <a:cubicBezTo>
                  <a:pt x="55" y="232"/>
                  <a:pt x="56" y="231"/>
                  <a:pt x="56" y="230"/>
                </a:cubicBezTo>
                <a:cubicBezTo>
                  <a:pt x="58" y="229"/>
                  <a:pt x="59" y="227"/>
                  <a:pt x="59" y="225"/>
                </a:cubicBezTo>
                <a:cubicBezTo>
                  <a:pt x="60" y="225"/>
                  <a:pt x="60" y="225"/>
                  <a:pt x="60" y="224"/>
                </a:cubicBezTo>
                <a:cubicBezTo>
                  <a:pt x="61" y="223"/>
                  <a:pt x="62" y="220"/>
                  <a:pt x="63" y="219"/>
                </a:cubicBezTo>
                <a:cubicBezTo>
                  <a:pt x="63" y="218"/>
                  <a:pt x="64" y="216"/>
                  <a:pt x="64" y="216"/>
                </a:cubicBezTo>
                <a:cubicBezTo>
                  <a:pt x="64" y="215"/>
                  <a:pt x="65" y="215"/>
                  <a:pt x="65" y="215"/>
                </a:cubicBezTo>
                <a:cubicBezTo>
                  <a:pt x="66" y="212"/>
                  <a:pt x="66" y="208"/>
                  <a:pt x="67" y="205"/>
                </a:cubicBezTo>
                <a:lnTo>
                  <a:pt x="67" y="204"/>
                </a:lnTo>
                <a:cubicBezTo>
                  <a:pt x="67" y="201"/>
                  <a:pt x="68" y="198"/>
                  <a:pt x="68" y="196"/>
                </a:cubicBezTo>
                <a:cubicBezTo>
                  <a:pt x="68" y="195"/>
                  <a:pt x="68" y="194"/>
                  <a:pt x="68" y="194"/>
                </a:cubicBezTo>
                <a:lnTo>
                  <a:pt x="68" y="0"/>
                </a:lnTo>
                <a:cubicBezTo>
                  <a:pt x="68" y="3"/>
                  <a:pt x="67" y="7"/>
                  <a:pt x="67" y="10"/>
                </a:cubicBezTo>
              </a:path>
            </a:pathLst>
          </a:custGeom>
          <a:solidFill>
            <a:schemeClr val="bg1">
              <a:lumMod val="65000"/>
            </a:schemeClr>
          </a:solidFill>
          <a:ln>
            <a:noFill/>
          </a:ln>
          <a:effectLst/>
        </p:spPr>
        <p:txBody>
          <a:bodyPr wrap="none" anchor="ctr"/>
          <a:lstStyle/>
          <a:p>
            <a:endParaRPr lang="en-US" sz="900"/>
          </a:p>
        </p:txBody>
      </p:sp>
      <p:sp>
        <p:nvSpPr>
          <p:cNvPr id="20" name="Freeform 19">
            <a:extLst>
              <a:ext uri="{FF2B5EF4-FFF2-40B4-BE49-F238E27FC236}">
                <a16:creationId xmlns:a16="http://schemas.microsoft.com/office/drawing/2014/main" id="{243A89C4-5E99-7B40-B988-CB9F10052A78}"/>
              </a:ext>
            </a:extLst>
          </p:cNvPr>
          <p:cNvSpPr>
            <a:spLocks noChangeArrowheads="1"/>
          </p:cNvSpPr>
          <p:nvPr/>
        </p:nvSpPr>
        <p:spPr bwMode="auto">
          <a:xfrm>
            <a:off x="2689851" y="4489870"/>
            <a:ext cx="50374" cy="198345"/>
          </a:xfrm>
          <a:custGeom>
            <a:avLst/>
            <a:gdLst>
              <a:gd name="T0" fmla="*/ 0 w 69"/>
              <a:gd name="T1" fmla="*/ 194 h 277"/>
              <a:gd name="T2" fmla="*/ 0 w 69"/>
              <a:gd name="T3" fmla="*/ 0 h 277"/>
              <a:gd name="T4" fmla="*/ 68 w 69"/>
              <a:gd name="T5" fmla="*/ 82 h 277"/>
              <a:gd name="T6" fmla="*/ 68 w 69"/>
              <a:gd name="T7" fmla="*/ 276 h 277"/>
              <a:gd name="T8" fmla="*/ 0 w 69"/>
              <a:gd name="T9" fmla="*/ 194 h 277"/>
            </a:gdLst>
            <a:ahLst/>
            <a:cxnLst>
              <a:cxn ang="0">
                <a:pos x="T0" y="T1"/>
              </a:cxn>
              <a:cxn ang="0">
                <a:pos x="T2" y="T3"/>
              </a:cxn>
              <a:cxn ang="0">
                <a:pos x="T4" y="T5"/>
              </a:cxn>
              <a:cxn ang="0">
                <a:pos x="T6" y="T7"/>
              </a:cxn>
              <a:cxn ang="0">
                <a:pos x="T8" y="T9"/>
              </a:cxn>
            </a:cxnLst>
            <a:rect l="0" t="0" r="r" b="b"/>
            <a:pathLst>
              <a:path w="69" h="277">
                <a:moveTo>
                  <a:pt x="0" y="194"/>
                </a:moveTo>
                <a:lnTo>
                  <a:pt x="0" y="0"/>
                </a:lnTo>
                <a:cubicBezTo>
                  <a:pt x="0" y="30"/>
                  <a:pt x="23" y="59"/>
                  <a:pt x="68" y="82"/>
                </a:cubicBezTo>
                <a:lnTo>
                  <a:pt x="68" y="276"/>
                </a:lnTo>
                <a:cubicBezTo>
                  <a:pt x="23" y="254"/>
                  <a:pt x="0" y="224"/>
                  <a:pt x="0" y="194"/>
                </a:cubicBezTo>
              </a:path>
            </a:pathLst>
          </a:custGeom>
          <a:solidFill>
            <a:schemeClr val="bg1">
              <a:lumMod val="65000"/>
            </a:schemeClr>
          </a:solidFill>
          <a:ln>
            <a:noFill/>
          </a:ln>
          <a:effectLst/>
        </p:spPr>
        <p:txBody>
          <a:bodyPr wrap="none" anchor="ctr"/>
          <a:lstStyle/>
          <a:p>
            <a:endParaRPr lang="en-US" sz="900"/>
          </a:p>
        </p:txBody>
      </p:sp>
      <p:sp>
        <p:nvSpPr>
          <p:cNvPr id="21" name="Freeform 20">
            <a:extLst>
              <a:ext uri="{FF2B5EF4-FFF2-40B4-BE49-F238E27FC236}">
                <a16:creationId xmlns:a16="http://schemas.microsoft.com/office/drawing/2014/main" id="{F940E2AC-DD4C-EE47-88EA-AB79E891FB81}"/>
              </a:ext>
            </a:extLst>
          </p:cNvPr>
          <p:cNvSpPr>
            <a:spLocks noChangeArrowheads="1"/>
          </p:cNvSpPr>
          <p:nvPr/>
        </p:nvSpPr>
        <p:spPr bwMode="auto">
          <a:xfrm>
            <a:off x="3942896" y="4546540"/>
            <a:ext cx="969692" cy="623374"/>
          </a:xfrm>
          <a:custGeom>
            <a:avLst/>
            <a:gdLst>
              <a:gd name="T0" fmla="*/ 1358 w 1359"/>
              <a:gd name="T1" fmla="*/ 0 h 874"/>
              <a:gd name="T2" fmla="*/ 1358 w 1359"/>
              <a:gd name="T3" fmla="*/ 194 h 874"/>
              <a:gd name="T4" fmla="*/ 0 w 1359"/>
              <a:gd name="T5" fmla="*/ 873 h 874"/>
              <a:gd name="T6" fmla="*/ 0 w 1359"/>
              <a:gd name="T7" fmla="*/ 679 h 874"/>
              <a:gd name="T8" fmla="*/ 1358 w 1359"/>
              <a:gd name="T9" fmla="*/ 0 h 874"/>
            </a:gdLst>
            <a:ahLst/>
            <a:cxnLst>
              <a:cxn ang="0">
                <a:pos x="T0" y="T1"/>
              </a:cxn>
              <a:cxn ang="0">
                <a:pos x="T2" y="T3"/>
              </a:cxn>
              <a:cxn ang="0">
                <a:pos x="T4" y="T5"/>
              </a:cxn>
              <a:cxn ang="0">
                <a:pos x="T6" y="T7"/>
              </a:cxn>
              <a:cxn ang="0">
                <a:pos x="T8" y="T9"/>
              </a:cxn>
            </a:cxnLst>
            <a:rect l="0" t="0" r="r" b="b"/>
            <a:pathLst>
              <a:path w="1359" h="874">
                <a:moveTo>
                  <a:pt x="1358" y="0"/>
                </a:moveTo>
                <a:lnTo>
                  <a:pt x="1358" y="194"/>
                </a:lnTo>
                <a:lnTo>
                  <a:pt x="0" y="873"/>
                </a:lnTo>
                <a:lnTo>
                  <a:pt x="0" y="679"/>
                </a:lnTo>
                <a:lnTo>
                  <a:pt x="1358" y="0"/>
                </a:lnTo>
              </a:path>
            </a:pathLst>
          </a:custGeom>
          <a:solidFill>
            <a:schemeClr val="bg1">
              <a:lumMod val="75000"/>
            </a:schemeClr>
          </a:solidFill>
          <a:ln>
            <a:noFill/>
          </a:ln>
          <a:effectLst/>
        </p:spPr>
        <p:txBody>
          <a:bodyPr wrap="none" anchor="ctr"/>
          <a:lstStyle/>
          <a:p>
            <a:endParaRPr lang="en-US" sz="900"/>
          </a:p>
        </p:txBody>
      </p:sp>
      <p:sp>
        <p:nvSpPr>
          <p:cNvPr id="22" name="Freeform 21">
            <a:extLst>
              <a:ext uri="{FF2B5EF4-FFF2-40B4-BE49-F238E27FC236}">
                <a16:creationId xmlns:a16="http://schemas.microsoft.com/office/drawing/2014/main" id="{26605385-4172-3F40-AD2C-2DFDD5051995}"/>
              </a:ext>
            </a:extLst>
          </p:cNvPr>
          <p:cNvSpPr>
            <a:spLocks noChangeArrowheads="1"/>
          </p:cNvSpPr>
          <p:nvPr/>
        </p:nvSpPr>
        <p:spPr bwMode="auto">
          <a:xfrm>
            <a:off x="2737075" y="4546540"/>
            <a:ext cx="969692" cy="623374"/>
          </a:xfrm>
          <a:custGeom>
            <a:avLst/>
            <a:gdLst>
              <a:gd name="T0" fmla="*/ 1359 w 1360"/>
              <a:gd name="T1" fmla="*/ 679 h 874"/>
              <a:gd name="T2" fmla="*/ 1359 w 1360"/>
              <a:gd name="T3" fmla="*/ 873 h 874"/>
              <a:gd name="T4" fmla="*/ 0 w 1360"/>
              <a:gd name="T5" fmla="*/ 194 h 874"/>
              <a:gd name="T6" fmla="*/ 0 w 1360"/>
              <a:gd name="T7" fmla="*/ 0 h 874"/>
              <a:gd name="T8" fmla="*/ 1359 w 1360"/>
              <a:gd name="T9" fmla="*/ 679 h 874"/>
            </a:gdLst>
            <a:ahLst/>
            <a:cxnLst>
              <a:cxn ang="0">
                <a:pos x="T0" y="T1"/>
              </a:cxn>
              <a:cxn ang="0">
                <a:pos x="T2" y="T3"/>
              </a:cxn>
              <a:cxn ang="0">
                <a:pos x="T4" y="T5"/>
              </a:cxn>
              <a:cxn ang="0">
                <a:pos x="T6" y="T7"/>
              </a:cxn>
              <a:cxn ang="0">
                <a:pos x="T8" y="T9"/>
              </a:cxn>
            </a:cxnLst>
            <a:rect l="0" t="0" r="r" b="b"/>
            <a:pathLst>
              <a:path w="1360" h="874">
                <a:moveTo>
                  <a:pt x="1359" y="679"/>
                </a:moveTo>
                <a:lnTo>
                  <a:pt x="1359" y="873"/>
                </a:lnTo>
                <a:lnTo>
                  <a:pt x="0" y="194"/>
                </a:lnTo>
                <a:lnTo>
                  <a:pt x="0" y="0"/>
                </a:lnTo>
                <a:lnTo>
                  <a:pt x="1359" y="679"/>
                </a:lnTo>
              </a:path>
            </a:pathLst>
          </a:custGeom>
          <a:solidFill>
            <a:schemeClr val="bg1">
              <a:lumMod val="75000"/>
            </a:schemeClr>
          </a:solidFill>
          <a:ln>
            <a:noFill/>
          </a:ln>
          <a:effectLst/>
        </p:spPr>
        <p:txBody>
          <a:bodyPr wrap="none" anchor="ctr"/>
          <a:lstStyle/>
          <a:p>
            <a:endParaRPr lang="en-US" sz="900"/>
          </a:p>
        </p:txBody>
      </p:sp>
      <p:sp>
        <p:nvSpPr>
          <p:cNvPr id="23" name="Freeform 22">
            <a:extLst>
              <a:ext uri="{FF2B5EF4-FFF2-40B4-BE49-F238E27FC236}">
                <a16:creationId xmlns:a16="http://schemas.microsoft.com/office/drawing/2014/main" id="{164BF1A4-84FE-5D4A-8BA9-739D435E1BF2}"/>
              </a:ext>
            </a:extLst>
          </p:cNvPr>
          <p:cNvSpPr>
            <a:spLocks noChangeArrowheads="1"/>
          </p:cNvSpPr>
          <p:nvPr/>
        </p:nvSpPr>
        <p:spPr bwMode="auto">
          <a:xfrm>
            <a:off x="2674109" y="3923166"/>
            <a:ext cx="2304594" cy="1136554"/>
          </a:xfrm>
          <a:custGeom>
            <a:avLst/>
            <a:gdLst>
              <a:gd name="T0" fmla="*/ 1611 w 3226"/>
              <a:gd name="T1" fmla="*/ 0 h 1591"/>
              <a:gd name="T2" fmla="*/ 1776 w 3226"/>
              <a:gd name="T3" fmla="*/ 33 h 1591"/>
              <a:gd name="T4" fmla="*/ 3134 w 3226"/>
              <a:gd name="T5" fmla="*/ 713 h 1591"/>
              <a:gd name="T6" fmla="*/ 3134 w 3226"/>
              <a:gd name="T7" fmla="*/ 877 h 1591"/>
              <a:gd name="T8" fmla="*/ 1776 w 3226"/>
              <a:gd name="T9" fmla="*/ 1556 h 1591"/>
              <a:gd name="T10" fmla="*/ 1611 w 3226"/>
              <a:gd name="T11" fmla="*/ 1590 h 1591"/>
              <a:gd name="T12" fmla="*/ 1448 w 3226"/>
              <a:gd name="T13" fmla="*/ 1556 h 1591"/>
              <a:gd name="T14" fmla="*/ 89 w 3226"/>
              <a:gd name="T15" fmla="*/ 877 h 1591"/>
              <a:gd name="T16" fmla="*/ 89 w 3226"/>
              <a:gd name="T17" fmla="*/ 713 h 1591"/>
              <a:gd name="T18" fmla="*/ 1448 w 3226"/>
              <a:gd name="T19" fmla="*/ 33 h 1591"/>
              <a:gd name="T20" fmla="*/ 1611 w 3226"/>
              <a:gd name="T21" fmla="*/ 0 h 15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26" h="1591">
                <a:moveTo>
                  <a:pt x="1611" y="0"/>
                </a:moveTo>
                <a:cubicBezTo>
                  <a:pt x="1672" y="0"/>
                  <a:pt x="1731" y="11"/>
                  <a:pt x="1776" y="33"/>
                </a:cubicBezTo>
                <a:lnTo>
                  <a:pt x="3134" y="713"/>
                </a:lnTo>
                <a:cubicBezTo>
                  <a:pt x="3225" y="758"/>
                  <a:pt x="3225" y="831"/>
                  <a:pt x="3134" y="877"/>
                </a:cubicBezTo>
                <a:lnTo>
                  <a:pt x="1776" y="1556"/>
                </a:lnTo>
                <a:cubicBezTo>
                  <a:pt x="1731" y="1579"/>
                  <a:pt x="1672" y="1590"/>
                  <a:pt x="1611" y="1590"/>
                </a:cubicBezTo>
                <a:cubicBezTo>
                  <a:pt x="1552" y="1590"/>
                  <a:pt x="1493" y="1579"/>
                  <a:pt x="1448" y="1556"/>
                </a:cubicBezTo>
                <a:lnTo>
                  <a:pt x="89" y="877"/>
                </a:lnTo>
                <a:cubicBezTo>
                  <a:pt x="0" y="831"/>
                  <a:pt x="0" y="758"/>
                  <a:pt x="89" y="713"/>
                </a:cubicBezTo>
                <a:lnTo>
                  <a:pt x="1448" y="33"/>
                </a:lnTo>
                <a:cubicBezTo>
                  <a:pt x="1493" y="11"/>
                  <a:pt x="1552" y="0"/>
                  <a:pt x="1611" y="0"/>
                </a:cubicBezTo>
              </a:path>
            </a:pathLst>
          </a:custGeom>
          <a:solidFill>
            <a:schemeClr val="bg1">
              <a:lumMod val="95000"/>
            </a:schemeClr>
          </a:solidFill>
          <a:ln>
            <a:noFill/>
          </a:ln>
          <a:effectLst/>
        </p:spPr>
        <p:txBody>
          <a:bodyPr wrap="none" anchor="ctr"/>
          <a:lstStyle/>
          <a:p>
            <a:endParaRPr lang="en-US" sz="900"/>
          </a:p>
        </p:txBody>
      </p:sp>
      <p:sp>
        <p:nvSpPr>
          <p:cNvPr id="24" name="Freeform 23">
            <a:extLst>
              <a:ext uri="{FF2B5EF4-FFF2-40B4-BE49-F238E27FC236}">
                <a16:creationId xmlns:a16="http://schemas.microsoft.com/office/drawing/2014/main" id="{6D7A9AFD-E990-7549-98ED-921A453E5B73}"/>
              </a:ext>
            </a:extLst>
          </p:cNvPr>
          <p:cNvSpPr>
            <a:spLocks noChangeArrowheads="1"/>
          </p:cNvSpPr>
          <p:nvPr/>
        </p:nvSpPr>
        <p:spPr bwMode="auto">
          <a:xfrm>
            <a:off x="3706768" y="5031386"/>
            <a:ext cx="236128" cy="163715"/>
          </a:xfrm>
          <a:custGeom>
            <a:avLst/>
            <a:gdLst>
              <a:gd name="T0" fmla="*/ 300 w 329"/>
              <a:gd name="T1" fmla="*/ 12 h 229"/>
              <a:gd name="T2" fmla="*/ 275 w 329"/>
              <a:gd name="T3" fmla="*/ 20 h 229"/>
              <a:gd name="T4" fmla="*/ 253 w 329"/>
              <a:gd name="T5" fmla="*/ 25 h 229"/>
              <a:gd name="T6" fmla="*/ 230 w 329"/>
              <a:gd name="T7" fmla="*/ 29 h 229"/>
              <a:gd name="T8" fmla="*/ 204 w 329"/>
              <a:gd name="T9" fmla="*/ 32 h 229"/>
              <a:gd name="T10" fmla="*/ 183 w 329"/>
              <a:gd name="T11" fmla="*/ 34 h 229"/>
              <a:gd name="T12" fmla="*/ 148 w 329"/>
              <a:gd name="T13" fmla="*/ 34 h 229"/>
              <a:gd name="T14" fmla="*/ 121 w 329"/>
              <a:gd name="T15" fmla="*/ 32 h 229"/>
              <a:gd name="T16" fmla="*/ 99 w 329"/>
              <a:gd name="T17" fmla="*/ 30 h 229"/>
              <a:gd name="T18" fmla="*/ 79 w 329"/>
              <a:gd name="T19" fmla="*/ 26 h 229"/>
              <a:gd name="T20" fmla="*/ 59 w 329"/>
              <a:gd name="T21" fmla="*/ 22 h 229"/>
              <a:gd name="T22" fmla="*/ 39 w 329"/>
              <a:gd name="T23" fmla="*/ 16 h 229"/>
              <a:gd name="T24" fmla="*/ 17 w 329"/>
              <a:gd name="T25" fmla="*/ 8 h 229"/>
              <a:gd name="T26" fmla="*/ 0 w 329"/>
              <a:gd name="T27" fmla="*/ 194 h 229"/>
              <a:gd name="T28" fmla="*/ 18 w 329"/>
              <a:gd name="T29" fmla="*/ 203 h 229"/>
              <a:gd name="T30" fmla="*/ 39 w 329"/>
              <a:gd name="T31" fmla="*/ 210 h 229"/>
              <a:gd name="T32" fmla="*/ 48 w 329"/>
              <a:gd name="T33" fmla="*/ 213 h 229"/>
              <a:gd name="T34" fmla="*/ 63 w 329"/>
              <a:gd name="T35" fmla="*/ 217 h 229"/>
              <a:gd name="T36" fmla="*/ 79 w 329"/>
              <a:gd name="T37" fmla="*/ 221 h 229"/>
              <a:gd name="T38" fmla="*/ 93 w 329"/>
              <a:gd name="T39" fmla="*/ 222 h 229"/>
              <a:gd name="T40" fmla="*/ 100 w 329"/>
              <a:gd name="T41" fmla="*/ 224 h 229"/>
              <a:gd name="T42" fmla="*/ 120 w 329"/>
              <a:gd name="T43" fmla="*/ 226 h 229"/>
              <a:gd name="T44" fmla="*/ 138 w 329"/>
              <a:gd name="T45" fmla="*/ 228 h 229"/>
              <a:gd name="T46" fmla="*/ 148 w 329"/>
              <a:gd name="T47" fmla="*/ 228 h 229"/>
              <a:gd name="T48" fmla="*/ 163 w 329"/>
              <a:gd name="T49" fmla="*/ 228 h 229"/>
              <a:gd name="T50" fmla="*/ 183 w 329"/>
              <a:gd name="T51" fmla="*/ 228 h 229"/>
              <a:gd name="T52" fmla="*/ 202 w 329"/>
              <a:gd name="T53" fmla="*/ 227 h 229"/>
              <a:gd name="T54" fmla="*/ 228 w 329"/>
              <a:gd name="T55" fmla="*/ 223 h 229"/>
              <a:gd name="T56" fmla="*/ 251 w 329"/>
              <a:gd name="T57" fmla="*/ 220 h 229"/>
              <a:gd name="T58" fmla="*/ 272 w 329"/>
              <a:gd name="T59" fmla="*/ 215 h 229"/>
              <a:gd name="T60" fmla="*/ 293 w 329"/>
              <a:gd name="T61" fmla="*/ 209 h 229"/>
              <a:gd name="T62" fmla="*/ 313 w 329"/>
              <a:gd name="T63" fmla="*/ 201 h 229"/>
              <a:gd name="T64" fmla="*/ 328 w 329"/>
              <a:gd name="T65" fmla="*/ 194 h 229"/>
              <a:gd name="T66" fmla="*/ 313 w 329"/>
              <a:gd name="T67" fmla="*/ 7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29" h="229">
                <a:moveTo>
                  <a:pt x="313" y="7"/>
                </a:moveTo>
                <a:cubicBezTo>
                  <a:pt x="308" y="9"/>
                  <a:pt x="304" y="10"/>
                  <a:pt x="300" y="12"/>
                </a:cubicBezTo>
                <a:cubicBezTo>
                  <a:pt x="298" y="13"/>
                  <a:pt x="295" y="14"/>
                  <a:pt x="293" y="14"/>
                </a:cubicBezTo>
                <a:cubicBezTo>
                  <a:pt x="287" y="16"/>
                  <a:pt x="281" y="18"/>
                  <a:pt x="275" y="20"/>
                </a:cubicBezTo>
                <a:cubicBezTo>
                  <a:pt x="274" y="20"/>
                  <a:pt x="273" y="20"/>
                  <a:pt x="272" y="20"/>
                </a:cubicBezTo>
                <a:cubicBezTo>
                  <a:pt x="266" y="22"/>
                  <a:pt x="259" y="23"/>
                  <a:pt x="253" y="25"/>
                </a:cubicBezTo>
                <a:cubicBezTo>
                  <a:pt x="253" y="25"/>
                  <a:pt x="252" y="25"/>
                  <a:pt x="251" y="25"/>
                </a:cubicBezTo>
                <a:cubicBezTo>
                  <a:pt x="244" y="27"/>
                  <a:pt x="237" y="28"/>
                  <a:pt x="230" y="29"/>
                </a:cubicBezTo>
                <a:cubicBezTo>
                  <a:pt x="229" y="30"/>
                  <a:pt x="228" y="30"/>
                  <a:pt x="228" y="30"/>
                </a:cubicBezTo>
                <a:cubicBezTo>
                  <a:pt x="220" y="31"/>
                  <a:pt x="212" y="32"/>
                  <a:pt x="204" y="32"/>
                </a:cubicBezTo>
                <a:cubicBezTo>
                  <a:pt x="201" y="33"/>
                  <a:pt x="198" y="33"/>
                  <a:pt x="195" y="33"/>
                </a:cubicBezTo>
                <a:cubicBezTo>
                  <a:pt x="190" y="33"/>
                  <a:pt x="186" y="33"/>
                  <a:pt x="183" y="34"/>
                </a:cubicBezTo>
                <a:cubicBezTo>
                  <a:pt x="176" y="34"/>
                  <a:pt x="170" y="34"/>
                  <a:pt x="163" y="34"/>
                </a:cubicBezTo>
                <a:cubicBezTo>
                  <a:pt x="159" y="34"/>
                  <a:pt x="153" y="34"/>
                  <a:pt x="148" y="34"/>
                </a:cubicBezTo>
                <a:cubicBezTo>
                  <a:pt x="145" y="33"/>
                  <a:pt x="143" y="33"/>
                  <a:pt x="140" y="33"/>
                </a:cubicBezTo>
                <a:cubicBezTo>
                  <a:pt x="133" y="33"/>
                  <a:pt x="127" y="33"/>
                  <a:pt x="121" y="32"/>
                </a:cubicBezTo>
                <a:lnTo>
                  <a:pt x="120" y="32"/>
                </a:lnTo>
                <a:cubicBezTo>
                  <a:pt x="113" y="32"/>
                  <a:pt x="105" y="30"/>
                  <a:pt x="99" y="30"/>
                </a:cubicBezTo>
                <a:cubicBezTo>
                  <a:pt x="97" y="29"/>
                  <a:pt x="94" y="28"/>
                  <a:pt x="93" y="28"/>
                </a:cubicBezTo>
                <a:cubicBezTo>
                  <a:pt x="88" y="28"/>
                  <a:pt x="83" y="27"/>
                  <a:pt x="79" y="26"/>
                </a:cubicBezTo>
                <a:cubicBezTo>
                  <a:pt x="76" y="25"/>
                  <a:pt x="73" y="25"/>
                  <a:pt x="70" y="24"/>
                </a:cubicBezTo>
                <a:cubicBezTo>
                  <a:pt x="67" y="23"/>
                  <a:pt x="63" y="22"/>
                  <a:pt x="59" y="22"/>
                </a:cubicBezTo>
                <a:cubicBezTo>
                  <a:pt x="56" y="20"/>
                  <a:pt x="52" y="20"/>
                  <a:pt x="48" y="19"/>
                </a:cubicBezTo>
                <a:cubicBezTo>
                  <a:pt x="46" y="18"/>
                  <a:pt x="42" y="17"/>
                  <a:pt x="39" y="16"/>
                </a:cubicBezTo>
                <a:cubicBezTo>
                  <a:pt x="33" y="14"/>
                  <a:pt x="26" y="11"/>
                  <a:pt x="19" y="9"/>
                </a:cubicBezTo>
                <a:cubicBezTo>
                  <a:pt x="19" y="9"/>
                  <a:pt x="18" y="8"/>
                  <a:pt x="17" y="8"/>
                </a:cubicBezTo>
                <a:cubicBezTo>
                  <a:pt x="11" y="6"/>
                  <a:pt x="6" y="3"/>
                  <a:pt x="0" y="0"/>
                </a:cubicBezTo>
                <a:lnTo>
                  <a:pt x="0" y="194"/>
                </a:lnTo>
                <a:cubicBezTo>
                  <a:pt x="6" y="197"/>
                  <a:pt x="11" y="200"/>
                  <a:pt x="17" y="202"/>
                </a:cubicBezTo>
                <a:cubicBezTo>
                  <a:pt x="18" y="202"/>
                  <a:pt x="18" y="203"/>
                  <a:pt x="18" y="203"/>
                </a:cubicBezTo>
                <a:cubicBezTo>
                  <a:pt x="19" y="203"/>
                  <a:pt x="19" y="203"/>
                  <a:pt x="19" y="203"/>
                </a:cubicBezTo>
                <a:cubicBezTo>
                  <a:pt x="26" y="206"/>
                  <a:pt x="33" y="208"/>
                  <a:pt x="39" y="210"/>
                </a:cubicBezTo>
                <a:cubicBezTo>
                  <a:pt x="40" y="211"/>
                  <a:pt x="41" y="211"/>
                  <a:pt x="42" y="211"/>
                </a:cubicBezTo>
                <a:cubicBezTo>
                  <a:pt x="44" y="212"/>
                  <a:pt x="46" y="212"/>
                  <a:pt x="48" y="213"/>
                </a:cubicBezTo>
                <a:cubicBezTo>
                  <a:pt x="52" y="214"/>
                  <a:pt x="56" y="215"/>
                  <a:pt x="59" y="216"/>
                </a:cubicBezTo>
                <a:cubicBezTo>
                  <a:pt x="60" y="216"/>
                  <a:pt x="61" y="216"/>
                  <a:pt x="63" y="217"/>
                </a:cubicBezTo>
                <a:cubicBezTo>
                  <a:pt x="65" y="217"/>
                  <a:pt x="68" y="218"/>
                  <a:pt x="70" y="219"/>
                </a:cubicBezTo>
                <a:cubicBezTo>
                  <a:pt x="73" y="219"/>
                  <a:pt x="76" y="220"/>
                  <a:pt x="79" y="221"/>
                </a:cubicBezTo>
                <a:cubicBezTo>
                  <a:pt x="80" y="221"/>
                  <a:pt x="81" y="221"/>
                  <a:pt x="82" y="221"/>
                </a:cubicBezTo>
                <a:cubicBezTo>
                  <a:pt x="85" y="222"/>
                  <a:pt x="89" y="222"/>
                  <a:pt x="93" y="222"/>
                </a:cubicBezTo>
                <a:cubicBezTo>
                  <a:pt x="94" y="223"/>
                  <a:pt x="97" y="223"/>
                  <a:pt x="99" y="223"/>
                </a:cubicBezTo>
                <a:lnTo>
                  <a:pt x="100" y="224"/>
                </a:lnTo>
                <a:cubicBezTo>
                  <a:pt x="107" y="225"/>
                  <a:pt x="113" y="225"/>
                  <a:pt x="119" y="226"/>
                </a:cubicBezTo>
                <a:cubicBezTo>
                  <a:pt x="120" y="226"/>
                  <a:pt x="120" y="226"/>
                  <a:pt x="120" y="226"/>
                </a:cubicBezTo>
                <a:cubicBezTo>
                  <a:pt x="120" y="226"/>
                  <a:pt x="121" y="226"/>
                  <a:pt x="121" y="227"/>
                </a:cubicBezTo>
                <a:cubicBezTo>
                  <a:pt x="127" y="227"/>
                  <a:pt x="132" y="227"/>
                  <a:pt x="138" y="228"/>
                </a:cubicBezTo>
                <a:cubicBezTo>
                  <a:pt x="138" y="228"/>
                  <a:pt x="139" y="228"/>
                  <a:pt x="140" y="228"/>
                </a:cubicBezTo>
                <a:cubicBezTo>
                  <a:pt x="143" y="228"/>
                  <a:pt x="145" y="228"/>
                  <a:pt x="148" y="228"/>
                </a:cubicBezTo>
                <a:cubicBezTo>
                  <a:pt x="151" y="228"/>
                  <a:pt x="154" y="228"/>
                  <a:pt x="158" y="228"/>
                </a:cubicBezTo>
                <a:cubicBezTo>
                  <a:pt x="160" y="228"/>
                  <a:pt x="162" y="228"/>
                  <a:pt x="163" y="228"/>
                </a:cubicBezTo>
                <a:cubicBezTo>
                  <a:pt x="169" y="228"/>
                  <a:pt x="174" y="228"/>
                  <a:pt x="179" y="228"/>
                </a:cubicBezTo>
                <a:cubicBezTo>
                  <a:pt x="180" y="228"/>
                  <a:pt x="181" y="228"/>
                  <a:pt x="183" y="228"/>
                </a:cubicBezTo>
                <a:cubicBezTo>
                  <a:pt x="186" y="228"/>
                  <a:pt x="190" y="227"/>
                  <a:pt x="195" y="227"/>
                </a:cubicBezTo>
                <a:cubicBezTo>
                  <a:pt x="197" y="227"/>
                  <a:pt x="200" y="227"/>
                  <a:pt x="202" y="227"/>
                </a:cubicBezTo>
                <a:cubicBezTo>
                  <a:pt x="203" y="227"/>
                  <a:pt x="204" y="227"/>
                  <a:pt x="204" y="227"/>
                </a:cubicBezTo>
                <a:cubicBezTo>
                  <a:pt x="212" y="226"/>
                  <a:pt x="220" y="225"/>
                  <a:pt x="228" y="223"/>
                </a:cubicBezTo>
                <a:cubicBezTo>
                  <a:pt x="228" y="223"/>
                  <a:pt x="229" y="223"/>
                  <a:pt x="230" y="223"/>
                </a:cubicBezTo>
                <a:cubicBezTo>
                  <a:pt x="237" y="222"/>
                  <a:pt x="244" y="221"/>
                  <a:pt x="251" y="220"/>
                </a:cubicBezTo>
                <a:cubicBezTo>
                  <a:pt x="252" y="220"/>
                  <a:pt x="253" y="219"/>
                  <a:pt x="253" y="219"/>
                </a:cubicBezTo>
                <a:cubicBezTo>
                  <a:pt x="259" y="218"/>
                  <a:pt x="266" y="217"/>
                  <a:pt x="272" y="215"/>
                </a:cubicBezTo>
                <a:cubicBezTo>
                  <a:pt x="273" y="214"/>
                  <a:pt x="274" y="214"/>
                  <a:pt x="275" y="214"/>
                </a:cubicBezTo>
                <a:cubicBezTo>
                  <a:pt x="281" y="212"/>
                  <a:pt x="287" y="211"/>
                  <a:pt x="293" y="209"/>
                </a:cubicBezTo>
                <a:cubicBezTo>
                  <a:pt x="295" y="208"/>
                  <a:pt x="298" y="207"/>
                  <a:pt x="300" y="206"/>
                </a:cubicBezTo>
                <a:cubicBezTo>
                  <a:pt x="304" y="205"/>
                  <a:pt x="308" y="203"/>
                  <a:pt x="313" y="201"/>
                </a:cubicBezTo>
                <a:lnTo>
                  <a:pt x="315" y="200"/>
                </a:lnTo>
                <a:cubicBezTo>
                  <a:pt x="319" y="198"/>
                  <a:pt x="324" y="197"/>
                  <a:pt x="328" y="194"/>
                </a:cubicBezTo>
                <a:lnTo>
                  <a:pt x="328" y="0"/>
                </a:lnTo>
                <a:cubicBezTo>
                  <a:pt x="323" y="3"/>
                  <a:pt x="318" y="4"/>
                  <a:pt x="313" y="7"/>
                </a:cubicBezTo>
              </a:path>
            </a:pathLst>
          </a:custGeom>
          <a:solidFill>
            <a:schemeClr val="bg1">
              <a:lumMod val="65000"/>
            </a:schemeClr>
          </a:solidFill>
          <a:ln>
            <a:noFill/>
          </a:ln>
          <a:effectLst/>
        </p:spPr>
        <p:txBody>
          <a:bodyPr wrap="none" anchor="ctr"/>
          <a:lstStyle/>
          <a:p>
            <a:endParaRPr lang="en-US" sz="900"/>
          </a:p>
        </p:txBody>
      </p:sp>
      <p:sp>
        <p:nvSpPr>
          <p:cNvPr id="25" name="Freeform 24">
            <a:extLst>
              <a:ext uri="{FF2B5EF4-FFF2-40B4-BE49-F238E27FC236}">
                <a16:creationId xmlns:a16="http://schemas.microsoft.com/office/drawing/2014/main" id="{2D5BBA90-D1A5-9F42-AC88-49D4F3D80F1A}"/>
              </a:ext>
            </a:extLst>
          </p:cNvPr>
          <p:cNvSpPr>
            <a:spLocks noChangeArrowheads="1"/>
          </p:cNvSpPr>
          <p:nvPr/>
        </p:nvSpPr>
        <p:spPr bwMode="auto">
          <a:xfrm>
            <a:off x="3524163" y="4417456"/>
            <a:ext cx="598187" cy="141677"/>
          </a:xfrm>
          <a:custGeom>
            <a:avLst/>
            <a:gdLst>
              <a:gd name="T0" fmla="*/ 839 w 840"/>
              <a:gd name="T1" fmla="*/ 99 h 199"/>
              <a:gd name="T2" fmla="*/ 419 w 840"/>
              <a:gd name="T3" fmla="*/ 198 h 199"/>
              <a:gd name="T4" fmla="*/ 0 w 840"/>
              <a:gd name="T5" fmla="*/ 99 h 199"/>
              <a:gd name="T6" fmla="*/ 419 w 840"/>
              <a:gd name="T7" fmla="*/ 0 h 199"/>
              <a:gd name="T8" fmla="*/ 839 w 840"/>
              <a:gd name="T9" fmla="*/ 99 h 199"/>
            </a:gdLst>
            <a:ahLst/>
            <a:cxnLst>
              <a:cxn ang="0">
                <a:pos x="T0" y="T1"/>
              </a:cxn>
              <a:cxn ang="0">
                <a:pos x="T2" y="T3"/>
              </a:cxn>
              <a:cxn ang="0">
                <a:pos x="T4" y="T5"/>
              </a:cxn>
              <a:cxn ang="0">
                <a:pos x="T6" y="T7"/>
              </a:cxn>
              <a:cxn ang="0">
                <a:pos x="T8" y="T9"/>
              </a:cxn>
            </a:cxnLst>
            <a:rect l="0" t="0" r="r" b="b"/>
            <a:pathLst>
              <a:path w="840" h="199">
                <a:moveTo>
                  <a:pt x="839" y="99"/>
                </a:moveTo>
                <a:cubicBezTo>
                  <a:pt x="839" y="154"/>
                  <a:pt x="651" y="198"/>
                  <a:pt x="419" y="198"/>
                </a:cubicBezTo>
                <a:cubicBezTo>
                  <a:pt x="188" y="198"/>
                  <a:pt x="0" y="154"/>
                  <a:pt x="0" y="99"/>
                </a:cubicBezTo>
                <a:cubicBezTo>
                  <a:pt x="0" y="44"/>
                  <a:pt x="188" y="0"/>
                  <a:pt x="419" y="0"/>
                </a:cubicBezTo>
                <a:cubicBezTo>
                  <a:pt x="651" y="0"/>
                  <a:pt x="839" y="44"/>
                  <a:pt x="839" y="99"/>
                </a:cubicBezTo>
              </a:path>
            </a:pathLst>
          </a:custGeom>
          <a:solidFill>
            <a:schemeClr val="bg1">
              <a:lumMod val="75000"/>
            </a:schemeClr>
          </a:solidFill>
          <a:ln>
            <a:noFill/>
          </a:ln>
          <a:effectLst/>
        </p:spPr>
        <p:txBody>
          <a:bodyPr wrap="none" anchor="ctr"/>
          <a:lstStyle/>
          <a:p>
            <a:endParaRPr lang="en-US" sz="900"/>
          </a:p>
        </p:txBody>
      </p:sp>
      <p:sp>
        <p:nvSpPr>
          <p:cNvPr id="26" name="Freeform 25">
            <a:extLst>
              <a:ext uri="{FF2B5EF4-FFF2-40B4-BE49-F238E27FC236}">
                <a16:creationId xmlns:a16="http://schemas.microsoft.com/office/drawing/2014/main" id="{A2847BDE-3FDD-B04C-843E-1FBD0EAC7BF0}"/>
              </a:ext>
            </a:extLst>
          </p:cNvPr>
          <p:cNvSpPr>
            <a:spLocks noChangeArrowheads="1"/>
          </p:cNvSpPr>
          <p:nvPr/>
        </p:nvSpPr>
        <p:spPr bwMode="auto">
          <a:xfrm>
            <a:off x="3190438" y="3022738"/>
            <a:ext cx="1271934" cy="1467132"/>
          </a:xfrm>
          <a:custGeom>
            <a:avLst/>
            <a:gdLst>
              <a:gd name="T0" fmla="*/ 1779 w 1780"/>
              <a:gd name="T1" fmla="*/ 889 h 2054"/>
              <a:gd name="T2" fmla="*/ 889 w 1780"/>
              <a:gd name="T3" fmla="*/ 0 h 2054"/>
              <a:gd name="T4" fmla="*/ 0 w 1780"/>
              <a:gd name="T5" fmla="*/ 889 h 2054"/>
              <a:gd name="T6" fmla="*/ 722 w 1780"/>
              <a:gd name="T7" fmla="*/ 1763 h 2054"/>
              <a:gd name="T8" fmla="*/ 889 w 1780"/>
              <a:gd name="T9" fmla="*/ 2053 h 2054"/>
              <a:gd name="T10" fmla="*/ 1057 w 1780"/>
              <a:gd name="T11" fmla="*/ 1763 h 2054"/>
              <a:gd name="T12" fmla="*/ 1779 w 1780"/>
              <a:gd name="T13" fmla="*/ 889 h 2054"/>
            </a:gdLst>
            <a:ahLst/>
            <a:cxnLst>
              <a:cxn ang="0">
                <a:pos x="T0" y="T1"/>
              </a:cxn>
              <a:cxn ang="0">
                <a:pos x="T2" y="T3"/>
              </a:cxn>
              <a:cxn ang="0">
                <a:pos x="T4" y="T5"/>
              </a:cxn>
              <a:cxn ang="0">
                <a:pos x="T6" y="T7"/>
              </a:cxn>
              <a:cxn ang="0">
                <a:pos x="T8" y="T9"/>
              </a:cxn>
              <a:cxn ang="0">
                <a:pos x="T10" y="T11"/>
              </a:cxn>
              <a:cxn ang="0">
                <a:pos x="T12" y="T13"/>
              </a:cxn>
            </a:cxnLst>
            <a:rect l="0" t="0" r="r" b="b"/>
            <a:pathLst>
              <a:path w="1780" h="2054">
                <a:moveTo>
                  <a:pt x="1779" y="889"/>
                </a:moveTo>
                <a:cubicBezTo>
                  <a:pt x="1779" y="398"/>
                  <a:pt x="1381" y="0"/>
                  <a:pt x="889" y="0"/>
                </a:cubicBezTo>
                <a:cubicBezTo>
                  <a:pt x="399" y="0"/>
                  <a:pt x="0" y="398"/>
                  <a:pt x="0" y="889"/>
                </a:cubicBezTo>
                <a:cubicBezTo>
                  <a:pt x="0" y="1323"/>
                  <a:pt x="311" y="1685"/>
                  <a:pt x="722" y="1763"/>
                </a:cubicBezTo>
                <a:lnTo>
                  <a:pt x="889" y="2053"/>
                </a:lnTo>
                <a:lnTo>
                  <a:pt x="1057" y="1763"/>
                </a:lnTo>
                <a:cubicBezTo>
                  <a:pt x="1468" y="1685"/>
                  <a:pt x="1779" y="1323"/>
                  <a:pt x="1779" y="889"/>
                </a:cubicBezTo>
              </a:path>
            </a:pathLst>
          </a:custGeom>
          <a:solidFill>
            <a:schemeClr val="tx2">
              <a:lumMod val="40000"/>
              <a:lumOff val="60000"/>
            </a:schemeClr>
          </a:solidFill>
          <a:ln>
            <a:noFill/>
          </a:ln>
          <a:effectLst/>
        </p:spPr>
        <p:txBody>
          <a:bodyPr wrap="none" anchor="ctr"/>
          <a:lstStyle/>
          <a:p>
            <a:endParaRPr lang="en-US" sz="900"/>
          </a:p>
        </p:txBody>
      </p:sp>
      <p:sp>
        <p:nvSpPr>
          <p:cNvPr id="61" name="TextBox 60">
            <a:extLst>
              <a:ext uri="{FF2B5EF4-FFF2-40B4-BE49-F238E27FC236}">
                <a16:creationId xmlns:a16="http://schemas.microsoft.com/office/drawing/2014/main" id="{442A8F84-0017-D24F-994B-8CC257119BBF}"/>
              </a:ext>
            </a:extLst>
          </p:cNvPr>
          <p:cNvSpPr txBox="1"/>
          <p:nvPr/>
        </p:nvSpPr>
        <p:spPr>
          <a:xfrm>
            <a:off x="3567792" y="3295598"/>
            <a:ext cx="514885" cy="784830"/>
          </a:xfrm>
          <a:prstGeom prst="rect">
            <a:avLst/>
          </a:prstGeom>
          <a:noFill/>
        </p:spPr>
        <p:txBody>
          <a:bodyPr wrap="none" rtlCol="0" anchor="ctr">
            <a:spAutoFit/>
          </a:bodyPr>
          <a:lstStyle/>
          <a:p>
            <a:pPr algn="ctr"/>
            <a:r>
              <a:rPr lang="fr-FR" sz="4500" b="1" dirty="0">
                <a:solidFill>
                  <a:schemeClr val="bg1"/>
                </a:solidFill>
                <a:latin typeface="Poppins" pitchFamily="2" charset="77"/>
                <a:cs typeface="Poppins" pitchFamily="2" charset="77"/>
              </a:rPr>
              <a:t>2</a:t>
            </a:r>
          </a:p>
        </p:txBody>
      </p:sp>
      <p:sp>
        <p:nvSpPr>
          <p:cNvPr id="67" name="Subtitle 2">
            <a:extLst>
              <a:ext uri="{FF2B5EF4-FFF2-40B4-BE49-F238E27FC236}">
                <a16:creationId xmlns:a16="http://schemas.microsoft.com/office/drawing/2014/main" id="{EA75FF84-D7A3-5140-8E52-07E8B01EDC14}"/>
              </a:ext>
            </a:extLst>
          </p:cNvPr>
          <p:cNvSpPr txBox="1">
            <a:spLocks/>
          </p:cNvSpPr>
          <p:nvPr/>
        </p:nvSpPr>
        <p:spPr>
          <a:xfrm>
            <a:off x="2754128" y="5995507"/>
            <a:ext cx="2150854" cy="713722"/>
          </a:xfrm>
          <a:prstGeom prst="rect">
            <a:avLst/>
          </a:prstGeom>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750"/>
              </a:lnSpc>
            </a:pPr>
            <a:r>
              <a:rPr lang="fr-FR" sz="1200" b="1" dirty="0">
                <a:solidFill>
                  <a:schemeClr val="accent1">
                    <a:lumMod val="50000"/>
                  </a:schemeClr>
                </a:solidFill>
                <a:latin typeface="Lato Light" panose="020F0502020204030203" pitchFamily="34" charset="0"/>
                <a:ea typeface="Lato Light" panose="020F0502020204030203" pitchFamily="34" charset="0"/>
                <a:cs typeface="Mukta ExtraLight" panose="020B0000000000000000" pitchFamily="34" charset="77"/>
              </a:rPr>
              <a:t>Le back office devient un CEPD qui prend en charge Reprise de la charge</a:t>
            </a:r>
          </a:p>
        </p:txBody>
      </p:sp>
      <p:sp>
        <p:nvSpPr>
          <p:cNvPr id="68" name="TextBox 67">
            <a:extLst>
              <a:ext uri="{FF2B5EF4-FFF2-40B4-BE49-F238E27FC236}">
                <a16:creationId xmlns:a16="http://schemas.microsoft.com/office/drawing/2014/main" id="{8445BE4B-F1DC-784A-945D-B22ACAC1C81C}"/>
              </a:ext>
            </a:extLst>
          </p:cNvPr>
          <p:cNvSpPr txBox="1"/>
          <p:nvPr/>
        </p:nvSpPr>
        <p:spPr>
          <a:xfrm>
            <a:off x="3464712" y="5658375"/>
            <a:ext cx="729688" cy="338554"/>
          </a:xfrm>
          <a:prstGeom prst="rect">
            <a:avLst/>
          </a:prstGeom>
          <a:noFill/>
        </p:spPr>
        <p:txBody>
          <a:bodyPr wrap="none" rtlCol="0" anchor="b" anchorCtr="0">
            <a:spAutoFit/>
          </a:bodyPr>
          <a:lstStyle/>
          <a:p>
            <a:pPr algn="ctr"/>
            <a:r>
              <a:rPr lang="fr-FR" sz="1600" b="1" dirty="0">
                <a:solidFill>
                  <a:schemeClr val="tx2"/>
                </a:solidFill>
                <a:latin typeface="Poppins" pitchFamily="2" charset="77"/>
                <a:ea typeface="League Spartan" charset="0"/>
                <a:cs typeface="Poppins" pitchFamily="2" charset="77"/>
              </a:rPr>
              <a:t>CEPD</a:t>
            </a:r>
          </a:p>
        </p:txBody>
      </p:sp>
      <p:sp>
        <p:nvSpPr>
          <p:cNvPr id="28" name="Freeform 27">
            <a:extLst>
              <a:ext uri="{FF2B5EF4-FFF2-40B4-BE49-F238E27FC236}">
                <a16:creationId xmlns:a16="http://schemas.microsoft.com/office/drawing/2014/main" id="{C98FCF60-2B11-1541-A568-3FFE6F4FB5E9}"/>
              </a:ext>
            </a:extLst>
          </p:cNvPr>
          <p:cNvSpPr>
            <a:spLocks noChangeArrowheads="1"/>
          </p:cNvSpPr>
          <p:nvPr/>
        </p:nvSpPr>
        <p:spPr bwMode="auto">
          <a:xfrm>
            <a:off x="7436377" y="3463507"/>
            <a:ext cx="50374" cy="198345"/>
          </a:xfrm>
          <a:custGeom>
            <a:avLst/>
            <a:gdLst>
              <a:gd name="T0" fmla="*/ 68 w 70"/>
              <a:gd name="T1" fmla="*/ 10 h 278"/>
              <a:gd name="T2" fmla="*/ 68 w 70"/>
              <a:gd name="T3" fmla="*/ 12 h 278"/>
              <a:gd name="T4" fmla="*/ 64 w 70"/>
              <a:gd name="T5" fmla="*/ 22 h 278"/>
              <a:gd name="T6" fmla="*/ 63 w 70"/>
              <a:gd name="T7" fmla="*/ 25 h 278"/>
              <a:gd name="T8" fmla="*/ 60 w 70"/>
              <a:gd name="T9" fmla="*/ 32 h 278"/>
              <a:gd name="T10" fmla="*/ 57 w 70"/>
              <a:gd name="T11" fmla="*/ 36 h 278"/>
              <a:gd name="T12" fmla="*/ 53 w 70"/>
              <a:gd name="T13" fmla="*/ 42 h 278"/>
              <a:gd name="T14" fmla="*/ 49 w 70"/>
              <a:gd name="T15" fmla="*/ 47 h 278"/>
              <a:gd name="T16" fmla="*/ 44 w 70"/>
              <a:gd name="T17" fmla="*/ 52 h 278"/>
              <a:gd name="T18" fmla="*/ 39 w 70"/>
              <a:gd name="T19" fmla="*/ 57 h 278"/>
              <a:gd name="T20" fmla="*/ 32 w 70"/>
              <a:gd name="T21" fmla="*/ 63 h 278"/>
              <a:gd name="T22" fmla="*/ 30 w 70"/>
              <a:gd name="T23" fmla="*/ 65 h 278"/>
              <a:gd name="T24" fmla="*/ 17 w 70"/>
              <a:gd name="T25" fmla="*/ 73 h 278"/>
              <a:gd name="T26" fmla="*/ 15 w 70"/>
              <a:gd name="T27" fmla="*/ 75 h 278"/>
              <a:gd name="T28" fmla="*/ 0 w 70"/>
              <a:gd name="T29" fmla="*/ 82 h 278"/>
              <a:gd name="T30" fmla="*/ 0 w 70"/>
              <a:gd name="T31" fmla="*/ 277 h 278"/>
              <a:gd name="T32" fmla="*/ 15 w 70"/>
              <a:gd name="T33" fmla="*/ 268 h 278"/>
              <a:gd name="T34" fmla="*/ 17 w 70"/>
              <a:gd name="T35" fmla="*/ 267 h 278"/>
              <a:gd name="T36" fmla="*/ 20 w 70"/>
              <a:gd name="T37" fmla="*/ 266 h 278"/>
              <a:gd name="T38" fmla="*/ 30 w 70"/>
              <a:gd name="T39" fmla="*/ 259 h 278"/>
              <a:gd name="T40" fmla="*/ 32 w 70"/>
              <a:gd name="T41" fmla="*/ 258 h 278"/>
              <a:gd name="T42" fmla="*/ 36 w 70"/>
              <a:gd name="T43" fmla="*/ 254 h 278"/>
              <a:gd name="T44" fmla="*/ 39 w 70"/>
              <a:gd name="T45" fmla="*/ 251 h 278"/>
              <a:gd name="T46" fmla="*/ 44 w 70"/>
              <a:gd name="T47" fmla="*/ 246 h 278"/>
              <a:gd name="T48" fmla="*/ 47 w 70"/>
              <a:gd name="T49" fmla="*/ 243 h 278"/>
              <a:gd name="T50" fmla="*/ 49 w 70"/>
              <a:gd name="T51" fmla="*/ 240 h 278"/>
              <a:gd name="T52" fmla="*/ 53 w 70"/>
              <a:gd name="T53" fmla="*/ 236 h 278"/>
              <a:gd name="T54" fmla="*/ 55 w 70"/>
              <a:gd name="T55" fmla="*/ 234 h 278"/>
              <a:gd name="T56" fmla="*/ 57 w 70"/>
              <a:gd name="T57" fmla="*/ 230 h 278"/>
              <a:gd name="T58" fmla="*/ 60 w 70"/>
              <a:gd name="T59" fmla="*/ 226 h 278"/>
              <a:gd name="T60" fmla="*/ 61 w 70"/>
              <a:gd name="T61" fmla="*/ 225 h 278"/>
              <a:gd name="T62" fmla="*/ 63 w 70"/>
              <a:gd name="T63" fmla="*/ 219 h 278"/>
              <a:gd name="T64" fmla="*/ 64 w 70"/>
              <a:gd name="T65" fmla="*/ 216 h 278"/>
              <a:gd name="T66" fmla="*/ 64 w 70"/>
              <a:gd name="T67" fmla="*/ 215 h 278"/>
              <a:gd name="T68" fmla="*/ 68 w 70"/>
              <a:gd name="T69" fmla="*/ 206 h 278"/>
              <a:gd name="T70" fmla="*/ 68 w 70"/>
              <a:gd name="T71" fmla="*/ 204 h 278"/>
              <a:gd name="T72" fmla="*/ 69 w 70"/>
              <a:gd name="T73" fmla="*/ 196 h 278"/>
              <a:gd name="T74" fmla="*/ 69 w 70"/>
              <a:gd name="T75" fmla="*/ 195 h 278"/>
              <a:gd name="T76" fmla="*/ 69 w 70"/>
              <a:gd name="T77" fmla="*/ 0 h 278"/>
              <a:gd name="T78" fmla="*/ 68 w 70"/>
              <a:gd name="T79" fmla="*/ 10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70" h="278">
                <a:moveTo>
                  <a:pt x="68" y="10"/>
                </a:moveTo>
                <a:cubicBezTo>
                  <a:pt x="68" y="10"/>
                  <a:pt x="68" y="11"/>
                  <a:pt x="68" y="12"/>
                </a:cubicBezTo>
                <a:cubicBezTo>
                  <a:pt x="67" y="15"/>
                  <a:pt x="66" y="19"/>
                  <a:pt x="64" y="22"/>
                </a:cubicBezTo>
                <a:cubicBezTo>
                  <a:pt x="64" y="23"/>
                  <a:pt x="63" y="24"/>
                  <a:pt x="63" y="25"/>
                </a:cubicBezTo>
                <a:cubicBezTo>
                  <a:pt x="62" y="28"/>
                  <a:pt x="61" y="30"/>
                  <a:pt x="60" y="32"/>
                </a:cubicBezTo>
                <a:cubicBezTo>
                  <a:pt x="59" y="33"/>
                  <a:pt x="58" y="34"/>
                  <a:pt x="57" y="36"/>
                </a:cubicBezTo>
                <a:cubicBezTo>
                  <a:pt x="56" y="38"/>
                  <a:pt x="54" y="40"/>
                  <a:pt x="53" y="42"/>
                </a:cubicBezTo>
                <a:cubicBezTo>
                  <a:pt x="52" y="43"/>
                  <a:pt x="51" y="45"/>
                  <a:pt x="49" y="47"/>
                </a:cubicBezTo>
                <a:cubicBezTo>
                  <a:pt x="47" y="48"/>
                  <a:pt x="46" y="50"/>
                  <a:pt x="44" y="52"/>
                </a:cubicBezTo>
                <a:cubicBezTo>
                  <a:pt x="42" y="53"/>
                  <a:pt x="41" y="55"/>
                  <a:pt x="39" y="57"/>
                </a:cubicBezTo>
                <a:cubicBezTo>
                  <a:pt x="36" y="59"/>
                  <a:pt x="34" y="61"/>
                  <a:pt x="32" y="63"/>
                </a:cubicBezTo>
                <a:cubicBezTo>
                  <a:pt x="31" y="64"/>
                  <a:pt x="30" y="64"/>
                  <a:pt x="30" y="65"/>
                </a:cubicBezTo>
                <a:cubicBezTo>
                  <a:pt x="26" y="67"/>
                  <a:pt x="22" y="70"/>
                  <a:pt x="17" y="73"/>
                </a:cubicBezTo>
                <a:cubicBezTo>
                  <a:pt x="17" y="73"/>
                  <a:pt x="16" y="74"/>
                  <a:pt x="15" y="75"/>
                </a:cubicBezTo>
                <a:cubicBezTo>
                  <a:pt x="10" y="77"/>
                  <a:pt x="6" y="80"/>
                  <a:pt x="0" y="82"/>
                </a:cubicBezTo>
                <a:lnTo>
                  <a:pt x="0" y="277"/>
                </a:lnTo>
                <a:cubicBezTo>
                  <a:pt x="6" y="274"/>
                  <a:pt x="10" y="272"/>
                  <a:pt x="15" y="268"/>
                </a:cubicBezTo>
                <a:cubicBezTo>
                  <a:pt x="16" y="268"/>
                  <a:pt x="17" y="267"/>
                  <a:pt x="17" y="267"/>
                </a:cubicBezTo>
                <a:cubicBezTo>
                  <a:pt x="19" y="267"/>
                  <a:pt x="19" y="266"/>
                  <a:pt x="20" y="266"/>
                </a:cubicBezTo>
                <a:cubicBezTo>
                  <a:pt x="23" y="263"/>
                  <a:pt x="27" y="261"/>
                  <a:pt x="30" y="259"/>
                </a:cubicBezTo>
                <a:cubicBezTo>
                  <a:pt x="30" y="258"/>
                  <a:pt x="31" y="258"/>
                  <a:pt x="32" y="258"/>
                </a:cubicBezTo>
                <a:cubicBezTo>
                  <a:pt x="33" y="256"/>
                  <a:pt x="35" y="255"/>
                  <a:pt x="36" y="254"/>
                </a:cubicBezTo>
                <a:cubicBezTo>
                  <a:pt x="37" y="253"/>
                  <a:pt x="38" y="252"/>
                  <a:pt x="39" y="251"/>
                </a:cubicBezTo>
                <a:cubicBezTo>
                  <a:pt x="41" y="250"/>
                  <a:pt x="42" y="248"/>
                  <a:pt x="44" y="246"/>
                </a:cubicBezTo>
                <a:cubicBezTo>
                  <a:pt x="45" y="245"/>
                  <a:pt x="46" y="245"/>
                  <a:pt x="47" y="243"/>
                </a:cubicBezTo>
                <a:cubicBezTo>
                  <a:pt x="47" y="243"/>
                  <a:pt x="49" y="242"/>
                  <a:pt x="49" y="240"/>
                </a:cubicBezTo>
                <a:cubicBezTo>
                  <a:pt x="51" y="239"/>
                  <a:pt x="52" y="238"/>
                  <a:pt x="53" y="236"/>
                </a:cubicBezTo>
                <a:cubicBezTo>
                  <a:pt x="53" y="236"/>
                  <a:pt x="54" y="235"/>
                  <a:pt x="55" y="234"/>
                </a:cubicBezTo>
                <a:cubicBezTo>
                  <a:pt x="55" y="232"/>
                  <a:pt x="57" y="231"/>
                  <a:pt x="57" y="230"/>
                </a:cubicBezTo>
                <a:cubicBezTo>
                  <a:pt x="58" y="229"/>
                  <a:pt x="59" y="227"/>
                  <a:pt x="60" y="226"/>
                </a:cubicBezTo>
                <a:cubicBezTo>
                  <a:pt x="60" y="226"/>
                  <a:pt x="60" y="225"/>
                  <a:pt x="61" y="225"/>
                </a:cubicBezTo>
                <a:cubicBezTo>
                  <a:pt x="62" y="223"/>
                  <a:pt x="62" y="221"/>
                  <a:pt x="63" y="219"/>
                </a:cubicBezTo>
                <a:cubicBezTo>
                  <a:pt x="63" y="219"/>
                  <a:pt x="64" y="217"/>
                  <a:pt x="64" y="216"/>
                </a:cubicBezTo>
                <a:lnTo>
                  <a:pt x="64" y="215"/>
                </a:lnTo>
                <a:cubicBezTo>
                  <a:pt x="66" y="212"/>
                  <a:pt x="67" y="209"/>
                  <a:pt x="68" y="206"/>
                </a:cubicBezTo>
                <a:cubicBezTo>
                  <a:pt x="68" y="206"/>
                  <a:pt x="68" y="205"/>
                  <a:pt x="68" y="204"/>
                </a:cubicBezTo>
                <a:cubicBezTo>
                  <a:pt x="68" y="202"/>
                  <a:pt x="68" y="199"/>
                  <a:pt x="69" y="196"/>
                </a:cubicBezTo>
                <a:cubicBezTo>
                  <a:pt x="69" y="195"/>
                  <a:pt x="69" y="195"/>
                  <a:pt x="69" y="195"/>
                </a:cubicBezTo>
                <a:lnTo>
                  <a:pt x="69" y="0"/>
                </a:lnTo>
                <a:cubicBezTo>
                  <a:pt x="69" y="4"/>
                  <a:pt x="68" y="7"/>
                  <a:pt x="68" y="10"/>
                </a:cubicBezTo>
              </a:path>
            </a:pathLst>
          </a:custGeom>
          <a:solidFill>
            <a:schemeClr val="bg1">
              <a:lumMod val="65000"/>
            </a:schemeClr>
          </a:solidFill>
          <a:ln>
            <a:noFill/>
          </a:ln>
          <a:effectLst/>
        </p:spPr>
        <p:txBody>
          <a:bodyPr wrap="none" anchor="ctr"/>
          <a:lstStyle/>
          <a:p>
            <a:endParaRPr lang="en-US" sz="900"/>
          </a:p>
        </p:txBody>
      </p:sp>
      <p:sp>
        <p:nvSpPr>
          <p:cNvPr id="30" name="Freeform 29">
            <a:extLst>
              <a:ext uri="{FF2B5EF4-FFF2-40B4-BE49-F238E27FC236}">
                <a16:creationId xmlns:a16="http://schemas.microsoft.com/office/drawing/2014/main" id="{61D37DAA-8DE6-E949-A45D-3F992C21C244}"/>
              </a:ext>
            </a:extLst>
          </p:cNvPr>
          <p:cNvSpPr>
            <a:spLocks noChangeArrowheads="1"/>
          </p:cNvSpPr>
          <p:nvPr/>
        </p:nvSpPr>
        <p:spPr bwMode="auto">
          <a:xfrm>
            <a:off x="5213641" y="3463507"/>
            <a:ext cx="50374" cy="198345"/>
          </a:xfrm>
          <a:custGeom>
            <a:avLst/>
            <a:gdLst>
              <a:gd name="T0" fmla="*/ 0 w 70"/>
              <a:gd name="T1" fmla="*/ 195 h 278"/>
              <a:gd name="T2" fmla="*/ 0 w 70"/>
              <a:gd name="T3" fmla="*/ 0 h 278"/>
              <a:gd name="T4" fmla="*/ 69 w 70"/>
              <a:gd name="T5" fmla="*/ 82 h 278"/>
              <a:gd name="T6" fmla="*/ 69 w 70"/>
              <a:gd name="T7" fmla="*/ 277 h 278"/>
              <a:gd name="T8" fmla="*/ 0 w 70"/>
              <a:gd name="T9" fmla="*/ 195 h 278"/>
            </a:gdLst>
            <a:ahLst/>
            <a:cxnLst>
              <a:cxn ang="0">
                <a:pos x="T0" y="T1"/>
              </a:cxn>
              <a:cxn ang="0">
                <a:pos x="T2" y="T3"/>
              </a:cxn>
              <a:cxn ang="0">
                <a:pos x="T4" y="T5"/>
              </a:cxn>
              <a:cxn ang="0">
                <a:pos x="T6" y="T7"/>
              </a:cxn>
              <a:cxn ang="0">
                <a:pos x="T8" y="T9"/>
              </a:cxn>
            </a:cxnLst>
            <a:rect l="0" t="0" r="r" b="b"/>
            <a:pathLst>
              <a:path w="70" h="278">
                <a:moveTo>
                  <a:pt x="0" y="195"/>
                </a:moveTo>
                <a:lnTo>
                  <a:pt x="0" y="0"/>
                </a:lnTo>
                <a:cubicBezTo>
                  <a:pt x="0" y="30"/>
                  <a:pt x="23" y="59"/>
                  <a:pt x="69" y="82"/>
                </a:cubicBezTo>
                <a:lnTo>
                  <a:pt x="69" y="277"/>
                </a:lnTo>
                <a:cubicBezTo>
                  <a:pt x="23" y="254"/>
                  <a:pt x="0" y="224"/>
                  <a:pt x="0" y="195"/>
                </a:cubicBezTo>
              </a:path>
            </a:pathLst>
          </a:custGeom>
          <a:solidFill>
            <a:schemeClr val="bg1">
              <a:lumMod val="65000"/>
            </a:schemeClr>
          </a:solidFill>
          <a:ln>
            <a:noFill/>
          </a:ln>
          <a:effectLst/>
        </p:spPr>
        <p:txBody>
          <a:bodyPr wrap="none" anchor="ctr"/>
          <a:lstStyle/>
          <a:p>
            <a:endParaRPr lang="en-US" sz="900"/>
          </a:p>
        </p:txBody>
      </p:sp>
      <p:sp>
        <p:nvSpPr>
          <p:cNvPr id="31" name="Freeform 30">
            <a:extLst>
              <a:ext uri="{FF2B5EF4-FFF2-40B4-BE49-F238E27FC236}">
                <a16:creationId xmlns:a16="http://schemas.microsoft.com/office/drawing/2014/main" id="{C9BAB828-188A-7549-ABF8-2E6C5803EF0D}"/>
              </a:ext>
            </a:extLst>
          </p:cNvPr>
          <p:cNvSpPr>
            <a:spLocks noChangeArrowheads="1"/>
          </p:cNvSpPr>
          <p:nvPr/>
        </p:nvSpPr>
        <p:spPr bwMode="auto">
          <a:xfrm>
            <a:off x="6466685" y="3520178"/>
            <a:ext cx="969692" cy="623374"/>
          </a:xfrm>
          <a:custGeom>
            <a:avLst/>
            <a:gdLst>
              <a:gd name="T0" fmla="*/ 1358 w 1359"/>
              <a:gd name="T1" fmla="*/ 0 h 875"/>
              <a:gd name="T2" fmla="*/ 1358 w 1359"/>
              <a:gd name="T3" fmla="*/ 195 h 875"/>
              <a:gd name="T4" fmla="*/ 0 w 1359"/>
              <a:gd name="T5" fmla="*/ 874 h 875"/>
              <a:gd name="T6" fmla="*/ 0 w 1359"/>
              <a:gd name="T7" fmla="*/ 679 h 875"/>
              <a:gd name="T8" fmla="*/ 1358 w 1359"/>
              <a:gd name="T9" fmla="*/ 0 h 875"/>
            </a:gdLst>
            <a:ahLst/>
            <a:cxnLst>
              <a:cxn ang="0">
                <a:pos x="T0" y="T1"/>
              </a:cxn>
              <a:cxn ang="0">
                <a:pos x="T2" y="T3"/>
              </a:cxn>
              <a:cxn ang="0">
                <a:pos x="T4" y="T5"/>
              </a:cxn>
              <a:cxn ang="0">
                <a:pos x="T6" y="T7"/>
              </a:cxn>
              <a:cxn ang="0">
                <a:pos x="T8" y="T9"/>
              </a:cxn>
            </a:cxnLst>
            <a:rect l="0" t="0" r="r" b="b"/>
            <a:pathLst>
              <a:path w="1359" h="875">
                <a:moveTo>
                  <a:pt x="1358" y="0"/>
                </a:moveTo>
                <a:lnTo>
                  <a:pt x="1358" y="195"/>
                </a:lnTo>
                <a:lnTo>
                  <a:pt x="0" y="874"/>
                </a:lnTo>
                <a:lnTo>
                  <a:pt x="0" y="679"/>
                </a:lnTo>
                <a:lnTo>
                  <a:pt x="1358" y="0"/>
                </a:lnTo>
              </a:path>
            </a:pathLst>
          </a:custGeom>
          <a:solidFill>
            <a:schemeClr val="bg1">
              <a:lumMod val="75000"/>
            </a:schemeClr>
          </a:solidFill>
          <a:ln>
            <a:noFill/>
          </a:ln>
          <a:effectLst/>
        </p:spPr>
        <p:txBody>
          <a:bodyPr wrap="none" anchor="ctr"/>
          <a:lstStyle/>
          <a:p>
            <a:endParaRPr lang="en-US" sz="900"/>
          </a:p>
        </p:txBody>
      </p:sp>
      <p:sp>
        <p:nvSpPr>
          <p:cNvPr id="32" name="Freeform 31">
            <a:extLst>
              <a:ext uri="{FF2B5EF4-FFF2-40B4-BE49-F238E27FC236}">
                <a16:creationId xmlns:a16="http://schemas.microsoft.com/office/drawing/2014/main" id="{DC9FD03C-3223-B148-A18B-74A0D0B6B381}"/>
              </a:ext>
            </a:extLst>
          </p:cNvPr>
          <p:cNvSpPr>
            <a:spLocks noChangeArrowheads="1"/>
          </p:cNvSpPr>
          <p:nvPr/>
        </p:nvSpPr>
        <p:spPr bwMode="auto">
          <a:xfrm>
            <a:off x="5264014" y="3520178"/>
            <a:ext cx="969692" cy="623374"/>
          </a:xfrm>
          <a:custGeom>
            <a:avLst/>
            <a:gdLst>
              <a:gd name="T0" fmla="*/ 1358 w 1359"/>
              <a:gd name="T1" fmla="*/ 679 h 875"/>
              <a:gd name="T2" fmla="*/ 1358 w 1359"/>
              <a:gd name="T3" fmla="*/ 874 h 875"/>
              <a:gd name="T4" fmla="*/ 0 w 1359"/>
              <a:gd name="T5" fmla="*/ 195 h 875"/>
              <a:gd name="T6" fmla="*/ 0 w 1359"/>
              <a:gd name="T7" fmla="*/ 0 h 875"/>
              <a:gd name="T8" fmla="*/ 1358 w 1359"/>
              <a:gd name="T9" fmla="*/ 679 h 875"/>
            </a:gdLst>
            <a:ahLst/>
            <a:cxnLst>
              <a:cxn ang="0">
                <a:pos x="T0" y="T1"/>
              </a:cxn>
              <a:cxn ang="0">
                <a:pos x="T2" y="T3"/>
              </a:cxn>
              <a:cxn ang="0">
                <a:pos x="T4" y="T5"/>
              </a:cxn>
              <a:cxn ang="0">
                <a:pos x="T6" y="T7"/>
              </a:cxn>
              <a:cxn ang="0">
                <a:pos x="T8" y="T9"/>
              </a:cxn>
            </a:cxnLst>
            <a:rect l="0" t="0" r="r" b="b"/>
            <a:pathLst>
              <a:path w="1359" h="875">
                <a:moveTo>
                  <a:pt x="1358" y="679"/>
                </a:moveTo>
                <a:lnTo>
                  <a:pt x="1358" y="874"/>
                </a:lnTo>
                <a:lnTo>
                  <a:pt x="0" y="195"/>
                </a:lnTo>
                <a:lnTo>
                  <a:pt x="0" y="0"/>
                </a:lnTo>
                <a:lnTo>
                  <a:pt x="1358" y="679"/>
                </a:lnTo>
              </a:path>
            </a:pathLst>
          </a:custGeom>
          <a:solidFill>
            <a:schemeClr val="bg1">
              <a:lumMod val="75000"/>
            </a:schemeClr>
          </a:solidFill>
          <a:ln>
            <a:noFill/>
          </a:ln>
          <a:effectLst/>
        </p:spPr>
        <p:txBody>
          <a:bodyPr wrap="none" anchor="ctr"/>
          <a:lstStyle/>
          <a:p>
            <a:endParaRPr lang="en-US" sz="900"/>
          </a:p>
        </p:txBody>
      </p:sp>
      <p:sp>
        <p:nvSpPr>
          <p:cNvPr id="33" name="Freeform 32">
            <a:extLst>
              <a:ext uri="{FF2B5EF4-FFF2-40B4-BE49-F238E27FC236}">
                <a16:creationId xmlns:a16="http://schemas.microsoft.com/office/drawing/2014/main" id="{62BD6E5C-E2E8-DA4A-B19F-7A916027F6D1}"/>
              </a:ext>
            </a:extLst>
          </p:cNvPr>
          <p:cNvSpPr>
            <a:spLocks noChangeArrowheads="1"/>
          </p:cNvSpPr>
          <p:nvPr/>
        </p:nvSpPr>
        <p:spPr bwMode="auto">
          <a:xfrm>
            <a:off x="5197900" y="2896804"/>
            <a:ext cx="2304594" cy="1136554"/>
          </a:xfrm>
          <a:custGeom>
            <a:avLst/>
            <a:gdLst>
              <a:gd name="T0" fmla="*/ 1613 w 3227"/>
              <a:gd name="T1" fmla="*/ 0 h 1592"/>
              <a:gd name="T2" fmla="*/ 1777 w 3227"/>
              <a:gd name="T3" fmla="*/ 34 h 1592"/>
              <a:gd name="T4" fmla="*/ 3135 w 3227"/>
              <a:gd name="T5" fmla="*/ 713 h 1592"/>
              <a:gd name="T6" fmla="*/ 3135 w 3227"/>
              <a:gd name="T7" fmla="*/ 877 h 1592"/>
              <a:gd name="T8" fmla="*/ 1777 w 3227"/>
              <a:gd name="T9" fmla="*/ 1556 h 1592"/>
              <a:gd name="T10" fmla="*/ 1613 w 3227"/>
              <a:gd name="T11" fmla="*/ 1591 h 1592"/>
              <a:gd name="T12" fmla="*/ 1449 w 3227"/>
              <a:gd name="T13" fmla="*/ 1556 h 1592"/>
              <a:gd name="T14" fmla="*/ 91 w 3227"/>
              <a:gd name="T15" fmla="*/ 877 h 1592"/>
              <a:gd name="T16" fmla="*/ 91 w 3227"/>
              <a:gd name="T17" fmla="*/ 713 h 1592"/>
              <a:gd name="T18" fmla="*/ 1449 w 3227"/>
              <a:gd name="T19" fmla="*/ 34 h 1592"/>
              <a:gd name="T20" fmla="*/ 1613 w 3227"/>
              <a:gd name="T21" fmla="*/ 0 h 1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27" h="1592">
                <a:moveTo>
                  <a:pt x="1613" y="0"/>
                </a:moveTo>
                <a:cubicBezTo>
                  <a:pt x="1672" y="0"/>
                  <a:pt x="1732" y="12"/>
                  <a:pt x="1777" y="34"/>
                </a:cubicBezTo>
                <a:lnTo>
                  <a:pt x="3135" y="713"/>
                </a:lnTo>
                <a:cubicBezTo>
                  <a:pt x="3226" y="758"/>
                  <a:pt x="3226" y="832"/>
                  <a:pt x="3135" y="877"/>
                </a:cubicBezTo>
                <a:lnTo>
                  <a:pt x="1777" y="1556"/>
                </a:lnTo>
                <a:cubicBezTo>
                  <a:pt x="1732" y="1579"/>
                  <a:pt x="1672" y="1591"/>
                  <a:pt x="1613" y="1591"/>
                </a:cubicBezTo>
                <a:cubicBezTo>
                  <a:pt x="1554" y="1591"/>
                  <a:pt x="1494" y="1579"/>
                  <a:pt x="1449" y="1556"/>
                </a:cubicBezTo>
                <a:lnTo>
                  <a:pt x="91" y="877"/>
                </a:lnTo>
                <a:cubicBezTo>
                  <a:pt x="0" y="832"/>
                  <a:pt x="0" y="758"/>
                  <a:pt x="91" y="713"/>
                </a:cubicBezTo>
                <a:lnTo>
                  <a:pt x="1449" y="34"/>
                </a:lnTo>
                <a:cubicBezTo>
                  <a:pt x="1494" y="12"/>
                  <a:pt x="1554" y="0"/>
                  <a:pt x="1613" y="0"/>
                </a:cubicBezTo>
              </a:path>
            </a:pathLst>
          </a:custGeom>
          <a:solidFill>
            <a:schemeClr val="bg1">
              <a:lumMod val="95000"/>
            </a:schemeClr>
          </a:solidFill>
          <a:ln>
            <a:noFill/>
          </a:ln>
          <a:effectLst/>
        </p:spPr>
        <p:txBody>
          <a:bodyPr wrap="none" anchor="ctr"/>
          <a:lstStyle/>
          <a:p>
            <a:endParaRPr lang="en-US" sz="900"/>
          </a:p>
        </p:txBody>
      </p:sp>
      <p:sp>
        <p:nvSpPr>
          <p:cNvPr id="34" name="Freeform 33">
            <a:extLst>
              <a:ext uri="{FF2B5EF4-FFF2-40B4-BE49-F238E27FC236}">
                <a16:creationId xmlns:a16="http://schemas.microsoft.com/office/drawing/2014/main" id="{B662BAC9-5FB3-964F-B4E3-729D2DCB6EF3}"/>
              </a:ext>
            </a:extLst>
          </p:cNvPr>
          <p:cNvSpPr>
            <a:spLocks noChangeArrowheads="1"/>
          </p:cNvSpPr>
          <p:nvPr/>
        </p:nvSpPr>
        <p:spPr bwMode="auto">
          <a:xfrm>
            <a:off x="6233706" y="4005024"/>
            <a:ext cx="236128" cy="163715"/>
          </a:xfrm>
          <a:custGeom>
            <a:avLst/>
            <a:gdLst>
              <a:gd name="T0" fmla="*/ 300 w 329"/>
              <a:gd name="T1" fmla="*/ 12 h 230"/>
              <a:gd name="T2" fmla="*/ 275 w 329"/>
              <a:gd name="T3" fmla="*/ 20 h 230"/>
              <a:gd name="T4" fmla="*/ 254 w 329"/>
              <a:gd name="T5" fmla="*/ 26 h 230"/>
              <a:gd name="T6" fmla="*/ 230 w 329"/>
              <a:gd name="T7" fmla="*/ 30 h 230"/>
              <a:gd name="T8" fmla="*/ 205 w 329"/>
              <a:gd name="T9" fmla="*/ 33 h 230"/>
              <a:gd name="T10" fmla="*/ 182 w 329"/>
              <a:gd name="T11" fmla="*/ 34 h 230"/>
              <a:gd name="T12" fmla="*/ 148 w 329"/>
              <a:gd name="T13" fmla="*/ 34 h 230"/>
              <a:gd name="T14" fmla="*/ 121 w 329"/>
              <a:gd name="T15" fmla="*/ 32 h 230"/>
              <a:gd name="T16" fmla="*/ 99 w 329"/>
              <a:gd name="T17" fmla="*/ 30 h 230"/>
              <a:gd name="T18" fmla="*/ 79 w 329"/>
              <a:gd name="T19" fmla="*/ 26 h 230"/>
              <a:gd name="T20" fmla="*/ 60 w 329"/>
              <a:gd name="T21" fmla="*/ 22 h 230"/>
              <a:gd name="T22" fmla="*/ 40 w 329"/>
              <a:gd name="T23" fmla="*/ 16 h 230"/>
              <a:gd name="T24" fmla="*/ 18 w 329"/>
              <a:gd name="T25" fmla="*/ 8 h 230"/>
              <a:gd name="T26" fmla="*/ 0 w 329"/>
              <a:gd name="T27" fmla="*/ 195 h 230"/>
              <a:gd name="T28" fmla="*/ 20 w 329"/>
              <a:gd name="T29" fmla="*/ 204 h 230"/>
              <a:gd name="T30" fmla="*/ 42 w 329"/>
              <a:gd name="T31" fmla="*/ 212 h 230"/>
              <a:gd name="T32" fmla="*/ 60 w 329"/>
              <a:gd name="T33" fmla="*/ 216 h 230"/>
              <a:gd name="T34" fmla="*/ 71 w 329"/>
              <a:gd name="T35" fmla="*/ 219 h 230"/>
              <a:gd name="T36" fmla="*/ 82 w 329"/>
              <a:gd name="T37" fmla="*/ 221 h 230"/>
              <a:gd name="T38" fmla="*/ 99 w 329"/>
              <a:gd name="T39" fmla="*/ 224 h 230"/>
              <a:gd name="T40" fmla="*/ 119 w 329"/>
              <a:gd name="T41" fmla="*/ 227 h 230"/>
              <a:gd name="T42" fmla="*/ 138 w 329"/>
              <a:gd name="T43" fmla="*/ 228 h 230"/>
              <a:gd name="T44" fmla="*/ 148 w 329"/>
              <a:gd name="T45" fmla="*/ 228 h 230"/>
              <a:gd name="T46" fmla="*/ 164 w 329"/>
              <a:gd name="T47" fmla="*/ 229 h 230"/>
              <a:gd name="T48" fmla="*/ 182 w 329"/>
              <a:gd name="T49" fmla="*/ 228 h 230"/>
              <a:gd name="T50" fmla="*/ 202 w 329"/>
              <a:gd name="T51" fmla="*/ 227 h 230"/>
              <a:gd name="T52" fmla="*/ 228 w 329"/>
              <a:gd name="T53" fmla="*/ 224 h 230"/>
              <a:gd name="T54" fmla="*/ 230 w 329"/>
              <a:gd name="T55" fmla="*/ 224 h 230"/>
              <a:gd name="T56" fmla="*/ 254 w 329"/>
              <a:gd name="T57" fmla="*/ 219 h 230"/>
              <a:gd name="T58" fmla="*/ 275 w 329"/>
              <a:gd name="T59" fmla="*/ 214 h 230"/>
              <a:gd name="T60" fmla="*/ 300 w 329"/>
              <a:gd name="T61" fmla="*/ 207 h 230"/>
              <a:gd name="T62" fmla="*/ 315 w 329"/>
              <a:gd name="T63" fmla="*/ 200 h 230"/>
              <a:gd name="T64" fmla="*/ 328 w 329"/>
              <a:gd name="T65" fmla="*/ 0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9" h="230">
                <a:moveTo>
                  <a:pt x="313" y="7"/>
                </a:moveTo>
                <a:cubicBezTo>
                  <a:pt x="309" y="9"/>
                  <a:pt x="305" y="11"/>
                  <a:pt x="300" y="12"/>
                </a:cubicBezTo>
                <a:cubicBezTo>
                  <a:pt x="298" y="13"/>
                  <a:pt x="296" y="14"/>
                  <a:pt x="293" y="15"/>
                </a:cubicBezTo>
                <a:cubicBezTo>
                  <a:pt x="288" y="17"/>
                  <a:pt x="281" y="19"/>
                  <a:pt x="275" y="20"/>
                </a:cubicBezTo>
                <a:cubicBezTo>
                  <a:pt x="274" y="21"/>
                  <a:pt x="274" y="21"/>
                  <a:pt x="272" y="21"/>
                </a:cubicBezTo>
                <a:cubicBezTo>
                  <a:pt x="266" y="23"/>
                  <a:pt x="260" y="24"/>
                  <a:pt x="254" y="26"/>
                </a:cubicBezTo>
                <a:cubicBezTo>
                  <a:pt x="253" y="26"/>
                  <a:pt x="252" y="26"/>
                  <a:pt x="251" y="26"/>
                </a:cubicBezTo>
                <a:cubicBezTo>
                  <a:pt x="244" y="27"/>
                  <a:pt x="238" y="29"/>
                  <a:pt x="230" y="30"/>
                </a:cubicBezTo>
                <a:cubicBezTo>
                  <a:pt x="229" y="30"/>
                  <a:pt x="229" y="30"/>
                  <a:pt x="228" y="30"/>
                </a:cubicBezTo>
                <a:cubicBezTo>
                  <a:pt x="220" y="31"/>
                  <a:pt x="213" y="32"/>
                  <a:pt x="205" y="33"/>
                </a:cubicBezTo>
                <a:cubicBezTo>
                  <a:pt x="201" y="33"/>
                  <a:pt x="198" y="33"/>
                  <a:pt x="195" y="34"/>
                </a:cubicBezTo>
                <a:cubicBezTo>
                  <a:pt x="191" y="34"/>
                  <a:pt x="187" y="34"/>
                  <a:pt x="182" y="34"/>
                </a:cubicBezTo>
                <a:cubicBezTo>
                  <a:pt x="176" y="34"/>
                  <a:pt x="170" y="35"/>
                  <a:pt x="164" y="35"/>
                </a:cubicBezTo>
                <a:cubicBezTo>
                  <a:pt x="159" y="35"/>
                  <a:pt x="153" y="34"/>
                  <a:pt x="148" y="34"/>
                </a:cubicBezTo>
                <a:cubicBezTo>
                  <a:pt x="145" y="34"/>
                  <a:pt x="143" y="34"/>
                  <a:pt x="140" y="34"/>
                </a:cubicBezTo>
                <a:cubicBezTo>
                  <a:pt x="134" y="34"/>
                  <a:pt x="128" y="33"/>
                  <a:pt x="121" y="32"/>
                </a:cubicBezTo>
                <a:cubicBezTo>
                  <a:pt x="121" y="32"/>
                  <a:pt x="120" y="32"/>
                  <a:pt x="119" y="32"/>
                </a:cubicBezTo>
                <a:cubicBezTo>
                  <a:pt x="113" y="32"/>
                  <a:pt x="106" y="31"/>
                  <a:pt x="99" y="30"/>
                </a:cubicBezTo>
                <a:cubicBezTo>
                  <a:pt x="97" y="29"/>
                  <a:pt x="95" y="29"/>
                  <a:pt x="93" y="29"/>
                </a:cubicBezTo>
                <a:cubicBezTo>
                  <a:pt x="88" y="28"/>
                  <a:pt x="84" y="27"/>
                  <a:pt x="79" y="26"/>
                </a:cubicBezTo>
                <a:cubicBezTo>
                  <a:pt x="77" y="26"/>
                  <a:pt x="73" y="25"/>
                  <a:pt x="71" y="24"/>
                </a:cubicBezTo>
                <a:cubicBezTo>
                  <a:pt x="67" y="24"/>
                  <a:pt x="63" y="23"/>
                  <a:pt x="60" y="22"/>
                </a:cubicBezTo>
                <a:cubicBezTo>
                  <a:pt x="56" y="21"/>
                  <a:pt x="52" y="20"/>
                  <a:pt x="49" y="19"/>
                </a:cubicBezTo>
                <a:cubicBezTo>
                  <a:pt x="46" y="18"/>
                  <a:pt x="43" y="17"/>
                  <a:pt x="40" y="16"/>
                </a:cubicBezTo>
                <a:cubicBezTo>
                  <a:pt x="33" y="14"/>
                  <a:pt x="27" y="12"/>
                  <a:pt x="20" y="9"/>
                </a:cubicBezTo>
                <a:cubicBezTo>
                  <a:pt x="19" y="9"/>
                  <a:pt x="19" y="9"/>
                  <a:pt x="18" y="8"/>
                </a:cubicBezTo>
                <a:cubicBezTo>
                  <a:pt x="12" y="6"/>
                  <a:pt x="6" y="4"/>
                  <a:pt x="0" y="0"/>
                </a:cubicBezTo>
                <a:lnTo>
                  <a:pt x="0" y="195"/>
                </a:lnTo>
                <a:cubicBezTo>
                  <a:pt x="6" y="197"/>
                  <a:pt x="12" y="200"/>
                  <a:pt x="18" y="203"/>
                </a:cubicBezTo>
                <a:cubicBezTo>
                  <a:pt x="19" y="203"/>
                  <a:pt x="19" y="204"/>
                  <a:pt x="20" y="204"/>
                </a:cubicBezTo>
                <a:cubicBezTo>
                  <a:pt x="27" y="206"/>
                  <a:pt x="33" y="208"/>
                  <a:pt x="40" y="210"/>
                </a:cubicBezTo>
                <a:cubicBezTo>
                  <a:pt x="41" y="211"/>
                  <a:pt x="41" y="211"/>
                  <a:pt x="42" y="212"/>
                </a:cubicBezTo>
                <a:cubicBezTo>
                  <a:pt x="44" y="212"/>
                  <a:pt x="47" y="213"/>
                  <a:pt x="49" y="213"/>
                </a:cubicBezTo>
                <a:cubicBezTo>
                  <a:pt x="52" y="214"/>
                  <a:pt x="56" y="215"/>
                  <a:pt x="60" y="216"/>
                </a:cubicBezTo>
                <a:cubicBezTo>
                  <a:pt x="61" y="216"/>
                  <a:pt x="61" y="217"/>
                  <a:pt x="62" y="217"/>
                </a:cubicBezTo>
                <a:cubicBezTo>
                  <a:pt x="66" y="218"/>
                  <a:pt x="68" y="218"/>
                  <a:pt x="71" y="219"/>
                </a:cubicBezTo>
                <a:cubicBezTo>
                  <a:pt x="73" y="219"/>
                  <a:pt x="77" y="220"/>
                  <a:pt x="79" y="221"/>
                </a:cubicBezTo>
                <a:cubicBezTo>
                  <a:pt x="80" y="221"/>
                  <a:pt x="81" y="221"/>
                  <a:pt x="82" y="221"/>
                </a:cubicBezTo>
                <a:cubicBezTo>
                  <a:pt x="85" y="222"/>
                  <a:pt x="89" y="223"/>
                  <a:pt x="93" y="223"/>
                </a:cubicBezTo>
                <a:cubicBezTo>
                  <a:pt x="95" y="223"/>
                  <a:pt x="97" y="224"/>
                  <a:pt x="99" y="224"/>
                </a:cubicBezTo>
                <a:cubicBezTo>
                  <a:pt x="100" y="224"/>
                  <a:pt x="101" y="224"/>
                  <a:pt x="101" y="224"/>
                </a:cubicBezTo>
                <a:cubicBezTo>
                  <a:pt x="107" y="225"/>
                  <a:pt x="113" y="226"/>
                  <a:pt x="119" y="227"/>
                </a:cubicBezTo>
                <a:cubicBezTo>
                  <a:pt x="120" y="227"/>
                  <a:pt x="121" y="227"/>
                  <a:pt x="121" y="227"/>
                </a:cubicBezTo>
                <a:cubicBezTo>
                  <a:pt x="127" y="227"/>
                  <a:pt x="133" y="227"/>
                  <a:pt x="138" y="228"/>
                </a:cubicBezTo>
                <a:cubicBezTo>
                  <a:pt x="139" y="228"/>
                  <a:pt x="140" y="228"/>
                  <a:pt x="140" y="228"/>
                </a:cubicBezTo>
                <a:cubicBezTo>
                  <a:pt x="143" y="228"/>
                  <a:pt x="145" y="228"/>
                  <a:pt x="148" y="228"/>
                </a:cubicBezTo>
                <a:cubicBezTo>
                  <a:pt x="151" y="229"/>
                  <a:pt x="155" y="229"/>
                  <a:pt x="158" y="229"/>
                </a:cubicBezTo>
                <a:cubicBezTo>
                  <a:pt x="160" y="229"/>
                  <a:pt x="162" y="229"/>
                  <a:pt x="164" y="229"/>
                </a:cubicBezTo>
                <a:cubicBezTo>
                  <a:pt x="169" y="229"/>
                  <a:pt x="174" y="229"/>
                  <a:pt x="179" y="229"/>
                </a:cubicBezTo>
                <a:cubicBezTo>
                  <a:pt x="181" y="229"/>
                  <a:pt x="181" y="228"/>
                  <a:pt x="182" y="228"/>
                </a:cubicBezTo>
                <a:cubicBezTo>
                  <a:pt x="187" y="228"/>
                  <a:pt x="191" y="228"/>
                  <a:pt x="195" y="227"/>
                </a:cubicBezTo>
                <a:cubicBezTo>
                  <a:pt x="197" y="227"/>
                  <a:pt x="200" y="227"/>
                  <a:pt x="202" y="227"/>
                </a:cubicBezTo>
                <a:cubicBezTo>
                  <a:pt x="203" y="227"/>
                  <a:pt x="204" y="227"/>
                  <a:pt x="205" y="227"/>
                </a:cubicBezTo>
                <a:cubicBezTo>
                  <a:pt x="213" y="226"/>
                  <a:pt x="220" y="225"/>
                  <a:pt x="228" y="224"/>
                </a:cubicBezTo>
                <a:cubicBezTo>
                  <a:pt x="229" y="224"/>
                  <a:pt x="229" y="224"/>
                  <a:pt x="229" y="224"/>
                </a:cubicBezTo>
                <a:lnTo>
                  <a:pt x="230" y="224"/>
                </a:lnTo>
                <a:cubicBezTo>
                  <a:pt x="238" y="223"/>
                  <a:pt x="244" y="222"/>
                  <a:pt x="251" y="220"/>
                </a:cubicBezTo>
                <a:cubicBezTo>
                  <a:pt x="252" y="220"/>
                  <a:pt x="253" y="220"/>
                  <a:pt x="254" y="219"/>
                </a:cubicBezTo>
                <a:cubicBezTo>
                  <a:pt x="260" y="218"/>
                  <a:pt x="266" y="217"/>
                  <a:pt x="272" y="215"/>
                </a:cubicBezTo>
                <a:cubicBezTo>
                  <a:pt x="274" y="215"/>
                  <a:pt x="274" y="214"/>
                  <a:pt x="275" y="214"/>
                </a:cubicBezTo>
                <a:cubicBezTo>
                  <a:pt x="281" y="213"/>
                  <a:pt x="288" y="211"/>
                  <a:pt x="293" y="209"/>
                </a:cubicBezTo>
                <a:cubicBezTo>
                  <a:pt x="296" y="208"/>
                  <a:pt x="298" y="207"/>
                  <a:pt x="300" y="207"/>
                </a:cubicBezTo>
                <a:cubicBezTo>
                  <a:pt x="305" y="205"/>
                  <a:pt x="309" y="204"/>
                  <a:pt x="313" y="202"/>
                </a:cubicBezTo>
                <a:cubicBezTo>
                  <a:pt x="314" y="201"/>
                  <a:pt x="314" y="201"/>
                  <a:pt x="315" y="200"/>
                </a:cubicBezTo>
                <a:cubicBezTo>
                  <a:pt x="320" y="199"/>
                  <a:pt x="324" y="197"/>
                  <a:pt x="328" y="195"/>
                </a:cubicBezTo>
                <a:lnTo>
                  <a:pt x="328" y="0"/>
                </a:lnTo>
                <a:cubicBezTo>
                  <a:pt x="323" y="3"/>
                  <a:pt x="318" y="5"/>
                  <a:pt x="313" y="7"/>
                </a:cubicBezTo>
              </a:path>
            </a:pathLst>
          </a:custGeom>
          <a:solidFill>
            <a:schemeClr val="bg1">
              <a:lumMod val="65000"/>
            </a:schemeClr>
          </a:solidFill>
          <a:ln>
            <a:noFill/>
          </a:ln>
          <a:effectLst/>
        </p:spPr>
        <p:txBody>
          <a:bodyPr wrap="none" anchor="ctr"/>
          <a:lstStyle/>
          <a:p>
            <a:endParaRPr lang="en-US" sz="900"/>
          </a:p>
        </p:txBody>
      </p:sp>
      <p:sp>
        <p:nvSpPr>
          <p:cNvPr id="35" name="Freeform 34">
            <a:extLst>
              <a:ext uri="{FF2B5EF4-FFF2-40B4-BE49-F238E27FC236}">
                <a16:creationId xmlns:a16="http://schemas.microsoft.com/office/drawing/2014/main" id="{61CBF10C-CD35-AA45-AA4F-28372B87B7AC}"/>
              </a:ext>
            </a:extLst>
          </p:cNvPr>
          <p:cNvSpPr>
            <a:spLocks noChangeArrowheads="1"/>
          </p:cNvSpPr>
          <p:nvPr/>
        </p:nvSpPr>
        <p:spPr bwMode="auto">
          <a:xfrm>
            <a:off x="6051102" y="3391094"/>
            <a:ext cx="598187" cy="141677"/>
          </a:xfrm>
          <a:custGeom>
            <a:avLst/>
            <a:gdLst>
              <a:gd name="T0" fmla="*/ 839 w 840"/>
              <a:gd name="T1" fmla="*/ 99 h 200"/>
              <a:gd name="T2" fmla="*/ 419 w 840"/>
              <a:gd name="T3" fmla="*/ 199 h 200"/>
              <a:gd name="T4" fmla="*/ 0 w 840"/>
              <a:gd name="T5" fmla="*/ 99 h 200"/>
              <a:gd name="T6" fmla="*/ 419 w 840"/>
              <a:gd name="T7" fmla="*/ 0 h 200"/>
              <a:gd name="T8" fmla="*/ 839 w 840"/>
              <a:gd name="T9" fmla="*/ 99 h 200"/>
            </a:gdLst>
            <a:ahLst/>
            <a:cxnLst>
              <a:cxn ang="0">
                <a:pos x="T0" y="T1"/>
              </a:cxn>
              <a:cxn ang="0">
                <a:pos x="T2" y="T3"/>
              </a:cxn>
              <a:cxn ang="0">
                <a:pos x="T4" y="T5"/>
              </a:cxn>
              <a:cxn ang="0">
                <a:pos x="T6" y="T7"/>
              </a:cxn>
              <a:cxn ang="0">
                <a:pos x="T8" y="T9"/>
              </a:cxn>
            </a:cxnLst>
            <a:rect l="0" t="0" r="r" b="b"/>
            <a:pathLst>
              <a:path w="840" h="200">
                <a:moveTo>
                  <a:pt x="839" y="99"/>
                </a:moveTo>
                <a:cubicBezTo>
                  <a:pt x="839" y="154"/>
                  <a:pt x="651" y="199"/>
                  <a:pt x="419" y="199"/>
                </a:cubicBezTo>
                <a:cubicBezTo>
                  <a:pt x="187" y="199"/>
                  <a:pt x="0" y="154"/>
                  <a:pt x="0" y="99"/>
                </a:cubicBezTo>
                <a:cubicBezTo>
                  <a:pt x="0" y="45"/>
                  <a:pt x="187" y="0"/>
                  <a:pt x="419" y="0"/>
                </a:cubicBezTo>
                <a:cubicBezTo>
                  <a:pt x="651" y="0"/>
                  <a:pt x="839" y="45"/>
                  <a:pt x="839" y="99"/>
                </a:cubicBezTo>
              </a:path>
            </a:pathLst>
          </a:custGeom>
          <a:solidFill>
            <a:schemeClr val="bg1">
              <a:lumMod val="75000"/>
            </a:schemeClr>
          </a:solidFill>
          <a:ln>
            <a:noFill/>
          </a:ln>
          <a:effectLst/>
        </p:spPr>
        <p:txBody>
          <a:bodyPr wrap="none" anchor="ctr"/>
          <a:lstStyle/>
          <a:p>
            <a:endParaRPr lang="en-US" sz="900"/>
          </a:p>
        </p:txBody>
      </p:sp>
      <p:sp>
        <p:nvSpPr>
          <p:cNvPr id="36" name="Freeform 35">
            <a:extLst>
              <a:ext uri="{FF2B5EF4-FFF2-40B4-BE49-F238E27FC236}">
                <a16:creationId xmlns:a16="http://schemas.microsoft.com/office/drawing/2014/main" id="{7941C057-8B95-C144-8BEE-2C81D7DA920C}"/>
              </a:ext>
            </a:extLst>
          </p:cNvPr>
          <p:cNvSpPr>
            <a:spLocks noChangeArrowheads="1"/>
          </p:cNvSpPr>
          <p:nvPr/>
        </p:nvSpPr>
        <p:spPr bwMode="auto">
          <a:xfrm>
            <a:off x="5714230" y="1996375"/>
            <a:ext cx="1271934" cy="1467132"/>
          </a:xfrm>
          <a:custGeom>
            <a:avLst/>
            <a:gdLst>
              <a:gd name="T0" fmla="*/ 1779 w 1780"/>
              <a:gd name="T1" fmla="*/ 890 h 2054"/>
              <a:gd name="T2" fmla="*/ 890 w 1780"/>
              <a:gd name="T3" fmla="*/ 0 h 2054"/>
              <a:gd name="T4" fmla="*/ 0 w 1780"/>
              <a:gd name="T5" fmla="*/ 890 h 2054"/>
              <a:gd name="T6" fmla="*/ 723 w 1780"/>
              <a:gd name="T7" fmla="*/ 1763 h 2054"/>
              <a:gd name="T8" fmla="*/ 890 w 1780"/>
              <a:gd name="T9" fmla="*/ 2053 h 2054"/>
              <a:gd name="T10" fmla="*/ 1058 w 1780"/>
              <a:gd name="T11" fmla="*/ 1763 h 2054"/>
              <a:gd name="T12" fmla="*/ 1779 w 1780"/>
              <a:gd name="T13" fmla="*/ 890 h 2054"/>
            </a:gdLst>
            <a:ahLst/>
            <a:cxnLst>
              <a:cxn ang="0">
                <a:pos x="T0" y="T1"/>
              </a:cxn>
              <a:cxn ang="0">
                <a:pos x="T2" y="T3"/>
              </a:cxn>
              <a:cxn ang="0">
                <a:pos x="T4" y="T5"/>
              </a:cxn>
              <a:cxn ang="0">
                <a:pos x="T6" y="T7"/>
              </a:cxn>
              <a:cxn ang="0">
                <a:pos x="T8" y="T9"/>
              </a:cxn>
              <a:cxn ang="0">
                <a:pos x="T10" y="T11"/>
              </a:cxn>
              <a:cxn ang="0">
                <a:pos x="T12" y="T13"/>
              </a:cxn>
            </a:cxnLst>
            <a:rect l="0" t="0" r="r" b="b"/>
            <a:pathLst>
              <a:path w="1780" h="2054">
                <a:moveTo>
                  <a:pt x="1779" y="890"/>
                </a:moveTo>
                <a:cubicBezTo>
                  <a:pt x="1779" y="398"/>
                  <a:pt x="1381" y="0"/>
                  <a:pt x="890" y="0"/>
                </a:cubicBezTo>
                <a:cubicBezTo>
                  <a:pt x="399" y="0"/>
                  <a:pt x="0" y="398"/>
                  <a:pt x="0" y="890"/>
                </a:cubicBezTo>
                <a:cubicBezTo>
                  <a:pt x="0" y="1324"/>
                  <a:pt x="311" y="1685"/>
                  <a:pt x="723" y="1763"/>
                </a:cubicBezTo>
                <a:lnTo>
                  <a:pt x="890" y="2053"/>
                </a:lnTo>
                <a:lnTo>
                  <a:pt x="1058" y="1763"/>
                </a:lnTo>
                <a:cubicBezTo>
                  <a:pt x="1469" y="1685"/>
                  <a:pt x="1779" y="1324"/>
                  <a:pt x="1779" y="890"/>
                </a:cubicBezTo>
              </a:path>
            </a:pathLst>
          </a:custGeom>
          <a:solidFill>
            <a:schemeClr val="tx2">
              <a:lumMod val="60000"/>
              <a:lumOff val="40000"/>
            </a:schemeClr>
          </a:solidFill>
          <a:ln>
            <a:noFill/>
          </a:ln>
          <a:effectLst/>
        </p:spPr>
        <p:txBody>
          <a:bodyPr wrap="none" anchor="ctr"/>
          <a:lstStyle/>
          <a:p>
            <a:endParaRPr lang="en-US" sz="900"/>
          </a:p>
        </p:txBody>
      </p:sp>
      <p:sp>
        <p:nvSpPr>
          <p:cNvPr id="60" name="TextBox 59">
            <a:extLst>
              <a:ext uri="{FF2B5EF4-FFF2-40B4-BE49-F238E27FC236}">
                <a16:creationId xmlns:a16="http://schemas.microsoft.com/office/drawing/2014/main" id="{2A4B1A29-D3FC-D34C-AF1B-7821A2C32AD6}"/>
              </a:ext>
            </a:extLst>
          </p:cNvPr>
          <p:cNvSpPr txBox="1"/>
          <p:nvPr/>
        </p:nvSpPr>
        <p:spPr>
          <a:xfrm>
            <a:off x="6083135" y="2260991"/>
            <a:ext cx="534121" cy="784830"/>
          </a:xfrm>
          <a:prstGeom prst="rect">
            <a:avLst/>
          </a:prstGeom>
          <a:noFill/>
        </p:spPr>
        <p:txBody>
          <a:bodyPr wrap="none" rtlCol="0" anchor="ctr">
            <a:spAutoFit/>
          </a:bodyPr>
          <a:lstStyle/>
          <a:p>
            <a:pPr algn="ctr"/>
            <a:r>
              <a:rPr lang="fr-FR" sz="4500" b="1" dirty="0">
                <a:solidFill>
                  <a:schemeClr val="bg1"/>
                </a:solidFill>
                <a:latin typeface="Poppins" pitchFamily="2" charset="77"/>
                <a:cs typeface="Poppins" pitchFamily="2" charset="77"/>
              </a:rPr>
              <a:t>3</a:t>
            </a:r>
          </a:p>
        </p:txBody>
      </p:sp>
      <p:sp>
        <p:nvSpPr>
          <p:cNvPr id="70" name="Subtitle 2">
            <a:extLst>
              <a:ext uri="{FF2B5EF4-FFF2-40B4-BE49-F238E27FC236}">
                <a16:creationId xmlns:a16="http://schemas.microsoft.com/office/drawing/2014/main" id="{EF241A48-708C-744E-9930-4E7DB74CADBE}"/>
              </a:ext>
            </a:extLst>
          </p:cNvPr>
          <p:cNvSpPr txBox="1">
            <a:spLocks/>
          </p:cNvSpPr>
          <p:nvPr/>
        </p:nvSpPr>
        <p:spPr>
          <a:xfrm>
            <a:off x="5281064" y="4818613"/>
            <a:ext cx="2150854" cy="944554"/>
          </a:xfrm>
          <a:prstGeom prst="rect">
            <a:avLst/>
          </a:prstGeom>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750"/>
              </a:lnSpc>
            </a:pPr>
            <a:r>
              <a:rPr lang="fr-FR" sz="1200" b="1" dirty="0">
                <a:solidFill>
                  <a:schemeClr val="accent2">
                    <a:lumMod val="50000"/>
                    <a:lumOff val="50000"/>
                  </a:schemeClr>
                </a:solidFill>
                <a:latin typeface="Lato Light" panose="020F0502020204030203" pitchFamily="34" charset="0"/>
                <a:ea typeface="Lato Light" panose="020F0502020204030203" pitchFamily="34" charset="0"/>
                <a:cs typeface="Mukta ExtraLight" panose="020B0000000000000000" pitchFamily="34" charset="77"/>
              </a:rPr>
              <a:t>Il voit sa charge diminuer sur la gestion des globale, il est libéré d’une partie de la charge décisionnelle </a:t>
            </a:r>
          </a:p>
        </p:txBody>
      </p:sp>
      <p:sp>
        <p:nvSpPr>
          <p:cNvPr id="71" name="TextBox 70">
            <a:extLst>
              <a:ext uri="{FF2B5EF4-FFF2-40B4-BE49-F238E27FC236}">
                <a16:creationId xmlns:a16="http://schemas.microsoft.com/office/drawing/2014/main" id="{AD84C3D5-2531-1B4F-860A-C867459D19E3}"/>
              </a:ext>
            </a:extLst>
          </p:cNvPr>
          <p:cNvSpPr txBox="1"/>
          <p:nvPr/>
        </p:nvSpPr>
        <p:spPr>
          <a:xfrm>
            <a:off x="5245451" y="4481481"/>
            <a:ext cx="2222083" cy="338554"/>
          </a:xfrm>
          <a:prstGeom prst="rect">
            <a:avLst/>
          </a:prstGeom>
          <a:noFill/>
        </p:spPr>
        <p:txBody>
          <a:bodyPr wrap="none" rtlCol="0" anchor="b" anchorCtr="0">
            <a:spAutoFit/>
          </a:bodyPr>
          <a:lstStyle/>
          <a:p>
            <a:pPr algn="ctr"/>
            <a:r>
              <a:rPr lang="fr-FR" sz="1600" b="1" dirty="0">
                <a:solidFill>
                  <a:schemeClr val="tx2"/>
                </a:solidFill>
                <a:latin typeface="Poppins" pitchFamily="2" charset="77"/>
                <a:ea typeface="League Spartan" charset="0"/>
                <a:cs typeface="Poppins" pitchFamily="2" charset="77"/>
              </a:rPr>
              <a:t>Manager de terrain</a:t>
            </a:r>
          </a:p>
        </p:txBody>
      </p:sp>
      <p:sp>
        <p:nvSpPr>
          <p:cNvPr id="38" name="Freeform 37">
            <a:extLst>
              <a:ext uri="{FF2B5EF4-FFF2-40B4-BE49-F238E27FC236}">
                <a16:creationId xmlns:a16="http://schemas.microsoft.com/office/drawing/2014/main" id="{75FCB89C-FE1E-EC4C-9483-6C0330EEF533}"/>
              </a:ext>
            </a:extLst>
          </p:cNvPr>
          <p:cNvSpPr>
            <a:spLocks noChangeArrowheads="1"/>
          </p:cNvSpPr>
          <p:nvPr/>
        </p:nvSpPr>
        <p:spPr bwMode="auto">
          <a:xfrm>
            <a:off x="9960170" y="4489870"/>
            <a:ext cx="50374" cy="198345"/>
          </a:xfrm>
          <a:custGeom>
            <a:avLst/>
            <a:gdLst>
              <a:gd name="T0" fmla="*/ 67 w 69"/>
              <a:gd name="T1" fmla="*/ 10 h 277"/>
              <a:gd name="T2" fmla="*/ 66 w 69"/>
              <a:gd name="T3" fmla="*/ 11 h 277"/>
              <a:gd name="T4" fmla="*/ 64 w 69"/>
              <a:gd name="T5" fmla="*/ 21 h 277"/>
              <a:gd name="T6" fmla="*/ 62 w 69"/>
              <a:gd name="T7" fmla="*/ 24 h 277"/>
              <a:gd name="T8" fmla="*/ 59 w 69"/>
              <a:gd name="T9" fmla="*/ 32 h 277"/>
              <a:gd name="T10" fmla="*/ 56 w 69"/>
              <a:gd name="T11" fmla="*/ 35 h 277"/>
              <a:gd name="T12" fmla="*/ 53 w 69"/>
              <a:gd name="T13" fmla="*/ 41 h 277"/>
              <a:gd name="T14" fmla="*/ 49 w 69"/>
              <a:gd name="T15" fmla="*/ 46 h 277"/>
              <a:gd name="T16" fmla="*/ 43 w 69"/>
              <a:gd name="T17" fmla="*/ 51 h 277"/>
              <a:gd name="T18" fmla="*/ 38 w 69"/>
              <a:gd name="T19" fmla="*/ 57 h 277"/>
              <a:gd name="T20" fmla="*/ 31 w 69"/>
              <a:gd name="T21" fmla="*/ 63 h 277"/>
              <a:gd name="T22" fmla="*/ 29 w 69"/>
              <a:gd name="T23" fmla="*/ 64 h 277"/>
              <a:gd name="T24" fmla="*/ 17 w 69"/>
              <a:gd name="T25" fmla="*/ 73 h 277"/>
              <a:gd name="T26" fmla="*/ 14 w 69"/>
              <a:gd name="T27" fmla="*/ 74 h 277"/>
              <a:gd name="T28" fmla="*/ 0 w 69"/>
              <a:gd name="T29" fmla="*/ 82 h 277"/>
              <a:gd name="T30" fmla="*/ 0 w 69"/>
              <a:gd name="T31" fmla="*/ 276 h 277"/>
              <a:gd name="T32" fmla="*/ 14 w 69"/>
              <a:gd name="T33" fmla="*/ 268 h 277"/>
              <a:gd name="T34" fmla="*/ 17 w 69"/>
              <a:gd name="T35" fmla="*/ 266 h 277"/>
              <a:gd name="T36" fmla="*/ 19 w 69"/>
              <a:gd name="T37" fmla="*/ 265 h 277"/>
              <a:gd name="T38" fmla="*/ 29 w 69"/>
              <a:gd name="T39" fmla="*/ 259 h 277"/>
              <a:gd name="T40" fmla="*/ 31 w 69"/>
              <a:gd name="T41" fmla="*/ 257 h 277"/>
              <a:gd name="T42" fmla="*/ 35 w 69"/>
              <a:gd name="T43" fmla="*/ 254 h 277"/>
              <a:gd name="T44" fmla="*/ 38 w 69"/>
              <a:gd name="T45" fmla="*/ 251 h 277"/>
              <a:gd name="T46" fmla="*/ 43 w 69"/>
              <a:gd name="T47" fmla="*/ 246 h 277"/>
              <a:gd name="T48" fmla="*/ 46 w 69"/>
              <a:gd name="T49" fmla="*/ 243 h 277"/>
              <a:gd name="T50" fmla="*/ 49 w 69"/>
              <a:gd name="T51" fmla="*/ 240 h 277"/>
              <a:gd name="T52" fmla="*/ 53 w 69"/>
              <a:gd name="T53" fmla="*/ 236 h 277"/>
              <a:gd name="T54" fmla="*/ 54 w 69"/>
              <a:gd name="T55" fmla="*/ 234 h 277"/>
              <a:gd name="T56" fmla="*/ 56 w 69"/>
              <a:gd name="T57" fmla="*/ 230 h 277"/>
              <a:gd name="T58" fmla="*/ 59 w 69"/>
              <a:gd name="T59" fmla="*/ 225 h 277"/>
              <a:gd name="T60" fmla="*/ 60 w 69"/>
              <a:gd name="T61" fmla="*/ 224 h 277"/>
              <a:gd name="T62" fmla="*/ 62 w 69"/>
              <a:gd name="T63" fmla="*/ 219 h 277"/>
              <a:gd name="T64" fmla="*/ 64 w 69"/>
              <a:gd name="T65" fmla="*/ 216 h 277"/>
              <a:gd name="T66" fmla="*/ 64 w 69"/>
              <a:gd name="T67" fmla="*/ 215 h 277"/>
              <a:gd name="T68" fmla="*/ 66 w 69"/>
              <a:gd name="T69" fmla="*/ 205 h 277"/>
              <a:gd name="T70" fmla="*/ 67 w 69"/>
              <a:gd name="T71" fmla="*/ 204 h 277"/>
              <a:gd name="T72" fmla="*/ 68 w 69"/>
              <a:gd name="T73" fmla="*/ 196 h 277"/>
              <a:gd name="T74" fmla="*/ 68 w 69"/>
              <a:gd name="T75" fmla="*/ 194 h 277"/>
              <a:gd name="T76" fmla="*/ 68 w 69"/>
              <a:gd name="T77" fmla="*/ 0 h 277"/>
              <a:gd name="T78" fmla="*/ 67 w 69"/>
              <a:gd name="T79" fmla="*/ 10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9" h="277">
                <a:moveTo>
                  <a:pt x="67" y="10"/>
                </a:moveTo>
                <a:cubicBezTo>
                  <a:pt x="66" y="10"/>
                  <a:pt x="66" y="11"/>
                  <a:pt x="66" y="11"/>
                </a:cubicBezTo>
                <a:cubicBezTo>
                  <a:pt x="66" y="14"/>
                  <a:pt x="65" y="18"/>
                  <a:pt x="64" y="21"/>
                </a:cubicBezTo>
                <a:cubicBezTo>
                  <a:pt x="64" y="23"/>
                  <a:pt x="63" y="24"/>
                  <a:pt x="62" y="24"/>
                </a:cubicBezTo>
                <a:cubicBezTo>
                  <a:pt x="61" y="27"/>
                  <a:pt x="60" y="29"/>
                  <a:pt x="59" y="32"/>
                </a:cubicBezTo>
                <a:cubicBezTo>
                  <a:pt x="58" y="33"/>
                  <a:pt x="58" y="34"/>
                  <a:pt x="56" y="35"/>
                </a:cubicBezTo>
                <a:cubicBezTo>
                  <a:pt x="55" y="38"/>
                  <a:pt x="54" y="40"/>
                  <a:pt x="53" y="41"/>
                </a:cubicBezTo>
                <a:cubicBezTo>
                  <a:pt x="51" y="43"/>
                  <a:pt x="50" y="45"/>
                  <a:pt x="49" y="46"/>
                </a:cubicBezTo>
                <a:cubicBezTo>
                  <a:pt x="47" y="47"/>
                  <a:pt x="45" y="49"/>
                  <a:pt x="43" y="51"/>
                </a:cubicBezTo>
                <a:cubicBezTo>
                  <a:pt x="42" y="53"/>
                  <a:pt x="40" y="55"/>
                  <a:pt x="38" y="57"/>
                </a:cubicBezTo>
                <a:cubicBezTo>
                  <a:pt x="36" y="59"/>
                  <a:pt x="34" y="60"/>
                  <a:pt x="31" y="63"/>
                </a:cubicBezTo>
                <a:cubicBezTo>
                  <a:pt x="30" y="63"/>
                  <a:pt x="29" y="63"/>
                  <a:pt x="29" y="64"/>
                </a:cubicBezTo>
                <a:cubicBezTo>
                  <a:pt x="25" y="67"/>
                  <a:pt x="21" y="70"/>
                  <a:pt x="17" y="73"/>
                </a:cubicBezTo>
                <a:cubicBezTo>
                  <a:pt x="16" y="73"/>
                  <a:pt x="15" y="73"/>
                  <a:pt x="14" y="74"/>
                </a:cubicBezTo>
                <a:cubicBezTo>
                  <a:pt x="10" y="77"/>
                  <a:pt x="5" y="80"/>
                  <a:pt x="0" y="82"/>
                </a:cubicBezTo>
                <a:lnTo>
                  <a:pt x="0" y="276"/>
                </a:lnTo>
                <a:cubicBezTo>
                  <a:pt x="5" y="274"/>
                  <a:pt x="10" y="271"/>
                  <a:pt x="14" y="268"/>
                </a:cubicBezTo>
                <a:cubicBezTo>
                  <a:pt x="15" y="268"/>
                  <a:pt x="16" y="267"/>
                  <a:pt x="17" y="266"/>
                </a:cubicBezTo>
                <a:cubicBezTo>
                  <a:pt x="18" y="266"/>
                  <a:pt x="18" y="266"/>
                  <a:pt x="19" y="265"/>
                </a:cubicBezTo>
                <a:cubicBezTo>
                  <a:pt x="23" y="263"/>
                  <a:pt x="25" y="260"/>
                  <a:pt x="29" y="259"/>
                </a:cubicBezTo>
                <a:cubicBezTo>
                  <a:pt x="29" y="258"/>
                  <a:pt x="30" y="257"/>
                  <a:pt x="31" y="257"/>
                </a:cubicBezTo>
                <a:cubicBezTo>
                  <a:pt x="32" y="255"/>
                  <a:pt x="34" y="254"/>
                  <a:pt x="35" y="254"/>
                </a:cubicBezTo>
                <a:cubicBezTo>
                  <a:pt x="37" y="253"/>
                  <a:pt x="37" y="252"/>
                  <a:pt x="38" y="251"/>
                </a:cubicBezTo>
                <a:cubicBezTo>
                  <a:pt x="40" y="249"/>
                  <a:pt x="42" y="248"/>
                  <a:pt x="43" y="246"/>
                </a:cubicBezTo>
                <a:cubicBezTo>
                  <a:pt x="45" y="244"/>
                  <a:pt x="45" y="244"/>
                  <a:pt x="46" y="243"/>
                </a:cubicBezTo>
                <a:cubicBezTo>
                  <a:pt x="47" y="242"/>
                  <a:pt x="48" y="241"/>
                  <a:pt x="49" y="240"/>
                </a:cubicBezTo>
                <a:cubicBezTo>
                  <a:pt x="50" y="239"/>
                  <a:pt x="51" y="237"/>
                  <a:pt x="53" y="236"/>
                </a:cubicBezTo>
                <a:cubicBezTo>
                  <a:pt x="53" y="235"/>
                  <a:pt x="54" y="234"/>
                  <a:pt x="54" y="234"/>
                </a:cubicBezTo>
                <a:cubicBezTo>
                  <a:pt x="55" y="232"/>
                  <a:pt x="56" y="231"/>
                  <a:pt x="56" y="230"/>
                </a:cubicBezTo>
                <a:cubicBezTo>
                  <a:pt x="58" y="229"/>
                  <a:pt x="58" y="227"/>
                  <a:pt x="59" y="225"/>
                </a:cubicBezTo>
                <a:cubicBezTo>
                  <a:pt x="59" y="225"/>
                  <a:pt x="60" y="225"/>
                  <a:pt x="60" y="224"/>
                </a:cubicBezTo>
                <a:cubicBezTo>
                  <a:pt x="61" y="223"/>
                  <a:pt x="62" y="220"/>
                  <a:pt x="62" y="219"/>
                </a:cubicBezTo>
                <a:cubicBezTo>
                  <a:pt x="63" y="218"/>
                  <a:pt x="64" y="216"/>
                  <a:pt x="64" y="216"/>
                </a:cubicBezTo>
                <a:cubicBezTo>
                  <a:pt x="64" y="215"/>
                  <a:pt x="64" y="215"/>
                  <a:pt x="64" y="215"/>
                </a:cubicBezTo>
                <a:cubicBezTo>
                  <a:pt x="65" y="212"/>
                  <a:pt x="66" y="208"/>
                  <a:pt x="66" y="205"/>
                </a:cubicBezTo>
                <a:lnTo>
                  <a:pt x="67" y="204"/>
                </a:lnTo>
                <a:cubicBezTo>
                  <a:pt x="67" y="201"/>
                  <a:pt x="68" y="198"/>
                  <a:pt x="68" y="196"/>
                </a:cubicBezTo>
                <a:cubicBezTo>
                  <a:pt x="68" y="195"/>
                  <a:pt x="68" y="194"/>
                  <a:pt x="68" y="194"/>
                </a:cubicBezTo>
                <a:lnTo>
                  <a:pt x="68" y="0"/>
                </a:lnTo>
                <a:cubicBezTo>
                  <a:pt x="68" y="3"/>
                  <a:pt x="67" y="7"/>
                  <a:pt x="67" y="10"/>
                </a:cubicBezTo>
              </a:path>
            </a:pathLst>
          </a:custGeom>
          <a:solidFill>
            <a:schemeClr val="bg1">
              <a:lumMod val="65000"/>
            </a:schemeClr>
          </a:solidFill>
          <a:ln>
            <a:noFill/>
          </a:ln>
          <a:effectLst/>
        </p:spPr>
        <p:txBody>
          <a:bodyPr wrap="none" anchor="ctr"/>
          <a:lstStyle/>
          <a:p>
            <a:endParaRPr lang="en-US" sz="900"/>
          </a:p>
        </p:txBody>
      </p:sp>
      <p:sp>
        <p:nvSpPr>
          <p:cNvPr id="40" name="Freeform 39">
            <a:extLst>
              <a:ext uri="{FF2B5EF4-FFF2-40B4-BE49-F238E27FC236}">
                <a16:creationId xmlns:a16="http://schemas.microsoft.com/office/drawing/2014/main" id="{CD88A076-9ADE-F646-A2A3-DE24803F7AE1}"/>
              </a:ext>
            </a:extLst>
          </p:cNvPr>
          <p:cNvSpPr>
            <a:spLocks noChangeArrowheads="1"/>
          </p:cNvSpPr>
          <p:nvPr/>
        </p:nvSpPr>
        <p:spPr bwMode="auto">
          <a:xfrm>
            <a:off x="7740582" y="4489870"/>
            <a:ext cx="50374" cy="198345"/>
          </a:xfrm>
          <a:custGeom>
            <a:avLst/>
            <a:gdLst>
              <a:gd name="T0" fmla="*/ 0 w 69"/>
              <a:gd name="T1" fmla="*/ 194 h 277"/>
              <a:gd name="T2" fmla="*/ 0 w 69"/>
              <a:gd name="T3" fmla="*/ 0 h 277"/>
              <a:gd name="T4" fmla="*/ 68 w 69"/>
              <a:gd name="T5" fmla="*/ 82 h 277"/>
              <a:gd name="T6" fmla="*/ 68 w 69"/>
              <a:gd name="T7" fmla="*/ 276 h 277"/>
              <a:gd name="T8" fmla="*/ 0 w 69"/>
              <a:gd name="T9" fmla="*/ 194 h 277"/>
            </a:gdLst>
            <a:ahLst/>
            <a:cxnLst>
              <a:cxn ang="0">
                <a:pos x="T0" y="T1"/>
              </a:cxn>
              <a:cxn ang="0">
                <a:pos x="T2" y="T3"/>
              </a:cxn>
              <a:cxn ang="0">
                <a:pos x="T4" y="T5"/>
              </a:cxn>
              <a:cxn ang="0">
                <a:pos x="T6" y="T7"/>
              </a:cxn>
              <a:cxn ang="0">
                <a:pos x="T8" y="T9"/>
              </a:cxn>
            </a:cxnLst>
            <a:rect l="0" t="0" r="r" b="b"/>
            <a:pathLst>
              <a:path w="69" h="277">
                <a:moveTo>
                  <a:pt x="0" y="194"/>
                </a:moveTo>
                <a:lnTo>
                  <a:pt x="0" y="0"/>
                </a:lnTo>
                <a:cubicBezTo>
                  <a:pt x="0" y="30"/>
                  <a:pt x="23" y="59"/>
                  <a:pt x="68" y="82"/>
                </a:cubicBezTo>
                <a:lnTo>
                  <a:pt x="68" y="276"/>
                </a:lnTo>
                <a:cubicBezTo>
                  <a:pt x="23" y="254"/>
                  <a:pt x="0" y="224"/>
                  <a:pt x="0" y="194"/>
                </a:cubicBezTo>
              </a:path>
            </a:pathLst>
          </a:custGeom>
          <a:solidFill>
            <a:schemeClr val="bg1">
              <a:lumMod val="65000"/>
            </a:schemeClr>
          </a:solidFill>
          <a:ln>
            <a:noFill/>
          </a:ln>
          <a:effectLst/>
        </p:spPr>
        <p:txBody>
          <a:bodyPr wrap="none" anchor="ctr"/>
          <a:lstStyle/>
          <a:p>
            <a:endParaRPr lang="en-US" sz="900"/>
          </a:p>
        </p:txBody>
      </p:sp>
      <p:sp>
        <p:nvSpPr>
          <p:cNvPr id="41" name="Freeform 40">
            <a:extLst>
              <a:ext uri="{FF2B5EF4-FFF2-40B4-BE49-F238E27FC236}">
                <a16:creationId xmlns:a16="http://schemas.microsoft.com/office/drawing/2014/main" id="{8DA2DCC2-2774-B24C-8BD1-90E31CC0FBCE}"/>
              </a:ext>
            </a:extLst>
          </p:cNvPr>
          <p:cNvSpPr>
            <a:spLocks noChangeArrowheads="1"/>
          </p:cNvSpPr>
          <p:nvPr/>
        </p:nvSpPr>
        <p:spPr bwMode="auto">
          <a:xfrm>
            <a:off x="8993625" y="4546540"/>
            <a:ext cx="969692" cy="623374"/>
          </a:xfrm>
          <a:custGeom>
            <a:avLst/>
            <a:gdLst>
              <a:gd name="T0" fmla="*/ 1358 w 1359"/>
              <a:gd name="T1" fmla="*/ 0 h 874"/>
              <a:gd name="T2" fmla="*/ 1358 w 1359"/>
              <a:gd name="T3" fmla="*/ 194 h 874"/>
              <a:gd name="T4" fmla="*/ 0 w 1359"/>
              <a:gd name="T5" fmla="*/ 873 h 874"/>
              <a:gd name="T6" fmla="*/ 0 w 1359"/>
              <a:gd name="T7" fmla="*/ 679 h 874"/>
              <a:gd name="T8" fmla="*/ 1358 w 1359"/>
              <a:gd name="T9" fmla="*/ 0 h 874"/>
            </a:gdLst>
            <a:ahLst/>
            <a:cxnLst>
              <a:cxn ang="0">
                <a:pos x="T0" y="T1"/>
              </a:cxn>
              <a:cxn ang="0">
                <a:pos x="T2" y="T3"/>
              </a:cxn>
              <a:cxn ang="0">
                <a:pos x="T4" y="T5"/>
              </a:cxn>
              <a:cxn ang="0">
                <a:pos x="T6" y="T7"/>
              </a:cxn>
              <a:cxn ang="0">
                <a:pos x="T8" y="T9"/>
              </a:cxn>
            </a:cxnLst>
            <a:rect l="0" t="0" r="r" b="b"/>
            <a:pathLst>
              <a:path w="1359" h="874">
                <a:moveTo>
                  <a:pt x="1358" y="0"/>
                </a:moveTo>
                <a:lnTo>
                  <a:pt x="1358" y="194"/>
                </a:lnTo>
                <a:lnTo>
                  <a:pt x="0" y="873"/>
                </a:lnTo>
                <a:lnTo>
                  <a:pt x="0" y="679"/>
                </a:lnTo>
                <a:lnTo>
                  <a:pt x="1358" y="0"/>
                </a:lnTo>
              </a:path>
            </a:pathLst>
          </a:custGeom>
          <a:solidFill>
            <a:schemeClr val="bg1">
              <a:lumMod val="75000"/>
            </a:schemeClr>
          </a:solidFill>
          <a:ln>
            <a:noFill/>
          </a:ln>
          <a:effectLst/>
        </p:spPr>
        <p:txBody>
          <a:bodyPr wrap="none" anchor="ctr"/>
          <a:lstStyle/>
          <a:p>
            <a:endParaRPr lang="en-US" sz="900"/>
          </a:p>
        </p:txBody>
      </p:sp>
      <p:sp>
        <p:nvSpPr>
          <p:cNvPr id="42" name="Freeform 41">
            <a:extLst>
              <a:ext uri="{FF2B5EF4-FFF2-40B4-BE49-F238E27FC236}">
                <a16:creationId xmlns:a16="http://schemas.microsoft.com/office/drawing/2014/main" id="{C277959B-79B4-B948-9A8B-0632E163A89A}"/>
              </a:ext>
            </a:extLst>
          </p:cNvPr>
          <p:cNvSpPr>
            <a:spLocks noChangeArrowheads="1"/>
          </p:cNvSpPr>
          <p:nvPr/>
        </p:nvSpPr>
        <p:spPr bwMode="auto">
          <a:xfrm>
            <a:off x="7787808" y="4546540"/>
            <a:ext cx="969692" cy="623374"/>
          </a:xfrm>
          <a:custGeom>
            <a:avLst/>
            <a:gdLst>
              <a:gd name="T0" fmla="*/ 1358 w 1359"/>
              <a:gd name="T1" fmla="*/ 679 h 874"/>
              <a:gd name="T2" fmla="*/ 1358 w 1359"/>
              <a:gd name="T3" fmla="*/ 873 h 874"/>
              <a:gd name="T4" fmla="*/ 0 w 1359"/>
              <a:gd name="T5" fmla="*/ 194 h 874"/>
              <a:gd name="T6" fmla="*/ 0 w 1359"/>
              <a:gd name="T7" fmla="*/ 0 h 874"/>
              <a:gd name="T8" fmla="*/ 1358 w 1359"/>
              <a:gd name="T9" fmla="*/ 679 h 874"/>
            </a:gdLst>
            <a:ahLst/>
            <a:cxnLst>
              <a:cxn ang="0">
                <a:pos x="T0" y="T1"/>
              </a:cxn>
              <a:cxn ang="0">
                <a:pos x="T2" y="T3"/>
              </a:cxn>
              <a:cxn ang="0">
                <a:pos x="T4" y="T5"/>
              </a:cxn>
              <a:cxn ang="0">
                <a:pos x="T6" y="T7"/>
              </a:cxn>
              <a:cxn ang="0">
                <a:pos x="T8" y="T9"/>
              </a:cxn>
            </a:cxnLst>
            <a:rect l="0" t="0" r="r" b="b"/>
            <a:pathLst>
              <a:path w="1359" h="874">
                <a:moveTo>
                  <a:pt x="1358" y="679"/>
                </a:moveTo>
                <a:lnTo>
                  <a:pt x="1358" y="873"/>
                </a:lnTo>
                <a:lnTo>
                  <a:pt x="0" y="194"/>
                </a:lnTo>
                <a:lnTo>
                  <a:pt x="0" y="0"/>
                </a:lnTo>
                <a:lnTo>
                  <a:pt x="1358" y="679"/>
                </a:lnTo>
              </a:path>
            </a:pathLst>
          </a:custGeom>
          <a:solidFill>
            <a:schemeClr val="bg1">
              <a:lumMod val="75000"/>
            </a:schemeClr>
          </a:solidFill>
          <a:ln>
            <a:noFill/>
          </a:ln>
          <a:effectLst/>
        </p:spPr>
        <p:txBody>
          <a:bodyPr wrap="none" anchor="ctr"/>
          <a:lstStyle/>
          <a:p>
            <a:endParaRPr lang="en-US" sz="900"/>
          </a:p>
        </p:txBody>
      </p:sp>
      <p:sp>
        <p:nvSpPr>
          <p:cNvPr id="43" name="Freeform 42">
            <a:extLst>
              <a:ext uri="{FF2B5EF4-FFF2-40B4-BE49-F238E27FC236}">
                <a16:creationId xmlns:a16="http://schemas.microsoft.com/office/drawing/2014/main" id="{2331575B-BF3F-7C44-86C8-4C6CECB0207A}"/>
              </a:ext>
            </a:extLst>
          </p:cNvPr>
          <p:cNvSpPr>
            <a:spLocks noChangeArrowheads="1"/>
          </p:cNvSpPr>
          <p:nvPr/>
        </p:nvSpPr>
        <p:spPr bwMode="auto">
          <a:xfrm>
            <a:off x="7721691" y="3923166"/>
            <a:ext cx="2304594" cy="1136554"/>
          </a:xfrm>
          <a:custGeom>
            <a:avLst/>
            <a:gdLst>
              <a:gd name="T0" fmla="*/ 1614 w 3227"/>
              <a:gd name="T1" fmla="*/ 0 h 1591"/>
              <a:gd name="T2" fmla="*/ 1778 w 3227"/>
              <a:gd name="T3" fmla="*/ 33 h 1591"/>
              <a:gd name="T4" fmla="*/ 3136 w 3227"/>
              <a:gd name="T5" fmla="*/ 713 h 1591"/>
              <a:gd name="T6" fmla="*/ 3136 w 3227"/>
              <a:gd name="T7" fmla="*/ 877 h 1591"/>
              <a:gd name="T8" fmla="*/ 1778 w 3227"/>
              <a:gd name="T9" fmla="*/ 1556 h 1591"/>
              <a:gd name="T10" fmla="*/ 1614 w 3227"/>
              <a:gd name="T11" fmla="*/ 1590 h 1591"/>
              <a:gd name="T12" fmla="*/ 1449 w 3227"/>
              <a:gd name="T13" fmla="*/ 1556 h 1591"/>
              <a:gd name="T14" fmla="*/ 91 w 3227"/>
              <a:gd name="T15" fmla="*/ 877 h 1591"/>
              <a:gd name="T16" fmla="*/ 91 w 3227"/>
              <a:gd name="T17" fmla="*/ 713 h 1591"/>
              <a:gd name="T18" fmla="*/ 1449 w 3227"/>
              <a:gd name="T19" fmla="*/ 33 h 1591"/>
              <a:gd name="T20" fmla="*/ 1614 w 3227"/>
              <a:gd name="T21" fmla="*/ 0 h 15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27" h="1591">
                <a:moveTo>
                  <a:pt x="1614" y="0"/>
                </a:moveTo>
                <a:cubicBezTo>
                  <a:pt x="1673" y="0"/>
                  <a:pt x="1732" y="11"/>
                  <a:pt x="1778" y="33"/>
                </a:cubicBezTo>
                <a:lnTo>
                  <a:pt x="3136" y="713"/>
                </a:lnTo>
                <a:cubicBezTo>
                  <a:pt x="3226" y="758"/>
                  <a:pt x="3226" y="831"/>
                  <a:pt x="3136" y="877"/>
                </a:cubicBezTo>
                <a:lnTo>
                  <a:pt x="1778" y="1556"/>
                </a:lnTo>
                <a:cubicBezTo>
                  <a:pt x="1732" y="1579"/>
                  <a:pt x="1673" y="1590"/>
                  <a:pt x="1614" y="1590"/>
                </a:cubicBezTo>
                <a:cubicBezTo>
                  <a:pt x="1554" y="1590"/>
                  <a:pt x="1495" y="1579"/>
                  <a:pt x="1449" y="1556"/>
                </a:cubicBezTo>
                <a:lnTo>
                  <a:pt x="91" y="877"/>
                </a:lnTo>
                <a:cubicBezTo>
                  <a:pt x="0" y="831"/>
                  <a:pt x="0" y="758"/>
                  <a:pt x="91" y="713"/>
                </a:cubicBezTo>
                <a:lnTo>
                  <a:pt x="1449" y="33"/>
                </a:lnTo>
                <a:cubicBezTo>
                  <a:pt x="1495" y="11"/>
                  <a:pt x="1554" y="0"/>
                  <a:pt x="1614" y="0"/>
                </a:cubicBezTo>
              </a:path>
            </a:pathLst>
          </a:custGeom>
          <a:solidFill>
            <a:schemeClr val="bg1">
              <a:lumMod val="95000"/>
            </a:schemeClr>
          </a:solidFill>
          <a:ln>
            <a:noFill/>
          </a:ln>
          <a:effectLst/>
        </p:spPr>
        <p:txBody>
          <a:bodyPr wrap="none" anchor="ctr"/>
          <a:lstStyle/>
          <a:p>
            <a:endParaRPr lang="en-US" sz="900"/>
          </a:p>
        </p:txBody>
      </p:sp>
      <p:sp>
        <p:nvSpPr>
          <p:cNvPr id="44" name="Freeform 43">
            <a:extLst>
              <a:ext uri="{FF2B5EF4-FFF2-40B4-BE49-F238E27FC236}">
                <a16:creationId xmlns:a16="http://schemas.microsoft.com/office/drawing/2014/main" id="{6F3F77BA-E8FA-BF46-835D-64B0640118FB}"/>
              </a:ext>
            </a:extLst>
          </p:cNvPr>
          <p:cNvSpPr>
            <a:spLocks noChangeArrowheads="1"/>
          </p:cNvSpPr>
          <p:nvPr/>
        </p:nvSpPr>
        <p:spPr bwMode="auto">
          <a:xfrm>
            <a:off x="8757500" y="5031386"/>
            <a:ext cx="236125" cy="163715"/>
          </a:xfrm>
          <a:custGeom>
            <a:avLst/>
            <a:gdLst>
              <a:gd name="T0" fmla="*/ 300 w 330"/>
              <a:gd name="T1" fmla="*/ 12 h 229"/>
              <a:gd name="T2" fmla="*/ 275 w 330"/>
              <a:gd name="T3" fmla="*/ 20 h 229"/>
              <a:gd name="T4" fmla="*/ 254 w 330"/>
              <a:gd name="T5" fmla="*/ 25 h 229"/>
              <a:gd name="T6" fmla="*/ 230 w 330"/>
              <a:gd name="T7" fmla="*/ 29 h 229"/>
              <a:gd name="T8" fmla="*/ 205 w 330"/>
              <a:gd name="T9" fmla="*/ 32 h 229"/>
              <a:gd name="T10" fmla="*/ 183 w 330"/>
              <a:gd name="T11" fmla="*/ 34 h 229"/>
              <a:gd name="T12" fmla="*/ 148 w 330"/>
              <a:gd name="T13" fmla="*/ 34 h 229"/>
              <a:gd name="T14" fmla="*/ 122 w 330"/>
              <a:gd name="T15" fmla="*/ 32 h 229"/>
              <a:gd name="T16" fmla="*/ 100 w 330"/>
              <a:gd name="T17" fmla="*/ 30 h 229"/>
              <a:gd name="T18" fmla="*/ 80 w 330"/>
              <a:gd name="T19" fmla="*/ 26 h 229"/>
              <a:gd name="T20" fmla="*/ 60 w 330"/>
              <a:gd name="T21" fmla="*/ 22 h 229"/>
              <a:gd name="T22" fmla="*/ 40 w 330"/>
              <a:gd name="T23" fmla="*/ 16 h 229"/>
              <a:gd name="T24" fmla="*/ 18 w 330"/>
              <a:gd name="T25" fmla="*/ 8 h 229"/>
              <a:gd name="T26" fmla="*/ 0 w 330"/>
              <a:gd name="T27" fmla="*/ 194 h 229"/>
              <a:gd name="T28" fmla="*/ 18 w 330"/>
              <a:gd name="T29" fmla="*/ 203 h 229"/>
              <a:gd name="T30" fmla="*/ 40 w 330"/>
              <a:gd name="T31" fmla="*/ 210 h 229"/>
              <a:gd name="T32" fmla="*/ 49 w 330"/>
              <a:gd name="T33" fmla="*/ 213 h 229"/>
              <a:gd name="T34" fmla="*/ 63 w 330"/>
              <a:gd name="T35" fmla="*/ 217 h 229"/>
              <a:gd name="T36" fmla="*/ 80 w 330"/>
              <a:gd name="T37" fmla="*/ 221 h 229"/>
              <a:gd name="T38" fmla="*/ 93 w 330"/>
              <a:gd name="T39" fmla="*/ 222 h 229"/>
              <a:gd name="T40" fmla="*/ 101 w 330"/>
              <a:gd name="T41" fmla="*/ 224 h 229"/>
              <a:gd name="T42" fmla="*/ 122 w 330"/>
              <a:gd name="T43" fmla="*/ 227 h 229"/>
              <a:gd name="T44" fmla="*/ 141 w 330"/>
              <a:gd name="T45" fmla="*/ 228 h 229"/>
              <a:gd name="T46" fmla="*/ 159 w 330"/>
              <a:gd name="T47" fmla="*/ 228 h 229"/>
              <a:gd name="T48" fmla="*/ 179 w 330"/>
              <a:gd name="T49" fmla="*/ 228 h 229"/>
              <a:gd name="T50" fmla="*/ 195 w 330"/>
              <a:gd name="T51" fmla="*/ 227 h 229"/>
              <a:gd name="T52" fmla="*/ 205 w 330"/>
              <a:gd name="T53" fmla="*/ 227 h 229"/>
              <a:gd name="T54" fmla="*/ 230 w 330"/>
              <a:gd name="T55" fmla="*/ 223 h 229"/>
              <a:gd name="T56" fmla="*/ 254 w 330"/>
              <a:gd name="T57" fmla="*/ 219 h 229"/>
              <a:gd name="T58" fmla="*/ 273 w 330"/>
              <a:gd name="T59" fmla="*/ 215 h 229"/>
              <a:gd name="T60" fmla="*/ 294 w 330"/>
              <a:gd name="T61" fmla="*/ 209 h 229"/>
              <a:gd name="T62" fmla="*/ 313 w 330"/>
              <a:gd name="T63" fmla="*/ 201 h 229"/>
              <a:gd name="T64" fmla="*/ 329 w 330"/>
              <a:gd name="T65" fmla="*/ 194 h 229"/>
              <a:gd name="T66" fmla="*/ 313 w 330"/>
              <a:gd name="T67" fmla="*/ 7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30" h="229">
                <a:moveTo>
                  <a:pt x="313" y="7"/>
                </a:moveTo>
                <a:cubicBezTo>
                  <a:pt x="309" y="9"/>
                  <a:pt x="305" y="10"/>
                  <a:pt x="300" y="12"/>
                </a:cubicBezTo>
                <a:cubicBezTo>
                  <a:pt x="298" y="13"/>
                  <a:pt x="296" y="14"/>
                  <a:pt x="294" y="14"/>
                </a:cubicBezTo>
                <a:cubicBezTo>
                  <a:pt x="288" y="16"/>
                  <a:pt x="282" y="18"/>
                  <a:pt x="275" y="20"/>
                </a:cubicBezTo>
                <a:cubicBezTo>
                  <a:pt x="275" y="20"/>
                  <a:pt x="274" y="20"/>
                  <a:pt x="272" y="20"/>
                </a:cubicBezTo>
                <a:cubicBezTo>
                  <a:pt x="267" y="22"/>
                  <a:pt x="260" y="23"/>
                  <a:pt x="254" y="25"/>
                </a:cubicBezTo>
                <a:cubicBezTo>
                  <a:pt x="253" y="25"/>
                  <a:pt x="253" y="25"/>
                  <a:pt x="252" y="25"/>
                </a:cubicBezTo>
                <a:cubicBezTo>
                  <a:pt x="245" y="27"/>
                  <a:pt x="237" y="28"/>
                  <a:pt x="230" y="29"/>
                </a:cubicBezTo>
                <a:cubicBezTo>
                  <a:pt x="230" y="30"/>
                  <a:pt x="229" y="30"/>
                  <a:pt x="229" y="30"/>
                </a:cubicBezTo>
                <a:cubicBezTo>
                  <a:pt x="221" y="31"/>
                  <a:pt x="213" y="32"/>
                  <a:pt x="205" y="32"/>
                </a:cubicBezTo>
                <a:cubicBezTo>
                  <a:pt x="202" y="33"/>
                  <a:pt x="198" y="33"/>
                  <a:pt x="195" y="33"/>
                </a:cubicBezTo>
                <a:cubicBezTo>
                  <a:pt x="191" y="33"/>
                  <a:pt x="187" y="33"/>
                  <a:pt x="183" y="34"/>
                </a:cubicBezTo>
                <a:cubicBezTo>
                  <a:pt x="177" y="34"/>
                  <a:pt x="171" y="34"/>
                  <a:pt x="165" y="34"/>
                </a:cubicBezTo>
                <a:cubicBezTo>
                  <a:pt x="159" y="34"/>
                  <a:pt x="154" y="34"/>
                  <a:pt x="148" y="34"/>
                </a:cubicBezTo>
                <a:cubicBezTo>
                  <a:pt x="146" y="33"/>
                  <a:pt x="143" y="33"/>
                  <a:pt x="141" y="33"/>
                </a:cubicBezTo>
                <a:cubicBezTo>
                  <a:pt x="134" y="33"/>
                  <a:pt x="128" y="33"/>
                  <a:pt x="122" y="32"/>
                </a:cubicBezTo>
                <a:cubicBezTo>
                  <a:pt x="121" y="32"/>
                  <a:pt x="121" y="32"/>
                  <a:pt x="120" y="32"/>
                </a:cubicBezTo>
                <a:cubicBezTo>
                  <a:pt x="113" y="32"/>
                  <a:pt x="107" y="30"/>
                  <a:pt x="100" y="30"/>
                </a:cubicBezTo>
                <a:cubicBezTo>
                  <a:pt x="98" y="29"/>
                  <a:pt x="95" y="28"/>
                  <a:pt x="93" y="28"/>
                </a:cubicBezTo>
                <a:cubicBezTo>
                  <a:pt x="88" y="28"/>
                  <a:pt x="84" y="27"/>
                  <a:pt x="80" y="26"/>
                </a:cubicBezTo>
                <a:cubicBezTo>
                  <a:pt x="77" y="25"/>
                  <a:pt x="74" y="25"/>
                  <a:pt x="71" y="24"/>
                </a:cubicBezTo>
                <a:cubicBezTo>
                  <a:pt x="68" y="23"/>
                  <a:pt x="64" y="22"/>
                  <a:pt x="60" y="22"/>
                </a:cubicBezTo>
                <a:cubicBezTo>
                  <a:pt x="57" y="20"/>
                  <a:pt x="53" y="20"/>
                  <a:pt x="49" y="19"/>
                </a:cubicBezTo>
                <a:cubicBezTo>
                  <a:pt x="46" y="18"/>
                  <a:pt x="43" y="17"/>
                  <a:pt x="40" y="16"/>
                </a:cubicBezTo>
                <a:cubicBezTo>
                  <a:pt x="33" y="14"/>
                  <a:pt x="27" y="11"/>
                  <a:pt x="20" y="9"/>
                </a:cubicBezTo>
                <a:lnTo>
                  <a:pt x="18" y="8"/>
                </a:lnTo>
                <a:cubicBezTo>
                  <a:pt x="12" y="6"/>
                  <a:pt x="6" y="3"/>
                  <a:pt x="0" y="0"/>
                </a:cubicBezTo>
                <a:lnTo>
                  <a:pt x="0" y="194"/>
                </a:lnTo>
                <a:cubicBezTo>
                  <a:pt x="6" y="197"/>
                  <a:pt x="12" y="200"/>
                  <a:pt x="18" y="202"/>
                </a:cubicBezTo>
                <a:lnTo>
                  <a:pt x="18" y="203"/>
                </a:lnTo>
                <a:cubicBezTo>
                  <a:pt x="19" y="203"/>
                  <a:pt x="20" y="203"/>
                  <a:pt x="20" y="203"/>
                </a:cubicBezTo>
                <a:cubicBezTo>
                  <a:pt x="27" y="206"/>
                  <a:pt x="33" y="208"/>
                  <a:pt x="40" y="210"/>
                </a:cubicBezTo>
                <a:cubicBezTo>
                  <a:pt x="41" y="211"/>
                  <a:pt x="42" y="211"/>
                  <a:pt x="42" y="211"/>
                </a:cubicBezTo>
                <a:cubicBezTo>
                  <a:pt x="45" y="212"/>
                  <a:pt x="47" y="212"/>
                  <a:pt x="49" y="213"/>
                </a:cubicBezTo>
                <a:cubicBezTo>
                  <a:pt x="53" y="214"/>
                  <a:pt x="57" y="215"/>
                  <a:pt x="60" y="216"/>
                </a:cubicBezTo>
                <a:cubicBezTo>
                  <a:pt x="61" y="216"/>
                  <a:pt x="62" y="216"/>
                  <a:pt x="63" y="217"/>
                </a:cubicBezTo>
                <a:cubicBezTo>
                  <a:pt x="66" y="217"/>
                  <a:pt x="69" y="218"/>
                  <a:pt x="71" y="219"/>
                </a:cubicBezTo>
                <a:cubicBezTo>
                  <a:pt x="74" y="219"/>
                  <a:pt x="77" y="220"/>
                  <a:pt x="80" y="221"/>
                </a:cubicBezTo>
                <a:cubicBezTo>
                  <a:pt x="80" y="221"/>
                  <a:pt x="81" y="221"/>
                  <a:pt x="82" y="221"/>
                </a:cubicBezTo>
                <a:cubicBezTo>
                  <a:pt x="86" y="222"/>
                  <a:pt x="90" y="222"/>
                  <a:pt x="93" y="222"/>
                </a:cubicBezTo>
                <a:cubicBezTo>
                  <a:pt x="95" y="223"/>
                  <a:pt x="98" y="223"/>
                  <a:pt x="100" y="223"/>
                </a:cubicBezTo>
                <a:cubicBezTo>
                  <a:pt x="100" y="223"/>
                  <a:pt x="100" y="224"/>
                  <a:pt x="101" y="224"/>
                </a:cubicBezTo>
                <a:cubicBezTo>
                  <a:pt x="107" y="225"/>
                  <a:pt x="113" y="225"/>
                  <a:pt x="120" y="226"/>
                </a:cubicBezTo>
                <a:cubicBezTo>
                  <a:pt x="121" y="226"/>
                  <a:pt x="121" y="226"/>
                  <a:pt x="122" y="227"/>
                </a:cubicBezTo>
                <a:cubicBezTo>
                  <a:pt x="127" y="227"/>
                  <a:pt x="133" y="227"/>
                  <a:pt x="139" y="228"/>
                </a:cubicBezTo>
                <a:cubicBezTo>
                  <a:pt x="140" y="228"/>
                  <a:pt x="140" y="228"/>
                  <a:pt x="141" y="228"/>
                </a:cubicBezTo>
                <a:cubicBezTo>
                  <a:pt x="143" y="228"/>
                  <a:pt x="146" y="228"/>
                  <a:pt x="148" y="228"/>
                </a:cubicBezTo>
                <a:cubicBezTo>
                  <a:pt x="152" y="228"/>
                  <a:pt x="155" y="228"/>
                  <a:pt x="159" y="228"/>
                </a:cubicBezTo>
                <a:cubicBezTo>
                  <a:pt x="161" y="228"/>
                  <a:pt x="162" y="228"/>
                  <a:pt x="165" y="228"/>
                </a:cubicBezTo>
                <a:cubicBezTo>
                  <a:pt x="170" y="228"/>
                  <a:pt x="174" y="228"/>
                  <a:pt x="179" y="228"/>
                </a:cubicBezTo>
                <a:cubicBezTo>
                  <a:pt x="181" y="228"/>
                  <a:pt x="182" y="228"/>
                  <a:pt x="183" y="228"/>
                </a:cubicBezTo>
                <a:cubicBezTo>
                  <a:pt x="187" y="228"/>
                  <a:pt x="191" y="227"/>
                  <a:pt x="195" y="227"/>
                </a:cubicBezTo>
                <a:cubicBezTo>
                  <a:pt x="198" y="227"/>
                  <a:pt x="200" y="227"/>
                  <a:pt x="203" y="227"/>
                </a:cubicBezTo>
                <a:lnTo>
                  <a:pt x="205" y="227"/>
                </a:lnTo>
                <a:cubicBezTo>
                  <a:pt x="213" y="226"/>
                  <a:pt x="221" y="225"/>
                  <a:pt x="229" y="223"/>
                </a:cubicBezTo>
                <a:lnTo>
                  <a:pt x="230" y="223"/>
                </a:lnTo>
                <a:cubicBezTo>
                  <a:pt x="237" y="222"/>
                  <a:pt x="245" y="221"/>
                  <a:pt x="252" y="220"/>
                </a:cubicBezTo>
                <a:cubicBezTo>
                  <a:pt x="253" y="220"/>
                  <a:pt x="253" y="219"/>
                  <a:pt x="254" y="219"/>
                </a:cubicBezTo>
                <a:cubicBezTo>
                  <a:pt x="260" y="218"/>
                  <a:pt x="267" y="217"/>
                  <a:pt x="272" y="215"/>
                </a:cubicBezTo>
                <a:cubicBezTo>
                  <a:pt x="273" y="215"/>
                  <a:pt x="273" y="215"/>
                  <a:pt x="273" y="215"/>
                </a:cubicBezTo>
                <a:cubicBezTo>
                  <a:pt x="274" y="214"/>
                  <a:pt x="275" y="214"/>
                  <a:pt x="275" y="214"/>
                </a:cubicBezTo>
                <a:cubicBezTo>
                  <a:pt x="282" y="212"/>
                  <a:pt x="288" y="211"/>
                  <a:pt x="294" y="209"/>
                </a:cubicBezTo>
                <a:cubicBezTo>
                  <a:pt x="296" y="208"/>
                  <a:pt x="298" y="207"/>
                  <a:pt x="300" y="206"/>
                </a:cubicBezTo>
                <a:cubicBezTo>
                  <a:pt x="305" y="205"/>
                  <a:pt x="309" y="203"/>
                  <a:pt x="313" y="201"/>
                </a:cubicBezTo>
                <a:cubicBezTo>
                  <a:pt x="314" y="201"/>
                  <a:pt x="315" y="200"/>
                  <a:pt x="316" y="200"/>
                </a:cubicBezTo>
                <a:cubicBezTo>
                  <a:pt x="320" y="198"/>
                  <a:pt x="324" y="197"/>
                  <a:pt x="329" y="194"/>
                </a:cubicBezTo>
                <a:lnTo>
                  <a:pt x="329" y="0"/>
                </a:lnTo>
                <a:cubicBezTo>
                  <a:pt x="324" y="3"/>
                  <a:pt x="319" y="4"/>
                  <a:pt x="313" y="7"/>
                </a:cubicBezTo>
              </a:path>
            </a:pathLst>
          </a:custGeom>
          <a:solidFill>
            <a:schemeClr val="bg1">
              <a:lumMod val="65000"/>
            </a:schemeClr>
          </a:solidFill>
          <a:ln>
            <a:noFill/>
          </a:ln>
          <a:effectLst/>
        </p:spPr>
        <p:txBody>
          <a:bodyPr wrap="none" anchor="ctr"/>
          <a:lstStyle/>
          <a:p>
            <a:endParaRPr lang="en-US" sz="900"/>
          </a:p>
        </p:txBody>
      </p:sp>
      <p:sp>
        <p:nvSpPr>
          <p:cNvPr id="45" name="Freeform 44">
            <a:extLst>
              <a:ext uri="{FF2B5EF4-FFF2-40B4-BE49-F238E27FC236}">
                <a16:creationId xmlns:a16="http://schemas.microsoft.com/office/drawing/2014/main" id="{1A5B6298-247F-6147-9B6F-DC2247DDF246}"/>
              </a:ext>
            </a:extLst>
          </p:cNvPr>
          <p:cNvSpPr>
            <a:spLocks noChangeArrowheads="1"/>
          </p:cNvSpPr>
          <p:nvPr/>
        </p:nvSpPr>
        <p:spPr bwMode="auto">
          <a:xfrm>
            <a:off x="8574896" y="4417456"/>
            <a:ext cx="598187" cy="141677"/>
          </a:xfrm>
          <a:custGeom>
            <a:avLst/>
            <a:gdLst>
              <a:gd name="T0" fmla="*/ 839 w 840"/>
              <a:gd name="T1" fmla="*/ 99 h 199"/>
              <a:gd name="T2" fmla="*/ 419 w 840"/>
              <a:gd name="T3" fmla="*/ 198 h 199"/>
              <a:gd name="T4" fmla="*/ 0 w 840"/>
              <a:gd name="T5" fmla="*/ 99 h 199"/>
              <a:gd name="T6" fmla="*/ 419 w 840"/>
              <a:gd name="T7" fmla="*/ 0 h 199"/>
              <a:gd name="T8" fmla="*/ 839 w 840"/>
              <a:gd name="T9" fmla="*/ 99 h 199"/>
            </a:gdLst>
            <a:ahLst/>
            <a:cxnLst>
              <a:cxn ang="0">
                <a:pos x="T0" y="T1"/>
              </a:cxn>
              <a:cxn ang="0">
                <a:pos x="T2" y="T3"/>
              </a:cxn>
              <a:cxn ang="0">
                <a:pos x="T4" y="T5"/>
              </a:cxn>
              <a:cxn ang="0">
                <a:pos x="T6" y="T7"/>
              </a:cxn>
              <a:cxn ang="0">
                <a:pos x="T8" y="T9"/>
              </a:cxn>
            </a:cxnLst>
            <a:rect l="0" t="0" r="r" b="b"/>
            <a:pathLst>
              <a:path w="840" h="199">
                <a:moveTo>
                  <a:pt x="839" y="99"/>
                </a:moveTo>
                <a:cubicBezTo>
                  <a:pt x="839" y="154"/>
                  <a:pt x="651" y="198"/>
                  <a:pt x="419" y="198"/>
                </a:cubicBezTo>
                <a:cubicBezTo>
                  <a:pt x="187" y="198"/>
                  <a:pt x="0" y="154"/>
                  <a:pt x="0" y="99"/>
                </a:cubicBezTo>
                <a:cubicBezTo>
                  <a:pt x="0" y="44"/>
                  <a:pt x="187" y="0"/>
                  <a:pt x="419" y="0"/>
                </a:cubicBezTo>
                <a:cubicBezTo>
                  <a:pt x="651" y="0"/>
                  <a:pt x="839" y="44"/>
                  <a:pt x="839" y="99"/>
                </a:cubicBezTo>
              </a:path>
            </a:pathLst>
          </a:custGeom>
          <a:solidFill>
            <a:schemeClr val="bg1">
              <a:lumMod val="75000"/>
            </a:schemeClr>
          </a:solidFill>
          <a:ln>
            <a:noFill/>
          </a:ln>
          <a:effectLst/>
        </p:spPr>
        <p:txBody>
          <a:bodyPr wrap="none" anchor="ctr"/>
          <a:lstStyle/>
          <a:p>
            <a:endParaRPr lang="en-US" sz="900"/>
          </a:p>
        </p:txBody>
      </p:sp>
      <p:sp>
        <p:nvSpPr>
          <p:cNvPr id="46" name="Freeform 45">
            <a:extLst>
              <a:ext uri="{FF2B5EF4-FFF2-40B4-BE49-F238E27FC236}">
                <a16:creationId xmlns:a16="http://schemas.microsoft.com/office/drawing/2014/main" id="{D84F0C3B-CEE2-5946-B05F-8D3FB9B90799}"/>
              </a:ext>
            </a:extLst>
          </p:cNvPr>
          <p:cNvSpPr>
            <a:spLocks noChangeArrowheads="1"/>
          </p:cNvSpPr>
          <p:nvPr/>
        </p:nvSpPr>
        <p:spPr bwMode="auto">
          <a:xfrm>
            <a:off x="8238021" y="3022738"/>
            <a:ext cx="1271934" cy="1467132"/>
          </a:xfrm>
          <a:custGeom>
            <a:avLst/>
            <a:gdLst>
              <a:gd name="T0" fmla="*/ 1779 w 1780"/>
              <a:gd name="T1" fmla="*/ 889 h 2054"/>
              <a:gd name="T2" fmla="*/ 889 w 1780"/>
              <a:gd name="T3" fmla="*/ 0 h 2054"/>
              <a:gd name="T4" fmla="*/ 0 w 1780"/>
              <a:gd name="T5" fmla="*/ 889 h 2054"/>
              <a:gd name="T6" fmla="*/ 722 w 1780"/>
              <a:gd name="T7" fmla="*/ 1763 h 2054"/>
              <a:gd name="T8" fmla="*/ 889 w 1780"/>
              <a:gd name="T9" fmla="*/ 2053 h 2054"/>
              <a:gd name="T10" fmla="*/ 1057 w 1780"/>
              <a:gd name="T11" fmla="*/ 1763 h 2054"/>
              <a:gd name="T12" fmla="*/ 1779 w 1780"/>
              <a:gd name="T13" fmla="*/ 889 h 2054"/>
            </a:gdLst>
            <a:ahLst/>
            <a:cxnLst>
              <a:cxn ang="0">
                <a:pos x="T0" y="T1"/>
              </a:cxn>
              <a:cxn ang="0">
                <a:pos x="T2" y="T3"/>
              </a:cxn>
              <a:cxn ang="0">
                <a:pos x="T4" y="T5"/>
              </a:cxn>
              <a:cxn ang="0">
                <a:pos x="T6" y="T7"/>
              </a:cxn>
              <a:cxn ang="0">
                <a:pos x="T8" y="T9"/>
              </a:cxn>
              <a:cxn ang="0">
                <a:pos x="T10" y="T11"/>
              </a:cxn>
              <a:cxn ang="0">
                <a:pos x="T12" y="T13"/>
              </a:cxn>
            </a:cxnLst>
            <a:rect l="0" t="0" r="r" b="b"/>
            <a:pathLst>
              <a:path w="1780" h="2054">
                <a:moveTo>
                  <a:pt x="1779" y="889"/>
                </a:moveTo>
                <a:cubicBezTo>
                  <a:pt x="1779" y="398"/>
                  <a:pt x="1381" y="0"/>
                  <a:pt x="889" y="0"/>
                </a:cubicBezTo>
                <a:cubicBezTo>
                  <a:pt x="398" y="0"/>
                  <a:pt x="0" y="398"/>
                  <a:pt x="0" y="889"/>
                </a:cubicBezTo>
                <a:cubicBezTo>
                  <a:pt x="0" y="1323"/>
                  <a:pt x="311" y="1685"/>
                  <a:pt x="722" y="1763"/>
                </a:cubicBezTo>
                <a:lnTo>
                  <a:pt x="889" y="2053"/>
                </a:lnTo>
                <a:lnTo>
                  <a:pt x="1057" y="1763"/>
                </a:lnTo>
                <a:cubicBezTo>
                  <a:pt x="1468" y="1685"/>
                  <a:pt x="1779" y="1323"/>
                  <a:pt x="1779" y="889"/>
                </a:cubicBezTo>
              </a:path>
            </a:pathLst>
          </a:custGeom>
          <a:solidFill>
            <a:schemeClr val="tx2">
              <a:lumMod val="75000"/>
            </a:schemeClr>
          </a:solidFill>
          <a:ln>
            <a:noFill/>
          </a:ln>
          <a:effectLst/>
        </p:spPr>
        <p:txBody>
          <a:bodyPr wrap="none" anchor="ctr"/>
          <a:lstStyle/>
          <a:p>
            <a:endParaRPr lang="en-US" sz="900"/>
          </a:p>
        </p:txBody>
      </p:sp>
      <p:sp>
        <p:nvSpPr>
          <p:cNvPr id="62" name="TextBox 61">
            <a:extLst>
              <a:ext uri="{FF2B5EF4-FFF2-40B4-BE49-F238E27FC236}">
                <a16:creationId xmlns:a16="http://schemas.microsoft.com/office/drawing/2014/main" id="{EB9C3411-2157-D54D-934E-9CF77BF83B23}"/>
              </a:ext>
            </a:extLst>
          </p:cNvPr>
          <p:cNvSpPr txBox="1"/>
          <p:nvPr/>
        </p:nvSpPr>
        <p:spPr>
          <a:xfrm>
            <a:off x="8587663" y="3295598"/>
            <a:ext cx="575800" cy="784830"/>
          </a:xfrm>
          <a:prstGeom prst="rect">
            <a:avLst/>
          </a:prstGeom>
          <a:noFill/>
        </p:spPr>
        <p:txBody>
          <a:bodyPr wrap="none" rtlCol="0" anchor="ctr">
            <a:spAutoFit/>
          </a:bodyPr>
          <a:lstStyle/>
          <a:p>
            <a:pPr algn="ctr"/>
            <a:r>
              <a:rPr lang="fr-FR" sz="4500" b="1" dirty="0">
                <a:solidFill>
                  <a:schemeClr val="bg1"/>
                </a:solidFill>
                <a:latin typeface="Poppins" pitchFamily="2" charset="77"/>
                <a:cs typeface="Poppins" pitchFamily="2" charset="77"/>
              </a:rPr>
              <a:t>4</a:t>
            </a:r>
          </a:p>
        </p:txBody>
      </p:sp>
      <p:sp>
        <p:nvSpPr>
          <p:cNvPr id="73" name="Subtitle 2">
            <a:extLst>
              <a:ext uri="{FF2B5EF4-FFF2-40B4-BE49-F238E27FC236}">
                <a16:creationId xmlns:a16="http://schemas.microsoft.com/office/drawing/2014/main" id="{AEB41844-093F-424B-B804-22AC2D875B64}"/>
              </a:ext>
            </a:extLst>
          </p:cNvPr>
          <p:cNvSpPr txBox="1">
            <a:spLocks/>
          </p:cNvSpPr>
          <p:nvPr/>
        </p:nvSpPr>
        <p:spPr>
          <a:xfrm>
            <a:off x="7431918" y="5960148"/>
            <a:ext cx="2776699" cy="713722"/>
          </a:xfrm>
          <a:prstGeom prst="rect">
            <a:avLst/>
          </a:prstGeom>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750"/>
              </a:lnSpc>
            </a:pPr>
            <a:r>
              <a:rPr lang="fr-FR" sz="1200" b="1" dirty="0">
                <a:solidFill>
                  <a:schemeClr val="accent2">
                    <a:lumMod val="50000"/>
                    <a:lumOff val="50000"/>
                  </a:schemeClr>
                </a:solidFill>
                <a:latin typeface="Lato Light" panose="020F0502020204030203" pitchFamily="34" charset="0"/>
                <a:ea typeface="Lato Light" panose="020F0502020204030203" pitchFamily="34" charset="0"/>
                <a:cs typeface="Mukta ExtraLight" panose="020B0000000000000000" pitchFamily="34" charset="77"/>
              </a:rPr>
              <a:t> Il prend pleinement son rôle de pilotage opérationnel  essentiellement tournée vers le jour J.</a:t>
            </a:r>
          </a:p>
        </p:txBody>
      </p:sp>
      <p:sp>
        <p:nvSpPr>
          <p:cNvPr id="74" name="TextBox 73">
            <a:extLst>
              <a:ext uri="{FF2B5EF4-FFF2-40B4-BE49-F238E27FC236}">
                <a16:creationId xmlns:a16="http://schemas.microsoft.com/office/drawing/2014/main" id="{9A5F261D-A0B8-D34C-9566-60C9197D42AA}"/>
              </a:ext>
            </a:extLst>
          </p:cNvPr>
          <p:cNvSpPr txBox="1"/>
          <p:nvPr/>
        </p:nvSpPr>
        <p:spPr>
          <a:xfrm>
            <a:off x="7749136" y="5658375"/>
            <a:ext cx="2222083" cy="338554"/>
          </a:xfrm>
          <a:prstGeom prst="rect">
            <a:avLst/>
          </a:prstGeom>
          <a:noFill/>
        </p:spPr>
        <p:txBody>
          <a:bodyPr wrap="none" rtlCol="0" anchor="b" anchorCtr="0">
            <a:spAutoFit/>
          </a:bodyPr>
          <a:lstStyle/>
          <a:p>
            <a:pPr algn="ctr"/>
            <a:r>
              <a:rPr lang="fr-FR" sz="1600" b="1" dirty="0">
                <a:solidFill>
                  <a:schemeClr val="tx2"/>
                </a:solidFill>
                <a:latin typeface="Poppins" pitchFamily="2" charset="77"/>
                <a:ea typeface="League Spartan" charset="0"/>
                <a:cs typeface="Poppins" pitchFamily="2" charset="77"/>
              </a:rPr>
              <a:t>Manager de terrain</a:t>
            </a:r>
          </a:p>
        </p:txBody>
      </p:sp>
      <p:sp>
        <p:nvSpPr>
          <p:cNvPr id="53" name="Freeform 27">
            <a:extLst>
              <a:ext uri="{FF2B5EF4-FFF2-40B4-BE49-F238E27FC236}">
                <a16:creationId xmlns:a16="http://schemas.microsoft.com/office/drawing/2014/main" id="{7586AF80-B3FF-97FD-194B-44C7716BB992}"/>
              </a:ext>
            </a:extLst>
          </p:cNvPr>
          <p:cNvSpPr>
            <a:spLocks noChangeArrowheads="1"/>
          </p:cNvSpPr>
          <p:nvPr/>
        </p:nvSpPr>
        <p:spPr bwMode="auto">
          <a:xfrm>
            <a:off x="12065230" y="3443448"/>
            <a:ext cx="50374" cy="198345"/>
          </a:xfrm>
          <a:custGeom>
            <a:avLst/>
            <a:gdLst>
              <a:gd name="T0" fmla="*/ 68 w 70"/>
              <a:gd name="T1" fmla="*/ 10 h 278"/>
              <a:gd name="T2" fmla="*/ 68 w 70"/>
              <a:gd name="T3" fmla="*/ 12 h 278"/>
              <a:gd name="T4" fmla="*/ 64 w 70"/>
              <a:gd name="T5" fmla="*/ 22 h 278"/>
              <a:gd name="T6" fmla="*/ 63 w 70"/>
              <a:gd name="T7" fmla="*/ 25 h 278"/>
              <a:gd name="T8" fmla="*/ 60 w 70"/>
              <a:gd name="T9" fmla="*/ 32 h 278"/>
              <a:gd name="T10" fmla="*/ 57 w 70"/>
              <a:gd name="T11" fmla="*/ 36 h 278"/>
              <a:gd name="T12" fmla="*/ 53 w 70"/>
              <a:gd name="T13" fmla="*/ 42 h 278"/>
              <a:gd name="T14" fmla="*/ 49 w 70"/>
              <a:gd name="T15" fmla="*/ 47 h 278"/>
              <a:gd name="T16" fmla="*/ 44 w 70"/>
              <a:gd name="T17" fmla="*/ 52 h 278"/>
              <a:gd name="T18" fmla="*/ 39 w 70"/>
              <a:gd name="T19" fmla="*/ 57 h 278"/>
              <a:gd name="T20" fmla="*/ 32 w 70"/>
              <a:gd name="T21" fmla="*/ 63 h 278"/>
              <a:gd name="T22" fmla="*/ 30 w 70"/>
              <a:gd name="T23" fmla="*/ 65 h 278"/>
              <a:gd name="T24" fmla="*/ 17 w 70"/>
              <a:gd name="T25" fmla="*/ 73 h 278"/>
              <a:gd name="T26" fmla="*/ 15 w 70"/>
              <a:gd name="T27" fmla="*/ 75 h 278"/>
              <a:gd name="T28" fmla="*/ 0 w 70"/>
              <a:gd name="T29" fmla="*/ 82 h 278"/>
              <a:gd name="T30" fmla="*/ 0 w 70"/>
              <a:gd name="T31" fmla="*/ 277 h 278"/>
              <a:gd name="T32" fmla="*/ 15 w 70"/>
              <a:gd name="T33" fmla="*/ 268 h 278"/>
              <a:gd name="T34" fmla="*/ 17 w 70"/>
              <a:gd name="T35" fmla="*/ 267 h 278"/>
              <a:gd name="T36" fmla="*/ 20 w 70"/>
              <a:gd name="T37" fmla="*/ 266 h 278"/>
              <a:gd name="T38" fmla="*/ 30 w 70"/>
              <a:gd name="T39" fmla="*/ 259 h 278"/>
              <a:gd name="T40" fmla="*/ 32 w 70"/>
              <a:gd name="T41" fmla="*/ 258 h 278"/>
              <a:gd name="T42" fmla="*/ 36 w 70"/>
              <a:gd name="T43" fmla="*/ 254 h 278"/>
              <a:gd name="T44" fmla="*/ 39 w 70"/>
              <a:gd name="T45" fmla="*/ 251 h 278"/>
              <a:gd name="T46" fmla="*/ 44 w 70"/>
              <a:gd name="T47" fmla="*/ 246 h 278"/>
              <a:gd name="T48" fmla="*/ 47 w 70"/>
              <a:gd name="T49" fmla="*/ 243 h 278"/>
              <a:gd name="T50" fmla="*/ 49 w 70"/>
              <a:gd name="T51" fmla="*/ 240 h 278"/>
              <a:gd name="T52" fmla="*/ 53 w 70"/>
              <a:gd name="T53" fmla="*/ 236 h 278"/>
              <a:gd name="T54" fmla="*/ 55 w 70"/>
              <a:gd name="T55" fmla="*/ 234 h 278"/>
              <a:gd name="T56" fmla="*/ 57 w 70"/>
              <a:gd name="T57" fmla="*/ 230 h 278"/>
              <a:gd name="T58" fmla="*/ 60 w 70"/>
              <a:gd name="T59" fmla="*/ 226 h 278"/>
              <a:gd name="T60" fmla="*/ 61 w 70"/>
              <a:gd name="T61" fmla="*/ 225 h 278"/>
              <a:gd name="T62" fmla="*/ 63 w 70"/>
              <a:gd name="T63" fmla="*/ 219 h 278"/>
              <a:gd name="T64" fmla="*/ 64 w 70"/>
              <a:gd name="T65" fmla="*/ 216 h 278"/>
              <a:gd name="T66" fmla="*/ 64 w 70"/>
              <a:gd name="T67" fmla="*/ 215 h 278"/>
              <a:gd name="T68" fmla="*/ 68 w 70"/>
              <a:gd name="T69" fmla="*/ 206 h 278"/>
              <a:gd name="T70" fmla="*/ 68 w 70"/>
              <a:gd name="T71" fmla="*/ 204 h 278"/>
              <a:gd name="T72" fmla="*/ 69 w 70"/>
              <a:gd name="T73" fmla="*/ 196 h 278"/>
              <a:gd name="T74" fmla="*/ 69 w 70"/>
              <a:gd name="T75" fmla="*/ 195 h 278"/>
              <a:gd name="T76" fmla="*/ 69 w 70"/>
              <a:gd name="T77" fmla="*/ 0 h 278"/>
              <a:gd name="T78" fmla="*/ 68 w 70"/>
              <a:gd name="T79" fmla="*/ 10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70" h="278">
                <a:moveTo>
                  <a:pt x="68" y="10"/>
                </a:moveTo>
                <a:cubicBezTo>
                  <a:pt x="68" y="10"/>
                  <a:pt x="68" y="11"/>
                  <a:pt x="68" y="12"/>
                </a:cubicBezTo>
                <a:cubicBezTo>
                  <a:pt x="67" y="15"/>
                  <a:pt x="66" y="19"/>
                  <a:pt x="64" y="22"/>
                </a:cubicBezTo>
                <a:cubicBezTo>
                  <a:pt x="64" y="23"/>
                  <a:pt x="63" y="24"/>
                  <a:pt x="63" y="25"/>
                </a:cubicBezTo>
                <a:cubicBezTo>
                  <a:pt x="62" y="28"/>
                  <a:pt x="61" y="30"/>
                  <a:pt x="60" y="32"/>
                </a:cubicBezTo>
                <a:cubicBezTo>
                  <a:pt x="59" y="33"/>
                  <a:pt x="58" y="34"/>
                  <a:pt x="57" y="36"/>
                </a:cubicBezTo>
                <a:cubicBezTo>
                  <a:pt x="56" y="38"/>
                  <a:pt x="54" y="40"/>
                  <a:pt x="53" y="42"/>
                </a:cubicBezTo>
                <a:cubicBezTo>
                  <a:pt x="52" y="43"/>
                  <a:pt x="51" y="45"/>
                  <a:pt x="49" y="47"/>
                </a:cubicBezTo>
                <a:cubicBezTo>
                  <a:pt x="47" y="48"/>
                  <a:pt x="46" y="50"/>
                  <a:pt x="44" y="52"/>
                </a:cubicBezTo>
                <a:cubicBezTo>
                  <a:pt x="42" y="53"/>
                  <a:pt x="41" y="55"/>
                  <a:pt x="39" y="57"/>
                </a:cubicBezTo>
                <a:cubicBezTo>
                  <a:pt x="36" y="59"/>
                  <a:pt x="34" y="61"/>
                  <a:pt x="32" y="63"/>
                </a:cubicBezTo>
                <a:cubicBezTo>
                  <a:pt x="31" y="64"/>
                  <a:pt x="30" y="64"/>
                  <a:pt x="30" y="65"/>
                </a:cubicBezTo>
                <a:cubicBezTo>
                  <a:pt x="26" y="67"/>
                  <a:pt x="22" y="70"/>
                  <a:pt x="17" y="73"/>
                </a:cubicBezTo>
                <a:cubicBezTo>
                  <a:pt x="17" y="73"/>
                  <a:pt x="16" y="74"/>
                  <a:pt x="15" y="75"/>
                </a:cubicBezTo>
                <a:cubicBezTo>
                  <a:pt x="10" y="77"/>
                  <a:pt x="6" y="80"/>
                  <a:pt x="0" y="82"/>
                </a:cubicBezTo>
                <a:lnTo>
                  <a:pt x="0" y="277"/>
                </a:lnTo>
                <a:cubicBezTo>
                  <a:pt x="6" y="274"/>
                  <a:pt x="10" y="272"/>
                  <a:pt x="15" y="268"/>
                </a:cubicBezTo>
                <a:cubicBezTo>
                  <a:pt x="16" y="268"/>
                  <a:pt x="17" y="267"/>
                  <a:pt x="17" y="267"/>
                </a:cubicBezTo>
                <a:cubicBezTo>
                  <a:pt x="19" y="267"/>
                  <a:pt x="19" y="266"/>
                  <a:pt x="20" y="266"/>
                </a:cubicBezTo>
                <a:cubicBezTo>
                  <a:pt x="23" y="263"/>
                  <a:pt x="27" y="261"/>
                  <a:pt x="30" y="259"/>
                </a:cubicBezTo>
                <a:cubicBezTo>
                  <a:pt x="30" y="258"/>
                  <a:pt x="31" y="258"/>
                  <a:pt x="32" y="258"/>
                </a:cubicBezTo>
                <a:cubicBezTo>
                  <a:pt x="33" y="256"/>
                  <a:pt x="35" y="255"/>
                  <a:pt x="36" y="254"/>
                </a:cubicBezTo>
                <a:cubicBezTo>
                  <a:pt x="37" y="253"/>
                  <a:pt x="38" y="252"/>
                  <a:pt x="39" y="251"/>
                </a:cubicBezTo>
                <a:cubicBezTo>
                  <a:pt x="41" y="250"/>
                  <a:pt x="42" y="248"/>
                  <a:pt x="44" y="246"/>
                </a:cubicBezTo>
                <a:cubicBezTo>
                  <a:pt x="45" y="245"/>
                  <a:pt x="46" y="245"/>
                  <a:pt x="47" y="243"/>
                </a:cubicBezTo>
                <a:cubicBezTo>
                  <a:pt x="47" y="243"/>
                  <a:pt x="49" y="242"/>
                  <a:pt x="49" y="240"/>
                </a:cubicBezTo>
                <a:cubicBezTo>
                  <a:pt x="51" y="239"/>
                  <a:pt x="52" y="238"/>
                  <a:pt x="53" y="236"/>
                </a:cubicBezTo>
                <a:cubicBezTo>
                  <a:pt x="53" y="236"/>
                  <a:pt x="54" y="235"/>
                  <a:pt x="55" y="234"/>
                </a:cubicBezTo>
                <a:cubicBezTo>
                  <a:pt x="55" y="232"/>
                  <a:pt x="57" y="231"/>
                  <a:pt x="57" y="230"/>
                </a:cubicBezTo>
                <a:cubicBezTo>
                  <a:pt x="58" y="229"/>
                  <a:pt x="59" y="227"/>
                  <a:pt x="60" y="226"/>
                </a:cubicBezTo>
                <a:cubicBezTo>
                  <a:pt x="60" y="226"/>
                  <a:pt x="60" y="225"/>
                  <a:pt x="61" y="225"/>
                </a:cubicBezTo>
                <a:cubicBezTo>
                  <a:pt x="62" y="223"/>
                  <a:pt x="62" y="221"/>
                  <a:pt x="63" y="219"/>
                </a:cubicBezTo>
                <a:cubicBezTo>
                  <a:pt x="63" y="219"/>
                  <a:pt x="64" y="217"/>
                  <a:pt x="64" y="216"/>
                </a:cubicBezTo>
                <a:lnTo>
                  <a:pt x="64" y="215"/>
                </a:lnTo>
                <a:cubicBezTo>
                  <a:pt x="66" y="212"/>
                  <a:pt x="67" y="209"/>
                  <a:pt x="68" y="206"/>
                </a:cubicBezTo>
                <a:cubicBezTo>
                  <a:pt x="68" y="206"/>
                  <a:pt x="68" y="205"/>
                  <a:pt x="68" y="204"/>
                </a:cubicBezTo>
                <a:cubicBezTo>
                  <a:pt x="68" y="202"/>
                  <a:pt x="68" y="199"/>
                  <a:pt x="69" y="196"/>
                </a:cubicBezTo>
                <a:cubicBezTo>
                  <a:pt x="69" y="195"/>
                  <a:pt x="69" y="195"/>
                  <a:pt x="69" y="195"/>
                </a:cubicBezTo>
                <a:lnTo>
                  <a:pt x="69" y="0"/>
                </a:lnTo>
                <a:cubicBezTo>
                  <a:pt x="69" y="4"/>
                  <a:pt x="68" y="7"/>
                  <a:pt x="68" y="10"/>
                </a:cubicBezTo>
              </a:path>
            </a:pathLst>
          </a:custGeom>
          <a:solidFill>
            <a:schemeClr val="bg1">
              <a:lumMod val="65000"/>
            </a:schemeClr>
          </a:solidFill>
          <a:ln>
            <a:noFill/>
          </a:ln>
          <a:effectLst/>
        </p:spPr>
        <p:txBody>
          <a:bodyPr wrap="none" anchor="ctr"/>
          <a:lstStyle/>
          <a:p>
            <a:endParaRPr lang="en-US" sz="900"/>
          </a:p>
        </p:txBody>
      </p:sp>
      <p:sp>
        <p:nvSpPr>
          <p:cNvPr id="54" name="Freeform 29">
            <a:extLst>
              <a:ext uri="{FF2B5EF4-FFF2-40B4-BE49-F238E27FC236}">
                <a16:creationId xmlns:a16="http://schemas.microsoft.com/office/drawing/2014/main" id="{DE40C3CC-E5DE-73D1-F7B6-9235036A51C1}"/>
              </a:ext>
            </a:extLst>
          </p:cNvPr>
          <p:cNvSpPr>
            <a:spLocks noChangeArrowheads="1"/>
          </p:cNvSpPr>
          <p:nvPr/>
        </p:nvSpPr>
        <p:spPr bwMode="auto">
          <a:xfrm>
            <a:off x="9842493" y="3443448"/>
            <a:ext cx="50374" cy="198345"/>
          </a:xfrm>
          <a:custGeom>
            <a:avLst/>
            <a:gdLst>
              <a:gd name="T0" fmla="*/ 0 w 70"/>
              <a:gd name="T1" fmla="*/ 195 h 278"/>
              <a:gd name="T2" fmla="*/ 0 w 70"/>
              <a:gd name="T3" fmla="*/ 0 h 278"/>
              <a:gd name="T4" fmla="*/ 69 w 70"/>
              <a:gd name="T5" fmla="*/ 82 h 278"/>
              <a:gd name="T6" fmla="*/ 69 w 70"/>
              <a:gd name="T7" fmla="*/ 277 h 278"/>
              <a:gd name="T8" fmla="*/ 0 w 70"/>
              <a:gd name="T9" fmla="*/ 195 h 278"/>
            </a:gdLst>
            <a:ahLst/>
            <a:cxnLst>
              <a:cxn ang="0">
                <a:pos x="T0" y="T1"/>
              </a:cxn>
              <a:cxn ang="0">
                <a:pos x="T2" y="T3"/>
              </a:cxn>
              <a:cxn ang="0">
                <a:pos x="T4" y="T5"/>
              </a:cxn>
              <a:cxn ang="0">
                <a:pos x="T6" y="T7"/>
              </a:cxn>
              <a:cxn ang="0">
                <a:pos x="T8" y="T9"/>
              </a:cxn>
            </a:cxnLst>
            <a:rect l="0" t="0" r="r" b="b"/>
            <a:pathLst>
              <a:path w="70" h="278">
                <a:moveTo>
                  <a:pt x="0" y="195"/>
                </a:moveTo>
                <a:lnTo>
                  <a:pt x="0" y="0"/>
                </a:lnTo>
                <a:cubicBezTo>
                  <a:pt x="0" y="30"/>
                  <a:pt x="23" y="59"/>
                  <a:pt x="69" y="82"/>
                </a:cubicBezTo>
                <a:lnTo>
                  <a:pt x="69" y="277"/>
                </a:lnTo>
                <a:cubicBezTo>
                  <a:pt x="23" y="254"/>
                  <a:pt x="0" y="224"/>
                  <a:pt x="0" y="195"/>
                </a:cubicBezTo>
              </a:path>
            </a:pathLst>
          </a:custGeom>
          <a:solidFill>
            <a:schemeClr val="bg1">
              <a:lumMod val="65000"/>
            </a:schemeClr>
          </a:solidFill>
          <a:ln>
            <a:noFill/>
          </a:ln>
          <a:effectLst/>
        </p:spPr>
        <p:txBody>
          <a:bodyPr wrap="none" anchor="ctr"/>
          <a:lstStyle/>
          <a:p>
            <a:endParaRPr lang="en-US" sz="900"/>
          </a:p>
        </p:txBody>
      </p:sp>
      <p:sp>
        <p:nvSpPr>
          <p:cNvPr id="55" name="Freeform 30">
            <a:extLst>
              <a:ext uri="{FF2B5EF4-FFF2-40B4-BE49-F238E27FC236}">
                <a16:creationId xmlns:a16="http://schemas.microsoft.com/office/drawing/2014/main" id="{5519EF11-7C39-95D7-2895-5631F39CF8F1}"/>
              </a:ext>
            </a:extLst>
          </p:cNvPr>
          <p:cNvSpPr>
            <a:spLocks noChangeArrowheads="1"/>
          </p:cNvSpPr>
          <p:nvPr/>
        </p:nvSpPr>
        <p:spPr bwMode="auto">
          <a:xfrm>
            <a:off x="11095537" y="3500118"/>
            <a:ext cx="969692" cy="623374"/>
          </a:xfrm>
          <a:custGeom>
            <a:avLst/>
            <a:gdLst>
              <a:gd name="T0" fmla="*/ 1358 w 1359"/>
              <a:gd name="T1" fmla="*/ 0 h 875"/>
              <a:gd name="T2" fmla="*/ 1358 w 1359"/>
              <a:gd name="T3" fmla="*/ 195 h 875"/>
              <a:gd name="T4" fmla="*/ 0 w 1359"/>
              <a:gd name="T5" fmla="*/ 874 h 875"/>
              <a:gd name="T6" fmla="*/ 0 w 1359"/>
              <a:gd name="T7" fmla="*/ 679 h 875"/>
              <a:gd name="T8" fmla="*/ 1358 w 1359"/>
              <a:gd name="T9" fmla="*/ 0 h 875"/>
            </a:gdLst>
            <a:ahLst/>
            <a:cxnLst>
              <a:cxn ang="0">
                <a:pos x="T0" y="T1"/>
              </a:cxn>
              <a:cxn ang="0">
                <a:pos x="T2" y="T3"/>
              </a:cxn>
              <a:cxn ang="0">
                <a:pos x="T4" y="T5"/>
              </a:cxn>
              <a:cxn ang="0">
                <a:pos x="T6" y="T7"/>
              </a:cxn>
              <a:cxn ang="0">
                <a:pos x="T8" y="T9"/>
              </a:cxn>
            </a:cxnLst>
            <a:rect l="0" t="0" r="r" b="b"/>
            <a:pathLst>
              <a:path w="1359" h="875">
                <a:moveTo>
                  <a:pt x="1358" y="0"/>
                </a:moveTo>
                <a:lnTo>
                  <a:pt x="1358" y="195"/>
                </a:lnTo>
                <a:lnTo>
                  <a:pt x="0" y="874"/>
                </a:lnTo>
                <a:lnTo>
                  <a:pt x="0" y="679"/>
                </a:lnTo>
                <a:lnTo>
                  <a:pt x="1358" y="0"/>
                </a:lnTo>
              </a:path>
            </a:pathLst>
          </a:custGeom>
          <a:solidFill>
            <a:schemeClr val="bg1">
              <a:lumMod val="75000"/>
            </a:schemeClr>
          </a:solidFill>
          <a:ln>
            <a:noFill/>
          </a:ln>
          <a:effectLst/>
        </p:spPr>
        <p:txBody>
          <a:bodyPr wrap="none" anchor="ctr"/>
          <a:lstStyle/>
          <a:p>
            <a:endParaRPr lang="en-US" sz="900"/>
          </a:p>
        </p:txBody>
      </p:sp>
      <p:sp>
        <p:nvSpPr>
          <p:cNvPr id="56" name="Freeform 31">
            <a:extLst>
              <a:ext uri="{FF2B5EF4-FFF2-40B4-BE49-F238E27FC236}">
                <a16:creationId xmlns:a16="http://schemas.microsoft.com/office/drawing/2014/main" id="{BDB899BC-311A-2CD9-2625-F534BE9505BD}"/>
              </a:ext>
            </a:extLst>
          </p:cNvPr>
          <p:cNvSpPr>
            <a:spLocks noChangeArrowheads="1"/>
          </p:cNvSpPr>
          <p:nvPr/>
        </p:nvSpPr>
        <p:spPr bwMode="auto">
          <a:xfrm>
            <a:off x="9892867" y="3500118"/>
            <a:ext cx="969692" cy="623374"/>
          </a:xfrm>
          <a:custGeom>
            <a:avLst/>
            <a:gdLst>
              <a:gd name="T0" fmla="*/ 1358 w 1359"/>
              <a:gd name="T1" fmla="*/ 679 h 875"/>
              <a:gd name="T2" fmla="*/ 1358 w 1359"/>
              <a:gd name="T3" fmla="*/ 874 h 875"/>
              <a:gd name="T4" fmla="*/ 0 w 1359"/>
              <a:gd name="T5" fmla="*/ 195 h 875"/>
              <a:gd name="T6" fmla="*/ 0 w 1359"/>
              <a:gd name="T7" fmla="*/ 0 h 875"/>
              <a:gd name="T8" fmla="*/ 1358 w 1359"/>
              <a:gd name="T9" fmla="*/ 679 h 875"/>
            </a:gdLst>
            <a:ahLst/>
            <a:cxnLst>
              <a:cxn ang="0">
                <a:pos x="T0" y="T1"/>
              </a:cxn>
              <a:cxn ang="0">
                <a:pos x="T2" y="T3"/>
              </a:cxn>
              <a:cxn ang="0">
                <a:pos x="T4" y="T5"/>
              </a:cxn>
              <a:cxn ang="0">
                <a:pos x="T6" y="T7"/>
              </a:cxn>
              <a:cxn ang="0">
                <a:pos x="T8" y="T9"/>
              </a:cxn>
            </a:cxnLst>
            <a:rect l="0" t="0" r="r" b="b"/>
            <a:pathLst>
              <a:path w="1359" h="875">
                <a:moveTo>
                  <a:pt x="1358" y="679"/>
                </a:moveTo>
                <a:lnTo>
                  <a:pt x="1358" y="874"/>
                </a:lnTo>
                <a:lnTo>
                  <a:pt x="0" y="195"/>
                </a:lnTo>
                <a:lnTo>
                  <a:pt x="0" y="0"/>
                </a:lnTo>
                <a:lnTo>
                  <a:pt x="1358" y="679"/>
                </a:lnTo>
              </a:path>
            </a:pathLst>
          </a:custGeom>
          <a:solidFill>
            <a:schemeClr val="bg1">
              <a:lumMod val="75000"/>
            </a:schemeClr>
          </a:solidFill>
          <a:ln>
            <a:noFill/>
          </a:ln>
          <a:effectLst/>
        </p:spPr>
        <p:txBody>
          <a:bodyPr wrap="none" anchor="ctr"/>
          <a:lstStyle/>
          <a:p>
            <a:endParaRPr lang="en-US" sz="900"/>
          </a:p>
        </p:txBody>
      </p:sp>
      <p:sp>
        <p:nvSpPr>
          <p:cNvPr id="57" name="Freeform 32">
            <a:extLst>
              <a:ext uri="{FF2B5EF4-FFF2-40B4-BE49-F238E27FC236}">
                <a16:creationId xmlns:a16="http://schemas.microsoft.com/office/drawing/2014/main" id="{95A25BE7-1FAC-8BF2-B039-4ED7532E3714}"/>
              </a:ext>
            </a:extLst>
          </p:cNvPr>
          <p:cNvSpPr>
            <a:spLocks noChangeArrowheads="1"/>
          </p:cNvSpPr>
          <p:nvPr/>
        </p:nvSpPr>
        <p:spPr bwMode="auto">
          <a:xfrm>
            <a:off x="9826752" y="2876744"/>
            <a:ext cx="2304594" cy="1136554"/>
          </a:xfrm>
          <a:custGeom>
            <a:avLst/>
            <a:gdLst>
              <a:gd name="T0" fmla="*/ 1613 w 3227"/>
              <a:gd name="T1" fmla="*/ 0 h 1592"/>
              <a:gd name="T2" fmla="*/ 1777 w 3227"/>
              <a:gd name="T3" fmla="*/ 34 h 1592"/>
              <a:gd name="T4" fmla="*/ 3135 w 3227"/>
              <a:gd name="T5" fmla="*/ 713 h 1592"/>
              <a:gd name="T6" fmla="*/ 3135 w 3227"/>
              <a:gd name="T7" fmla="*/ 877 h 1592"/>
              <a:gd name="T8" fmla="*/ 1777 w 3227"/>
              <a:gd name="T9" fmla="*/ 1556 h 1592"/>
              <a:gd name="T10" fmla="*/ 1613 w 3227"/>
              <a:gd name="T11" fmla="*/ 1591 h 1592"/>
              <a:gd name="T12" fmla="*/ 1449 w 3227"/>
              <a:gd name="T13" fmla="*/ 1556 h 1592"/>
              <a:gd name="T14" fmla="*/ 91 w 3227"/>
              <a:gd name="T15" fmla="*/ 877 h 1592"/>
              <a:gd name="T16" fmla="*/ 91 w 3227"/>
              <a:gd name="T17" fmla="*/ 713 h 1592"/>
              <a:gd name="T18" fmla="*/ 1449 w 3227"/>
              <a:gd name="T19" fmla="*/ 34 h 1592"/>
              <a:gd name="T20" fmla="*/ 1613 w 3227"/>
              <a:gd name="T21" fmla="*/ 0 h 1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27" h="1592">
                <a:moveTo>
                  <a:pt x="1613" y="0"/>
                </a:moveTo>
                <a:cubicBezTo>
                  <a:pt x="1672" y="0"/>
                  <a:pt x="1732" y="12"/>
                  <a:pt x="1777" y="34"/>
                </a:cubicBezTo>
                <a:lnTo>
                  <a:pt x="3135" y="713"/>
                </a:lnTo>
                <a:cubicBezTo>
                  <a:pt x="3226" y="758"/>
                  <a:pt x="3226" y="832"/>
                  <a:pt x="3135" y="877"/>
                </a:cubicBezTo>
                <a:lnTo>
                  <a:pt x="1777" y="1556"/>
                </a:lnTo>
                <a:cubicBezTo>
                  <a:pt x="1732" y="1579"/>
                  <a:pt x="1672" y="1591"/>
                  <a:pt x="1613" y="1591"/>
                </a:cubicBezTo>
                <a:cubicBezTo>
                  <a:pt x="1554" y="1591"/>
                  <a:pt x="1494" y="1579"/>
                  <a:pt x="1449" y="1556"/>
                </a:cubicBezTo>
                <a:lnTo>
                  <a:pt x="91" y="877"/>
                </a:lnTo>
                <a:cubicBezTo>
                  <a:pt x="0" y="832"/>
                  <a:pt x="0" y="758"/>
                  <a:pt x="91" y="713"/>
                </a:cubicBezTo>
                <a:lnTo>
                  <a:pt x="1449" y="34"/>
                </a:lnTo>
                <a:cubicBezTo>
                  <a:pt x="1494" y="12"/>
                  <a:pt x="1554" y="0"/>
                  <a:pt x="1613" y="0"/>
                </a:cubicBezTo>
              </a:path>
            </a:pathLst>
          </a:custGeom>
          <a:solidFill>
            <a:schemeClr val="bg1">
              <a:lumMod val="95000"/>
            </a:schemeClr>
          </a:solidFill>
          <a:ln>
            <a:noFill/>
          </a:ln>
          <a:effectLst/>
        </p:spPr>
        <p:txBody>
          <a:bodyPr wrap="none" anchor="ctr"/>
          <a:lstStyle/>
          <a:p>
            <a:endParaRPr lang="en-US" sz="900"/>
          </a:p>
        </p:txBody>
      </p:sp>
      <p:sp>
        <p:nvSpPr>
          <p:cNvPr id="58" name="Freeform 33">
            <a:extLst>
              <a:ext uri="{FF2B5EF4-FFF2-40B4-BE49-F238E27FC236}">
                <a16:creationId xmlns:a16="http://schemas.microsoft.com/office/drawing/2014/main" id="{55832DD0-1519-CDF7-384D-071F12BE2608}"/>
              </a:ext>
            </a:extLst>
          </p:cNvPr>
          <p:cNvSpPr>
            <a:spLocks noChangeArrowheads="1"/>
          </p:cNvSpPr>
          <p:nvPr/>
        </p:nvSpPr>
        <p:spPr bwMode="auto">
          <a:xfrm>
            <a:off x="10862559" y="3984964"/>
            <a:ext cx="236128" cy="163715"/>
          </a:xfrm>
          <a:custGeom>
            <a:avLst/>
            <a:gdLst>
              <a:gd name="T0" fmla="*/ 300 w 329"/>
              <a:gd name="T1" fmla="*/ 12 h 230"/>
              <a:gd name="T2" fmla="*/ 275 w 329"/>
              <a:gd name="T3" fmla="*/ 20 h 230"/>
              <a:gd name="T4" fmla="*/ 254 w 329"/>
              <a:gd name="T5" fmla="*/ 26 h 230"/>
              <a:gd name="T6" fmla="*/ 230 w 329"/>
              <a:gd name="T7" fmla="*/ 30 h 230"/>
              <a:gd name="T8" fmla="*/ 205 w 329"/>
              <a:gd name="T9" fmla="*/ 33 h 230"/>
              <a:gd name="T10" fmla="*/ 182 w 329"/>
              <a:gd name="T11" fmla="*/ 34 h 230"/>
              <a:gd name="T12" fmla="*/ 148 w 329"/>
              <a:gd name="T13" fmla="*/ 34 h 230"/>
              <a:gd name="T14" fmla="*/ 121 w 329"/>
              <a:gd name="T15" fmla="*/ 32 h 230"/>
              <a:gd name="T16" fmla="*/ 99 w 329"/>
              <a:gd name="T17" fmla="*/ 30 h 230"/>
              <a:gd name="T18" fmla="*/ 79 w 329"/>
              <a:gd name="T19" fmla="*/ 26 h 230"/>
              <a:gd name="T20" fmla="*/ 60 w 329"/>
              <a:gd name="T21" fmla="*/ 22 h 230"/>
              <a:gd name="T22" fmla="*/ 40 w 329"/>
              <a:gd name="T23" fmla="*/ 16 h 230"/>
              <a:gd name="T24" fmla="*/ 18 w 329"/>
              <a:gd name="T25" fmla="*/ 8 h 230"/>
              <a:gd name="T26" fmla="*/ 0 w 329"/>
              <a:gd name="T27" fmla="*/ 195 h 230"/>
              <a:gd name="T28" fmla="*/ 20 w 329"/>
              <a:gd name="T29" fmla="*/ 204 h 230"/>
              <a:gd name="T30" fmla="*/ 42 w 329"/>
              <a:gd name="T31" fmla="*/ 212 h 230"/>
              <a:gd name="T32" fmla="*/ 60 w 329"/>
              <a:gd name="T33" fmla="*/ 216 h 230"/>
              <a:gd name="T34" fmla="*/ 71 w 329"/>
              <a:gd name="T35" fmla="*/ 219 h 230"/>
              <a:gd name="T36" fmla="*/ 82 w 329"/>
              <a:gd name="T37" fmla="*/ 221 h 230"/>
              <a:gd name="T38" fmla="*/ 99 w 329"/>
              <a:gd name="T39" fmla="*/ 224 h 230"/>
              <a:gd name="T40" fmla="*/ 119 w 329"/>
              <a:gd name="T41" fmla="*/ 227 h 230"/>
              <a:gd name="T42" fmla="*/ 138 w 329"/>
              <a:gd name="T43" fmla="*/ 228 h 230"/>
              <a:gd name="T44" fmla="*/ 148 w 329"/>
              <a:gd name="T45" fmla="*/ 228 h 230"/>
              <a:gd name="T46" fmla="*/ 164 w 329"/>
              <a:gd name="T47" fmla="*/ 229 h 230"/>
              <a:gd name="T48" fmla="*/ 182 w 329"/>
              <a:gd name="T49" fmla="*/ 228 h 230"/>
              <a:gd name="T50" fmla="*/ 202 w 329"/>
              <a:gd name="T51" fmla="*/ 227 h 230"/>
              <a:gd name="T52" fmla="*/ 228 w 329"/>
              <a:gd name="T53" fmla="*/ 224 h 230"/>
              <a:gd name="T54" fmla="*/ 230 w 329"/>
              <a:gd name="T55" fmla="*/ 224 h 230"/>
              <a:gd name="T56" fmla="*/ 254 w 329"/>
              <a:gd name="T57" fmla="*/ 219 h 230"/>
              <a:gd name="T58" fmla="*/ 275 w 329"/>
              <a:gd name="T59" fmla="*/ 214 h 230"/>
              <a:gd name="T60" fmla="*/ 300 w 329"/>
              <a:gd name="T61" fmla="*/ 207 h 230"/>
              <a:gd name="T62" fmla="*/ 315 w 329"/>
              <a:gd name="T63" fmla="*/ 200 h 230"/>
              <a:gd name="T64" fmla="*/ 328 w 329"/>
              <a:gd name="T65" fmla="*/ 0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9" h="230">
                <a:moveTo>
                  <a:pt x="313" y="7"/>
                </a:moveTo>
                <a:cubicBezTo>
                  <a:pt x="309" y="9"/>
                  <a:pt x="305" y="11"/>
                  <a:pt x="300" y="12"/>
                </a:cubicBezTo>
                <a:cubicBezTo>
                  <a:pt x="298" y="13"/>
                  <a:pt x="296" y="14"/>
                  <a:pt x="293" y="15"/>
                </a:cubicBezTo>
                <a:cubicBezTo>
                  <a:pt x="288" y="17"/>
                  <a:pt x="281" y="19"/>
                  <a:pt x="275" y="20"/>
                </a:cubicBezTo>
                <a:cubicBezTo>
                  <a:pt x="274" y="21"/>
                  <a:pt x="274" y="21"/>
                  <a:pt x="272" y="21"/>
                </a:cubicBezTo>
                <a:cubicBezTo>
                  <a:pt x="266" y="23"/>
                  <a:pt x="260" y="24"/>
                  <a:pt x="254" y="26"/>
                </a:cubicBezTo>
                <a:cubicBezTo>
                  <a:pt x="253" y="26"/>
                  <a:pt x="252" y="26"/>
                  <a:pt x="251" y="26"/>
                </a:cubicBezTo>
                <a:cubicBezTo>
                  <a:pt x="244" y="27"/>
                  <a:pt x="238" y="29"/>
                  <a:pt x="230" y="30"/>
                </a:cubicBezTo>
                <a:cubicBezTo>
                  <a:pt x="229" y="30"/>
                  <a:pt x="229" y="30"/>
                  <a:pt x="228" y="30"/>
                </a:cubicBezTo>
                <a:cubicBezTo>
                  <a:pt x="220" y="31"/>
                  <a:pt x="213" y="32"/>
                  <a:pt x="205" y="33"/>
                </a:cubicBezTo>
                <a:cubicBezTo>
                  <a:pt x="201" y="33"/>
                  <a:pt x="198" y="33"/>
                  <a:pt x="195" y="34"/>
                </a:cubicBezTo>
                <a:cubicBezTo>
                  <a:pt x="191" y="34"/>
                  <a:pt x="187" y="34"/>
                  <a:pt x="182" y="34"/>
                </a:cubicBezTo>
                <a:cubicBezTo>
                  <a:pt x="176" y="34"/>
                  <a:pt x="170" y="35"/>
                  <a:pt x="164" y="35"/>
                </a:cubicBezTo>
                <a:cubicBezTo>
                  <a:pt x="159" y="35"/>
                  <a:pt x="153" y="34"/>
                  <a:pt x="148" y="34"/>
                </a:cubicBezTo>
                <a:cubicBezTo>
                  <a:pt x="145" y="34"/>
                  <a:pt x="143" y="34"/>
                  <a:pt x="140" y="34"/>
                </a:cubicBezTo>
                <a:cubicBezTo>
                  <a:pt x="134" y="34"/>
                  <a:pt x="128" y="33"/>
                  <a:pt x="121" y="32"/>
                </a:cubicBezTo>
                <a:cubicBezTo>
                  <a:pt x="121" y="32"/>
                  <a:pt x="120" y="32"/>
                  <a:pt x="119" y="32"/>
                </a:cubicBezTo>
                <a:cubicBezTo>
                  <a:pt x="113" y="32"/>
                  <a:pt x="106" y="31"/>
                  <a:pt x="99" y="30"/>
                </a:cubicBezTo>
                <a:cubicBezTo>
                  <a:pt x="97" y="29"/>
                  <a:pt x="95" y="29"/>
                  <a:pt x="93" y="29"/>
                </a:cubicBezTo>
                <a:cubicBezTo>
                  <a:pt x="88" y="28"/>
                  <a:pt x="84" y="27"/>
                  <a:pt x="79" y="26"/>
                </a:cubicBezTo>
                <a:cubicBezTo>
                  <a:pt x="77" y="26"/>
                  <a:pt x="73" y="25"/>
                  <a:pt x="71" y="24"/>
                </a:cubicBezTo>
                <a:cubicBezTo>
                  <a:pt x="67" y="24"/>
                  <a:pt x="63" y="23"/>
                  <a:pt x="60" y="22"/>
                </a:cubicBezTo>
                <a:cubicBezTo>
                  <a:pt x="56" y="21"/>
                  <a:pt x="52" y="20"/>
                  <a:pt x="49" y="19"/>
                </a:cubicBezTo>
                <a:cubicBezTo>
                  <a:pt x="46" y="18"/>
                  <a:pt x="43" y="17"/>
                  <a:pt x="40" y="16"/>
                </a:cubicBezTo>
                <a:cubicBezTo>
                  <a:pt x="33" y="14"/>
                  <a:pt x="27" y="12"/>
                  <a:pt x="20" y="9"/>
                </a:cubicBezTo>
                <a:cubicBezTo>
                  <a:pt x="19" y="9"/>
                  <a:pt x="19" y="9"/>
                  <a:pt x="18" y="8"/>
                </a:cubicBezTo>
                <a:cubicBezTo>
                  <a:pt x="12" y="6"/>
                  <a:pt x="6" y="4"/>
                  <a:pt x="0" y="0"/>
                </a:cubicBezTo>
                <a:lnTo>
                  <a:pt x="0" y="195"/>
                </a:lnTo>
                <a:cubicBezTo>
                  <a:pt x="6" y="197"/>
                  <a:pt x="12" y="200"/>
                  <a:pt x="18" y="203"/>
                </a:cubicBezTo>
                <a:cubicBezTo>
                  <a:pt x="19" y="203"/>
                  <a:pt x="19" y="204"/>
                  <a:pt x="20" y="204"/>
                </a:cubicBezTo>
                <a:cubicBezTo>
                  <a:pt x="27" y="206"/>
                  <a:pt x="33" y="208"/>
                  <a:pt x="40" y="210"/>
                </a:cubicBezTo>
                <a:cubicBezTo>
                  <a:pt x="41" y="211"/>
                  <a:pt x="41" y="211"/>
                  <a:pt x="42" y="212"/>
                </a:cubicBezTo>
                <a:cubicBezTo>
                  <a:pt x="44" y="212"/>
                  <a:pt x="47" y="213"/>
                  <a:pt x="49" y="213"/>
                </a:cubicBezTo>
                <a:cubicBezTo>
                  <a:pt x="52" y="214"/>
                  <a:pt x="56" y="215"/>
                  <a:pt x="60" y="216"/>
                </a:cubicBezTo>
                <a:cubicBezTo>
                  <a:pt x="61" y="216"/>
                  <a:pt x="61" y="217"/>
                  <a:pt x="62" y="217"/>
                </a:cubicBezTo>
                <a:cubicBezTo>
                  <a:pt x="66" y="218"/>
                  <a:pt x="68" y="218"/>
                  <a:pt x="71" y="219"/>
                </a:cubicBezTo>
                <a:cubicBezTo>
                  <a:pt x="73" y="219"/>
                  <a:pt x="77" y="220"/>
                  <a:pt x="79" y="221"/>
                </a:cubicBezTo>
                <a:cubicBezTo>
                  <a:pt x="80" y="221"/>
                  <a:pt x="81" y="221"/>
                  <a:pt x="82" y="221"/>
                </a:cubicBezTo>
                <a:cubicBezTo>
                  <a:pt x="85" y="222"/>
                  <a:pt x="89" y="223"/>
                  <a:pt x="93" y="223"/>
                </a:cubicBezTo>
                <a:cubicBezTo>
                  <a:pt x="95" y="223"/>
                  <a:pt x="97" y="224"/>
                  <a:pt x="99" y="224"/>
                </a:cubicBezTo>
                <a:cubicBezTo>
                  <a:pt x="100" y="224"/>
                  <a:pt x="101" y="224"/>
                  <a:pt x="101" y="224"/>
                </a:cubicBezTo>
                <a:cubicBezTo>
                  <a:pt x="107" y="225"/>
                  <a:pt x="113" y="226"/>
                  <a:pt x="119" y="227"/>
                </a:cubicBezTo>
                <a:cubicBezTo>
                  <a:pt x="120" y="227"/>
                  <a:pt x="121" y="227"/>
                  <a:pt x="121" y="227"/>
                </a:cubicBezTo>
                <a:cubicBezTo>
                  <a:pt x="127" y="227"/>
                  <a:pt x="133" y="227"/>
                  <a:pt x="138" y="228"/>
                </a:cubicBezTo>
                <a:cubicBezTo>
                  <a:pt x="139" y="228"/>
                  <a:pt x="140" y="228"/>
                  <a:pt x="140" y="228"/>
                </a:cubicBezTo>
                <a:cubicBezTo>
                  <a:pt x="143" y="228"/>
                  <a:pt x="145" y="228"/>
                  <a:pt x="148" y="228"/>
                </a:cubicBezTo>
                <a:cubicBezTo>
                  <a:pt x="151" y="229"/>
                  <a:pt x="155" y="229"/>
                  <a:pt x="158" y="229"/>
                </a:cubicBezTo>
                <a:cubicBezTo>
                  <a:pt x="160" y="229"/>
                  <a:pt x="162" y="229"/>
                  <a:pt x="164" y="229"/>
                </a:cubicBezTo>
                <a:cubicBezTo>
                  <a:pt x="169" y="229"/>
                  <a:pt x="174" y="229"/>
                  <a:pt x="179" y="229"/>
                </a:cubicBezTo>
                <a:cubicBezTo>
                  <a:pt x="181" y="229"/>
                  <a:pt x="181" y="228"/>
                  <a:pt x="182" y="228"/>
                </a:cubicBezTo>
                <a:cubicBezTo>
                  <a:pt x="187" y="228"/>
                  <a:pt x="191" y="228"/>
                  <a:pt x="195" y="227"/>
                </a:cubicBezTo>
                <a:cubicBezTo>
                  <a:pt x="197" y="227"/>
                  <a:pt x="200" y="227"/>
                  <a:pt x="202" y="227"/>
                </a:cubicBezTo>
                <a:cubicBezTo>
                  <a:pt x="203" y="227"/>
                  <a:pt x="204" y="227"/>
                  <a:pt x="205" y="227"/>
                </a:cubicBezTo>
                <a:cubicBezTo>
                  <a:pt x="213" y="226"/>
                  <a:pt x="220" y="225"/>
                  <a:pt x="228" y="224"/>
                </a:cubicBezTo>
                <a:cubicBezTo>
                  <a:pt x="229" y="224"/>
                  <a:pt x="229" y="224"/>
                  <a:pt x="229" y="224"/>
                </a:cubicBezTo>
                <a:lnTo>
                  <a:pt x="230" y="224"/>
                </a:lnTo>
                <a:cubicBezTo>
                  <a:pt x="238" y="223"/>
                  <a:pt x="244" y="222"/>
                  <a:pt x="251" y="220"/>
                </a:cubicBezTo>
                <a:cubicBezTo>
                  <a:pt x="252" y="220"/>
                  <a:pt x="253" y="220"/>
                  <a:pt x="254" y="219"/>
                </a:cubicBezTo>
                <a:cubicBezTo>
                  <a:pt x="260" y="218"/>
                  <a:pt x="266" y="217"/>
                  <a:pt x="272" y="215"/>
                </a:cubicBezTo>
                <a:cubicBezTo>
                  <a:pt x="274" y="215"/>
                  <a:pt x="274" y="214"/>
                  <a:pt x="275" y="214"/>
                </a:cubicBezTo>
                <a:cubicBezTo>
                  <a:pt x="281" y="213"/>
                  <a:pt x="288" y="211"/>
                  <a:pt x="293" y="209"/>
                </a:cubicBezTo>
                <a:cubicBezTo>
                  <a:pt x="296" y="208"/>
                  <a:pt x="298" y="207"/>
                  <a:pt x="300" y="207"/>
                </a:cubicBezTo>
                <a:cubicBezTo>
                  <a:pt x="305" y="205"/>
                  <a:pt x="309" y="204"/>
                  <a:pt x="313" y="202"/>
                </a:cubicBezTo>
                <a:cubicBezTo>
                  <a:pt x="314" y="201"/>
                  <a:pt x="314" y="201"/>
                  <a:pt x="315" y="200"/>
                </a:cubicBezTo>
                <a:cubicBezTo>
                  <a:pt x="320" y="199"/>
                  <a:pt x="324" y="197"/>
                  <a:pt x="328" y="195"/>
                </a:cubicBezTo>
                <a:lnTo>
                  <a:pt x="328" y="0"/>
                </a:lnTo>
                <a:cubicBezTo>
                  <a:pt x="323" y="3"/>
                  <a:pt x="318" y="5"/>
                  <a:pt x="313" y="7"/>
                </a:cubicBezTo>
              </a:path>
            </a:pathLst>
          </a:custGeom>
          <a:solidFill>
            <a:schemeClr val="bg1">
              <a:lumMod val="65000"/>
            </a:schemeClr>
          </a:solidFill>
          <a:ln>
            <a:noFill/>
          </a:ln>
          <a:effectLst/>
        </p:spPr>
        <p:txBody>
          <a:bodyPr wrap="none" anchor="ctr"/>
          <a:lstStyle/>
          <a:p>
            <a:endParaRPr lang="en-US" sz="900"/>
          </a:p>
        </p:txBody>
      </p:sp>
      <p:sp>
        <p:nvSpPr>
          <p:cNvPr id="65" name="Freeform 34">
            <a:extLst>
              <a:ext uri="{FF2B5EF4-FFF2-40B4-BE49-F238E27FC236}">
                <a16:creationId xmlns:a16="http://schemas.microsoft.com/office/drawing/2014/main" id="{D9230710-2BEE-F280-90F9-B19F4BC1CC96}"/>
              </a:ext>
            </a:extLst>
          </p:cNvPr>
          <p:cNvSpPr>
            <a:spLocks noChangeArrowheads="1"/>
          </p:cNvSpPr>
          <p:nvPr/>
        </p:nvSpPr>
        <p:spPr bwMode="auto">
          <a:xfrm>
            <a:off x="10679955" y="3371034"/>
            <a:ext cx="598187" cy="141677"/>
          </a:xfrm>
          <a:custGeom>
            <a:avLst/>
            <a:gdLst>
              <a:gd name="T0" fmla="*/ 839 w 840"/>
              <a:gd name="T1" fmla="*/ 99 h 200"/>
              <a:gd name="T2" fmla="*/ 419 w 840"/>
              <a:gd name="T3" fmla="*/ 199 h 200"/>
              <a:gd name="T4" fmla="*/ 0 w 840"/>
              <a:gd name="T5" fmla="*/ 99 h 200"/>
              <a:gd name="T6" fmla="*/ 419 w 840"/>
              <a:gd name="T7" fmla="*/ 0 h 200"/>
              <a:gd name="T8" fmla="*/ 839 w 840"/>
              <a:gd name="T9" fmla="*/ 99 h 200"/>
            </a:gdLst>
            <a:ahLst/>
            <a:cxnLst>
              <a:cxn ang="0">
                <a:pos x="T0" y="T1"/>
              </a:cxn>
              <a:cxn ang="0">
                <a:pos x="T2" y="T3"/>
              </a:cxn>
              <a:cxn ang="0">
                <a:pos x="T4" y="T5"/>
              </a:cxn>
              <a:cxn ang="0">
                <a:pos x="T6" y="T7"/>
              </a:cxn>
              <a:cxn ang="0">
                <a:pos x="T8" y="T9"/>
              </a:cxn>
            </a:cxnLst>
            <a:rect l="0" t="0" r="r" b="b"/>
            <a:pathLst>
              <a:path w="840" h="200">
                <a:moveTo>
                  <a:pt x="839" y="99"/>
                </a:moveTo>
                <a:cubicBezTo>
                  <a:pt x="839" y="154"/>
                  <a:pt x="651" y="199"/>
                  <a:pt x="419" y="199"/>
                </a:cubicBezTo>
                <a:cubicBezTo>
                  <a:pt x="187" y="199"/>
                  <a:pt x="0" y="154"/>
                  <a:pt x="0" y="99"/>
                </a:cubicBezTo>
                <a:cubicBezTo>
                  <a:pt x="0" y="45"/>
                  <a:pt x="187" y="0"/>
                  <a:pt x="419" y="0"/>
                </a:cubicBezTo>
                <a:cubicBezTo>
                  <a:pt x="651" y="0"/>
                  <a:pt x="839" y="45"/>
                  <a:pt x="839" y="99"/>
                </a:cubicBezTo>
              </a:path>
            </a:pathLst>
          </a:custGeom>
          <a:solidFill>
            <a:schemeClr val="bg1">
              <a:lumMod val="75000"/>
            </a:schemeClr>
          </a:solidFill>
          <a:ln>
            <a:noFill/>
          </a:ln>
          <a:effectLst/>
        </p:spPr>
        <p:txBody>
          <a:bodyPr wrap="none" anchor="ctr"/>
          <a:lstStyle/>
          <a:p>
            <a:endParaRPr lang="en-US" sz="900"/>
          </a:p>
        </p:txBody>
      </p:sp>
      <p:sp>
        <p:nvSpPr>
          <p:cNvPr id="66" name="Freeform 35">
            <a:extLst>
              <a:ext uri="{FF2B5EF4-FFF2-40B4-BE49-F238E27FC236}">
                <a16:creationId xmlns:a16="http://schemas.microsoft.com/office/drawing/2014/main" id="{E86C5C3E-64BC-F9FB-D8D4-21F8559F08DC}"/>
              </a:ext>
            </a:extLst>
          </p:cNvPr>
          <p:cNvSpPr>
            <a:spLocks noChangeArrowheads="1"/>
          </p:cNvSpPr>
          <p:nvPr/>
        </p:nvSpPr>
        <p:spPr bwMode="auto">
          <a:xfrm>
            <a:off x="10343082" y="1976316"/>
            <a:ext cx="1271934" cy="1467132"/>
          </a:xfrm>
          <a:custGeom>
            <a:avLst/>
            <a:gdLst>
              <a:gd name="T0" fmla="*/ 1779 w 1780"/>
              <a:gd name="T1" fmla="*/ 890 h 2054"/>
              <a:gd name="T2" fmla="*/ 890 w 1780"/>
              <a:gd name="T3" fmla="*/ 0 h 2054"/>
              <a:gd name="T4" fmla="*/ 0 w 1780"/>
              <a:gd name="T5" fmla="*/ 890 h 2054"/>
              <a:gd name="T6" fmla="*/ 723 w 1780"/>
              <a:gd name="T7" fmla="*/ 1763 h 2054"/>
              <a:gd name="T8" fmla="*/ 890 w 1780"/>
              <a:gd name="T9" fmla="*/ 2053 h 2054"/>
              <a:gd name="T10" fmla="*/ 1058 w 1780"/>
              <a:gd name="T11" fmla="*/ 1763 h 2054"/>
              <a:gd name="T12" fmla="*/ 1779 w 1780"/>
              <a:gd name="T13" fmla="*/ 890 h 2054"/>
            </a:gdLst>
            <a:ahLst/>
            <a:cxnLst>
              <a:cxn ang="0">
                <a:pos x="T0" y="T1"/>
              </a:cxn>
              <a:cxn ang="0">
                <a:pos x="T2" y="T3"/>
              </a:cxn>
              <a:cxn ang="0">
                <a:pos x="T4" y="T5"/>
              </a:cxn>
              <a:cxn ang="0">
                <a:pos x="T6" y="T7"/>
              </a:cxn>
              <a:cxn ang="0">
                <a:pos x="T8" y="T9"/>
              </a:cxn>
              <a:cxn ang="0">
                <a:pos x="T10" y="T11"/>
              </a:cxn>
              <a:cxn ang="0">
                <a:pos x="T12" y="T13"/>
              </a:cxn>
            </a:cxnLst>
            <a:rect l="0" t="0" r="r" b="b"/>
            <a:pathLst>
              <a:path w="1780" h="2054">
                <a:moveTo>
                  <a:pt x="1779" y="890"/>
                </a:moveTo>
                <a:cubicBezTo>
                  <a:pt x="1779" y="398"/>
                  <a:pt x="1381" y="0"/>
                  <a:pt x="890" y="0"/>
                </a:cubicBezTo>
                <a:cubicBezTo>
                  <a:pt x="399" y="0"/>
                  <a:pt x="0" y="398"/>
                  <a:pt x="0" y="890"/>
                </a:cubicBezTo>
                <a:cubicBezTo>
                  <a:pt x="0" y="1324"/>
                  <a:pt x="311" y="1685"/>
                  <a:pt x="723" y="1763"/>
                </a:cubicBezTo>
                <a:lnTo>
                  <a:pt x="890" y="2053"/>
                </a:lnTo>
                <a:lnTo>
                  <a:pt x="1058" y="1763"/>
                </a:lnTo>
                <a:cubicBezTo>
                  <a:pt x="1469" y="1685"/>
                  <a:pt x="1779" y="1324"/>
                  <a:pt x="1779" y="890"/>
                </a:cubicBezTo>
              </a:path>
            </a:pathLst>
          </a:custGeom>
          <a:solidFill>
            <a:schemeClr val="tx2">
              <a:lumMod val="50000"/>
            </a:schemeClr>
          </a:solidFill>
          <a:ln>
            <a:noFill/>
          </a:ln>
          <a:effectLst/>
        </p:spPr>
        <p:txBody>
          <a:bodyPr wrap="none" anchor="ctr"/>
          <a:lstStyle/>
          <a:p>
            <a:endParaRPr lang="en-US" sz="900"/>
          </a:p>
        </p:txBody>
      </p:sp>
      <p:sp>
        <p:nvSpPr>
          <p:cNvPr id="69" name="TextBox 59">
            <a:extLst>
              <a:ext uri="{FF2B5EF4-FFF2-40B4-BE49-F238E27FC236}">
                <a16:creationId xmlns:a16="http://schemas.microsoft.com/office/drawing/2014/main" id="{0CA5D20B-F171-EDC0-B9BE-E4A39AFAA053}"/>
              </a:ext>
            </a:extLst>
          </p:cNvPr>
          <p:cNvSpPr txBox="1"/>
          <p:nvPr/>
        </p:nvSpPr>
        <p:spPr>
          <a:xfrm>
            <a:off x="10699163" y="2240932"/>
            <a:ext cx="559769" cy="784830"/>
          </a:xfrm>
          <a:prstGeom prst="rect">
            <a:avLst/>
          </a:prstGeom>
          <a:noFill/>
        </p:spPr>
        <p:txBody>
          <a:bodyPr wrap="none" rtlCol="0" anchor="ctr">
            <a:spAutoFit/>
          </a:bodyPr>
          <a:lstStyle/>
          <a:p>
            <a:pPr algn="ctr"/>
            <a:r>
              <a:rPr lang="fr-FR" sz="4500" b="1" dirty="0">
                <a:solidFill>
                  <a:schemeClr val="bg1"/>
                </a:solidFill>
                <a:latin typeface="Poppins" pitchFamily="2" charset="77"/>
                <a:cs typeface="Poppins" pitchFamily="2" charset="77"/>
              </a:rPr>
              <a:t>5</a:t>
            </a:r>
          </a:p>
        </p:txBody>
      </p:sp>
      <p:sp>
        <p:nvSpPr>
          <p:cNvPr id="76" name="Subtitle 2">
            <a:extLst>
              <a:ext uri="{FF2B5EF4-FFF2-40B4-BE49-F238E27FC236}">
                <a16:creationId xmlns:a16="http://schemas.microsoft.com/office/drawing/2014/main" id="{4A8A59D3-0008-41B7-AD68-16EFC210DE05}"/>
              </a:ext>
            </a:extLst>
          </p:cNvPr>
          <p:cNvSpPr txBox="1">
            <a:spLocks/>
          </p:cNvSpPr>
          <p:nvPr/>
        </p:nvSpPr>
        <p:spPr>
          <a:xfrm>
            <a:off x="10045175" y="4927766"/>
            <a:ext cx="2150854" cy="713722"/>
          </a:xfrm>
          <a:prstGeom prst="rect">
            <a:avLst/>
          </a:prstGeom>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750"/>
              </a:lnSpc>
            </a:pPr>
            <a:r>
              <a:rPr lang="fr-FR" sz="1200" b="1" dirty="0">
                <a:solidFill>
                  <a:schemeClr val="accent2">
                    <a:lumMod val="50000"/>
                    <a:lumOff val="50000"/>
                  </a:schemeClr>
                </a:solidFill>
                <a:latin typeface="Lato Light" panose="020F0502020204030203" pitchFamily="34" charset="0"/>
                <a:ea typeface="Lato Light" panose="020F0502020204030203" pitchFamily="34" charset="0"/>
                <a:cs typeface="Mukta ExtraLight" panose="020B0000000000000000" pitchFamily="34" charset="77"/>
              </a:rPr>
              <a:t>Avec son manager présent </a:t>
            </a:r>
            <a:r>
              <a:rPr lang="fr-FR" sz="1200" b="1">
                <a:solidFill>
                  <a:schemeClr val="accent2">
                    <a:lumMod val="50000"/>
                    <a:lumOff val="50000"/>
                  </a:schemeClr>
                </a:solidFill>
                <a:latin typeface="Lato Light" panose="020F0502020204030203" pitchFamily="34" charset="0"/>
                <a:ea typeface="Lato Light" panose="020F0502020204030203" pitchFamily="34" charset="0"/>
                <a:cs typeface="Mukta ExtraLight" panose="020B0000000000000000" pitchFamily="34" charset="77"/>
              </a:rPr>
              <a:t>au quotidien</a:t>
            </a:r>
            <a:r>
              <a:rPr lang="fr-FR" sz="1200" b="1" dirty="0">
                <a:solidFill>
                  <a:schemeClr val="accent2">
                    <a:lumMod val="50000"/>
                    <a:lumOff val="50000"/>
                  </a:schemeClr>
                </a:solidFill>
                <a:latin typeface="Lato Light" panose="020F0502020204030203" pitchFamily="34" charset="0"/>
                <a:ea typeface="Lato Light" panose="020F0502020204030203" pitchFamily="34" charset="0"/>
                <a:cs typeface="Mukta ExtraLight" panose="020B0000000000000000" pitchFamily="34" charset="77"/>
              </a:rPr>
              <a:t>, il gagne en performance sur le terrain</a:t>
            </a:r>
          </a:p>
        </p:txBody>
      </p:sp>
      <p:sp>
        <p:nvSpPr>
          <p:cNvPr id="77" name="TextBox 73">
            <a:extLst>
              <a:ext uri="{FF2B5EF4-FFF2-40B4-BE49-F238E27FC236}">
                <a16:creationId xmlns:a16="http://schemas.microsoft.com/office/drawing/2014/main" id="{665DD572-7E1F-1DE5-32A4-90E853D005ED}"/>
              </a:ext>
            </a:extLst>
          </p:cNvPr>
          <p:cNvSpPr txBox="1"/>
          <p:nvPr/>
        </p:nvSpPr>
        <p:spPr>
          <a:xfrm>
            <a:off x="10170670" y="4590634"/>
            <a:ext cx="1899879" cy="338554"/>
          </a:xfrm>
          <a:prstGeom prst="rect">
            <a:avLst/>
          </a:prstGeom>
          <a:noFill/>
        </p:spPr>
        <p:txBody>
          <a:bodyPr wrap="none" rtlCol="0" anchor="b" anchorCtr="0">
            <a:spAutoFit/>
          </a:bodyPr>
          <a:lstStyle/>
          <a:p>
            <a:pPr algn="ctr"/>
            <a:r>
              <a:rPr lang="fr-FR" sz="1600" b="1" dirty="0">
                <a:solidFill>
                  <a:schemeClr val="tx2"/>
                </a:solidFill>
                <a:latin typeface="Poppins" pitchFamily="2" charset="77"/>
                <a:ea typeface="League Spartan" charset="0"/>
                <a:cs typeface="Poppins" pitchFamily="2" charset="77"/>
              </a:rPr>
              <a:t>Agent de terrain</a:t>
            </a:r>
          </a:p>
        </p:txBody>
      </p:sp>
      <p:pic>
        <p:nvPicPr>
          <p:cNvPr id="9" name="Image 8">
            <a:extLst>
              <a:ext uri="{FF2B5EF4-FFF2-40B4-BE49-F238E27FC236}">
                <a16:creationId xmlns:a16="http://schemas.microsoft.com/office/drawing/2014/main" id="{8475A40D-8CEC-CFB1-0F86-4CB3AB7981BD}"/>
              </a:ext>
            </a:extLst>
          </p:cNvPr>
          <p:cNvPicPr>
            <a:picLocks noChangeAspect="1"/>
          </p:cNvPicPr>
          <p:nvPr/>
        </p:nvPicPr>
        <p:blipFill>
          <a:blip r:embed="rId3"/>
          <a:stretch>
            <a:fillRect/>
          </a:stretch>
        </p:blipFill>
        <p:spPr>
          <a:xfrm>
            <a:off x="11262361" y="0"/>
            <a:ext cx="929640" cy="889222"/>
          </a:xfrm>
          <a:prstGeom prst="rect">
            <a:avLst/>
          </a:prstGeom>
        </p:spPr>
      </p:pic>
    </p:spTree>
    <p:extLst>
      <p:ext uri="{BB962C8B-B14F-4D97-AF65-F5344CB8AC3E}">
        <p14:creationId xmlns:p14="http://schemas.microsoft.com/office/powerpoint/2010/main" val="3739717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80">
                                          <p:stCondLst>
                                            <p:cond delay="0"/>
                                          </p:stCondLst>
                                        </p:cTn>
                                        <p:tgtEl>
                                          <p:spTgt spid="8"/>
                                        </p:tgtEl>
                                      </p:cBhvr>
                                    </p:animEffect>
                                    <p:anim calcmode="lin" valueType="num">
                                      <p:cBhvr>
                                        <p:cTn id="8"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13" dur="26">
                                          <p:stCondLst>
                                            <p:cond delay="650"/>
                                          </p:stCondLst>
                                        </p:cTn>
                                        <p:tgtEl>
                                          <p:spTgt spid="8"/>
                                        </p:tgtEl>
                                      </p:cBhvr>
                                      <p:to x="100000" y="60000"/>
                                    </p:animScale>
                                    <p:animScale>
                                      <p:cBhvr>
                                        <p:cTn id="14" dur="166" decel="50000">
                                          <p:stCondLst>
                                            <p:cond delay="676"/>
                                          </p:stCondLst>
                                        </p:cTn>
                                        <p:tgtEl>
                                          <p:spTgt spid="8"/>
                                        </p:tgtEl>
                                      </p:cBhvr>
                                      <p:to x="100000" y="100000"/>
                                    </p:animScale>
                                    <p:animScale>
                                      <p:cBhvr>
                                        <p:cTn id="15" dur="26">
                                          <p:stCondLst>
                                            <p:cond delay="1312"/>
                                          </p:stCondLst>
                                        </p:cTn>
                                        <p:tgtEl>
                                          <p:spTgt spid="8"/>
                                        </p:tgtEl>
                                      </p:cBhvr>
                                      <p:to x="100000" y="80000"/>
                                    </p:animScale>
                                    <p:animScale>
                                      <p:cBhvr>
                                        <p:cTn id="16" dur="166" decel="50000">
                                          <p:stCondLst>
                                            <p:cond delay="1338"/>
                                          </p:stCondLst>
                                        </p:cTn>
                                        <p:tgtEl>
                                          <p:spTgt spid="8"/>
                                        </p:tgtEl>
                                      </p:cBhvr>
                                      <p:to x="100000" y="100000"/>
                                    </p:animScale>
                                    <p:animScale>
                                      <p:cBhvr>
                                        <p:cTn id="17" dur="26">
                                          <p:stCondLst>
                                            <p:cond delay="1642"/>
                                          </p:stCondLst>
                                        </p:cTn>
                                        <p:tgtEl>
                                          <p:spTgt spid="8"/>
                                        </p:tgtEl>
                                      </p:cBhvr>
                                      <p:to x="100000" y="90000"/>
                                    </p:animScale>
                                    <p:animScale>
                                      <p:cBhvr>
                                        <p:cTn id="18" dur="166" decel="50000">
                                          <p:stCondLst>
                                            <p:cond delay="1668"/>
                                          </p:stCondLst>
                                        </p:cTn>
                                        <p:tgtEl>
                                          <p:spTgt spid="8"/>
                                        </p:tgtEl>
                                      </p:cBhvr>
                                      <p:to x="100000" y="100000"/>
                                    </p:animScale>
                                    <p:animScale>
                                      <p:cBhvr>
                                        <p:cTn id="19" dur="26">
                                          <p:stCondLst>
                                            <p:cond delay="1808"/>
                                          </p:stCondLst>
                                        </p:cTn>
                                        <p:tgtEl>
                                          <p:spTgt spid="8"/>
                                        </p:tgtEl>
                                      </p:cBhvr>
                                      <p:to x="100000" y="95000"/>
                                    </p:animScale>
                                    <p:animScale>
                                      <p:cBhvr>
                                        <p:cTn id="20" dur="166" decel="50000">
                                          <p:stCondLst>
                                            <p:cond delay="1834"/>
                                          </p:stCondLst>
                                        </p:cTn>
                                        <p:tgtEl>
                                          <p:spTgt spid="8"/>
                                        </p:tgtEl>
                                      </p:cBhvr>
                                      <p:to x="100000" y="100000"/>
                                    </p:animScale>
                                  </p:childTnLst>
                                </p:cTn>
                              </p:par>
                              <p:par>
                                <p:cTn id="21" presetID="26"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wipe(down)">
                                      <p:cBhvr>
                                        <p:cTn id="23" dur="580">
                                          <p:stCondLst>
                                            <p:cond delay="0"/>
                                          </p:stCondLst>
                                        </p:cTn>
                                        <p:tgtEl>
                                          <p:spTgt spid="10"/>
                                        </p:tgtEl>
                                      </p:cBhvr>
                                    </p:animEffect>
                                    <p:anim calcmode="lin" valueType="num">
                                      <p:cBhvr>
                                        <p:cTn id="24"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29" dur="26">
                                          <p:stCondLst>
                                            <p:cond delay="650"/>
                                          </p:stCondLst>
                                        </p:cTn>
                                        <p:tgtEl>
                                          <p:spTgt spid="10"/>
                                        </p:tgtEl>
                                      </p:cBhvr>
                                      <p:to x="100000" y="60000"/>
                                    </p:animScale>
                                    <p:animScale>
                                      <p:cBhvr>
                                        <p:cTn id="30" dur="166" decel="50000">
                                          <p:stCondLst>
                                            <p:cond delay="676"/>
                                          </p:stCondLst>
                                        </p:cTn>
                                        <p:tgtEl>
                                          <p:spTgt spid="10"/>
                                        </p:tgtEl>
                                      </p:cBhvr>
                                      <p:to x="100000" y="100000"/>
                                    </p:animScale>
                                    <p:animScale>
                                      <p:cBhvr>
                                        <p:cTn id="31" dur="26">
                                          <p:stCondLst>
                                            <p:cond delay="1312"/>
                                          </p:stCondLst>
                                        </p:cTn>
                                        <p:tgtEl>
                                          <p:spTgt spid="10"/>
                                        </p:tgtEl>
                                      </p:cBhvr>
                                      <p:to x="100000" y="80000"/>
                                    </p:animScale>
                                    <p:animScale>
                                      <p:cBhvr>
                                        <p:cTn id="32" dur="166" decel="50000">
                                          <p:stCondLst>
                                            <p:cond delay="1338"/>
                                          </p:stCondLst>
                                        </p:cTn>
                                        <p:tgtEl>
                                          <p:spTgt spid="10"/>
                                        </p:tgtEl>
                                      </p:cBhvr>
                                      <p:to x="100000" y="100000"/>
                                    </p:animScale>
                                    <p:animScale>
                                      <p:cBhvr>
                                        <p:cTn id="33" dur="26">
                                          <p:stCondLst>
                                            <p:cond delay="1642"/>
                                          </p:stCondLst>
                                        </p:cTn>
                                        <p:tgtEl>
                                          <p:spTgt spid="10"/>
                                        </p:tgtEl>
                                      </p:cBhvr>
                                      <p:to x="100000" y="90000"/>
                                    </p:animScale>
                                    <p:animScale>
                                      <p:cBhvr>
                                        <p:cTn id="34" dur="166" decel="50000">
                                          <p:stCondLst>
                                            <p:cond delay="1668"/>
                                          </p:stCondLst>
                                        </p:cTn>
                                        <p:tgtEl>
                                          <p:spTgt spid="10"/>
                                        </p:tgtEl>
                                      </p:cBhvr>
                                      <p:to x="100000" y="100000"/>
                                    </p:animScale>
                                    <p:animScale>
                                      <p:cBhvr>
                                        <p:cTn id="35" dur="26">
                                          <p:stCondLst>
                                            <p:cond delay="1808"/>
                                          </p:stCondLst>
                                        </p:cTn>
                                        <p:tgtEl>
                                          <p:spTgt spid="10"/>
                                        </p:tgtEl>
                                      </p:cBhvr>
                                      <p:to x="100000" y="95000"/>
                                    </p:animScale>
                                    <p:animScale>
                                      <p:cBhvr>
                                        <p:cTn id="36" dur="166" decel="50000">
                                          <p:stCondLst>
                                            <p:cond delay="1834"/>
                                          </p:stCondLst>
                                        </p:cTn>
                                        <p:tgtEl>
                                          <p:spTgt spid="10"/>
                                        </p:tgtEl>
                                      </p:cBhvr>
                                      <p:to x="100000" y="100000"/>
                                    </p:animScale>
                                  </p:childTnLst>
                                </p:cTn>
                              </p:par>
                              <p:par>
                                <p:cTn id="37" presetID="26" presetClass="entr" presetSubtype="0"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wipe(down)">
                                      <p:cBhvr>
                                        <p:cTn id="39" dur="580">
                                          <p:stCondLst>
                                            <p:cond delay="0"/>
                                          </p:stCondLst>
                                        </p:cTn>
                                        <p:tgtEl>
                                          <p:spTgt spid="11"/>
                                        </p:tgtEl>
                                      </p:cBhvr>
                                    </p:animEffect>
                                    <p:anim calcmode="lin" valueType="num">
                                      <p:cBhvr>
                                        <p:cTn id="40"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45" dur="26">
                                          <p:stCondLst>
                                            <p:cond delay="650"/>
                                          </p:stCondLst>
                                        </p:cTn>
                                        <p:tgtEl>
                                          <p:spTgt spid="11"/>
                                        </p:tgtEl>
                                      </p:cBhvr>
                                      <p:to x="100000" y="60000"/>
                                    </p:animScale>
                                    <p:animScale>
                                      <p:cBhvr>
                                        <p:cTn id="46" dur="166" decel="50000">
                                          <p:stCondLst>
                                            <p:cond delay="676"/>
                                          </p:stCondLst>
                                        </p:cTn>
                                        <p:tgtEl>
                                          <p:spTgt spid="11"/>
                                        </p:tgtEl>
                                      </p:cBhvr>
                                      <p:to x="100000" y="100000"/>
                                    </p:animScale>
                                    <p:animScale>
                                      <p:cBhvr>
                                        <p:cTn id="47" dur="26">
                                          <p:stCondLst>
                                            <p:cond delay="1312"/>
                                          </p:stCondLst>
                                        </p:cTn>
                                        <p:tgtEl>
                                          <p:spTgt spid="11"/>
                                        </p:tgtEl>
                                      </p:cBhvr>
                                      <p:to x="100000" y="80000"/>
                                    </p:animScale>
                                    <p:animScale>
                                      <p:cBhvr>
                                        <p:cTn id="48" dur="166" decel="50000">
                                          <p:stCondLst>
                                            <p:cond delay="1338"/>
                                          </p:stCondLst>
                                        </p:cTn>
                                        <p:tgtEl>
                                          <p:spTgt spid="11"/>
                                        </p:tgtEl>
                                      </p:cBhvr>
                                      <p:to x="100000" y="100000"/>
                                    </p:animScale>
                                    <p:animScale>
                                      <p:cBhvr>
                                        <p:cTn id="49" dur="26">
                                          <p:stCondLst>
                                            <p:cond delay="1642"/>
                                          </p:stCondLst>
                                        </p:cTn>
                                        <p:tgtEl>
                                          <p:spTgt spid="11"/>
                                        </p:tgtEl>
                                      </p:cBhvr>
                                      <p:to x="100000" y="90000"/>
                                    </p:animScale>
                                    <p:animScale>
                                      <p:cBhvr>
                                        <p:cTn id="50" dur="166" decel="50000">
                                          <p:stCondLst>
                                            <p:cond delay="1668"/>
                                          </p:stCondLst>
                                        </p:cTn>
                                        <p:tgtEl>
                                          <p:spTgt spid="11"/>
                                        </p:tgtEl>
                                      </p:cBhvr>
                                      <p:to x="100000" y="100000"/>
                                    </p:animScale>
                                    <p:animScale>
                                      <p:cBhvr>
                                        <p:cTn id="51" dur="26">
                                          <p:stCondLst>
                                            <p:cond delay="1808"/>
                                          </p:stCondLst>
                                        </p:cTn>
                                        <p:tgtEl>
                                          <p:spTgt spid="11"/>
                                        </p:tgtEl>
                                      </p:cBhvr>
                                      <p:to x="100000" y="95000"/>
                                    </p:animScale>
                                    <p:animScale>
                                      <p:cBhvr>
                                        <p:cTn id="52" dur="166" decel="50000">
                                          <p:stCondLst>
                                            <p:cond delay="1834"/>
                                          </p:stCondLst>
                                        </p:cTn>
                                        <p:tgtEl>
                                          <p:spTgt spid="11"/>
                                        </p:tgtEl>
                                      </p:cBhvr>
                                      <p:to x="100000" y="100000"/>
                                    </p:animScale>
                                  </p:childTnLst>
                                </p:cTn>
                              </p:par>
                              <p:par>
                                <p:cTn id="53" presetID="26" presetClass="entr" presetSubtype="0" fill="hold" grpId="0" nodeType="with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wipe(down)">
                                      <p:cBhvr>
                                        <p:cTn id="55" dur="580">
                                          <p:stCondLst>
                                            <p:cond delay="0"/>
                                          </p:stCondLst>
                                        </p:cTn>
                                        <p:tgtEl>
                                          <p:spTgt spid="12"/>
                                        </p:tgtEl>
                                      </p:cBhvr>
                                    </p:animEffect>
                                    <p:anim calcmode="lin" valueType="num">
                                      <p:cBhvr>
                                        <p:cTn id="56" dur="1822" tmFilter="0,0; 0.14,0.36; 0.43,0.73; 0.71,0.91; 1.0,1.0">
                                          <p:stCondLst>
                                            <p:cond delay="0"/>
                                          </p:stCondLst>
                                        </p:cTn>
                                        <p:tgtEl>
                                          <p:spTgt spid="12"/>
                                        </p:tgtEl>
                                        <p:attrNameLst>
                                          <p:attrName>ppt_x</p:attrName>
                                        </p:attrNameLst>
                                      </p:cBhvr>
                                      <p:tavLst>
                                        <p:tav tm="0">
                                          <p:val>
                                            <p:strVal val="#ppt_x-0.25"/>
                                          </p:val>
                                        </p:tav>
                                        <p:tav tm="100000">
                                          <p:val>
                                            <p:strVal val="#ppt_x"/>
                                          </p:val>
                                        </p:tav>
                                      </p:tavLst>
                                    </p:anim>
                                    <p:anim calcmode="lin" valueType="num">
                                      <p:cBhvr>
                                        <p:cTn id="57" dur="664" tmFilter="0.0,0.0; 0.25,0.07; 0.50,0.2; 0.75,0.467; 1.0,1.0">
                                          <p:stCondLst>
                                            <p:cond delay="0"/>
                                          </p:stCondLst>
                                        </p:cTn>
                                        <p:tgtEl>
                                          <p:spTgt spid="12"/>
                                        </p:tgtEl>
                                        <p:attrNameLst>
                                          <p:attrName>ppt_y</p:attrName>
                                        </p:attrNameLst>
                                      </p:cBhvr>
                                      <p:tavLst>
                                        <p:tav tm="0" fmla="#ppt_y-sin(pi*$)/3">
                                          <p:val>
                                            <p:fltVal val="0.5"/>
                                          </p:val>
                                        </p:tav>
                                        <p:tav tm="100000">
                                          <p:val>
                                            <p:fltVal val="1"/>
                                          </p:val>
                                        </p:tav>
                                      </p:tavLst>
                                    </p:anim>
                                    <p:anim calcmode="lin" valueType="num">
                                      <p:cBhvr>
                                        <p:cTn id="58" dur="664" tmFilter="0, 0; 0.125,0.2665; 0.25,0.4; 0.375,0.465; 0.5,0.5;  0.625,0.535; 0.75,0.6; 0.875,0.7335; 1,1">
                                          <p:stCondLst>
                                            <p:cond delay="664"/>
                                          </p:stCondLst>
                                        </p:cTn>
                                        <p:tgtEl>
                                          <p:spTgt spid="12"/>
                                        </p:tgtEl>
                                        <p:attrNameLst>
                                          <p:attrName>ppt_y</p:attrName>
                                        </p:attrNameLst>
                                      </p:cBhvr>
                                      <p:tavLst>
                                        <p:tav tm="0" fmla="#ppt_y-sin(pi*$)/9">
                                          <p:val>
                                            <p:fltVal val="0"/>
                                          </p:val>
                                        </p:tav>
                                        <p:tav tm="100000">
                                          <p:val>
                                            <p:fltVal val="1"/>
                                          </p:val>
                                        </p:tav>
                                      </p:tavLst>
                                    </p:anim>
                                    <p:anim calcmode="lin" valueType="num">
                                      <p:cBhvr>
                                        <p:cTn id="59" dur="332" tmFilter="0, 0; 0.125,0.2665; 0.25,0.4; 0.375,0.465; 0.5,0.5;  0.625,0.535; 0.75,0.6; 0.875,0.7335; 1,1">
                                          <p:stCondLst>
                                            <p:cond delay="1324"/>
                                          </p:stCondLst>
                                        </p:cTn>
                                        <p:tgtEl>
                                          <p:spTgt spid="12"/>
                                        </p:tgtEl>
                                        <p:attrNameLst>
                                          <p:attrName>ppt_y</p:attrName>
                                        </p:attrNameLst>
                                      </p:cBhvr>
                                      <p:tavLst>
                                        <p:tav tm="0" fmla="#ppt_y-sin(pi*$)/27">
                                          <p:val>
                                            <p:fltVal val="0"/>
                                          </p:val>
                                        </p:tav>
                                        <p:tav tm="100000">
                                          <p:val>
                                            <p:fltVal val="1"/>
                                          </p:val>
                                        </p:tav>
                                      </p:tavLst>
                                    </p:anim>
                                    <p:anim calcmode="lin" valueType="num">
                                      <p:cBhvr>
                                        <p:cTn id="60" dur="164" tmFilter="0, 0; 0.125,0.2665; 0.25,0.4; 0.375,0.465; 0.5,0.5;  0.625,0.535; 0.75,0.6; 0.875,0.7335; 1,1">
                                          <p:stCondLst>
                                            <p:cond delay="1656"/>
                                          </p:stCondLst>
                                        </p:cTn>
                                        <p:tgtEl>
                                          <p:spTgt spid="12"/>
                                        </p:tgtEl>
                                        <p:attrNameLst>
                                          <p:attrName>ppt_y</p:attrName>
                                        </p:attrNameLst>
                                      </p:cBhvr>
                                      <p:tavLst>
                                        <p:tav tm="0" fmla="#ppt_y-sin(pi*$)/81">
                                          <p:val>
                                            <p:fltVal val="0"/>
                                          </p:val>
                                        </p:tav>
                                        <p:tav tm="100000">
                                          <p:val>
                                            <p:fltVal val="1"/>
                                          </p:val>
                                        </p:tav>
                                      </p:tavLst>
                                    </p:anim>
                                    <p:animScale>
                                      <p:cBhvr>
                                        <p:cTn id="61" dur="26">
                                          <p:stCondLst>
                                            <p:cond delay="650"/>
                                          </p:stCondLst>
                                        </p:cTn>
                                        <p:tgtEl>
                                          <p:spTgt spid="12"/>
                                        </p:tgtEl>
                                      </p:cBhvr>
                                      <p:to x="100000" y="60000"/>
                                    </p:animScale>
                                    <p:animScale>
                                      <p:cBhvr>
                                        <p:cTn id="62" dur="166" decel="50000">
                                          <p:stCondLst>
                                            <p:cond delay="676"/>
                                          </p:stCondLst>
                                        </p:cTn>
                                        <p:tgtEl>
                                          <p:spTgt spid="12"/>
                                        </p:tgtEl>
                                      </p:cBhvr>
                                      <p:to x="100000" y="100000"/>
                                    </p:animScale>
                                    <p:animScale>
                                      <p:cBhvr>
                                        <p:cTn id="63" dur="26">
                                          <p:stCondLst>
                                            <p:cond delay="1312"/>
                                          </p:stCondLst>
                                        </p:cTn>
                                        <p:tgtEl>
                                          <p:spTgt spid="12"/>
                                        </p:tgtEl>
                                      </p:cBhvr>
                                      <p:to x="100000" y="80000"/>
                                    </p:animScale>
                                    <p:animScale>
                                      <p:cBhvr>
                                        <p:cTn id="64" dur="166" decel="50000">
                                          <p:stCondLst>
                                            <p:cond delay="1338"/>
                                          </p:stCondLst>
                                        </p:cTn>
                                        <p:tgtEl>
                                          <p:spTgt spid="12"/>
                                        </p:tgtEl>
                                      </p:cBhvr>
                                      <p:to x="100000" y="100000"/>
                                    </p:animScale>
                                    <p:animScale>
                                      <p:cBhvr>
                                        <p:cTn id="65" dur="26">
                                          <p:stCondLst>
                                            <p:cond delay="1642"/>
                                          </p:stCondLst>
                                        </p:cTn>
                                        <p:tgtEl>
                                          <p:spTgt spid="12"/>
                                        </p:tgtEl>
                                      </p:cBhvr>
                                      <p:to x="100000" y="90000"/>
                                    </p:animScale>
                                    <p:animScale>
                                      <p:cBhvr>
                                        <p:cTn id="66" dur="166" decel="50000">
                                          <p:stCondLst>
                                            <p:cond delay="1668"/>
                                          </p:stCondLst>
                                        </p:cTn>
                                        <p:tgtEl>
                                          <p:spTgt spid="12"/>
                                        </p:tgtEl>
                                      </p:cBhvr>
                                      <p:to x="100000" y="100000"/>
                                    </p:animScale>
                                    <p:animScale>
                                      <p:cBhvr>
                                        <p:cTn id="67" dur="26">
                                          <p:stCondLst>
                                            <p:cond delay="1808"/>
                                          </p:stCondLst>
                                        </p:cTn>
                                        <p:tgtEl>
                                          <p:spTgt spid="12"/>
                                        </p:tgtEl>
                                      </p:cBhvr>
                                      <p:to x="100000" y="95000"/>
                                    </p:animScale>
                                    <p:animScale>
                                      <p:cBhvr>
                                        <p:cTn id="68" dur="166" decel="50000">
                                          <p:stCondLst>
                                            <p:cond delay="1834"/>
                                          </p:stCondLst>
                                        </p:cTn>
                                        <p:tgtEl>
                                          <p:spTgt spid="12"/>
                                        </p:tgtEl>
                                      </p:cBhvr>
                                      <p:to x="100000" y="100000"/>
                                    </p:animScale>
                                  </p:childTnLst>
                                </p:cTn>
                              </p:par>
                              <p:par>
                                <p:cTn id="69" presetID="26" presetClass="entr" presetSubtype="0" fill="hold" grpId="0" nodeType="withEffect">
                                  <p:stCondLst>
                                    <p:cond delay="0"/>
                                  </p:stCondLst>
                                  <p:childTnLst>
                                    <p:set>
                                      <p:cBhvr>
                                        <p:cTn id="70" dur="1" fill="hold">
                                          <p:stCondLst>
                                            <p:cond delay="0"/>
                                          </p:stCondLst>
                                        </p:cTn>
                                        <p:tgtEl>
                                          <p:spTgt spid="13"/>
                                        </p:tgtEl>
                                        <p:attrNameLst>
                                          <p:attrName>style.visibility</p:attrName>
                                        </p:attrNameLst>
                                      </p:cBhvr>
                                      <p:to>
                                        <p:strVal val="visible"/>
                                      </p:to>
                                    </p:set>
                                    <p:animEffect transition="in" filter="wipe(down)">
                                      <p:cBhvr>
                                        <p:cTn id="71" dur="580">
                                          <p:stCondLst>
                                            <p:cond delay="0"/>
                                          </p:stCondLst>
                                        </p:cTn>
                                        <p:tgtEl>
                                          <p:spTgt spid="13"/>
                                        </p:tgtEl>
                                      </p:cBhvr>
                                    </p:animEffect>
                                    <p:anim calcmode="lin" valueType="num">
                                      <p:cBhvr>
                                        <p:cTn id="72" dur="1822" tmFilter="0,0; 0.14,0.36; 0.43,0.73; 0.71,0.91; 1.0,1.0">
                                          <p:stCondLst>
                                            <p:cond delay="0"/>
                                          </p:stCondLst>
                                        </p:cTn>
                                        <p:tgtEl>
                                          <p:spTgt spid="13"/>
                                        </p:tgtEl>
                                        <p:attrNameLst>
                                          <p:attrName>ppt_x</p:attrName>
                                        </p:attrNameLst>
                                      </p:cBhvr>
                                      <p:tavLst>
                                        <p:tav tm="0">
                                          <p:val>
                                            <p:strVal val="#ppt_x-0.25"/>
                                          </p:val>
                                        </p:tav>
                                        <p:tav tm="100000">
                                          <p:val>
                                            <p:strVal val="#ppt_x"/>
                                          </p:val>
                                        </p:tav>
                                      </p:tavLst>
                                    </p:anim>
                                    <p:anim calcmode="lin" valueType="num">
                                      <p:cBhvr>
                                        <p:cTn id="73" dur="664" tmFilter="0.0,0.0; 0.25,0.07; 0.50,0.2; 0.75,0.467; 1.0,1.0">
                                          <p:stCondLst>
                                            <p:cond delay="0"/>
                                          </p:stCondLst>
                                        </p:cTn>
                                        <p:tgtEl>
                                          <p:spTgt spid="13"/>
                                        </p:tgtEl>
                                        <p:attrNameLst>
                                          <p:attrName>ppt_y</p:attrName>
                                        </p:attrNameLst>
                                      </p:cBhvr>
                                      <p:tavLst>
                                        <p:tav tm="0" fmla="#ppt_y-sin(pi*$)/3">
                                          <p:val>
                                            <p:fltVal val="0.5"/>
                                          </p:val>
                                        </p:tav>
                                        <p:tav tm="100000">
                                          <p:val>
                                            <p:fltVal val="1"/>
                                          </p:val>
                                        </p:tav>
                                      </p:tavLst>
                                    </p:anim>
                                    <p:anim calcmode="lin" valueType="num">
                                      <p:cBhvr>
                                        <p:cTn id="74" dur="664" tmFilter="0, 0; 0.125,0.2665; 0.25,0.4; 0.375,0.465; 0.5,0.5;  0.625,0.535; 0.75,0.6; 0.875,0.7335; 1,1">
                                          <p:stCondLst>
                                            <p:cond delay="664"/>
                                          </p:stCondLst>
                                        </p:cTn>
                                        <p:tgtEl>
                                          <p:spTgt spid="13"/>
                                        </p:tgtEl>
                                        <p:attrNameLst>
                                          <p:attrName>ppt_y</p:attrName>
                                        </p:attrNameLst>
                                      </p:cBhvr>
                                      <p:tavLst>
                                        <p:tav tm="0" fmla="#ppt_y-sin(pi*$)/9">
                                          <p:val>
                                            <p:fltVal val="0"/>
                                          </p:val>
                                        </p:tav>
                                        <p:tav tm="100000">
                                          <p:val>
                                            <p:fltVal val="1"/>
                                          </p:val>
                                        </p:tav>
                                      </p:tavLst>
                                    </p:anim>
                                    <p:anim calcmode="lin" valueType="num">
                                      <p:cBhvr>
                                        <p:cTn id="75" dur="332" tmFilter="0, 0; 0.125,0.2665; 0.25,0.4; 0.375,0.465; 0.5,0.5;  0.625,0.535; 0.75,0.6; 0.875,0.7335; 1,1">
                                          <p:stCondLst>
                                            <p:cond delay="1324"/>
                                          </p:stCondLst>
                                        </p:cTn>
                                        <p:tgtEl>
                                          <p:spTgt spid="13"/>
                                        </p:tgtEl>
                                        <p:attrNameLst>
                                          <p:attrName>ppt_y</p:attrName>
                                        </p:attrNameLst>
                                      </p:cBhvr>
                                      <p:tavLst>
                                        <p:tav tm="0" fmla="#ppt_y-sin(pi*$)/27">
                                          <p:val>
                                            <p:fltVal val="0"/>
                                          </p:val>
                                        </p:tav>
                                        <p:tav tm="100000">
                                          <p:val>
                                            <p:fltVal val="1"/>
                                          </p:val>
                                        </p:tav>
                                      </p:tavLst>
                                    </p:anim>
                                    <p:anim calcmode="lin" valueType="num">
                                      <p:cBhvr>
                                        <p:cTn id="76" dur="164" tmFilter="0, 0; 0.125,0.2665; 0.25,0.4; 0.375,0.465; 0.5,0.5;  0.625,0.535; 0.75,0.6; 0.875,0.7335; 1,1">
                                          <p:stCondLst>
                                            <p:cond delay="1656"/>
                                          </p:stCondLst>
                                        </p:cTn>
                                        <p:tgtEl>
                                          <p:spTgt spid="13"/>
                                        </p:tgtEl>
                                        <p:attrNameLst>
                                          <p:attrName>ppt_y</p:attrName>
                                        </p:attrNameLst>
                                      </p:cBhvr>
                                      <p:tavLst>
                                        <p:tav tm="0" fmla="#ppt_y-sin(pi*$)/81">
                                          <p:val>
                                            <p:fltVal val="0"/>
                                          </p:val>
                                        </p:tav>
                                        <p:tav tm="100000">
                                          <p:val>
                                            <p:fltVal val="1"/>
                                          </p:val>
                                        </p:tav>
                                      </p:tavLst>
                                    </p:anim>
                                    <p:animScale>
                                      <p:cBhvr>
                                        <p:cTn id="77" dur="26">
                                          <p:stCondLst>
                                            <p:cond delay="650"/>
                                          </p:stCondLst>
                                        </p:cTn>
                                        <p:tgtEl>
                                          <p:spTgt spid="13"/>
                                        </p:tgtEl>
                                      </p:cBhvr>
                                      <p:to x="100000" y="60000"/>
                                    </p:animScale>
                                    <p:animScale>
                                      <p:cBhvr>
                                        <p:cTn id="78" dur="166" decel="50000">
                                          <p:stCondLst>
                                            <p:cond delay="676"/>
                                          </p:stCondLst>
                                        </p:cTn>
                                        <p:tgtEl>
                                          <p:spTgt spid="13"/>
                                        </p:tgtEl>
                                      </p:cBhvr>
                                      <p:to x="100000" y="100000"/>
                                    </p:animScale>
                                    <p:animScale>
                                      <p:cBhvr>
                                        <p:cTn id="79" dur="26">
                                          <p:stCondLst>
                                            <p:cond delay="1312"/>
                                          </p:stCondLst>
                                        </p:cTn>
                                        <p:tgtEl>
                                          <p:spTgt spid="13"/>
                                        </p:tgtEl>
                                      </p:cBhvr>
                                      <p:to x="100000" y="80000"/>
                                    </p:animScale>
                                    <p:animScale>
                                      <p:cBhvr>
                                        <p:cTn id="80" dur="166" decel="50000">
                                          <p:stCondLst>
                                            <p:cond delay="1338"/>
                                          </p:stCondLst>
                                        </p:cTn>
                                        <p:tgtEl>
                                          <p:spTgt spid="13"/>
                                        </p:tgtEl>
                                      </p:cBhvr>
                                      <p:to x="100000" y="100000"/>
                                    </p:animScale>
                                    <p:animScale>
                                      <p:cBhvr>
                                        <p:cTn id="81" dur="26">
                                          <p:stCondLst>
                                            <p:cond delay="1642"/>
                                          </p:stCondLst>
                                        </p:cTn>
                                        <p:tgtEl>
                                          <p:spTgt spid="13"/>
                                        </p:tgtEl>
                                      </p:cBhvr>
                                      <p:to x="100000" y="90000"/>
                                    </p:animScale>
                                    <p:animScale>
                                      <p:cBhvr>
                                        <p:cTn id="82" dur="166" decel="50000">
                                          <p:stCondLst>
                                            <p:cond delay="1668"/>
                                          </p:stCondLst>
                                        </p:cTn>
                                        <p:tgtEl>
                                          <p:spTgt spid="13"/>
                                        </p:tgtEl>
                                      </p:cBhvr>
                                      <p:to x="100000" y="100000"/>
                                    </p:animScale>
                                    <p:animScale>
                                      <p:cBhvr>
                                        <p:cTn id="83" dur="26">
                                          <p:stCondLst>
                                            <p:cond delay="1808"/>
                                          </p:stCondLst>
                                        </p:cTn>
                                        <p:tgtEl>
                                          <p:spTgt spid="13"/>
                                        </p:tgtEl>
                                      </p:cBhvr>
                                      <p:to x="100000" y="95000"/>
                                    </p:animScale>
                                    <p:animScale>
                                      <p:cBhvr>
                                        <p:cTn id="84" dur="166" decel="50000">
                                          <p:stCondLst>
                                            <p:cond delay="1834"/>
                                          </p:stCondLst>
                                        </p:cTn>
                                        <p:tgtEl>
                                          <p:spTgt spid="13"/>
                                        </p:tgtEl>
                                      </p:cBhvr>
                                      <p:to x="100000" y="100000"/>
                                    </p:animScale>
                                  </p:childTnLst>
                                </p:cTn>
                              </p:par>
                              <p:par>
                                <p:cTn id="85" presetID="26" presetClass="entr" presetSubtype="0" fill="hold" grpId="0" nodeType="withEffect">
                                  <p:stCondLst>
                                    <p:cond delay="0"/>
                                  </p:stCondLst>
                                  <p:childTnLst>
                                    <p:set>
                                      <p:cBhvr>
                                        <p:cTn id="86" dur="1" fill="hold">
                                          <p:stCondLst>
                                            <p:cond delay="0"/>
                                          </p:stCondLst>
                                        </p:cTn>
                                        <p:tgtEl>
                                          <p:spTgt spid="14"/>
                                        </p:tgtEl>
                                        <p:attrNameLst>
                                          <p:attrName>style.visibility</p:attrName>
                                        </p:attrNameLst>
                                      </p:cBhvr>
                                      <p:to>
                                        <p:strVal val="visible"/>
                                      </p:to>
                                    </p:set>
                                    <p:animEffect transition="in" filter="wipe(down)">
                                      <p:cBhvr>
                                        <p:cTn id="87" dur="580">
                                          <p:stCondLst>
                                            <p:cond delay="0"/>
                                          </p:stCondLst>
                                        </p:cTn>
                                        <p:tgtEl>
                                          <p:spTgt spid="14"/>
                                        </p:tgtEl>
                                      </p:cBhvr>
                                    </p:animEffect>
                                    <p:anim calcmode="lin" valueType="num">
                                      <p:cBhvr>
                                        <p:cTn id="88" dur="1822" tmFilter="0,0; 0.14,0.36; 0.43,0.73; 0.71,0.91; 1.0,1.0">
                                          <p:stCondLst>
                                            <p:cond delay="0"/>
                                          </p:stCondLst>
                                        </p:cTn>
                                        <p:tgtEl>
                                          <p:spTgt spid="14"/>
                                        </p:tgtEl>
                                        <p:attrNameLst>
                                          <p:attrName>ppt_x</p:attrName>
                                        </p:attrNameLst>
                                      </p:cBhvr>
                                      <p:tavLst>
                                        <p:tav tm="0">
                                          <p:val>
                                            <p:strVal val="#ppt_x-0.25"/>
                                          </p:val>
                                        </p:tav>
                                        <p:tav tm="100000">
                                          <p:val>
                                            <p:strVal val="#ppt_x"/>
                                          </p:val>
                                        </p:tav>
                                      </p:tavLst>
                                    </p:anim>
                                    <p:anim calcmode="lin" valueType="num">
                                      <p:cBhvr>
                                        <p:cTn id="89" dur="664" tmFilter="0.0,0.0; 0.25,0.07; 0.50,0.2; 0.75,0.467; 1.0,1.0">
                                          <p:stCondLst>
                                            <p:cond delay="0"/>
                                          </p:stCondLst>
                                        </p:cTn>
                                        <p:tgtEl>
                                          <p:spTgt spid="14"/>
                                        </p:tgtEl>
                                        <p:attrNameLst>
                                          <p:attrName>ppt_y</p:attrName>
                                        </p:attrNameLst>
                                      </p:cBhvr>
                                      <p:tavLst>
                                        <p:tav tm="0" fmla="#ppt_y-sin(pi*$)/3">
                                          <p:val>
                                            <p:fltVal val="0.5"/>
                                          </p:val>
                                        </p:tav>
                                        <p:tav tm="100000">
                                          <p:val>
                                            <p:fltVal val="1"/>
                                          </p:val>
                                        </p:tav>
                                      </p:tavLst>
                                    </p:anim>
                                    <p:anim calcmode="lin" valueType="num">
                                      <p:cBhvr>
                                        <p:cTn id="90" dur="664" tmFilter="0, 0; 0.125,0.2665; 0.25,0.4; 0.375,0.465; 0.5,0.5;  0.625,0.535; 0.75,0.6; 0.875,0.7335; 1,1">
                                          <p:stCondLst>
                                            <p:cond delay="664"/>
                                          </p:stCondLst>
                                        </p:cTn>
                                        <p:tgtEl>
                                          <p:spTgt spid="14"/>
                                        </p:tgtEl>
                                        <p:attrNameLst>
                                          <p:attrName>ppt_y</p:attrName>
                                        </p:attrNameLst>
                                      </p:cBhvr>
                                      <p:tavLst>
                                        <p:tav tm="0" fmla="#ppt_y-sin(pi*$)/9">
                                          <p:val>
                                            <p:fltVal val="0"/>
                                          </p:val>
                                        </p:tav>
                                        <p:tav tm="100000">
                                          <p:val>
                                            <p:fltVal val="1"/>
                                          </p:val>
                                        </p:tav>
                                      </p:tavLst>
                                    </p:anim>
                                    <p:anim calcmode="lin" valueType="num">
                                      <p:cBhvr>
                                        <p:cTn id="91" dur="332" tmFilter="0, 0; 0.125,0.2665; 0.25,0.4; 0.375,0.465; 0.5,0.5;  0.625,0.535; 0.75,0.6; 0.875,0.7335; 1,1">
                                          <p:stCondLst>
                                            <p:cond delay="1324"/>
                                          </p:stCondLst>
                                        </p:cTn>
                                        <p:tgtEl>
                                          <p:spTgt spid="14"/>
                                        </p:tgtEl>
                                        <p:attrNameLst>
                                          <p:attrName>ppt_y</p:attrName>
                                        </p:attrNameLst>
                                      </p:cBhvr>
                                      <p:tavLst>
                                        <p:tav tm="0" fmla="#ppt_y-sin(pi*$)/27">
                                          <p:val>
                                            <p:fltVal val="0"/>
                                          </p:val>
                                        </p:tav>
                                        <p:tav tm="100000">
                                          <p:val>
                                            <p:fltVal val="1"/>
                                          </p:val>
                                        </p:tav>
                                      </p:tavLst>
                                    </p:anim>
                                    <p:anim calcmode="lin" valueType="num">
                                      <p:cBhvr>
                                        <p:cTn id="92" dur="164" tmFilter="0, 0; 0.125,0.2665; 0.25,0.4; 0.375,0.465; 0.5,0.5;  0.625,0.535; 0.75,0.6; 0.875,0.7335; 1,1">
                                          <p:stCondLst>
                                            <p:cond delay="1656"/>
                                          </p:stCondLst>
                                        </p:cTn>
                                        <p:tgtEl>
                                          <p:spTgt spid="14"/>
                                        </p:tgtEl>
                                        <p:attrNameLst>
                                          <p:attrName>ppt_y</p:attrName>
                                        </p:attrNameLst>
                                      </p:cBhvr>
                                      <p:tavLst>
                                        <p:tav tm="0" fmla="#ppt_y-sin(pi*$)/81">
                                          <p:val>
                                            <p:fltVal val="0"/>
                                          </p:val>
                                        </p:tav>
                                        <p:tav tm="100000">
                                          <p:val>
                                            <p:fltVal val="1"/>
                                          </p:val>
                                        </p:tav>
                                      </p:tavLst>
                                    </p:anim>
                                    <p:animScale>
                                      <p:cBhvr>
                                        <p:cTn id="93" dur="26">
                                          <p:stCondLst>
                                            <p:cond delay="650"/>
                                          </p:stCondLst>
                                        </p:cTn>
                                        <p:tgtEl>
                                          <p:spTgt spid="14"/>
                                        </p:tgtEl>
                                      </p:cBhvr>
                                      <p:to x="100000" y="60000"/>
                                    </p:animScale>
                                    <p:animScale>
                                      <p:cBhvr>
                                        <p:cTn id="94" dur="166" decel="50000">
                                          <p:stCondLst>
                                            <p:cond delay="676"/>
                                          </p:stCondLst>
                                        </p:cTn>
                                        <p:tgtEl>
                                          <p:spTgt spid="14"/>
                                        </p:tgtEl>
                                      </p:cBhvr>
                                      <p:to x="100000" y="100000"/>
                                    </p:animScale>
                                    <p:animScale>
                                      <p:cBhvr>
                                        <p:cTn id="95" dur="26">
                                          <p:stCondLst>
                                            <p:cond delay="1312"/>
                                          </p:stCondLst>
                                        </p:cTn>
                                        <p:tgtEl>
                                          <p:spTgt spid="14"/>
                                        </p:tgtEl>
                                      </p:cBhvr>
                                      <p:to x="100000" y="80000"/>
                                    </p:animScale>
                                    <p:animScale>
                                      <p:cBhvr>
                                        <p:cTn id="96" dur="166" decel="50000">
                                          <p:stCondLst>
                                            <p:cond delay="1338"/>
                                          </p:stCondLst>
                                        </p:cTn>
                                        <p:tgtEl>
                                          <p:spTgt spid="14"/>
                                        </p:tgtEl>
                                      </p:cBhvr>
                                      <p:to x="100000" y="100000"/>
                                    </p:animScale>
                                    <p:animScale>
                                      <p:cBhvr>
                                        <p:cTn id="97" dur="26">
                                          <p:stCondLst>
                                            <p:cond delay="1642"/>
                                          </p:stCondLst>
                                        </p:cTn>
                                        <p:tgtEl>
                                          <p:spTgt spid="14"/>
                                        </p:tgtEl>
                                      </p:cBhvr>
                                      <p:to x="100000" y="90000"/>
                                    </p:animScale>
                                    <p:animScale>
                                      <p:cBhvr>
                                        <p:cTn id="98" dur="166" decel="50000">
                                          <p:stCondLst>
                                            <p:cond delay="1668"/>
                                          </p:stCondLst>
                                        </p:cTn>
                                        <p:tgtEl>
                                          <p:spTgt spid="14"/>
                                        </p:tgtEl>
                                      </p:cBhvr>
                                      <p:to x="100000" y="100000"/>
                                    </p:animScale>
                                    <p:animScale>
                                      <p:cBhvr>
                                        <p:cTn id="99" dur="26">
                                          <p:stCondLst>
                                            <p:cond delay="1808"/>
                                          </p:stCondLst>
                                        </p:cTn>
                                        <p:tgtEl>
                                          <p:spTgt spid="14"/>
                                        </p:tgtEl>
                                      </p:cBhvr>
                                      <p:to x="100000" y="95000"/>
                                    </p:animScale>
                                    <p:animScale>
                                      <p:cBhvr>
                                        <p:cTn id="100" dur="166" decel="50000">
                                          <p:stCondLst>
                                            <p:cond delay="1834"/>
                                          </p:stCondLst>
                                        </p:cTn>
                                        <p:tgtEl>
                                          <p:spTgt spid="14"/>
                                        </p:tgtEl>
                                      </p:cBhvr>
                                      <p:to x="100000" y="100000"/>
                                    </p:animScale>
                                  </p:childTnLst>
                                </p:cTn>
                              </p:par>
                              <p:par>
                                <p:cTn id="101" presetID="26" presetClass="entr" presetSubtype="0" fill="hold" grpId="0" nodeType="withEffect">
                                  <p:stCondLst>
                                    <p:cond delay="0"/>
                                  </p:stCondLst>
                                  <p:childTnLst>
                                    <p:set>
                                      <p:cBhvr>
                                        <p:cTn id="102" dur="1" fill="hold">
                                          <p:stCondLst>
                                            <p:cond delay="0"/>
                                          </p:stCondLst>
                                        </p:cTn>
                                        <p:tgtEl>
                                          <p:spTgt spid="15"/>
                                        </p:tgtEl>
                                        <p:attrNameLst>
                                          <p:attrName>style.visibility</p:attrName>
                                        </p:attrNameLst>
                                      </p:cBhvr>
                                      <p:to>
                                        <p:strVal val="visible"/>
                                      </p:to>
                                    </p:set>
                                    <p:animEffect transition="in" filter="wipe(down)">
                                      <p:cBhvr>
                                        <p:cTn id="103" dur="580">
                                          <p:stCondLst>
                                            <p:cond delay="0"/>
                                          </p:stCondLst>
                                        </p:cTn>
                                        <p:tgtEl>
                                          <p:spTgt spid="15"/>
                                        </p:tgtEl>
                                      </p:cBhvr>
                                    </p:animEffect>
                                    <p:anim calcmode="lin" valueType="num">
                                      <p:cBhvr>
                                        <p:cTn id="104" dur="1822" tmFilter="0,0; 0.14,0.36; 0.43,0.73; 0.71,0.91; 1.0,1.0">
                                          <p:stCondLst>
                                            <p:cond delay="0"/>
                                          </p:stCondLst>
                                        </p:cTn>
                                        <p:tgtEl>
                                          <p:spTgt spid="15"/>
                                        </p:tgtEl>
                                        <p:attrNameLst>
                                          <p:attrName>ppt_x</p:attrName>
                                        </p:attrNameLst>
                                      </p:cBhvr>
                                      <p:tavLst>
                                        <p:tav tm="0">
                                          <p:val>
                                            <p:strVal val="#ppt_x-0.25"/>
                                          </p:val>
                                        </p:tav>
                                        <p:tav tm="100000">
                                          <p:val>
                                            <p:strVal val="#ppt_x"/>
                                          </p:val>
                                        </p:tav>
                                      </p:tavLst>
                                    </p:anim>
                                    <p:anim calcmode="lin" valueType="num">
                                      <p:cBhvr>
                                        <p:cTn id="105" dur="664" tmFilter="0.0,0.0; 0.25,0.07; 0.50,0.2; 0.75,0.467; 1.0,1.0">
                                          <p:stCondLst>
                                            <p:cond delay="0"/>
                                          </p:stCondLst>
                                        </p:cTn>
                                        <p:tgtEl>
                                          <p:spTgt spid="15"/>
                                        </p:tgtEl>
                                        <p:attrNameLst>
                                          <p:attrName>ppt_y</p:attrName>
                                        </p:attrNameLst>
                                      </p:cBhvr>
                                      <p:tavLst>
                                        <p:tav tm="0" fmla="#ppt_y-sin(pi*$)/3">
                                          <p:val>
                                            <p:fltVal val="0.5"/>
                                          </p:val>
                                        </p:tav>
                                        <p:tav tm="100000">
                                          <p:val>
                                            <p:fltVal val="1"/>
                                          </p:val>
                                        </p:tav>
                                      </p:tavLst>
                                    </p:anim>
                                    <p:anim calcmode="lin" valueType="num">
                                      <p:cBhvr>
                                        <p:cTn id="106" dur="664" tmFilter="0, 0; 0.125,0.2665; 0.25,0.4; 0.375,0.465; 0.5,0.5;  0.625,0.535; 0.75,0.6; 0.875,0.7335; 1,1">
                                          <p:stCondLst>
                                            <p:cond delay="664"/>
                                          </p:stCondLst>
                                        </p:cTn>
                                        <p:tgtEl>
                                          <p:spTgt spid="15"/>
                                        </p:tgtEl>
                                        <p:attrNameLst>
                                          <p:attrName>ppt_y</p:attrName>
                                        </p:attrNameLst>
                                      </p:cBhvr>
                                      <p:tavLst>
                                        <p:tav tm="0" fmla="#ppt_y-sin(pi*$)/9">
                                          <p:val>
                                            <p:fltVal val="0"/>
                                          </p:val>
                                        </p:tav>
                                        <p:tav tm="100000">
                                          <p:val>
                                            <p:fltVal val="1"/>
                                          </p:val>
                                        </p:tav>
                                      </p:tavLst>
                                    </p:anim>
                                    <p:anim calcmode="lin" valueType="num">
                                      <p:cBhvr>
                                        <p:cTn id="107" dur="332" tmFilter="0, 0; 0.125,0.2665; 0.25,0.4; 0.375,0.465; 0.5,0.5;  0.625,0.535; 0.75,0.6; 0.875,0.7335; 1,1">
                                          <p:stCondLst>
                                            <p:cond delay="1324"/>
                                          </p:stCondLst>
                                        </p:cTn>
                                        <p:tgtEl>
                                          <p:spTgt spid="15"/>
                                        </p:tgtEl>
                                        <p:attrNameLst>
                                          <p:attrName>ppt_y</p:attrName>
                                        </p:attrNameLst>
                                      </p:cBhvr>
                                      <p:tavLst>
                                        <p:tav tm="0" fmla="#ppt_y-sin(pi*$)/27">
                                          <p:val>
                                            <p:fltVal val="0"/>
                                          </p:val>
                                        </p:tav>
                                        <p:tav tm="100000">
                                          <p:val>
                                            <p:fltVal val="1"/>
                                          </p:val>
                                        </p:tav>
                                      </p:tavLst>
                                    </p:anim>
                                    <p:anim calcmode="lin" valueType="num">
                                      <p:cBhvr>
                                        <p:cTn id="108" dur="164" tmFilter="0, 0; 0.125,0.2665; 0.25,0.4; 0.375,0.465; 0.5,0.5;  0.625,0.535; 0.75,0.6; 0.875,0.7335; 1,1">
                                          <p:stCondLst>
                                            <p:cond delay="1656"/>
                                          </p:stCondLst>
                                        </p:cTn>
                                        <p:tgtEl>
                                          <p:spTgt spid="15"/>
                                        </p:tgtEl>
                                        <p:attrNameLst>
                                          <p:attrName>ppt_y</p:attrName>
                                        </p:attrNameLst>
                                      </p:cBhvr>
                                      <p:tavLst>
                                        <p:tav tm="0" fmla="#ppt_y-sin(pi*$)/81">
                                          <p:val>
                                            <p:fltVal val="0"/>
                                          </p:val>
                                        </p:tav>
                                        <p:tav tm="100000">
                                          <p:val>
                                            <p:fltVal val="1"/>
                                          </p:val>
                                        </p:tav>
                                      </p:tavLst>
                                    </p:anim>
                                    <p:animScale>
                                      <p:cBhvr>
                                        <p:cTn id="109" dur="26">
                                          <p:stCondLst>
                                            <p:cond delay="650"/>
                                          </p:stCondLst>
                                        </p:cTn>
                                        <p:tgtEl>
                                          <p:spTgt spid="15"/>
                                        </p:tgtEl>
                                      </p:cBhvr>
                                      <p:to x="100000" y="60000"/>
                                    </p:animScale>
                                    <p:animScale>
                                      <p:cBhvr>
                                        <p:cTn id="110" dur="166" decel="50000">
                                          <p:stCondLst>
                                            <p:cond delay="676"/>
                                          </p:stCondLst>
                                        </p:cTn>
                                        <p:tgtEl>
                                          <p:spTgt spid="15"/>
                                        </p:tgtEl>
                                      </p:cBhvr>
                                      <p:to x="100000" y="100000"/>
                                    </p:animScale>
                                    <p:animScale>
                                      <p:cBhvr>
                                        <p:cTn id="111" dur="26">
                                          <p:stCondLst>
                                            <p:cond delay="1312"/>
                                          </p:stCondLst>
                                        </p:cTn>
                                        <p:tgtEl>
                                          <p:spTgt spid="15"/>
                                        </p:tgtEl>
                                      </p:cBhvr>
                                      <p:to x="100000" y="80000"/>
                                    </p:animScale>
                                    <p:animScale>
                                      <p:cBhvr>
                                        <p:cTn id="112" dur="166" decel="50000">
                                          <p:stCondLst>
                                            <p:cond delay="1338"/>
                                          </p:stCondLst>
                                        </p:cTn>
                                        <p:tgtEl>
                                          <p:spTgt spid="15"/>
                                        </p:tgtEl>
                                      </p:cBhvr>
                                      <p:to x="100000" y="100000"/>
                                    </p:animScale>
                                    <p:animScale>
                                      <p:cBhvr>
                                        <p:cTn id="113" dur="26">
                                          <p:stCondLst>
                                            <p:cond delay="1642"/>
                                          </p:stCondLst>
                                        </p:cTn>
                                        <p:tgtEl>
                                          <p:spTgt spid="15"/>
                                        </p:tgtEl>
                                      </p:cBhvr>
                                      <p:to x="100000" y="90000"/>
                                    </p:animScale>
                                    <p:animScale>
                                      <p:cBhvr>
                                        <p:cTn id="114" dur="166" decel="50000">
                                          <p:stCondLst>
                                            <p:cond delay="1668"/>
                                          </p:stCondLst>
                                        </p:cTn>
                                        <p:tgtEl>
                                          <p:spTgt spid="15"/>
                                        </p:tgtEl>
                                      </p:cBhvr>
                                      <p:to x="100000" y="100000"/>
                                    </p:animScale>
                                    <p:animScale>
                                      <p:cBhvr>
                                        <p:cTn id="115" dur="26">
                                          <p:stCondLst>
                                            <p:cond delay="1808"/>
                                          </p:stCondLst>
                                        </p:cTn>
                                        <p:tgtEl>
                                          <p:spTgt spid="15"/>
                                        </p:tgtEl>
                                      </p:cBhvr>
                                      <p:to x="100000" y="95000"/>
                                    </p:animScale>
                                    <p:animScale>
                                      <p:cBhvr>
                                        <p:cTn id="116" dur="166" decel="50000">
                                          <p:stCondLst>
                                            <p:cond delay="1834"/>
                                          </p:stCondLst>
                                        </p:cTn>
                                        <p:tgtEl>
                                          <p:spTgt spid="15"/>
                                        </p:tgtEl>
                                      </p:cBhvr>
                                      <p:to x="100000" y="100000"/>
                                    </p:animScale>
                                  </p:childTnLst>
                                </p:cTn>
                              </p:par>
                              <p:par>
                                <p:cTn id="117" presetID="26" presetClass="entr" presetSubtype="0" fill="hold" grpId="0" nodeType="withEffect">
                                  <p:stCondLst>
                                    <p:cond delay="0"/>
                                  </p:stCondLst>
                                  <p:childTnLst>
                                    <p:set>
                                      <p:cBhvr>
                                        <p:cTn id="118" dur="1" fill="hold">
                                          <p:stCondLst>
                                            <p:cond delay="0"/>
                                          </p:stCondLst>
                                        </p:cTn>
                                        <p:tgtEl>
                                          <p:spTgt spid="16"/>
                                        </p:tgtEl>
                                        <p:attrNameLst>
                                          <p:attrName>style.visibility</p:attrName>
                                        </p:attrNameLst>
                                      </p:cBhvr>
                                      <p:to>
                                        <p:strVal val="visible"/>
                                      </p:to>
                                    </p:set>
                                    <p:animEffect transition="in" filter="wipe(down)">
                                      <p:cBhvr>
                                        <p:cTn id="119" dur="580">
                                          <p:stCondLst>
                                            <p:cond delay="0"/>
                                          </p:stCondLst>
                                        </p:cTn>
                                        <p:tgtEl>
                                          <p:spTgt spid="16"/>
                                        </p:tgtEl>
                                      </p:cBhvr>
                                    </p:animEffect>
                                    <p:anim calcmode="lin" valueType="num">
                                      <p:cBhvr>
                                        <p:cTn id="120" dur="1822" tmFilter="0,0; 0.14,0.36; 0.43,0.73; 0.71,0.91; 1.0,1.0">
                                          <p:stCondLst>
                                            <p:cond delay="0"/>
                                          </p:stCondLst>
                                        </p:cTn>
                                        <p:tgtEl>
                                          <p:spTgt spid="16"/>
                                        </p:tgtEl>
                                        <p:attrNameLst>
                                          <p:attrName>ppt_x</p:attrName>
                                        </p:attrNameLst>
                                      </p:cBhvr>
                                      <p:tavLst>
                                        <p:tav tm="0">
                                          <p:val>
                                            <p:strVal val="#ppt_x-0.25"/>
                                          </p:val>
                                        </p:tav>
                                        <p:tav tm="100000">
                                          <p:val>
                                            <p:strVal val="#ppt_x"/>
                                          </p:val>
                                        </p:tav>
                                      </p:tavLst>
                                    </p:anim>
                                    <p:anim calcmode="lin" valueType="num">
                                      <p:cBhvr>
                                        <p:cTn id="121" dur="664" tmFilter="0.0,0.0; 0.25,0.07; 0.50,0.2; 0.75,0.467; 1.0,1.0">
                                          <p:stCondLst>
                                            <p:cond delay="0"/>
                                          </p:stCondLst>
                                        </p:cTn>
                                        <p:tgtEl>
                                          <p:spTgt spid="16"/>
                                        </p:tgtEl>
                                        <p:attrNameLst>
                                          <p:attrName>ppt_y</p:attrName>
                                        </p:attrNameLst>
                                      </p:cBhvr>
                                      <p:tavLst>
                                        <p:tav tm="0" fmla="#ppt_y-sin(pi*$)/3">
                                          <p:val>
                                            <p:fltVal val="0.5"/>
                                          </p:val>
                                        </p:tav>
                                        <p:tav tm="100000">
                                          <p:val>
                                            <p:fltVal val="1"/>
                                          </p:val>
                                        </p:tav>
                                      </p:tavLst>
                                    </p:anim>
                                    <p:anim calcmode="lin" valueType="num">
                                      <p:cBhvr>
                                        <p:cTn id="122" dur="664" tmFilter="0, 0; 0.125,0.2665; 0.25,0.4; 0.375,0.465; 0.5,0.5;  0.625,0.535; 0.75,0.6; 0.875,0.7335; 1,1">
                                          <p:stCondLst>
                                            <p:cond delay="664"/>
                                          </p:stCondLst>
                                        </p:cTn>
                                        <p:tgtEl>
                                          <p:spTgt spid="16"/>
                                        </p:tgtEl>
                                        <p:attrNameLst>
                                          <p:attrName>ppt_y</p:attrName>
                                        </p:attrNameLst>
                                      </p:cBhvr>
                                      <p:tavLst>
                                        <p:tav tm="0" fmla="#ppt_y-sin(pi*$)/9">
                                          <p:val>
                                            <p:fltVal val="0"/>
                                          </p:val>
                                        </p:tav>
                                        <p:tav tm="100000">
                                          <p:val>
                                            <p:fltVal val="1"/>
                                          </p:val>
                                        </p:tav>
                                      </p:tavLst>
                                    </p:anim>
                                    <p:anim calcmode="lin" valueType="num">
                                      <p:cBhvr>
                                        <p:cTn id="123" dur="332" tmFilter="0, 0; 0.125,0.2665; 0.25,0.4; 0.375,0.465; 0.5,0.5;  0.625,0.535; 0.75,0.6; 0.875,0.7335; 1,1">
                                          <p:stCondLst>
                                            <p:cond delay="1324"/>
                                          </p:stCondLst>
                                        </p:cTn>
                                        <p:tgtEl>
                                          <p:spTgt spid="16"/>
                                        </p:tgtEl>
                                        <p:attrNameLst>
                                          <p:attrName>ppt_y</p:attrName>
                                        </p:attrNameLst>
                                      </p:cBhvr>
                                      <p:tavLst>
                                        <p:tav tm="0" fmla="#ppt_y-sin(pi*$)/27">
                                          <p:val>
                                            <p:fltVal val="0"/>
                                          </p:val>
                                        </p:tav>
                                        <p:tav tm="100000">
                                          <p:val>
                                            <p:fltVal val="1"/>
                                          </p:val>
                                        </p:tav>
                                      </p:tavLst>
                                    </p:anim>
                                    <p:anim calcmode="lin" valueType="num">
                                      <p:cBhvr>
                                        <p:cTn id="124" dur="164" tmFilter="0, 0; 0.125,0.2665; 0.25,0.4; 0.375,0.465; 0.5,0.5;  0.625,0.535; 0.75,0.6; 0.875,0.7335; 1,1">
                                          <p:stCondLst>
                                            <p:cond delay="1656"/>
                                          </p:stCondLst>
                                        </p:cTn>
                                        <p:tgtEl>
                                          <p:spTgt spid="16"/>
                                        </p:tgtEl>
                                        <p:attrNameLst>
                                          <p:attrName>ppt_y</p:attrName>
                                        </p:attrNameLst>
                                      </p:cBhvr>
                                      <p:tavLst>
                                        <p:tav tm="0" fmla="#ppt_y-sin(pi*$)/81">
                                          <p:val>
                                            <p:fltVal val="0"/>
                                          </p:val>
                                        </p:tav>
                                        <p:tav tm="100000">
                                          <p:val>
                                            <p:fltVal val="1"/>
                                          </p:val>
                                        </p:tav>
                                      </p:tavLst>
                                    </p:anim>
                                    <p:animScale>
                                      <p:cBhvr>
                                        <p:cTn id="125" dur="26">
                                          <p:stCondLst>
                                            <p:cond delay="650"/>
                                          </p:stCondLst>
                                        </p:cTn>
                                        <p:tgtEl>
                                          <p:spTgt spid="16"/>
                                        </p:tgtEl>
                                      </p:cBhvr>
                                      <p:to x="100000" y="60000"/>
                                    </p:animScale>
                                    <p:animScale>
                                      <p:cBhvr>
                                        <p:cTn id="126" dur="166" decel="50000">
                                          <p:stCondLst>
                                            <p:cond delay="676"/>
                                          </p:stCondLst>
                                        </p:cTn>
                                        <p:tgtEl>
                                          <p:spTgt spid="16"/>
                                        </p:tgtEl>
                                      </p:cBhvr>
                                      <p:to x="100000" y="100000"/>
                                    </p:animScale>
                                    <p:animScale>
                                      <p:cBhvr>
                                        <p:cTn id="127" dur="26">
                                          <p:stCondLst>
                                            <p:cond delay="1312"/>
                                          </p:stCondLst>
                                        </p:cTn>
                                        <p:tgtEl>
                                          <p:spTgt spid="16"/>
                                        </p:tgtEl>
                                      </p:cBhvr>
                                      <p:to x="100000" y="80000"/>
                                    </p:animScale>
                                    <p:animScale>
                                      <p:cBhvr>
                                        <p:cTn id="128" dur="166" decel="50000">
                                          <p:stCondLst>
                                            <p:cond delay="1338"/>
                                          </p:stCondLst>
                                        </p:cTn>
                                        <p:tgtEl>
                                          <p:spTgt spid="16"/>
                                        </p:tgtEl>
                                      </p:cBhvr>
                                      <p:to x="100000" y="100000"/>
                                    </p:animScale>
                                    <p:animScale>
                                      <p:cBhvr>
                                        <p:cTn id="129" dur="26">
                                          <p:stCondLst>
                                            <p:cond delay="1642"/>
                                          </p:stCondLst>
                                        </p:cTn>
                                        <p:tgtEl>
                                          <p:spTgt spid="16"/>
                                        </p:tgtEl>
                                      </p:cBhvr>
                                      <p:to x="100000" y="90000"/>
                                    </p:animScale>
                                    <p:animScale>
                                      <p:cBhvr>
                                        <p:cTn id="130" dur="166" decel="50000">
                                          <p:stCondLst>
                                            <p:cond delay="1668"/>
                                          </p:stCondLst>
                                        </p:cTn>
                                        <p:tgtEl>
                                          <p:spTgt spid="16"/>
                                        </p:tgtEl>
                                      </p:cBhvr>
                                      <p:to x="100000" y="100000"/>
                                    </p:animScale>
                                    <p:animScale>
                                      <p:cBhvr>
                                        <p:cTn id="131" dur="26">
                                          <p:stCondLst>
                                            <p:cond delay="1808"/>
                                          </p:stCondLst>
                                        </p:cTn>
                                        <p:tgtEl>
                                          <p:spTgt spid="16"/>
                                        </p:tgtEl>
                                      </p:cBhvr>
                                      <p:to x="100000" y="95000"/>
                                    </p:animScale>
                                    <p:animScale>
                                      <p:cBhvr>
                                        <p:cTn id="132" dur="166" decel="50000">
                                          <p:stCondLst>
                                            <p:cond delay="1834"/>
                                          </p:stCondLst>
                                        </p:cTn>
                                        <p:tgtEl>
                                          <p:spTgt spid="16"/>
                                        </p:tgtEl>
                                      </p:cBhvr>
                                      <p:to x="100000" y="100000"/>
                                    </p:animScale>
                                  </p:childTnLst>
                                </p:cTn>
                              </p:par>
                              <p:par>
                                <p:cTn id="133" presetID="26" presetClass="entr" presetSubtype="0" fill="hold" grpId="0" nodeType="withEffect">
                                  <p:stCondLst>
                                    <p:cond delay="0"/>
                                  </p:stCondLst>
                                  <p:childTnLst>
                                    <p:set>
                                      <p:cBhvr>
                                        <p:cTn id="134" dur="1" fill="hold">
                                          <p:stCondLst>
                                            <p:cond delay="0"/>
                                          </p:stCondLst>
                                        </p:cTn>
                                        <p:tgtEl>
                                          <p:spTgt spid="59"/>
                                        </p:tgtEl>
                                        <p:attrNameLst>
                                          <p:attrName>style.visibility</p:attrName>
                                        </p:attrNameLst>
                                      </p:cBhvr>
                                      <p:to>
                                        <p:strVal val="visible"/>
                                      </p:to>
                                    </p:set>
                                    <p:animEffect transition="in" filter="wipe(down)">
                                      <p:cBhvr>
                                        <p:cTn id="135" dur="580">
                                          <p:stCondLst>
                                            <p:cond delay="0"/>
                                          </p:stCondLst>
                                        </p:cTn>
                                        <p:tgtEl>
                                          <p:spTgt spid="59"/>
                                        </p:tgtEl>
                                      </p:cBhvr>
                                    </p:animEffect>
                                    <p:anim calcmode="lin" valueType="num">
                                      <p:cBhvr>
                                        <p:cTn id="136" dur="1822" tmFilter="0,0; 0.14,0.36; 0.43,0.73; 0.71,0.91; 1.0,1.0">
                                          <p:stCondLst>
                                            <p:cond delay="0"/>
                                          </p:stCondLst>
                                        </p:cTn>
                                        <p:tgtEl>
                                          <p:spTgt spid="59"/>
                                        </p:tgtEl>
                                        <p:attrNameLst>
                                          <p:attrName>ppt_x</p:attrName>
                                        </p:attrNameLst>
                                      </p:cBhvr>
                                      <p:tavLst>
                                        <p:tav tm="0">
                                          <p:val>
                                            <p:strVal val="#ppt_x-0.25"/>
                                          </p:val>
                                        </p:tav>
                                        <p:tav tm="100000">
                                          <p:val>
                                            <p:strVal val="#ppt_x"/>
                                          </p:val>
                                        </p:tav>
                                      </p:tavLst>
                                    </p:anim>
                                    <p:anim calcmode="lin" valueType="num">
                                      <p:cBhvr>
                                        <p:cTn id="137" dur="664" tmFilter="0.0,0.0; 0.25,0.07; 0.50,0.2; 0.75,0.467; 1.0,1.0">
                                          <p:stCondLst>
                                            <p:cond delay="0"/>
                                          </p:stCondLst>
                                        </p:cTn>
                                        <p:tgtEl>
                                          <p:spTgt spid="59"/>
                                        </p:tgtEl>
                                        <p:attrNameLst>
                                          <p:attrName>ppt_y</p:attrName>
                                        </p:attrNameLst>
                                      </p:cBhvr>
                                      <p:tavLst>
                                        <p:tav tm="0" fmla="#ppt_y-sin(pi*$)/3">
                                          <p:val>
                                            <p:fltVal val="0.5"/>
                                          </p:val>
                                        </p:tav>
                                        <p:tav tm="100000">
                                          <p:val>
                                            <p:fltVal val="1"/>
                                          </p:val>
                                        </p:tav>
                                      </p:tavLst>
                                    </p:anim>
                                    <p:anim calcmode="lin" valueType="num">
                                      <p:cBhvr>
                                        <p:cTn id="138" dur="664" tmFilter="0, 0; 0.125,0.2665; 0.25,0.4; 0.375,0.465; 0.5,0.5;  0.625,0.535; 0.75,0.6; 0.875,0.7335; 1,1">
                                          <p:stCondLst>
                                            <p:cond delay="664"/>
                                          </p:stCondLst>
                                        </p:cTn>
                                        <p:tgtEl>
                                          <p:spTgt spid="59"/>
                                        </p:tgtEl>
                                        <p:attrNameLst>
                                          <p:attrName>ppt_y</p:attrName>
                                        </p:attrNameLst>
                                      </p:cBhvr>
                                      <p:tavLst>
                                        <p:tav tm="0" fmla="#ppt_y-sin(pi*$)/9">
                                          <p:val>
                                            <p:fltVal val="0"/>
                                          </p:val>
                                        </p:tav>
                                        <p:tav tm="100000">
                                          <p:val>
                                            <p:fltVal val="1"/>
                                          </p:val>
                                        </p:tav>
                                      </p:tavLst>
                                    </p:anim>
                                    <p:anim calcmode="lin" valueType="num">
                                      <p:cBhvr>
                                        <p:cTn id="139" dur="332" tmFilter="0, 0; 0.125,0.2665; 0.25,0.4; 0.375,0.465; 0.5,0.5;  0.625,0.535; 0.75,0.6; 0.875,0.7335; 1,1">
                                          <p:stCondLst>
                                            <p:cond delay="1324"/>
                                          </p:stCondLst>
                                        </p:cTn>
                                        <p:tgtEl>
                                          <p:spTgt spid="59"/>
                                        </p:tgtEl>
                                        <p:attrNameLst>
                                          <p:attrName>ppt_y</p:attrName>
                                        </p:attrNameLst>
                                      </p:cBhvr>
                                      <p:tavLst>
                                        <p:tav tm="0" fmla="#ppt_y-sin(pi*$)/27">
                                          <p:val>
                                            <p:fltVal val="0"/>
                                          </p:val>
                                        </p:tav>
                                        <p:tav tm="100000">
                                          <p:val>
                                            <p:fltVal val="1"/>
                                          </p:val>
                                        </p:tav>
                                      </p:tavLst>
                                    </p:anim>
                                    <p:anim calcmode="lin" valueType="num">
                                      <p:cBhvr>
                                        <p:cTn id="140" dur="164" tmFilter="0, 0; 0.125,0.2665; 0.25,0.4; 0.375,0.465; 0.5,0.5;  0.625,0.535; 0.75,0.6; 0.875,0.7335; 1,1">
                                          <p:stCondLst>
                                            <p:cond delay="1656"/>
                                          </p:stCondLst>
                                        </p:cTn>
                                        <p:tgtEl>
                                          <p:spTgt spid="59"/>
                                        </p:tgtEl>
                                        <p:attrNameLst>
                                          <p:attrName>ppt_y</p:attrName>
                                        </p:attrNameLst>
                                      </p:cBhvr>
                                      <p:tavLst>
                                        <p:tav tm="0" fmla="#ppt_y-sin(pi*$)/81">
                                          <p:val>
                                            <p:fltVal val="0"/>
                                          </p:val>
                                        </p:tav>
                                        <p:tav tm="100000">
                                          <p:val>
                                            <p:fltVal val="1"/>
                                          </p:val>
                                        </p:tav>
                                      </p:tavLst>
                                    </p:anim>
                                    <p:animScale>
                                      <p:cBhvr>
                                        <p:cTn id="141" dur="26">
                                          <p:stCondLst>
                                            <p:cond delay="650"/>
                                          </p:stCondLst>
                                        </p:cTn>
                                        <p:tgtEl>
                                          <p:spTgt spid="59"/>
                                        </p:tgtEl>
                                      </p:cBhvr>
                                      <p:to x="100000" y="60000"/>
                                    </p:animScale>
                                    <p:animScale>
                                      <p:cBhvr>
                                        <p:cTn id="142" dur="166" decel="50000">
                                          <p:stCondLst>
                                            <p:cond delay="676"/>
                                          </p:stCondLst>
                                        </p:cTn>
                                        <p:tgtEl>
                                          <p:spTgt spid="59"/>
                                        </p:tgtEl>
                                      </p:cBhvr>
                                      <p:to x="100000" y="100000"/>
                                    </p:animScale>
                                    <p:animScale>
                                      <p:cBhvr>
                                        <p:cTn id="143" dur="26">
                                          <p:stCondLst>
                                            <p:cond delay="1312"/>
                                          </p:stCondLst>
                                        </p:cTn>
                                        <p:tgtEl>
                                          <p:spTgt spid="59"/>
                                        </p:tgtEl>
                                      </p:cBhvr>
                                      <p:to x="100000" y="80000"/>
                                    </p:animScale>
                                    <p:animScale>
                                      <p:cBhvr>
                                        <p:cTn id="144" dur="166" decel="50000">
                                          <p:stCondLst>
                                            <p:cond delay="1338"/>
                                          </p:stCondLst>
                                        </p:cTn>
                                        <p:tgtEl>
                                          <p:spTgt spid="59"/>
                                        </p:tgtEl>
                                      </p:cBhvr>
                                      <p:to x="100000" y="100000"/>
                                    </p:animScale>
                                    <p:animScale>
                                      <p:cBhvr>
                                        <p:cTn id="145" dur="26">
                                          <p:stCondLst>
                                            <p:cond delay="1642"/>
                                          </p:stCondLst>
                                        </p:cTn>
                                        <p:tgtEl>
                                          <p:spTgt spid="59"/>
                                        </p:tgtEl>
                                      </p:cBhvr>
                                      <p:to x="100000" y="90000"/>
                                    </p:animScale>
                                    <p:animScale>
                                      <p:cBhvr>
                                        <p:cTn id="146" dur="166" decel="50000">
                                          <p:stCondLst>
                                            <p:cond delay="1668"/>
                                          </p:stCondLst>
                                        </p:cTn>
                                        <p:tgtEl>
                                          <p:spTgt spid="59"/>
                                        </p:tgtEl>
                                      </p:cBhvr>
                                      <p:to x="100000" y="100000"/>
                                    </p:animScale>
                                    <p:animScale>
                                      <p:cBhvr>
                                        <p:cTn id="147" dur="26">
                                          <p:stCondLst>
                                            <p:cond delay="1808"/>
                                          </p:stCondLst>
                                        </p:cTn>
                                        <p:tgtEl>
                                          <p:spTgt spid="59"/>
                                        </p:tgtEl>
                                      </p:cBhvr>
                                      <p:to x="100000" y="95000"/>
                                    </p:animScale>
                                    <p:animScale>
                                      <p:cBhvr>
                                        <p:cTn id="148" dur="166" decel="50000">
                                          <p:stCondLst>
                                            <p:cond delay="1834"/>
                                          </p:stCondLst>
                                        </p:cTn>
                                        <p:tgtEl>
                                          <p:spTgt spid="59"/>
                                        </p:tgtEl>
                                      </p:cBhvr>
                                      <p:to x="100000" y="100000"/>
                                    </p:animScale>
                                  </p:childTnLst>
                                </p:cTn>
                              </p:par>
                              <p:par>
                                <p:cTn id="149" presetID="26" presetClass="entr" presetSubtype="0" fill="hold" grpId="0" nodeType="withEffect">
                                  <p:stCondLst>
                                    <p:cond delay="0"/>
                                  </p:stCondLst>
                                  <p:childTnLst>
                                    <p:set>
                                      <p:cBhvr>
                                        <p:cTn id="150" dur="1" fill="hold">
                                          <p:stCondLst>
                                            <p:cond delay="0"/>
                                          </p:stCondLst>
                                        </p:cTn>
                                        <p:tgtEl>
                                          <p:spTgt spid="63"/>
                                        </p:tgtEl>
                                        <p:attrNameLst>
                                          <p:attrName>style.visibility</p:attrName>
                                        </p:attrNameLst>
                                      </p:cBhvr>
                                      <p:to>
                                        <p:strVal val="visible"/>
                                      </p:to>
                                    </p:set>
                                    <p:animEffect transition="in" filter="wipe(down)">
                                      <p:cBhvr>
                                        <p:cTn id="151" dur="580">
                                          <p:stCondLst>
                                            <p:cond delay="0"/>
                                          </p:stCondLst>
                                        </p:cTn>
                                        <p:tgtEl>
                                          <p:spTgt spid="63"/>
                                        </p:tgtEl>
                                      </p:cBhvr>
                                    </p:animEffect>
                                    <p:anim calcmode="lin" valueType="num">
                                      <p:cBhvr>
                                        <p:cTn id="152" dur="1822" tmFilter="0,0; 0.14,0.36; 0.43,0.73; 0.71,0.91; 1.0,1.0">
                                          <p:stCondLst>
                                            <p:cond delay="0"/>
                                          </p:stCondLst>
                                        </p:cTn>
                                        <p:tgtEl>
                                          <p:spTgt spid="63"/>
                                        </p:tgtEl>
                                        <p:attrNameLst>
                                          <p:attrName>ppt_x</p:attrName>
                                        </p:attrNameLst>
                                      </p:cBhvr>
                                      <p:tavLst>
                                        <p:tav tm="0">
                                          <p:val>
                                            <p:strVal val="#ppt_x-0.25"/>
                                          </p:val>
                                        </p:tav>
                                        <p:tav tm="100000">
                                          <p:val>
                                            <p:strVal val="#ppt_x"/>
                                          </p:val>
                                        </p:tav>
                                      </p:tavLst>
                                    </p:anim>
                                    <p:anim calcmode="lin" valueType="num">
                                      <p:cBhvr>
                                        <p:cTn id="153" dur="664" tmFilter="0.0,0.0; 0.25,0.07; 0.50,0.2; 0.75,0.467; 1.0,1.0">
                                          <p:stCondLst>
                                            <p:cond delay="0"/>
                                          </p:stCondLst>
                                        </p:cTn>
                                        <p:tgtEl>
                                          <p:spTgt spid="63"/>
                                        </p:tgtEl>
                                        <p:attrNameLst>
                                          <p:attrName>ppt_y</p:attrName>
                                        </p:attrNameLst>
                                      </p:cBhvr>
                                      <p:tavLst>
                                        <p:tav tm="0" fmla="#ppt_y-sin(pi*$)/3">
                                          <p:val>
                                            <p:fltVal val="0.5"/>
                                          </p:val>
                                        </p:tav>
                                        <p:tav tm="100000">
                                          <p:val>
                                            <p:fltVal val="1"/>
                                          </p:val>
                                        </p:tav>
                                      </p:tavLst>
                                    </p:anim>
                                    <p:anim calcmode="lin" valueType="num">
                                      <p:cBhvr>
                                        <p:cTn id="154" dur="664" tmFilter="0, 0; 0.125,0.2665; 0.25,0.4; 0.375,0.465; 0.5,0.5;  0.625,0.535; 0.75,0.6; 0.875,0.7335; 1,1">
                                          <p:stCondLst>
                                            <p:cond delay="664"/>
                                          </p:stCondLst>
                                        </p:cTn>
                                        <p:tgtEl>
                                          <p:spTgt spid="63"/>
                                        </p:tgtEl>
                                        <p:attrNameLst>
                                          <p:attrName>ppt_y</p:attrName>
                                        </p:attrNameLst>
                                      </p:cBhvr>
                                      <p:tavLst>
                                        <p:tav tm="0" fmla="#ppt_y-sin(pi*$)/9">
                                          <p:val>
                                            <p:fltVal val="0"/>
                                          </p:val>
                                        </p:tav>
                                        <p:tav tm="100000">
                                          <p:val>
                                            <p:fltVal val="1"/>
                                          </p:val>
                                        </p:tav>
                                      </p:tavLst>
                                    </p:anim>
                                    <p:anim calcmode="lin" valueType="num">
                                      <p:cBhvr>
                                        <p:cTn id="155" dur="332" tmFilter="0, 0; 0.125,0.2665; 0.25,0.4; 0.375,0.465; 0.5,0.5;  0.625,0.535; 0.75,0.6; 0.875,0.7335; 1,1">
                                          <p:stCondLst>
                                            <p:cond delay="1324"/>
                                          </p:stCondLst>
                                        </p:cTn>
                                        <p:tgtEl>
                                          <p:spTgt spid="63"/>
                                        </p:tgtEl>
                                        <p:attrNameLst>
                                          <p:attrName>ppt_y</p:attrName>
                                        </p:attrNameLst>
                                      </p:cBhvr>
                                      <p:tavLst>
                                        <p:tav tm="0" fmla="#ppt_y-sin(pi*$)/27">
                                          <p:val>
                                            <p:fltVal val="0"/>
                                          </p:val>
                                        </p:tav>
                                        <p:tav tm="100000">
                                          <p:val>
                                            <p:fltVal val="1"/>
                                          </p:val>
                                        </p:tav>
                                      </p:tavLst>
                                    </p:anim>
                                    <p:anim calcmode="lin" valueType="num">
                                      <p:cBhvr>
                                        <p:cTn id="156" dur="164" tmFilter="0, 0; 0.125,0.2665; 0.25,0.4; 0.375,0.465; 0.5,0.5;  0.625,0.535; 0.75,0.6; 0.875,0.7335; 1,1">
                                          <p:stCondLst>
                                            <p:cond delay="1656"/>
                                          </p:stCondLst>
                                        </p:cTn>
                                        <p:tgtEl>
                                          <p:spTgt spid="63"/>
                                        </p:tgtEl>
                                        <p:attrNameLst>
                                          <p:attrName>ppt_y</p:attrName>
                                        </p:attrNameLst>
                                      </p:cBhvr>
                                      <p:tavLst>
                                        <p:tav tm="0" fmla="#ppt_y-sin(pi*$)/81">
                                          <p:val>
                                            <p:fltVal val="0"/>
                                          </p:val>
                                        </p:tav>
                                        <p:tav tm="100000">
                                          <p:val>
                                            <p:fltVal val="1"/>
                                          </p:val>
                                        </p:tav>
                                      </p:tavLst>
                                    </p:anim>
                                    <p:animScale>
                                      <p:cBhvr>
                                        <p:cTn id="157" dur="26">
                                          <p:stCondLst>
                                            <p:cond delay="650"/>
                                          </p:stCondLst>
                                        </p:cTn>
                                        <p:tgtEl>
                                          <p:spTgt spid="63"/>
                                        </p:tgtEl>
                                      </p:cBhvr>
                                      <p:to x="100000" y="60000"/>
                                    </p:animScale>
                                    <p:animScale>
                                      <p:cBhvr>
                                        <p:cTn id="158" dur="166" decel="50000">
                                          <p:stCondLst>
                                            <p:cond delay="676"/>
                                          </p:stCondLst>
                                        </p:cTn>
                                        <p:tgtEl>
                                          <p:spTgt spid="63"/>
                                        </p:tgtEl>
                                      </p:cBhvr>
                                      <p:to x="100000" y="100000"/>
                                    </p:animScale>
                                    <p:animScale>
                                      <p:cBhvr>
                                        <p:cTn id="159" dur="26">
                                          <p:stCondLst>
                                            <p:cond delay="1312"/>
                                          </p:stCondLst>
                                        </p:cTn>
                                        <p:tgtEl>
                                          <p:spTgt spid="63"/>
                                        </p:tgtEl>
                                      </p:cBhvr>
                                      <p:to x="100000" y="80000"/>
                                    </p:animScale>
                                    <p:animScale>
                                      <p:cBhvr>
                                        <p:cTn id="160" dur="166" decel="50000">
                                          <p:stCondLst>
                                            <p:cond delay="1338"/>
                                          </p:stCondLst>
                                        </p:cTn>
                                        <p:tgtEl>
                                          <p:spTgt spid="63"/>
                                        </p:tgtEl>
                                      </p:cBhvr>
                                      <p:to x="100000" y="100000"/>
                                    </p:animScale>
                                    <p:animScale>
                                      <p:cBhvr>
                                        <p:cTn id="161" dur="26">
                                          <p:stCondLst>
                                            <p:cond delay="1642"/>
                                          </p:stCondLst>
                                        </p:cTn>
                                        <p:tgtEl>
                                          <p:spTgt spid="63"/>
                                        </p:tgtEl>
                                      </p:cBhvr>
                                      <p:to x="100000" y="90000"/>
                                    </p:animScale>
                                    <p:animScale>
                                      <p:cBhvr>
                                        <p:cTn id="162" dur="166" decel="50000">
                                          <p:stCondLst>
                                            <p:cond delay="1668"/>
                                          </p:stCondLst>
                                        </p:cTn>
                                        <p:tgtEl>
                                          <p:spTgt spid="63"/>
                                        </p:tgtEl>
                                      </p:cBhvr>
                                      <p:to x="100000" y="100000"/>
                                    </p:animScale>
                                    <p:animScale>
                                      <p:cBhvr>
                                        <p:cTn id="163" dur="26">
                                          <p:stCondLst>
                                            <p:cond delay="1808"/>
                                          </p:stCondLst>
                                        </p:cTn>
                                        <p:tgtEl>
                                          <p:spTgt spid="63"/>
                                        </p:tgtEl>
                                      </p:cBhvr>
                                      <p:to x="100000" y="95000"/>
                                    </p:animScale>
                                    <p:animScale>
                                      <p:cBhvr>
                                        <p:cTn id="164" dur="166" decel="50000">
                                          <p:stCondLst>
                                            <p:cond delay="1834"/>
                                          </p:stCondLst>
                                        </p:cTn>
                                        <p:tgtEl>
                                          <p:spTgt spid="63"/>
                                        </p:tgtEl>
                                      </p:cBhvr>
                                      <p:to x="100000" y="100000"/>
                                    </p:animScale>
                                  </p:childTnLst>
                                </p:cTn>
                              </p:par>
                              <p:par>
                                <p:cTn id="165" presetID="26" presetClass="entr" presetSubtype="0" fill="hold" grpId="0" nodeType="withEffect">
                                  <p:stCondLst>
                                    <p:cond delay="0"/>
                                  </p:stCondLst>
                                  <p:childTnLst>
                                    <p:set>
                                      <p:cBhvr>
                                        <p:cTn id="166" dur="1" fill="hold">
                                          <p:stCondLst>
                                            <p:cond delay="0"/>
                                          </p:stCondLst>
                                        </p:cTn>
                                        <p:tgtEl>
                                          <p:spTgt spid="64"/>
                                        </p:tgtEl>
                                        <p:attrNameLst>
                                          <p:attrName>style.visibility</p:attrName>
                                        </p:attrNameLst>
                                      </p:cBhvr>
                                      <p:to>
                                        <p:strVal val="visible"/>
                                      </p:to>
                                    </p:set>
                                    <p:animEffect transition="in" filter="wipe(down)">
                                      <p:cBhvr>
                                        <p:cTn id="167" dur="580">
                                          <p:stCondLst>
                                            <p:cond delay="0"/>
                                          </p:stCondLst>
                                        </p:cTn>
                                        <p:tgtEl>
                                          <p:spTgt spid="64"/>
                                        </p:tgtEl>
                                      </p:cBhvr>
                                    </p:animEffect>
                                    <p:anim calcmode="lin" valueType="num">
                                      <p:cBhvr>
                                        <p:cTn id="168" dur="1822" tmFilter="0,0; 0.14,0.36; 0.43,0.73; 0.71,0.91; 1.0,1.0">
                                          <p:stCondLst>
                                            <p:cond delay="0"/>
                                          </p:stCondLst>
                                        </p:cTn>
                                        <p:tgtEl>
                                          <p:spTgt spid="64"/>
                                        </p:tgtEl>
                                        <p:attrNameLst>
                                          <p:attrName>ppt_x</p:attrName>
                                        </p:attrNameLst>
                                      </p:cBhvr>
                                      <p:tavLst>
                                        <p:tav tm="0">
                                          <p:val>
                                            <p:strVal val="#ppt_x-0.25"/>
                                          </p:val>
                                        </p:tav>
                                        <p:tav tm="100000">
                                          <p:val>
                                            <p:strVal val="#ppt_x"/>
                                          </p:val>
                                        </p:tav>
                                      </p:tavLst>
                                    </p:anim>
                                    <p:anim calcmode="lin" valueType="num">
                                      <p:cBhvr>
                                        <p:cTn id="169" dur="664" tmFilter="0.0,0.0; 0.25,0.07; 0.50,0.2; 0.75,0.467; 1.0,1.0">
                                          <p:stCondLst>
                                            <p:cond delay="0"/>
                                          </p:stCondLst>
                                        </p:cTn>
                                        <p:tgtEl>
                                          <p:spTgt spid="64"/>
                                        </p:tgtEl>
                                        <p:attrNameLst>
                                          <p:attrName>ppt_y</p:attrName>
                                        </p:attrNameLst>
                                      </p:cBhvr>
                                      <p:tavLst>
                                        <p:tav tm="0" fmla="#ppt_y-sin(pi*$)/3">
                                          <p:val>
                                            <p:fltVal val="0.5"/>
                                          </p:val>
                                        </p:tav>
                                        <p:tav tm="100000">
                                          <p:val>
                                            <p:fltVal val="1"/>
                                          </p:val>
                                        </p:tav>
                                      </p:tavLst>
                                    </p:anim>
                                    <p:anim calcmode="lin" valueType="num">
                                      <p:cBhvr>
                                        <p:cTn id="170" dur="664" tmFilter="0, 0; 0.125,0.2665; 0.25,0.4; 0.375,0.465; 0.5,0.5;  0.625,0.535; 0.75,0.6; 0.875,0.7335; 1,1">
                                          <p:stCondLst>
                                            <p:cond delay="664"/>
                                          </p:stCondLst>
                                        </p:cTn>
                                        <p:tgtEl>
                                          <p:spTgt spid="64"/>
                                        </p:tgtEl>
                                        <p:attrNameLst>
                                          <p:attrName>ppt_y</p:attrName>
                                        </p:attrNameLst>
                                      </p:cBhvr>
                                      <p:tavLst>
                                        <p:tav tm="0" fmla="#ppt_y-sin(pi*$)/9">
                                          <p:val>
                                            <p:fltVal val="0"/>
                                          </p:val>
                                        </p:tav>
                                        <p:tav tm="100000">
                                          <p:val>
                                            <p:fltVal val="1"/>
                                          </p:val>
                                        </p:tav>
                                      </p:tavLst>
                                    </p:anim>
                                    <p:anim calcmode="lin" valueType="num">
                                      <p:cBhvr>
                                        <p:cTn id="171" dur="332" tmFilter="0, 0; 0.125,0.2665; 0.25,0.4; 0.375,0.465; 0.5,0.5;  0.625,0.535; 0.75,0.6; 0.875,0.7335; 1,1">
                                          <p:stCondLst>
                                            <p:cond delay="1324"/>
                                          </p:stCondLst>
                                        </p:cTn>
                                        <p:tgtEl>
                                          <p:spTgt spid="64"/>
                                        </p:tgtEl>
                                        <p:attrNameLst>
                                          <p:attrName>ppt_y</p:attrName>
                                        </p:attrNameLst>
                                      </p:cBhvr>
                                      <p:tavLst>
                                        <p:tav tm="0" fmla="#ppt_y-sin(pi*$)/27">
                                          <p:val>
                                            <p:fltVal val="0"/>
                                          </p:val>
                                        </p:tav>
                                        <p:tav tm="100000">
                                          <p:val>
                                            <p:fltVal val="1"/>
                                          </p:val>
                                        </p:tav>
                                      </p:tavLst>
                                    </p:anim>
                                    <p:anim calcmode="lin" valueType="num">
                                      <p:cBhvr>
                                        <p:cTn id="172" dur="164" tmFilter="0, 0; 0.125,0.2665; 0.25,0.4; 0.375,0.465; 0.5,0.5;  0.625,0.535; 0.75,0.6; 0.875,0.7335; 1,1">
                                          <p:stCondLst>
                                            <p:cond delay="1656"/>
                                          </p:stCondLst>
                                        </p:cTn>
                                        <p:tgtEl>
                                          <p:spTgt spid="64"/>
                                        </p:tgtEl>
                                        <p:attrNameLst>
                                          <p:attrName>ppt_y</p:attrName>
                                        </p:attrNameLst>
                                      </p:cBhvr>
                                      <p:tavLst>
                                        <p:tav tm="0" fmla="#ppt_y-sin(pi*$)/81">
                                          <p:val>
                                            <p:fltVal val="0"/>
                                          </p:val>
                                        </p:tav>
                                        <p:tav tm="100000">
                                          <p:val>
                                            <p:fltVal val="1"/>
                                          </p:val>
                                        </p:tav>
                                      </p:tavLst>
                                    </p:anim>
                                    <p:animScale>
                                      <p:cBhvr>
                                        <p:cTn id="173" dur="26">
                                          <p:stCondLst>
                                            <p:cond delay="650"/>
                                          </p:stCondLst>
                                        </p:cTn>
                                        <p:tgtEl>
                                          <p:spTgt spid="64"/>
                                        </p:tgtEl>
                                      </p:cBhvr>
                                      <p:to x="100000" y="60000"/>
                                    </p:animScale>
                                    <p:animScale>
                                      <p:cBhvr>
                                        <p:cTn id="174" dur="166" decel="50000">
                                          <p:stCondLst>
                                            <p:cond delay="676"/>
                                          </p:stCondLst>
                                        </p:cTn>
                                        <p:tgtEl>
                                          <p:spTgt spid="64"/>
                                        </p:tgtEl>
                                      </p:cBhvr>
                                      <p:to x="100000" y="100000"/>
                                    </p:animScale>
                                    <p:animScale>
                                      <p:cBhvr>
                                        <p:cTn id="175" dur="26">
                                          <p:stCondLst>
                                            <p:cond delay="1312"/>
                                          </p:stCondLst>
                                        </p:cTn>
                                        <p:tgtEl>
                                          <p:spTgt spid="64"/>
                                        </p:tgtEl>
                                      </p:cBhvr>
                                      <p:to x="100000" y="80000"/>
                                    </p:animScale>
                                    <p:animScale>
                                      <p:cBhvr>
                                        <p:cTn id="176" dur="166" decel="50000">
                                          <p:stCondLst>
                                            <p:cond delay="1338"/>
                                          </p:stCondLst>
                                        </p:cTn>
                                        <p:tgtEl>
                                          <p:spTgt spid="64"/>
                                        </p:tgtEl>
                                      </p:cBhvr>
                                      <p:to x="100000" y="100000"/>
                                    </p:animScale>
                                    <p:animScale>
                                      <p:cBhvr>
                                        <p:cTn id="177" dur="26">
                                          <p:stCondLst>
                                            <p:cond delay="1642"/>
                                          </p:stCondLst>
                                        </p:cTn>
                                        <p:tgtEl>
                                          <p:spTgt spid="64"/>
                                        </p:tgtEl>
                                      </p:cBhvr>
                                      <p:to x="100000" y="90000"/>
                                    </p:animScale>
                                    <p:animScale>
                                      <p:cBhvr>
                                        <p:cTn id="178" dur="166" decel="50000">
                                          <p:stCondLst>
                                            <p:cond delay="1668"/>
                                          </p:stCondLst>
                                        </p:cTn>
                                        <p:tgtEl>
                                          <p:spTgt spid="64"/>
                                        </p:tgtEl>
                                      </p:cBhvr>
                                      <p:to x="100000" y="100000"/>
                                    </p:animScale>
                                    <p:animScale>
                                      <p:cBhvr>
                                        <p:cTn id="179" dur="26">
                                          <p:stCondLst>
                                            <p:cond delay="1808"/>
                                          </p:stCondLst>
                                        </p:cTn>
                                        <p:tgtEl>
                                          <p:spTgt spid="64"/>
                                        </p:tgtEl>
                                      </p:cBhvr>
                                      <p:to x="100000" y="95000"/>
                                    </p:animScale>
                                    <p:animScale>
                                      <p:cBhvr>
                                        <p:cTn id="180" dur="166" decel="50000">
                                          <p:stCondLst>
                                            <p:cond delay="1834"/>
                                          </p:stCondLst>
                                        </p:cTn>
                                        <p:tgtEl>
                                          <p:spTgt spid="64"/>
                                        </p:tgtEl>
                                      </p:cBhvr>
                                      <p:to x="100000" y="100000"/>
                                    </p:animScale>
                                  </p:childTnLst>
                                </p:cTn>
                              </p:par>
                            </p:childTnLst>
                          </p:cTn>
                        </p:par>
                      </p:childTnLst>
                    </p:cTn>
                  </p:par>
                  <p:par>
                    <p:cTn id="181" fill="hold">
                      <p:stCondLst>
                        <p:cond delay="indefinite"/>
                      </p:stCondLst>
                      <p:childTnLst>
                        <p:par>
                          <p:cTn id="182" fill="hold">
                            <p:stCondLst>
                              <p:cond delay="0"/>
                            </p:stCondLst>
                            <p:childTnLst>
                              <p:par>
                                <p:cTn id="183" presetID="26" presetClass="entr" presetSubtype="0" fill="hold" grpId="0" nodeType="clickEffect">
                                  <p:stCondLst>
                                    <p:cond delay="0"/>
                                  </p:stCondLst>
                                  <p:childTnLst>
                                    <p:set>
                                      <p:cBhvr>
                                        <p:cTn id="184" dur="1" fill="hold">
                                          <p:stCondLst>
                                            <p:cond delay="0"/>
                                          </p:stCondLst>
                                        </p:cTn>
                                        <p:tgtEl>
                                          <p:spTgt spid="18"/>
                                        </p:tgtEl>
                                        <p:attrNameLst>
                                          <p:attrName>style.visibility</p:attrName>
                                        </p:attrNameLst>
                                      </p:cBhvr>
                                      <p:to>
                                        <p:strVal val="visible"/>
                                      </p:to>
                                    </p:set>
                                    <p:animEffect transition="in" filter="wipe(down)">
                                      <p:cBhvr>
                                        <p:cTn id="185" dur="580">
                                          <p:stCondLst>
                                            <p:cond delay="0"/>
                                          </p:stCondLst>
                                        </p:cTn>
                                        <p:tgtEl>
                                          <p:spTgt spid="18"/>
                                        </p:tgtEl>
                                      </p:cBhvr>
                                    </p:animEffect>
                                    <p:anim calcmode="lin" valueType="num">
                                      <p:cBhvr>
                                        <p:cTn id="186" dur="1822" tmFilter="0,0; 0.14,0.36; 0.43,0.73; 0.71,0.91; 1.0,1.0">
                                          <p:stCondLst>
                                            <p:cond delay="0"/>
                                          </p:stCondLst>
                                        </p:cTn>
                                        <p:tgtEl>
                                          <p:spTgt spid="18"/>
                                        </p:tgtEl>
                                        <p:attrNameLst>
                                          <p:attrName>ppt_x</p:attrName>
                                        </p:attrNameLst>
                                      </p:cBhvr>
                                      <p:tavLst>
                                        <p:tav tm="0">
                                          <p:val>
                                            <p:strVal val="#ppt_x-0.25"/>
                                          </p:val>
                                        </p:tav>
                                        <p:tav tm="100000">
                                          <p:val>
                                            <p:strVal val="#ppt_x"/>
                                          </p:val>
                                        </p:tav>
                                      </p:tavLst>
                                    </p:anim>
                                    <p:anim calcmode="lin" valueType="num">
                                      <p:cBhvr>
                                        <p:cTn id="187" dur="664" tmFilter="0.0,0.0; 0.25,0.07; 0.50,0.2; 0.75,0.467; 1.0,1.0">
                                          <p:stCondLst>
                                            <p:cond delay="0"/>
                                          </p:stCondLst>
                                        </p:cTn>
                                        <p:tgtEl>
                                          <p:spTgt spid="18"/>
                                        </p:tgtEl>
                                        <p:attrNameLst>
                                          <p:attrName>ppt_y</p:attrName>
                                        </p:attrNameLst>
                                      </p:cBhvr>
                                      <p:tavLst>
                                        <p:tav tm="0" fmla="#ppt_y-sin(pi*$)/3">
                                          <p:val>
                                            <p:fltVal val="0.5"/>
                                          </p:val>
                                        </p:tav>
                                        <p:tav tm="100000">
                                          <p:val>
                                            <p:fltVal val="1"/>
                                          </p:val>
                                        </p:tav>
                                      </p:tavLst>
                                    </p:anim>
                                    <p:anim calcmode="lin" valueType="num">
                                      <p:cBhvr>
                                        <p:cTn id="188" dur="664" tmFilter="0, 0; 0.125,0.2665; 0.25,0.4; 0.375,0.465; 0.5,0.5;  0.625,0.535; 0.75,0.6; 0.875,0.7335; 1,1">
                                          <p:stCondLst>
                                            <p:cond delay="664"/>
                                          </p:stCondLst>
                                        </p:cTn>
                                        <p:tgtEl>
                                          <p:spTgt spid="18"/>
                                        </p:tgtEl>
                                        <p:attrNameLst>
                                          <p:attrName>ppt_y</p:attrName>
                                        </p:attrNameLst>
                                      </p:cBhvr>
                                      <p:tavLst>
                                        <p:tav tm="0" fmla="#ppt_y-sin(pi*$)/9">
                                          <p:val>
                                            <p:fltVal val="0"/>
                                          </p:val>
                                        </p:tav>
                                        <p:tav tm="100000">
                                          <p:val>
                                            <p:fltVal val="1"/>
                                          </p:val>
                                        </p:tav>
                                      </p:tavLst>
                                    </p:anim>
                                    <p:anim calcmode="lin" valueType="num">
                                      <p:cBhvr>
                                        <p:cTn id="189" dur="332" tmFilter="0, 0; 0.125,0.2665; 0.25,0.4; 0.375,0.465; 0.5,0.5;  0.625,0.535; 0.75,0.6; 0.875,0.7335; 1,1">
                                          <p:stCondLst>
                                            <p:cond delay="1324"/>
                                          </p:stCondLst>
                                        </p:cTn>
                                        <p:tgtEl>
                                          <p:spTgt spid="18"/>
                                        </p:tgtEl>
                                        <p:attrNameLst>
                                          <p:attrName>ppt_y</p:attrName>
                                        </p:attrNameLst>
                                      </p:cBhvr>
                                      <p:tavLst>
                                        <p:tav tm="0" fmla="#ppt_y-sin(pi*$)/27">
                                          <p:val>
                                            <p:fltVal val="0"/>
                                          </p:val>
                                        </p:tav>
                                        <p:tav tm="100000">
                                          <p:val>
                                            <p:fltVal val="1"/>
                                          </p:val>
                                        </p:tav>
                                      </p:tavLst>
                                    </p:anim>
                                    <p:anim calcmode="lin" valueType="num">
                                      <p:cBhvr>
                                        <p:cTn id="190" dur="164" tmFilter="0, 0; 0.125,0.2665; 0.25,0.4; 0.375,0.465; 0.5,0.5;  0.625,0.535; 0.75,0.6; 0.875,0.7335; 1,1">
                                          <p:stCondLst>
                                            <p:cond delay="1656"/>
                                          </p:stCondLst>
                                        </p:cTn>
                                        <p:tgtEl>
                                          <p:spTgt spid="18"/>
                                        </p:tgtEl>
                                        <p:attrNameLst>
                                          <p:attrName>ppt_y</p:attrName>
                                        </p:attrNameLst>
                                      </p:cBhvr>
                                      <p:tavLst>
                                        <p:tav tm="0" fmla="#ppt_y-sin(pi*$)/81">
                                          <p:val>
                                            <p:fltVal val="0"/>
                                          </p:val>
                                        </p:tav>
                                        <p:tav tm="100000">
                                          <p:val>
                                            <p:fltVal val="1"/>
                                          </p:val>
                                        </p:tav>
                                      </p:tavLst>
                                    </p:anim>
                                    <p:animScale>
                                      <p:cBhvr>
                                        <p:cTn id="191" dur="26">
                                          <p:stCondLst>
                                            <p:cond delay="650"/>
                                          </p:stCondLst>
                                        </p:cTn>
                                        <p:tgtEl>
                                          <p:spTgt spid="18"/>
                                        </p:tgtEl>
                                      </p:cBhvr>
                                      <p:to x="100000" y="60000"/>
                                    </p:animScale>
                                    <p:animScale>
                                      <p:cBhvr>
                                        <p:cTn id="192" dur="166" decel="50000">
                                          <p:stCondLst>
                                            <p:cond delay="676"/>
                                          </p:stCondLst>
                                        </p:cTn>
                                        <p:tgtEl>
                                          <p:spTgt spid="18"/>
                                        </p:tgtEl>
                                      </p:cBhvr>
                                      <p:to x="100000" y="100000"/>
                                    </p:animScale>
                                    <p:animScale>
                                      <p:cBhvr>
                                        <p:cTn id="193" dur="26">
                                          <p:stCondLst>
                                            <p:cond delay="1312"/>
                                          </p:stCondLst>
                                        </p:cTn>
                                        <p:tgtEl>
                                          <p:spTgt spid="18"/>
                                        </p:tgtEl>
                                      </p:cBhvr>
                                      <p:to x="100000" y="80000"/>
                                    </p:animScale>
                                    <p:animScale>
                                      <p:cBhvr>
                                        <p:cTn id="194" dur="166" decel="50000">
                                          <p:stCondLst>
                                            <p:cond delay="1338"/>
                                          </p:stCondLst>
                                        </p:cTn>
                                        <p:tgtEl>
                                          <p:spTgt spid="18"/>
                                        </p:tgtEl>
                                      </p:cBhvr>
                                      <p:to x="100000" y="100000"/>
                                    </p:animScale>
                                    <p:animScale>
                                      <p:cBhvr>
                                        <p:cTn id="195" dur="26">
                                          <p:stCondLst>
                                            <p:cond delay="1642"/>
                                          </p:stCondLst>
                                        </p:cTn>
                                        <p:tgtEl>
                                          <p:spTgt spid="18"/>
                                        </p:tgtEl>
                                      </p:cBhvr>
                                      <p:to x="100000" y="90000"/>
                                    </p:animScale>
                                    <p:animScale>
                                      <p:cBhvr>
                                        <p:cTn id="196" dur="166" decel="50000">
                                          <p:stCondLst>
                                            <p:cond delay="1668"/>
                                          </p:stCondLst>
                                        </p:cTn>
                                        <p:tgtEl>
                                          <p:spTgt spid="18"/>
                                        </p:tgtEl>
                                      </p:cBhvr>
                                      <p:to x="100000" y="100000"/>
                                    </p:animScale>
                                    <p:animScale>
                                      <p:cBhvr>
                                        <p:cTn id="197" dur="26">
                                          <p:stCondLst>
                                            <p:cond delay="1808"/>
                                          </p:stCondLst>
                                        </p:cTn>
                                        <p:tgtEl>
                                          <p:spTgt spid="18"/>
                                        </p:tgtEl>
                                      </p:cBhvr>
                                      <p:to x="100000" y="95000"/>
                                    </p:animScale>
                                    <p:animScale>
                                      <p:cBhvr>
                                        <p:cTn id="198" dur="166" decel="50000">
                                          <p:stCondLst>
                                            <p:cond delay="1834"/>
                                          </p:stCondLst>
                                        </p:cTn>
                                        <p:tgtEl>
                                          <p:spTgt spid="18"/>
                                        </p:tgtEl>
                                      </p:cBhvr>
                                      <p:to x="100000" y="100000"/>
                                    </p:animScale>
                                  </p:childTnLst>
                                </p:cTn>
                              </p:par>
                              <p:par>
                                <p:cTn id="199" presetID="26" presetClass="entr" presetSubtype="0" fill="hold" grpId="0" nodeType="withEffect">
                                  <p:stCondLst>
                                    <p:cond delay="0"/>
                                  </p:stCondLst>
                                  <p:childTnLst>
                                    <p:set>
                                      <p:cBhvr>
                                        <p:cTn id="200" dur="1" fill="hold">
                                          <p:stCondLst>
                                            <p:cond delay="0"/>
                                          </p:stCondLst>
                                        </p:cTn>
                                        <p:tgtEl>
                                          <p:spTgt spid="20"/>
                                        </p:tgtEl>
                                        <p:attrNameLst>
                                          <p:attrName>style.visibility</p:attrName>
                                        </p:attrNameLst>
                                      </p:cBhvr>
                                      <p:to>
                                        <p:strVal val="visible"/>
                                      </p:to>
                                    </p:set>
                                    <p:animEffect transition="in" filter="wipe(down)">
                                      <p:cBhvr>
                                        <p:cTn id="201" dur="580">
                                          <p:stCondLst>
                                            <p:cond delay="0"/>
                                          </p:stCondLst>
                                        </p:cTn>
                                        <p:tgtEl>
                                          <p:spTgt spid="20"/>
                                        </p:tgtEl>
                                      </p:cBhvr>
                                    </p:animEffect>
                                    <p:anim calcmode="lin" valueType="num">
                                      <p:cBhvr>
                                        <p:cTn id="202" dur="1822" tmFilter="0,0; 0.14,0.36; 0.43,0.73; 0.71,0.91; 1.0,1.0">
                                          <p:stCondLst>
                                            <p:cond delay="0"/>
                                          </p:stCondLst>
                                        </p:cTn>
                                        <p:tgtEl>
                                          <p:spTgt spid="20"/>
                                        </p:tgtEl>
                                        <p:attrNameLst>
                                          <p:attrName>ppt_x</p:attrName>
                                        </p:attrNameLst>
                                      </p:cBhvr>
                                      <p:tavLst>
                                        <p:tav tm="0">
                                          <p:val>
                                            <p:strVal val="#ppt_x-0.25"/>
                                          </p:val>
                                        </p:tav>
                                        <p:tav tm="100000">
                                          <p:val>
                                            <p:strVal val="#ppt_x"/>
                                          </p:val>
                                        </p:tav>
                                      </p:tavLst>
                                    </p:anim>
                                    <p:anim calcmode="lin" valueType="num">
                                      <p:cBhvr>
                                        <p:cTn id="203" dur="664" tmFilter="0.0,0.0; 0.25,0.07; 0.50,0.2; 0.75,0.467; 1.0,1.0">
                                          <p:stCondLst>
                                            <p:cond delay="0"/>
                                          </p:stCondLst>
                                        </p:cTn>
                                        <p:tgtEl>
                                          <p:spTgt spid="20"/>
                                        </p:tgtEl>
                                        <p:attrNameLst>
                                          <p:attrName>ppt_y</p:attrName>
                                        </p:attrNameLst>
                                      </p:cBhvr>
                                      <p:tavLst>
                                        <p:tav tm="0" fmla="#ppt_y-sin(pi*$)/3">
                                          <p:val>
                                            <p:fltVal val="0.5"/>
                                          </p:val>
                                        </p:tav>
                                        <p:tav tm="100000">
                                          <p:val>
                                            <p:fltVal val="1"/>
                                          </p:val>
                                        </p:tav>
                                      </p:tavLst>
                                    </p:anim>
                                    <p:anim calcmode="lin" valueType="num">
                                      <p:cBhvr>
                                        <p:cTn id="204" dur="664" tmFilter="0, 0; 0.125,0.2665; 0.25,0.4; 0.375,0.465; 0.5,0.5;  0.625,0.535; 0.75,0.6; 0.875,0.7335; 1,1">
                                          <p:stCondLst>
                                            <p:cond delay="664"/>
                                          </p:stCondLst>
                                        </p:cTn>
                                        <p:tgtEl>
                                          <p:spTgt spid="20"/>
                                        </p:tgtEl>
                                        <p:attrNameLst>
                                          <p:attrName>ppt_y</p:attrName>
                                        </p:attrNameLst>
                                      </p:cBhvr>
                                      <p:tavLst>
                                        <p:tav tm="0" fmla="#ppt_y-sin(pi*$)/9">
                                          <p:val>
                                            <p:fltVal val="0"/>
                                          </p:val>
                                        </p:tav>
                                        <p:tav tm="100000">
                                          <p:val>
                                            <p:fltVal val="1"/>
                                          </p:val>
                                        </p:tav>
                                      </p:tavLst>
                                    </p:anim>
                                    <p:anim calcmode="lin" valueType="num">
                                      <p:cBhvr>
                                        <p:cTn id="205" dur="332" tmFilter="0, 0; 0.125,0.2665; 0.25,0.4; 0.375,0.465; 0.5,0.5;  0.625,0.535; 0.75,0.6; 0.875,0.7335; 1,1">
                                          <p:stCondLst>
                                            <p:cond delay="1324"/>
                                          </p:stCondLst>
                                        </p:cTn>
                                        <p:tgtEl>
                                          <p:spTgt spid="20"/>
                                        </p:tgtEl>
                                        <p:attrNameLst>
                                          <p:attrName>ppt_y</p:attrName>
                                        </p:attrNameLst>
                                      </p:cBhvr>
                                      <p:tavLst>
                                        <p:tav tm="0" fmla="#ppt_y-sin(pi*$)/27">
                                          <p:val>
                                            <p:fltVal val="0"/>
                                          </p:val>
                                        </p:tav>
                                        <p:tav tm="100000">
                                          <p:val>
                                            <p:fltVal val="1"/>
                                          </p:val>
                                        </p:tav>
                                      </p:tavLst>
                                    </p:anim>
                                    <p:anim calcmode="lin" valueType="num">
                                      <p:cBhvr>
                                        <p:cTn id="206" dur="164" tmFilter="0, 0; 0.125,0.2665; 0.25,0.4; 0.375,0.465; 0.5,0.5;  0.625,0.535; 0.75,0.6; 0.875,0.7335; 1,1">
                                          <p:stCondLst>
                                            <p:cond delay="1656"/>
                                          </p:stCondLst>
                                        </p:cTn>
                                        <p:tgtEl>
                                          <p:spTgt spid="20"/>
                                        </p:tgtEl>
                                        <p:attrNameLst>
                                          <p:attrName>ppt_y</p:attrName>
                                        </p:attrNameLst>
                                      </p:cBhvr>
                                      <p:tavLst>
                                        <p:tav tm="0" fmla="#ppt_y-sin(pi*$)/81">
                                          <p:val>
                                            <p:fltVal val="0"/>
                                          </p:val>
                                        </p:tav>
                                        <p:tav tm="100000">
                                          <p:val>
                                            <p:fltVal val="1"/>
                                          </p:val>
                                        </p:tav>
                                      </p:tavLst>
                                    </p:anim>
                                    <p:animScale>
                                      <p:cBhvr>
                                        <p:cTn id="207" dur="26">
                                          <p:stCondLst>
                                            <p:cond delay="650"/>
                                          </p:stCondLst>
                                        </p:cTn>
                                        <p:tgtEl>
                                          <p:spTgt spid="20"/>
                                        </p:tgtEl>
                                      </p:cBhvr>
                                      <p:to x="100000" y="60000"/>
                                    </p:animScale>
                                    <p:animScale>
                                      <p:cBhvr>
                                        <p:cTn id="208" dur="166" decel="50000">
                                          <p:stCondLst>
                                            <p:cond delay="676"/>
                                          </p:stCondLst>
                                        </p:cTn>
                                        <p:tgtEl>
                                          <p:spTgt spid="20"/>
                                        </p:tgtEl>
                                      </p:cBhvr>
                                      <p:to x="100000" y="100000"/>
                                    </p:animScale>
                                    <p:animScale>
                                      <p:cBhvr>
                                        <p:cTn id="209" dur="26">
                                          <p:stCondLst>
                                            <p:cond delay="1312"/>
                                          </p:stCondLst>
                                        </p:cTn>
                                        <p:tgtEl>
                                          <p:spTgt spid="20"/>
                                        </p:tgtEl>
                                      </p:cBhvr>
                                      <p:to x="100000" y="80000"/>
                                    </p:animScale>
                                    <p:animScale>
                                      <p:cBhvr>
                                        <p:cTn id="210" dur="166" decel="50000">
                                          <p:stCondLst>
                                            <p:cond delay="1338"/>
                                          </p:stCondLst>
                                        </p:cTn>
                                        <p:tgtEl>
                                          <p:spTgt spid="20"/>
                                        </p:tgtEl>
                                      </p:cBhvr>
                                      <p:to x="100000" y="100000"/>
                                    </p:animScale>
                                    <p:animScale>
                                      <p:cBhvr>
                                        <p:cTn id="211" dur="26">
                                          <p:stCondLst>
                                            <p:cond delay="1642"/>
                                          </p:stCondLst>
                                        </p:cTn>
                                        <p:tgtEl>
                                          <p:spTgt spid="20"/>
                                        </p:tgtEl>
                                      </p:cBhvr>
                                      <p:to x="100000" y="90000"/>
                                    </p:animScale>
                                    <p:animScale>
                                      <p:cBhvr>
                                        <p:cTn id="212" dur="166" decel="50000">
                                          <p:stCondLst>
                                            <p:cond delay="1668"/>
                                          </p:stCondLst>
                                        </p:cTn>
                                        <p:tgtEl>
                                          <p:spTgt spid="20"/>
                                        </p:tgtEl>
                                      </p:cBhvr>
                                      <p:to x="100000" y="100000"/>
                                    </p:animScale>
                                    <p:animScale>
                                      <p:cBhvr>
                                        <p:cTn id="213" dur="26">
                                          <p:stCondLst>
                                            <p:cond delay="1808"/>
                                          </p:stCondLst>
                                        </p:cTn>
                                        <p:tgtEl>
                                          <p:spTgt spid="20"/>
                                        </p:tgtEl>
                                      </p:cBhvr>
                                      <p:to x="100000" y="95000"/>
                                    </p:animScale>
                                    <p:animScale>
                                      <p:cBhvr>
                                        <p:cTn id="214" dur="166" decel="50000">
                                          <p:stCondLst>
                                            <p:cond delay="1834"/>
                                          </p:stCondLst>
                                        </p:cTn>
                                        <p:tgtEl>
                                          <p:spTgt spid="20"/>
                                        </p:tgtEl>
                                      </p:cBhvr>
                                      <p:to x="100000" y="100000"/>
                                    </p:animScale>
                                  </p:childTnLst>
                                </p:cTn>
                              </p:par>
                              <p:par>
                                <p:cTn id="215" presetID="26" presetClass="entr" presetSubtype="0" fill="hold" grpId="0" nodeType="withEffect">
                                  <p:stCondLst>
                                    <p:cond delay="0"/>
                                  </p:stCondLst>
                                  <p:childTnLst>
                                    <p:set>
                                      <p:cBhvr>
                                        <p:cTn id="216" dur="1" fill="hold">
                                          <p:stCondLst>
                                            <p:cond delay="0"/>
                                          </p:stCondLst>
                                        </p:cTn>
                                        <p:tgtEl>
                                          <p:spTgt spid="21"/>
                                        </p:tgtEl>
                                        <p:attrNameLst>
                                          <p:attrName>style.visibility</p:attrName>
                                        </p:attrNameLst>
                                      </p:cBhvr>
                                      <p:to>
                                        <p:strVal val="visible"/>
                                      </p:to>
                                    </p:set>
                                    <p:animEffect transition="in" filter="wipe(down)">
                                      <p:cBhvr>
                                        <p:cTn id="217" dur="580">
                                          <p:stCondLst>
                                            <p:cond delay="0"/>
                                          </p:stCondLst>
                                        </p:cTn>
                                        <p:tgtEl>
                                          <p:spTgt spid="21"/>
                                        </p:tgtEl>
                                      </p:cBhvr>
                                    </p:animEffect>
                                    <p:anim calcmode="lin" valueType="num">
                                      <p:cBhvr>
                                        <p:cTn id="218" dur="1822" tmFilter="0,0; 0.14,0.36; 0.43,0.73; 0.71,0.91; 1.0,1.0">
                                          <p:stCondLst>
                                            <p:cond delay="0"/>
                                          </p:stCondLst>
                                        </p:cTn>
                                        <p:tgtEl>
                                          <p:spTgt spid="21"/>
                                        </p:tgtEl>
                                        <p:attrNameLst>
                                          <p:attrName>ppt_x</p:attrName>
                                        </p:attrNameLst>
                                      </p:cBhvr>
                                      <p:tavLst>
                                        <p:tav tm="0">
                                          <p:val>
                                            <p:strVal val="#ppt_x-0.25"/>
                                          </p:val>
                                        </p:tav>
                                        <p:tav tm="100000">
                                          <p:val>
                                            <p:strVal val="#ppt_x"/>
                                          </p:val>
                                        </p:tav>
                                      </p:tavLst>
                                    </p:anim>
                                    <p:anim calcmode="lin" valueType="num">
                                      <p:cBhvr>
                                        <p:cTn id="219" dur="664" tmFilter="0.0,0.0; 0.25,0.07; 0.50,0.2; 0.75,0.467; 1.0,1.0">
                                          <p:stCondLst>
                                            <p:cond delay="0"/>
                                          </p:stCondLst>
                                        </p:cTn>
                                        <p:tgtEl>
                                          <p:spTgt spid="21"/>
                                        </p:tgtEl>
                                        <p:attrNameLst>
                                          <p:attrName>ppt_y</p:attrName>
                                        </p:attrNameLst>
                                      </p:cBhvr>
                                      <p:tavLst>
                                        <p:tav tm="0" fmla="#ppt_y-sin(pi*$)/3">
                                          <p:val>
                                            <p:fltVal val="0.5"/>
                                          </p:val>
                                        </p:tav>
                                        <p:tav tm="100000">
                                          <p:val>
                                            <p:fltVal val="1"/>
                                          </p:val>
                                        </p:tav>
                                      </p:tavLst>
                                    </p:anim>
                                    <p:anim calcmode="lin" valueType="num">
                                      <p:cBhvr>
                                        <p:cTn id="220" dur="664" tmFilter="0, 0; 0.125,0.2665; 0.25,0.4; 0.375,0.465; 0.5,0.5;  0.625,0.535; 0.75,0.6; 0.875,0.7335; 1,1">
                                          <p:stCondLst>
                                            <p:cond delay="664"/>
                                          </p:stCondLst>
                                        </p:cTn>
                                        <p:tgtEl>
                                          <p:spTgt spid="21"/>
                                        </p:tgtEl>
                                        <p:attrNameLst>
                                          <p:attrName>ppt_y</p:attrName>
                                        </p:attrNameLst>
                                      </p:cBhvr>
                                      <p:tavLst>
                                        <p:tav tm="0" fmla="#ppt_y-sin(pi*$)/9">
                                          <p:val>
                                            <p:fltVal val="0"/>
                                          </p:val>
                                        </p:tav>
                                        <p:tav tm="100000">
                                          <p:val>
                                            <p:fltVal val="1"/>
                                          </p:val>
                                        </p:tav>
                                      </p:tavLst>
                                    </p:anim>
                                    <p:anim calcmode="lin" valueType="num">
                                      <p:cBhvr>
                                        <p:cTn id="221" dur="332" tmFilter="0, 0; 0.125,0.2665; 0.25,0.4; 0.375,0.465; 0.5,0.5;  0.625,0.535; 0.75,0.6; 0.875,0.7335; 1,1">
                                          <p:stCondLst>
                                            <p:cond delay="1324"/>
                                          </p:stCondLst>
                                        </p:cTn>
                                        <p:tgtEl>
                                          <p:spTgt spid="21"/>
                                        </p:tgtEl>
                                        <p:attrNameLst>
                                          <p:attrName>ppt_y</p:attrName>
                                        </p:attrNameLst>
                                      </p:cBhvr>
                                      <p:tavLst>
                                        <p:tav tm="0" fmla="#ppt_y-sin(pi*$)/27">
                                          <p:val>
                                            <p:fltVal val="0"/>
                                          </p:val>
                                        </p:tav>
                                        <p:tav tm="100000">
                                          <p:val>
                                            <p:fltVal val="1"/>
                                          </p:val>
                                        </p:tav>
                                      </p:tavLst>
                                    </p:anim>
                                    <p:anim calcmode="lin" valueType="num">
                                      <p:cBhvr>
                                        <p:cTn id="222" dur="164" tmFilter="0, 0; 0.125,0.2665; 0.25,0.4; 0.375,0.465; 0.5,0.5;  0.625,0.535; 0.75,0.6; 0.875,0.7335; 1,1">
                                          <p:stCondLst>
                                            <p:cond delay="1656"/>
                                          </p:stCondLst>
                                        </p:cTn>
                                        <p:tgtEl>
                                          <p:spTgt spid="21"/>
                                        </p:tgtEl>
                                        <p:attrNameLst>
                                          <p:attrName>ppt_y</p:attrName>
                                        </p:attrNameLst>
                                      </p:cBhvr>
                                      <p:tavLst>
                                        <p:tav tm="0" fmla="#ppt_y-sin(pi*$)/81">
                                          <p:val>
                                            <p:fltVal val="0"/>
                                          </p:val>
                                        </p:tav>
                                        <p:tav tm="100000">
                                          <p:val>
                                            <p:fltVal val="1"/>
                                          </p:val>
                                        </p:tav>
                                      </p:tavLst>
                                    </p:anim>
                                    <p:animScale>
                                      <p:cBhvr>
                                        <p:cTn id="223" dur="26">
                                          <p:stCondLst>
                                            <p:cond delay="650"/>
                                          </p:stCondLst>
                                        </p:cTn>
                                        <p:tgtEl>
                                          <p:spTgt spid="21"/>
                                        </p:tgtEl>
                                      </p:cBhvr>
                                      <p:to x="100000" y="60000"/>
                                    </p:animScale>
                                    <p:animScale>
                                      <p:cBhvr>
                                        <p:cTn id="224" dur="166" decel="50000">
                                          <p:stCondLst>
                                            <p:cond delay="676"/>
                                          </p:stCondLst>
                                        </p:cTn>
                                        <p:tgtEl>
                                          <p:spTgt spid="21"/>
                                        </p:tgtEl>
                                      </p:cBhvr>
                                      <p:to x="100000" y="100000"/>
                                    </p:animScale>
                                    <p:animScale>
                                      <p:cBhvr>
                                        <p:cTn id="225" dur="26">
                                          <p:stCondLst>
                                            <p:cond delay="1312"/>
                                          </p:stCondLst>
                                        </p:cTn>
                                        <p:tgtEl>
                                          <p:spTgt spid="21"/>
                                        </p:tgtEl>
                                      </p:cBhvr>
                                      <p:to x="100000" y="80000"/>
                                    </p:animScale>
                                    <p:animScale>
                                      <p:cBhvr>
                                        <p:cTn id="226" dur="166" decel="50000">
                                          <p:stCondLst>
                                            <p:cond delay="1338"/>
                                          </p:stCondLst>
                                        </p:cTn>
                                        <p:tgtEl>
                                          <p:spTgt spid="21"/>
                                        </p:tgtEl>
                                      </p:cBhvr>
                                      <p:to x="100000" y="100000"/>
                                    </p:animScale>
                                    <p:animScale>
                                      <p:cBhvr>
                                        <p:cTn id="227" dur="26">
                                          <p:stCondLst>
                                            <p:cond delay="1642"/>
                                          </p:stCondLst>
                                        </p:cTn>
                                        <p:tgtEl>
                                          <p:spTgt spid="21"/>
                                        </p:tgtEl>
                                      </p:cBhvr>
                                      <p:to x="100000" y="90000"/>
                                    </p:animScale>
                                    <p:animScale>
                                      <p:cBhvr>
                                        <p:cTn id="228" dur="166" decel="50000">
                                          <p:stCondLst>
                                            <p:cond delay="1668"/>
                                          </p:stCondLst>
                                        </p:cTn>
                                        <p:tgtEl>
                                          <p:spTgt spid="21"/>
                                        </p:tgtEl>
                                      </p:cBhvr>
                                      <p:to x="100000" y="100000"/>
                                    </p:animScale>
                                    <p:animScale>
                                      <p:cBhvr>
                                        <p:cTn id="229" dur="26">
                                          <p:stCondLst>
                                            <p:cond delay="1808"/>
                                          </p:stCondLst>
                                        </p:cTn>
                                        <p:tgtEl>
                                          <p:spTgt spid="21"/>
                                        </p:tgtEl>
                                      </p:cBhvr>
                                      <p:to x="100000" y="95000"/>
                                    </p:animScale>
                                    <p:animScale>
                                      <p:cBhvr>
                                        <p:cTn id="230" dur="166" decel="50000">
                                          <p:stCondLst>
                                            <p:cond delay="1834"/>
                                          </p:stCondLst>
                                        </p:cTn>
                                        <p:tgtEl>
                                          <p:spTgt spid="21"/>
                                        </p:tgtEl>
                                      </p:cBhvr>
                                      <p:to x="100000" y="100000"/>
                                    </p:animScale>
                                  </p:childTnLst>
                                </p:cTn>
                              </p:par>
                              <p:par>
                                <p:cTn id="231" presetID="26" presetClass="entr" presetSubtype="0" fill="hold" grpId="0" nodeType="withEffect">
                                  <p:stCondLst>
                                    <p:cond delay="0"/>
                                  </p:stCondLst>
                                  <p:childTnLst>
                                    <p:set>
                                      <p:cBhvr>
                                        <p:cTn id="232" dur="1" fill="hold">
                                          <p:stCondLst>
                                            <p:cond delay="0"/>
                                          </p:stCondLst>
                                        </p:cTn>
                                        <p:tgtEl>
                                          <p:spTgt spid="22"/>
                                        </p:tgtEl>
                                        <p:attrNameLst>
                                          <p:attrName>style.visibility</p:attrName>
                                        </p:attrNameLst>
                                      </p:cBhvr>
                                      <p:to>
                                        <p:strVal val="visible"/>
                                      </p:to>
                                    </p:set>
                                    <p:animEffect transition="in" filter="wipe(down)">
                                      <p:cBhvr>
                                        <p:cTn id="233" dur="580">
                                          <p:stCondLst>
                                            <p:cond delay="0"/>
                                          </p:stCondLst>
                                        </p:cTn>
                                        <p:tgtEl>
                                          <p:spTgt spid="22"/>
                                        </p:tgtEl>
                                      </p:cBhvr>
                                    </p:animEffect>
                                    <p:anim calcmode="lin" valueType="num">
                                      <p:cBhvr>
                                        <p:cTn id="234" dur="1822" tmFilter="0,0; 0.14,0.36; 0.43,0.73; 0.71,0.91; 1.0,1.0">
                                          <p:stCondLst>
                                            <p:cond delay="0"/>
                                          </p:stCondLst>
                                        </p:cTn>
                                        <p:tgtEl>
                                          <p:spTgt spid="22"/>
                                        </p:tgtEl>
                                        <p:attrNameLst>
                                          <p:attrName>ppt_x</p:attrName>
                                        </p:attrNameLst>
                                      </p:cBhvr>
                                      <p:tavLst>
                                        <p:tav tm="0">
                                          <p:val>
                                            <p:strVal val="#ppt_x-0.25"/>
                                          </p:val>
                                        </p:tav>
                                        <p:tav tm="100000">
                                          <p:val>
                                            <p:strVal val="#ppt_x"/>
                                          </p:val>
                                        </p:tav>
                                      </p:tavLst>
                                    </p:anim>
                                    <p:anim calcmode="lin" valueType="num">
                                      <p:cBhvr>
                                        <p:cTn id="235" dur="664" tmFilter="0.0,0.0; 0.25,0.07; 0.50,0.2; 0.75,0.467; 1.0,1.0">
                                          <p:stCondLst>
                                            <p:cond delay="0"/>
                                          </p:stCondLst>
                                        </p:cTn>
                                        <p:tgtEl>
                                          <p:spTgt spid="22"/>
                                        </p:tgtEl>
                                        <p:attrNameLst>
                                          <p:attrName>ppt_y</p:attrName>
                                        </p:attrNameLst>
                                      </p:cBhvr>
                                      <p:tavLst>
                                        <p:tav tm="0" fmla="#ppt_y-sin(pi*$)/3">
                                          <p:val>
                                            <p:fltVal val="0.5"/>
                                          </p:val>
                                        </p:tav>
                                        <p:tav tm="100000">
                                          <p:val>
                                            <p:fltVal val="1"/>
                                          </p:val>
                                        </p:tav>
                                      </p:tavLst>
                                    </p:anim>
                                    <p:anim calcmode="lin" valueType="num">
                                      <p:cBhvr>
                                        <p:cTn id="236" dur="664" tmFilter="0, 0; 0.125,0.2665; 0.25,0.4; 0.375,0.465; 0.5,0.5;  0.625,0.535; 0.75,0.6; 0.875,0.7335; 1,1">
                                          <p:stCondLst>
                                            <p:cond delay="664"/>
                                          </p:stCondLst>
                                        </p:cTn>
                                        <p:tgtEl>
                                          <p:spTgt spid="22"/>
                                        </p:tgtEl>
                                        <p:attrNameLst>
                                          <p:attrName>ppt_y</p:attrName>
                                        </p:attrNameLst>
                                      </p:cBhvr>
                                      <p:tavLst>
                                        <p:tav tm="0" fmla="#ppt_y-sin(pi*$)/9">
                                          <p:val>
                                            <p:fltVal val="0"/>
                                          </p:val>
                                        </p:tav>
                                        <p:tav tm="100000">
                                          <p:val>
                                            <p:fltVal val="1"/>
                                          </p:val>
                                        </p:tav>
                                      </p:tavLst>
                                    </p:anim>
                                    <p:anim calcmode="lin" valueType="num">
                                      <p:cBhvr>
                                        <p:cTn id="237" dur="332" tmFilter="0, 0; 0.125,0.2665; 0.25,0.4; 0.375,0.465; 0.5,0.5;  0.625,0.535; 0.75,0.6; 0.875,0.7335; 1,1">
                                          <p:stCondLst>
                                            <p:cond delay="1324"/>
                                          </p:stCondLst>
                                        </p:cTn>
                                        <p:tgtEl>
                                          <p:spTgt spid="22"/>
                                        </p:tgtEl>
                                        <p:attrNameLst>
                                          <p:attrName>ppt_y</p:attrName>
                                        </p:attrNameLst>
                                      </p:cBhvr>
                                      <p:tavLst>
                                        <p:tav tm="0" fmla="#ppt_y-sin(pi*$)/27">
                                          <p:val>
                                            <p:fltVal val="0"/>
                                          </p:val>
                                        </p:tav>
                                        <p:tav tm="100000">
                                          <p:val>
                                            <p:fltVal val="1"/>
                                          </p:val>
                                        </p:tav>
                                      </p:tavLst>
                                    </p:anim>
                                    <p:anim calcmode="lin" valueType="num">
                                      <p:cBhvr>
                                        <p:cTn id="238" dur="164" tmFilter="0, 0; 0.125,0.2665; 0.25,0.4; 0.375,0.465; 0.5,0.5;  0.625,0.535; 0.75,0.6; 0.875,0.7335; 1,1">
                                          <p:stCondLst>
                                            <p:cond delay="1656"/>
                                          </p:stCondLst>
                                        </p:cTn>
                                        <p:tgtEl>
                                          <p:spTgt spid="22"/>
                                        </p:tgtEl>
                                        <p:attrNameLst>
                                          <p:attrName>ppt_y</p:attrName>
                                        </p:attrNameLst>
                                      </p:cBhvr>
                                      <p:tavLst>
                                        <p:tav tm="0" fmla="#ppt_y-sin(pi*$)/81">
                                          <p:val>
                                            <p:fltVal val="0"/>
                                          </p:val>
                                        </p:tav>
                                        <p:tav tm="100000">
                                          <p:val>
                                            <p:fltVal val="1"/>
                                          </p:val>
                                        </p:tav>
                                      </p:tavLst>
                                    </p:anim>
                                    <p:animScale>
                                      <p:cBhvr>
                                        <p:cTn id="239" dur="26">
                                          <p:stCondLst>
                                            <p:cond delay="650"/>
                                          </p:stCondLst>
                                        </p:cTn>
                                        <p:tgtEl>
                                          <p:spTgt spid="22"/>
                                        </p:tgtEl>
                                      </p:cBhvr>
                                      <p:to x="100000" y="60000"/>
                                    </p:animScale>
                                    <p:animScale>
                                      <p:cBhvr>
                                        <p:cTn id="240" dur="166" decel="50000">
                                          <p:stCondLst>
                                            <p:cond delay="676"/>
                                          </p:stCondLst>
                                        </p:cTn>
                                        <p:tgtEl>
                                          <p:spTgt spid="22"/>
                                        </p:tgtEl>
                                      </p:cBhvr>
                                      <p:to x="100000" y="100000"/>
                                    </p:animScale>
                                    <p:animScale>
                                      <p:cBhvr>
                                        <p:cTn id="241" dur="26">
                                          <p:stCondLst>
                                            <p:cond delay="1312"/>
                                          </p:stCondLst>
                                        </p:cTn>
                                        <p:tgtEl>
                                          <p:spTgt spid="22"/>
                                        </p:tgtEl>
                                      </p:cBhvr>
                                      <p:to x="100000" y="80000"/>
                                    </p:animScale>
                                    <p:animScale>
                                      <p:cBhvr>
                                        <p:cTn id="242" dur="166" decel="50000">
                                          <p:stCondLst>
                                            <p:cond delay="1338"/>
                                          </p:stCondLst>
                                        </p:cTn>
                                        <p:tgtEl>
                                          <p:spTgt spid="22"/>
                                        </p:tgtEl>
                                      </p:cBhvr>
                                      <p:to x="100000" y="100000"/>
                                    </p:animScale>
                                    <p:animScale>
                                      <p:cBhvr>
                                        <p:cTn id="243" dur="26">
                                          <p:stCondLst>
                                            <p:cond delay="1642"/>
                                          </p:stCondLst>
                                        </p:cTn>
                                        <p:tgtEl>
                                          <p:spTgt spid="22"/>
                                        </p:tgtEl>
                                      </p:cBhvr>
                                      <p:to x="100000" y="90000"/>
                                    </p:animScale>
                                    <p:animScale>
                                      <p:cBhvr>
                                        <p:cTn id="244" dur="166" decel="50000">
                                          <p:stCondLst>
                                            <p:cond delay="1668"/>
                                          </p:stCondLst>
                                        </p:cTn>
                                        <p:tgtEl>
                                          <p:spTgt spid="22"/>
                                        </p:tgtEl>
                                      </p:cBhvr>
                                      <p:to x="100000" y="100000"/>
                                    </p:animScale>
                                    <p:animScale>
                                      <p:cBhvr>
                                        <p:cTn id="245" dur="26">
                                          <p:stCondLst>
                                            <p:cond delay="1808"/>
                                          </p:stCondLst>
                                        </p:cTn>
                                        <p:tgtEl>
                                          <p:spTgt spid="22"/>
                                        </p:tgtEl>
                                      </p:cBhvr>
                                      <p:to x="100000" y="95000"/>
                                    </p:animScale>
                                    <p:animScale>
                                      <p:cBhvr>
                                        <p:cTn id="246" dur="166" decel="50000">
                                          <p:stCondLst>
                                            <p:cond delay="1834"/>
                                          </p:stCondLst>
                                        </p:cTn>
                                        <p:tgtEl>
                                          <p:spTgt spid="22"/>
                                        </p:tgtEl>
                                      </p:cBhvr>
                                      <p:to x="100000" y="100000"/>
                                    </p:animScale>
                                  </p:childTnLst>
                                </p:cTn>
                              </p:par>
                              <p:par>
                                <p:cTn id="247" presetID="26" presetClass="entr" presetSubtype="0" fill="hold" grpId="0" nodeType="withEffect">
                                  <p:stCondLst>
                                    <p:cond delay="0"/>
                                  </p:stCondLst>
                                  <p:childTnLst>
                                    <p:set>
                                      <p:cBhvr>
                                        <p:cTn id="248" dur="1" fill="hold">
                                          <p:stCondLst>
                                            <p:cond delay="0"/>
                                          </p:stCondLst>
                                        </p:cTn>
                                        <p:tgtEl>
                                          <p:spTgt spid="23"/>
                                        </p:tgtEl>
                                        <p:attrNameLst>
                                          <p:attrName>style.visibility</p:attrName>
                                        </p:attrNameLst>
                                      </p:cBhvr>
                                      <p:to>
                                        <p:strVal val="visible"/>
                                      </p:to>
                                    </p:set>
                                    <p:animEffect transition="in" filter="wipe(down)">
                                      <p:cBhvr>
                                        <p:cTn id="249" dur="580">
                                          <p:stCondLst>
                                            <p:cond delay="0"/>
                                          </p:stCondLst>
                                        </p:cTn>
                                        <p:tgtEl>
                                          <p:spTgt spid="23"/>
                                        </p:tgtEl>
                                      </p:cBhvr>
                                    </p:animEffect>
                                    <p:anim calcmode="lin" valueType="num">
                                      <p:cBhvr>
                                        <p:cTn id="250" dur="1822" tmFilter="0,0; 0.14,0.36; 0.43,0.73; 0.71,0.91; 1.0,1.0">
                                          <p:stCondLst>
                                            <p:cond delay="0"/>
                                          </p:stCondLst>
                                        </p:cTn>
                                        <p:tgtEl>
                                          <p:spTgt spid="23"/>
                                        </p:tgtEl>
                                        <p:attrNameLst>
                                          <p:attrName>ppt_x</p:attrName>
                                        </p:attrNameLst>
                                      </p:cBhvr>
                                      <p:tavLst>
                                        <p:tav tm="0">
                                          <p:val>
                                            <p:strVal val="#ppt_x-0.25"/>
                                          </p:val>
                                        </p:tav>
                                        <p:tav tm="100000">
                                          <p:val>
                                            <p:strVal val="#ppt_x"/>
                                          </p:val>
                                        </p:tav>
                                      </p:tavLst>
                                    </p:anim>
                                    <p:anim calcmode="lin" valueType="num">
                                      <p:cBhvr>
                                        <p:cTn id="251" dur="664" tmFilter="0.0,0.0; 0.25,0.07; 0.50,0.2; 0.75,0.467; 1.0,1.0">
                                          <p:stCondLst>
                                            <p:cond delay="0"/>
                                          </p:stCondLst>
                                        </p:cTn>
                                        <p:tgtEl>
                                          <p:spTgt spid="23"/>
                                        </p:tgtEl>
                                        <p:attrNameLst>
                                          <p:attrName>ppt_y</p:attrName>
                                        </p:attrNameLst>
                                      </p:cBhvr>
                                      <p:tavLst>
                                        <p:tav tm="0" fmla="#ppt_y-sin(pi*$)/3">
                                          <p:val>
                                            <p:fltVal val="0.5"/>
                                          </p:val>
                                        </p:tav>
                                        <p:tav tm="100000">
                                          <p:val>
                                            <p:fltVal val="1"/>
                                          </p:val>
                                        </p:tav>
                                      </p:tavLst>
                                    </p:anim>
                                    <p:anim calcmode="lin" valueType="num">
                                      <p:cBhvr>
                                        <p:cTn id="252" dur="664" tmFilter="0, 0; 0.125,0.2665; 0.25,0.4; 0.375,0.465; 0.5,0.5;  0.625,0.535; 0.75,0.6; 0.875,0.7335; 1,1">
                                          <p:stCondLst>
                                            <p:cond delay="664"/>
                                          </p:stCondLst>
                                        </p:cTn>
                                        <p:tgtEl>
                                          <p:spTgt spid="23"/>
                                        </p:tgtEl>
                                        <p:attrNameLst>
                                          <p:attrName>ppt_y</p:attrName>
                                        </p:attrNameLst>
                                      </p:cBhvr>
                                      <p:tavLst>
                                        <p:tav tm="0" fmla="#ppt_y-sin(pi*$)/9">
                                          <p:val>
                                            <p:fltVal val="0"/>
                                          </p:val>
                                        </p:tav>
                                        <p:tav tm="100000">
                                          <p:val>
                                            <p:fltVal val="1"/>
                                          </p:val>
                                        </p:tav>
                                      </p:tavLst>
                                    </p:anim>
                                    <p:anim calcmode="lin" valueType="num">
                                      <p:cBhvr>
                                        <p:cTn id="253" dur="332" tmFilter="0, 0; 0.125,0.2665; 0.25,0.4; 0.375,0.465; 0.5,0.5;  0.625,0.535; 0.75,0.6; 0.875,0.7335; 1,1">
                                          <p:stCondLst>
                                            <p:cond delay="1324"/>
                                          </p:stCondLst>
                                        </p:cTn>
                                        <p:tgtEl>
                                          <p:spTgt spid="23"/>
                                        </p:tgtEl>
                                        <p:attrNameLst>
                                          <p:attrName>ppt_y</p:attrName>
                                        </p:attrNameLst>
                                      </p:cBhvr>
                                      <p:tavLst>
                                        <p:tav tm="0" fmla="#ppt_y-sin(pi*$)/27">
                                          <p:val>
                                            <p:fltVal val="0"/>
                                          </p:val>
                                        </p:tav>
                                        <p:tav tm="100000">
                                          <p:val>
                                            <p:fltVal val="1"/>
                                          </p:val>
                                        </p:tav>
                                      </p:tavLst>
                                    </p:anim>
                                    <p:anim calcmode="lin" valueType="num">
                                      <p:cBhvr>
                                        <p:cTn id="254" dur="164" tmFilter="0, 0; 0.125,0.2665; 0.25,0.4; 0.375,0.465; 0.5,0.5;  0.625,0.535; 0.75,0.6; 0.875,0.7335; 1,1">
                                          <p:stCondLst>
                                            <p:cond delay="1656"/>
                                          </p:stCondLst>
                                        </p:cTn>
                                        <p:tgtEl>
                                          <p:spTgt spid="23"/>
                                        </p:tgtEl>
                                        <p:attrNameLst>
                                          <p:attrName>ppt_y</p:attrName>
                                        </p:attrNameLst>
                                      </p:cBhvr>
                                      <p:tavLst>
                                        <p:tav tm="0" fmla="#ppt_y-sin(pi*$)/81">
                                          <p:val>
                                            <p:fltVal val="0"/>
                                          </p:val>
                                        </p:tav>
                                        <p:tav tm="100000">
                                          <p:val>
                                            <p:fltVal val="1"/>
                                          </p:val>
                                        </p:tav>
                                      </p:tavLst>
                                    </p:anim>
                                    <p:animScale>
                                      <p:cBhvr>
                                        <p:cTn id="255" dur="26">
                                          <p:stCondLst>
                                            <p:cond delay="650"/>
                                          </p:stCondLst>
                                        </p:cTn>
                                        <p:tgtEl>
                                          <p:spTgt spid="23"/>
                                        </p:tgtEl>
                                      </p:cBhvr>
                                      <p:to x="100000" y="60000"/>
                                    </p:animScale>
                                    <p:animScale>
                                      <p:cBhvr>
                                        <p:cTn id="256" dur="166" decel="50000">
                                          <p:stCondLst>
                                            <p:cond delay="676"/>
                                          </p:stCondLst>
                                        </p:cTn>
                                        <p:tgtEl>
                                          <p:spTgt spid="23"/>
                                        </p:tgtEl>
                                      </p:cBhvr>
                                      <p:to x="100000" y="100000"/>
                                    </p:animScale>
                                    <p:animScale>
                                      <p:cBhvr>
                                        <p:cTn id="257" dur="26">
                                          <p:stCondLst>
                                            <p:cond delay="1312"/>
                                          </p:stCondLst>
                                        </p:cTn>
                                        <p:tgtEl>
                                          <p:spTgt spid="23"/>
                                        </p:tgtEl>
                                      </p:cBhvr>
                                      <p:to x="100000" y="80000"/>
                                    </p:animScale>
                                    <p:animScale>
                                      <p:cBhvr>
                                        <p:cTn id="258" dur="166" decel="50000">
                                          <p:stCondLst>
                                            <p:cond delay="1338"/>
                                          </p:stCondLst>
                                        </p:cTn>
                                        <p:tgtEl>
                                          <p:spTgt spid="23"/>
                                        </p:tgtEl>
                                      </p:cBhvr>
                                      <p:to x="100000" y="100000"/>
                                    </p:animScale>
                                    <p:animScale>
                                      <p:cBhvr>
                                        <p:cTn id="259" dur="26">
                                          <p:stCondLst>
                                            <p:cond delay="1642"/>
                                          </p:stCondLst>
                                        </p:cTn>
                                        <p:tgtEl>
                                          <p:spTgt spid="23"/>
                                        </p:tgtEl>
                                      </p:cBhvr>
                                      <p:to x="100000" y="90000"/>
                                    </p:animScale>
                                    <p:animScale>
                                      <p:cBhvr>
                                        <p:cTn id="260" dur="166" decel="50000">
                                          <p:stCondLst>
                                            <p:cond delay="1668"/>
                                          </p:stCondLst>
                                        </p:cTn>
                                        <p:tgtEl>
                                          <p:spTgt spid="23"/>
                                        </p:tgtEl>
                                      </p:cBhvr>
                                      <p:to x="100000" y="100000"/>
                                    </p:animScale>
                                    <p:animScale>
                                      <p:cBhvr>
                                        <p:cTn id="261" dur="26">
                                          <p:stCondLst>
                                            <p:cond delay="1808"/>
                                          </p:stCondLst>
                                        </p:cTn>
                                        <p:tgtEl>
                                          <p:spTgt spid="23"/>
                                        </p:tgtEl>
                                      </p:cBhvr>
                                      <p:to x="100000" y="95000"/>
                                    </p:animScale>
                                    <p:animScale>
                                      <p:cBhvr>
                                        <p:cTn id="262" dur="166" decel="50000">
                                          <p:stCondLst>
                                            <p:cond delay="1834"/>
                                          </p:stCondLst>
                                        </p:cTn>
                                        <p:tgtEl>
                                          <p:spTgt spid="23"/>
                                        </p:tgtEl>
                                      </p:cBhvr>
                                      <p:to x="100000" y="100000"/>
                                    </p:animScale>
                                  </p:childTnLst>
                                </p:cTn>
                              </p:par>
                              <p:par>
                                <p:cTn id="263" presetID="26" presetClass="entr" presetSubtype="0" fill="hold" grpId="0" nodeType="withEffect">
                                  <p:stCondLst>
                                    <p:cond delay="0"/>
                                  </p:stCondLst>
                                  <p:childTnLst>
                                    <p:set>
                                      <p:cBhvr>
                                        <p:cTn id="264" dur="1" fill="hold">
                                          <p:stCondLst>
                                            <p:cond delay="0"/>
                                          </p:stCondLst>
                                        </p:cTn>
                                        <p:tgtEl>
                                          <p:spTgt spid="24"/>
                                        </p:tgtEl>
                                        <p:attrNameLst>
                                          <p:attrName>style.visibility</p:attrName>
                                        </p:attrNameLst>
                                      </p:cBhvr>
                                      <p:to>
                                        <p:strVal val="visible"/>
                                      </p:to>
                                    </p:set>
                                    <p:animEffect transition="in" filter="wipe(down)">
                                      <p:cBhvr>
                                        <p:cTn id="265" dur="580">
                                          <p:stCondLst>
                                            <p:cond delay="0"/>
                                          </p:stCondLst>
                                        </p:cTn>
                                        <p:tgtEl>
                                          <p:spTgt spid="24"/>
                                        </p:tgtEl>
                                      </p:cBhvr>
                                    </p:animEffect>
                                    <p:anim calcmode="lin" valueType="num">
                                      <p:cBhvr>
                                        <p:cTn id="266" dur="1822" tmFilter="0,0; 0.14,0.36; 0.43,0.73; 0.71,0.91; 1.0,1.0">
                                          <p:stCondLst>
                                            <p:cond delay="0"/>
                                          </p:stCondLst>
                                        </p:cTn>
                                        <p:tgtEl>
                                          <p:spTgt spid="24"/>
                                        </p:tgtEl>
                                        <p:attrNameLst>
                                          <p:attrName>ppt_x</p:attrName>
                                        </p:attrNameLst>
                                      </p:cBhvr>
                                      <p:tavLst>
                                        <p:tav tm="0">
                                          <p:val>
                                            <p:strVal val="#ppt_x-0.25"/>
                                          </p:val>
                                        </p:tav>
                                        <p:tav tm="100000">
                                          <p:val>
                                            <p:strVal val="#ppt_x"/>
                                          </p:val>
                                        </p:tav>
                                      </p:tavLst>
                                    </p:anim>
                                    <p:anim calcmode="lin" valueType="num">
                                      <p:cBhvr>
                                        <p:cTn id="267" dur="664" tmFilter="0.0,0.0; 0.25,0.07; 0.50,0.2; 0.75,0.467; 1.0,1.0">
                                          <p:stCondLst>
                                            <p:cond delay="0"/>
                                          </p:stCondLst>
                                        </p:cTn>
                                        <p:tgtEl>
                                          <p:spTgt spid="24"/>
                                        </p:tgtEl>
                                        <p:attrNameLst>
                                          <p:attrName>ppt_y</p:attrName>
                                        </p:attrNameLst>
                                      </p:cBhvr>
                                      <p:tavLst>
                                        <p:tav tm="0" fmla="#ppt_y-sin(pi*$)/3">
                                          <p:val>
                                            <p:fltVal val="0.5"/>
                                          </p:val>
                                        </p:tav>
                                        <p:tav tm="100000">
                                          <p:val>
                                            <p:fltVal val="1"/>
                                          </p:val>
                                        </p:tav>
                                      </p:tavLst>
                                    </p:anim>
                                    <p:anim calcmode="lin" valueType="num">
                                      <p:cBhvr>
                                        <p:cTn id="268" dur="664" tmFilter="0, 0; 0.125,0.2665; 0.25,0.4; 0.375,0.465; 0.5,0.5;  0.625,0.535; 0.75,0.6; 0.875,0.7335; 1,1">
                                          <p:stCondLst>
                                            <p:cond delay="664"/>
                                          </p:stCondLst>
                                        </p:cTn>
                                        <p:tgtEl>
                                          <p:spTgt spid="24"/>
                                        </p:tgtEl>
                                        <p:attrNameLst>
                                          <p:attrName>ppt_y</p:attrName>
                                        </p:attrNameLst>
                                      </p:cBhvr>
                                      <p:tavLst>
                                        <p:tav tm="0" fmla="#ppt_y-sin(pi*$)/9">
                                          <p:val>
                                            <p:fltVal val="0"/>
                                          </p:val>
                                        </p:tav>
                                        <p:tav tm="100000">
                                          <p:val>
                                            <p:fltVal val="1"/>
                                          </p:val>
                                        </p:tav>
                                      </p:tavLst>
                                    </p:anim>
                                    <p:anim calcmode="lin" valueType="num">
                                      <p:cBhvr>
                                        <p:cTn id="269" dur="332" tmFilter="0, 0; 0.125,0.2665; 0.25,0.4; 0.375,0.465; 0.5,0.5;  0.625,0.535; 0.75,0.6; 0.875,0.7335; 1,1">
                                          <p:stCondLst>
                                            <p:cond delay="1324"/>
                                          </p:stCondLst>
                                        </p:cTn>
                                        <p:tgtEl>
                                          <p:spTgt spid="24"/>
                                        </p:tgtEl>
                                        <p:attrNameLst>
                                          <p:attrName>ppt_y</p:attrName>
                                        </p:attrNameLst>
                                      </p:cBhvr>
                                      <p:tavLst>
                                        <p:tav tm="0" fmla="#ppt_y-sin(pi*$)/27">
                                          <p:val>
                                            <p:fltVal val="0"/>
                                          </p:val>
                                        </p:tav>
                                        <p:tav tm="100000">
                                          <p:val>
                                            <p:fltVal val="1"/>
                                          </p:val>
                                        </p:tav>
                                      </p:tavLst>
                                    </p:anim>
                                    <p:anim calcmode="lin" valueType="num">
                                      <p:cBhvr>
                                        <p:cTn id="270" dur="164" tmFilter="0, 0; 0.125,0.2665; 0.25,0.4; 0.375,0.465; 0.5,0.5;  0.625,0.535; 0.75,0.6; 0.875,0.7335; 1,1">
                                          <p:stCondLst>
                                            <p:cond delay="1656"/>
                                          </p:stCondLst>
                                        </p:cTn>
                                        <p:tgtEl>
                                          <p:spTgt spid="24"/>
                                        </p:tgtEl>
                                        <p:attrNameLst>
                                          <p:attrName>ppt_y</p:attrName>
                                        </p:attrNameLst>
                                      </p:cBhvr>
                                      <p:tavLst>
                                        <p:tav tm="0" fmla="#ppt_y-sin(pi*$)/81">
                                          <p:val>
                                            <p:fltVal val="0"/>
                                          </p:val>
                                        </p:tav>
                                        <p:tav tm="100000">
                                          <p:val>
                                            <p:fltVal val="1"/>
                                          </p:val>
                                        </p:tav>
                                      </p:tavLst>
                                    </p:anim>
                                    <p:animScale>
                                      <p:cBhvr>
                                        <p:cTn id="271" dur="26">
                                          <p:stCondLst>
                                            <p:cond delay="650"/>
                                          </p:stCondLst>
                                        </p:cTn>
                                        <p:tgtEl>
                                          <p:spTgt spid="24"/>
                                        </p:tgtEl>
                                      </p:cBhvr>
                                      <p:to x="100000" y="60000"/>
                                    </p:animScale>
                                    <p:animScale>
                                      <p:cBhvr>
                                        <p:cTn id="272" dur="166" decel="50000">
                                          <p:stCondLst>
                                            <p:cond delay="676"/>
                                          </p:stCondLst>
                                        </p:cTn>
                                        <p:tgtEl>
                                          <p:spTgt spid="24"/>
                                        </p:tgtEl>
                                      </p:cBhvr>
                                      <p:to x="100000" y="100000"/>
                                    </p:animScale>
                                    <p:animScale>
                                      <p:cBhvr>
                                        <p:cTn id="273" dur="26">
                                          <p:stCondLst>
                                            <p:cond delay="1312"/>
                                          </p:stCondLst>
                                        </p:cTn>
                                        <p:tgtEl>
                                          <p:spTgt spid="24"/>
                                        </p:tgtEl>
                                      </p:cBhvr>
                                      <p:to x="100000" y="80000"/>
                                    </p:animScale>
                                    <p:animScale>
                                      <p:cBhvr>
                                        <p:cTn id="274" dur="166" decel="50000">
                                          <p:stCondLst>
                                            <p:cond delay="1338"/>
                                          </p:stCondLst>
                                        </p:cTn>
                                        <p:tgtEl>
                                          <p:spTgt spid="24"/>
                                        </p:tgtEl>
                                      </p:cBhvr>
                                      <p:to x="100000" y="100000"/>
                                    </p:animScale>
                                    <p:animScale>
                                      <p:cBhvr>
                                        <p:cTn id="275" dur="26">
                                          <p:stCondLst>
                                            <p:cond delay="1642"/>
                                          </p:stCondLst>
                                        </p:cTn>
                                        <p:tgtEl>
                                          <p:spTgt spid="24"/>
                                        </p:tgtEl>
                                      </p:cBhvr>
                                      <p:to x="100000" y="90000"/>
                                    </p:animScale>
                                    <p:animScale>
                                      <p:cBhvr>
                                        <p:cTn id="276" dur="166" decel="50000">
                                          <p:stCondLst>
                                            <p:cond delay="1668"/>
                                          </p:stCondLst>
                                        </p:cTn>
                                        <p:tgtEl>
                                          <p:spTgt spid="24"/>
                                        </p:tgtEl>
                                      </p:cBhvr>
                                      <p:to x="100000" y="100000"/>
                                    </p:animScale>
                                    <p:animScale>
                                      <p:cBhvr>
                                        <p:cTn id="277" dur="26">
                                          <p:stCondLst>
                                            <p:cond delay="1808"/>
                                          </p:stCondLst>
                                        </p:cTn>
                                        <p:tgtEl>
                                          <p:spTgt spid="24"/>
                                        </p:tgtEl>
                                      </p:cBhvr>
                                      <p:to x="100000" y="95000"/>
                                    </p:animScale>
                                    <p:animScale>
                                      <p:cBhvr>
                                        <p:cTn id="278" dur="166" decel="50000">
                                          <p:stCondLst>
                                            <p:cond delay="1834"/>
                                          </p:stCondLst>
                                        </p:cTn>
                                        <p:tgtEl>
                                          <p:spTgt spid="24"/>
                                        </p:tgtEl>
                                      </p:cBhvr>
                                      <p:to x="100000" y="100000"/>
                                    </p:animScale>
                                  </p:childTnLst>
                                </p:cTn>
                              </p:par>
                              <p:par>
                                <p:cTn id="279" presetID="26" presetClass="entr" presetSubtype="0" fill="hold" grpId="0" nodeType="withEffect">
                                  <p:stCondLst>
                                    <p:cond delay="0"/>
                                  </p:stCondLst>
                                  <p:childTnLst>
                                    <p:set>
                                      <p:cBhvr>
                                        <p:cTn id="280" dur="1" fill="hold">
                                          <p:stCondLst>
                                            <p:cond delay="0"/>
                                          </p:stCondLst>
                                        </p:cTn>
                                        <p:tgtEl>
                                          <p:spTgt spid="25"/>
                                        </p:tgtEl>
                                        <p:attrNameLst>
                                          <p:attrName>style.visibility</p:attrName>
                                        </p:attrNameLst>
                                      </p:cBhvr>
                                      <p:to>
                                        <p:strVal val="visible"/>
                                      </p:to>
                                    </p:set>
                                    <p:animEffect transition="in" filter="wipe(down)">
                                      <p:cBhvr>
                                        <p:cTn id="281" dur="580">
                                          <p:stCondLst>
                                            <p:cond delay="0"/>
                                          </p:stCondLst>
                                        </p:cTn>
                                        <p:tgtEl>
                                          <p:spTgt spid="25"/>
                                        </p:tgtEl>
                                      </p:cBhvr>
                                    </p:animEffect>
                                    <p:anim calcmode="lin" valueType="num">
                                      <p:cBhvr>
                                        <p:cTn id="282" dur="1822" tmFilter="0,0; 0.14,0.36; 0.43,0.73; 0.71,0.91; 1.0,1.0">
                                          <p:stCondLst>
                                            <p:cond delay="0"/>
                                          </p:stCondLst>
                                        </p:cTn>
                                        <p:tgtEl>
                                          <p:spTgt spid="25"/>
                                        </p:tgtEl>
                                        <p:attrNameLst>
                                          <p:attrName>ppt_x</p:attrName>
                                        </p:attrNameLst>
                                      </p:cBhvr>
                                      <p:tavLst>
                                        <p:tav tm="0">
                                          <p:val>
                                            <p:strVal val="#ppt_x-0.25"/>
                                          </p:val>
                                        </p:tav>
                                        <p:tav tm="100000">
                                          <p:val>
                                            <p:strVal val="#ppt_x"/>
                                          </p:val>
                                        </p:tav>
                                      </p:tavLst>
                                    </p:anim>
                                    <p:anim calcmode="lin" valueType="num">
                                      <p:cBhvr>
                                        <p:cTn id="283" dur="664" tmFilter="0.0,0.0; 0.25,0.07; 0.50,0.2; 0.75,0.467; 1.0,1.0">
                                          <p:stCondLst>
                                            <p:cond delay="0"/>
                                          </p:stCondLst>
                                        </p:cTn>
                                        <p:tgtEl>
                                          <p:spTgt spid="25"/>
                                        </p:tgtEl>
                                        <p:attrNameLst>
                                          <p:attrName>ppt_y</p:attrName>
                                        </p:attrNameLst>
                                      </p:cBhvr>
                                      <p:tavLst>
                                        <p:tav tm="0" fmla="#ppt_y-sin(pi*$)/3">
                                          <p:val>
                                            <p:fltVal val="0.5"/>
                                          </p:val>
                                        </p:tav>
                                        <p:tav tm="100000">
                                          <p:val>
                                            <p:fltVal val="1"/>
                                          </p:val>
                                        </p:tav>
                                      </p:tavLst>
                                    </p:anim>
                                    <p:anim calcmode="lin" valueType="num">
                                      <p:cBhvr>
                                        <p:cTn id="284" dur="664" tmFilter="0, 0; 0.125,0.2665; 0.25,0.4; 0.375,0.465; 0.5,0.5;  0.625,0.535; 0.75,0.6; 0.875,0.7335; 1,1">
                                          <p:stCondLst>
                                            <p:cond delay="664"/>
                                          </p:stCondLst>
                                        </p:cTn>
                                        <p:tgtEl>
                                          <p:spTgt spid="25"/>
                                        </p:tgtEl>
                                        <p:attrNameLst>
                                          <p:attrName>ppt_y</p:attrName>
                                        </p:attrNameLst>
                                      </p:cBhvr>
                                      <p:tavLst>
                                        <p:tav tm="0" fmla="#ppt_y-sin(pi*$)/9">
                                          <p:val>
                                            <p:fltVal val="0"/>
                                          </p:val>
                                        </p:tav>
                                        <p:tav tm="100000">
                                          <p:val>
                                            <p:fltVal val="1"/>
                                          </p:val>
                                        </p:tav>
                                      </p:tavLst>
                                    </p:anim>
                                    <p:anim calcmode="lin" valueType="num">
                                      <p:cBhvr>
                                        <p:cTn id="285" dur="332" tmFilter="0, 0; 0.125,0.2665; 0.25,0.4; 0.375,0.465; 0.5,0.5;  0.625,0.535; 0.75,0.6; 0.875,0.7335; 1,1">
                                          <p:stCondLst>
                                            <p:cond delay="1324"/>
                                          </p:stCondLst>
                                        </p:cTn>
                                        <p:tgtEl>
                                          <p:spTgt spid="25"/>
                                        </p:tgtEl>
                                        <p:attrNameLst>
                                          <p:attrName>ppt_y</p:attrName>
                                        </p:attrNameLst>
                                      </p:cBhvr>
                                      <p:tavLst>
                                        <p:tav tm="0" fmla="#ppt_y-sin(pi*$)/27">
                                          <p:val>
                                            <p:fltVal val="0"/>
                                          </p:val>
                                        </p:tav>
                                        <p:tav tm="100000">
                                          <p:val>
                                            <p:fltVal val="1"/>
                                          </p:val>
                                        </p:tav>
                                      </p:tavLst>
                                    </p:anim>
                                    <p:anim calcmode="lin" valueType="num">
                                      <p:cBhvr>
                                        <p:cTn id="286" dur="164" tmFilter="0, 0; 0.125,0.2665; 0.25,0.4; 0.375,0.465; 0.5,0.5;  0.625,0.535; 0.75,0.6; 0.875,0.7335; 1,1">
                                          <p:stCondLst>
                                            <p:cond delay="1656"/>
                                          </p:stCondLst>
                                        </p:cTn>
                                        <p:tgtEl>
                                          <p:spTgt spid="25"/>
                                        </p:tgtEl>
                                        <p:attrNameLst>
                                          <p:attrName>ppt_y</p:attrName>
                                        </p:attrNameLst>
                                      </p:cBhvr>
                                      <p:tavLst>
                                        <p:tav tm="0" fmla="#ppt_y-sin(pi*$)/81">
                                          <p:val>
                                            <p:fltVal val="0"/>
                                          </p:val>
                                        </p:tav>
                                        <p:tav tm="100000">
                                          <p:val>
                                            <p:fltVal val="1"/>
                                          </p:val>
                                        </p:tav>
                                      </p:tavLst>
                                    </p:anim>
                                    <p:animScale>
                                      <p:cBhvr>
                                        <p:cTn id="287" dur="26">
                                          <p:stCondLst>
                                            <p:cond delay="650"/>
                                          </p:stCondLst>
                                        </p:cTn>
                                        <p:tgtEl>
                                          <p:spTgt spid="25"/>
                                        </p:tgtEl>
                                      </p:cBhvr>
                                      <p:to x="100000" y="60000"/>
                                    </p:animScale>
                                    <p:animScale>
                                      <p:cBhvr>
                                        <p:cTn id="288" dur="166" decel="50000">
                                          <p:stCondLst>
                                            <p:cond delay="676"/>
                                          </p:stCondLst>
                                        </p:cTn>
                                        <p:tgtEl>
                                          <p:spTgt spid="25"/>
                                        </p:tgtEl>
                                      </p:cBhvr>
                                      <p:to x="100000" y="100000"/>
                                    </p:animScale>
                                    <p:animScale>
                                      <p:cBhvr>
                                        <p:cTn id="289" dur="26">
                                          <p:stCondLst>
                                            <p:cond delay="1312"/>
                                          </p:stCondLst>
                                        </p:cTn>
                                        <p:tgtEl>
                                          <p:spTgt spid="25"/>
                                        </p:tgtEl>
                                      </p:cBhvr>
                                      <p:to x="100000" y="80000"/>
                                    </p:animScale>
                                    <p:animScale>
                                      <p:cBhvr>
                                        <p:cTn id="290" dur="166" decel="50000">
                                          <p:stCondLst>
                                            <p:cond delay="1338"/>
                                          </p:stCondLst>
                                        </p:cTn>
                                        <p:tgtEl>
                                          <p:spTgt spid="25"/>
                                        </p:tgtEl>
                                      </p:cBhvr>
                                      <p:to x="100000" y="100000"/>
                                    </p:animScale>
                                    <p:animScale>
                                      <p:cBhvr>
                                        <p:cTn id="291" dur="26">
                                          <p:stCondLst>
                                            <p:cond delay="1642"/>
                                          </p:stCondLst>
                                        </p:cTn>
                                        <p:tgtEl>
                                          <p:spTgt spid="25"/>
                                        </p:tgtEl>
                                      </p:cBhvr>
                                      <p:to x="100000" y="90000"/>
                                    </p:animScale>
                                    <p:animScale>
                                      <p:cBhvr>
                                        <p:cTn id="292" dur="166" decel="50000">
                                          <p:stCondLst>
                                            <p:cond delay="1668"/>
                                          </p:stCondLst>
                                        </p:cTn>
                                        <p:tgtEl>
                                          <p:spTgt spid="25"/>
                                        </p:tgtEl>
                                      </p:cBhvr>
                                      <p:to x="100000" y="100000"/>
                                    </p:animScale>
                                    <p:animScale>
                                      <p:cBhvr>
                                        <p:cTn id="293" dur="26">
                                          <p:stCondLst>
                                            <p:cond delay="1808"/>
                                          </p:stCondLst>
                                        </p:cTn>
                                        <p:tgtEl>
                                          <p:spTgt spid="25"/>
                                        </p:tgtEl>
                                      </p:cBhvr>
                                      <p:to x="100000" y="95000"/>
                                    </p:animScale>
                                    <p:animScale>
                                      <p:cBhvr>
                                        <p:cTn id="294" dur="166" decel="50000">
                                          <p:stCondLst>
                                            <p:cond delay="1834"/>
                                          </p:stCondLst>
                                        </p:cTn>
                                        <p:tgtEl>
                                          <p:spTgt spid="25"/>
                                        </p:tgtEl>
                                      </p:cBhvr>
                                      <p:to x="100000" y="100000"/>
                                    </p:animScale>
                                  </p:childTnLst>
                                </p:cTn>
                              </p:par>
                              <p:par>
                                <p:cTn id="295" presetID="26" presetClass="entr" presetSubtype="0" fill="hold" grpId="0" nodeType="withEffect">
                                  <p:stCondLst>
                                    <p:cond delay="0"/>
                                  </p:stCondLst>
                                  <p:childTnLst>
                                    <p:set>
                                      <p:cBhvr>
                                        <p:cTn id="296" dur="1" fill="hold">
                                          <p:stCondLst>
                                            <p:cond delay="0"/>
                                          </p:stCondLst>
                                        </p:cTn>
                                        <p:tgtEl>
                                          <p:spTgt spid="26"/>
                                        </p:tgtEl>
                                        <p:attrNameLst>
                                          <p:attrName>style.visibility</p:attrName>
                                        </p:attrNameLst>
                                      </p:cBhvr>
                                      <p:to>
                                        <p:strVal val="visible"/>
                                      </p:to>
                                    </p:set>
                                    <p:animEffect transition="in" filter="wipe(down)">
                                      <p:cBhvr>
                                        <p:cTn id="297" dur="580">
                                          <p:stCondLst>
                                            <p:cond delay="0"/>
                                          </p:stCondLst>
                                        </p:cTn>
                                        <p:tgtEl>
                                          <p:spTgt spid="26"/>
                                        </p:tgtEl>
                                      </p:cBhvr>
                                    </p:animEffect>
                                    <p:anim calcmode="lin" valueType="num">
                                      <p:cBhvr>
                                        <p:cTn id="298" dur="1822" tmFilter="0,0; 0.14,0.36; 0.43,0.73; 0.71,0.91; 1.0,1.0">
                                          <p:stCondLst>
                                            <p:cond delay="0"/>
                                          </p:stCondLst>
                                        </p:cTn>
                                        <p:tgtEl>
                                          <p:spTgt spid="26"/>
                                        </p:tgtEl>
                                        <p:attrNameLst>
                                          <p:attrName>ppt_x</p:attrName>
                                        </p:attrNameLst>
                                      </p:cBhvr>
                                      <p:tavLst>
                                        <p:tav tm="0">
                                          <p:val>
                                            <p:strVal val="#ppt_x-0.25"/>
                                          </p:val>
                                        </p:tav>
                                        <p:tav tm="100000">
                                          <p:val>
                                            <p:strVal val="#ppt_x"/>
                                          </p:val>
                                        </p:tav>
                                      </p:tavLst>
                                    </p:anim>
                                    <p:anim calcmode="lin" valueType="num">
                                      <p:cBhvr>
                                        <p:cTn id="299" dur="664" tmFilter="0.0,0.0; 0.25,0.07; 0.50,0.2; 0.75,0.467; 1.0,1.0">
                                          <p:stCondLst>
                                            <p:cond delay="0"/>
                                          </p:stCondLst>
                                        </p:cTn>
                                        <p:tgtEl>
                                          <p:spTgt spid="26"/>
                                        </p:tgtEl>
                                        <p:attrNameLst>
                                          <p:attrName>ppt_y</p:attrName>
                                        </p:attrNameLst>
                                      </p:cBhvr>
                                      <p:tavLst>
                                        <p:tav tm="0" fmla="#ppt_y-sin(pi*$)/3">
                                          <p:val>
                                            <p:fltVal val="0.5"/>
                                          </p:val>
                                        </p:tav>
                                        <p:tav tm="100000">
                                          <p:val>
                                            <p:fltVal val="1"/>
                                          </p:val>
                                        </p:tav>
                                      </p:tavLst>
                                    </p:anim>
                                    <p:anim calcmode="lin" valueType="num">
                                      <p:cBhvr>
                                        <p:cTn id="300" dur="664" tmFilter="0, 0; 0.125,0.2665; 0.25,0.4; 0.375,0.465; 0.5,0.5;  0.625,0.535; 0.75,0.6; 0.875,0.7335; 1,1">
                                          <p:stCondLst>
                                            <p:cond delay="664"/>
                                          </p:stCondLst>
                                        </p:cTn>
                                        <p:tgtEl>
                                          <p:spTgt spid="26"/>
                                        </p:tgtEl>
                                        <p:attrNameLst>
                                          <p:attrName>ppt_y</p:attrName>
                                        </p:attrNameLst>
                                      </p:cBhvr>
                                      <p:tavLst>
                                        <p:tav tm="0" fmla="#ppt_y-sin(pi*$)/9">
                                          <p:val>
                                            <p:fltVal val="0"/>
                                          </p:val>
                                        </p:tav>
                                        <p:tav tm="100000">
                                          <p:val>
                                            <p:fltVal val="1"/>
                                          </p:val>
                                        </p:tav>
                                      </p:tavLst>
                                    </p:anim>
                                    <p:anim calcmode="lin" valueType="num">
                                      <p:cBhvr>
                                        <p:cTn id="301" dur="332" tmFilter="0, 0; 0.125,0.2665; 0.25,0.4; 0.375,0.465; 0.5,0.5;  0.625,0.535; 0.75,0.6; 0.875,0.7335; 1,1">
                                          <p:stCondLst>
                                            <p:cond delay="1324"/>
                                          </p:stCondLst>
                                        </p:cTn>
                                        <p:tgtEl>
                                          <p:spTgt spid="26"/>
                                        </p:tgtEl>
                                        <p:attrNameLst>
                                          <p:attrName>ppt_y</p:attrName>
                                        </p:attrNameLst>
                                      </p:cBhvr>
                                      <p:tavLst>
                                        <p:tav tm="0" fmla="#ppt_y-sin(pi*$)/27">
                                          <p:val>
                                            <p:fltVal val="0"/>
                                          </p:val>
                                        </p:tav>
                                        <p:tav tm="100000">
                                          <p:val>
                                            <p:fltVal val="1"/>
                                          </p:val>
                                        </p:tav>
                                      </p:tavLst>
                                    </p:anim>
                                    <p:anim calcmode="lin" valueType="num">
                                      <p:cBhvr>
                                        <p:cTn id="302" dur="164" tmFilter="0, 0; 0.125,0.2665; 0.25,0.4; 0.375,0.465; 0.5,0.5;  0.625,0.535; 0.75,0.6; 0.875,0.7335; 1,1">
                                          <p:stCondLst>
                                            <p:cond delay="1656"/>
                                          </p:stCondLst>
                                        </p:cTn>
                                        <p:tgtEl>
                                          <p:spTgt spid="26"/>
                                        </p:tgtEl>
                                        <p:attrNameLst>
                                          <p:attrName>ppt_y</p:attrName>
                                        </p:attrNameLst>
                                      </p:cBhvr>
                                      <p:tavLst>
                                        <p:tav tm="0" fmla="#ppt_y-sin(pi*$)/81">
                                          <p:val>
                                            <p:fltVal val="0"/>
                                          </p:val>
                                        </p:tav>
                                        <p:tav tm="100000">
                                          <p:val>
                                            <p:fltVal val="1"/>
                                          </p:val>
                                        </p:tav>
                                      </p:tavLst>
                                    </p:anim>
                                    <p:animScale>
                                      <p:cBhvr>
                                        <p:cTn id="303" dur="26">
                                          <p:stCondLst>
                                            <p:cond delay="650"/>
                                          </p:stCondLst>
                                        </p:cTn>
                                        <p:tgtEl>
                                          <p:spTgt spid="26"/>
                                        </p:tgtEl>
                                      </p:cBhvr>
                                      <p:to x="100000" y="60000"/>
                                    </p:animScale>
                                    <p:animScale>
                                      <p:cBhvr>
                                        <p:cTn id="304" dur="166" decel="50000">
                                          <p:stCondLst>
                                            <p:cond delay="676"/>
                                          </p:stCondLst>
                                        </p:cTn>
                                        <p:tgtEl>
                                          <p:spTgt spid="26"/>
                                        </p:tgtEl>
                                      </p:cBhvr>
                                      <p:to x="100000" y="100000"/>
                                    </p:animScale>
                                    <p:animScale>
                                      <p:cBhvr>
                                        <p:cTn id="305" dur="26">
                                          <p:stCondLst>
                                            <p:cond delay="1312"/>
                                          </p:stCondLst>
                                        </p:cTn>
                                        <p:tgtEl>
                                          <p:spTgt spid="26"/>
                                        </p:tgtEl>
                                      </p:cBhvr>
                                      <p:to x="100000" y="80000"/>
                                    </p:animScale>
                                    <p:animScale>
                                      <p:cBhvr>
                                        <p:cTn id="306" dur="166" decel="50000">
                                          <p:stCondLst>
                                            <p:cond delay="1338"/>
                                          </p:stCondLst>
                                        </p:cTn>
                                        <p:tgtEl>
                                          <p:spTgt spid="26"/>
                                        </p:tgtEl>
                                      </p:cBhvr>
                                      <p:to x="100000" y="100000"/>
                                    </p:animScale>
                                    <p:animScale>
                                      <p:cBhvr>
                                        <p:cTn id="307" dur="26">
                                          <p:stCondLst>
                                            <p:cond delay="1642"/>
                                          </p:stCondLst>
                                        </p:cTn>
                                        <p:tgtEl>
                                          <p:spTgt spid="26"/>
                                        </p:tgtEl>
                                      </p:cBhvr>
                                      <p:to x="100000" y="90000"/>
                                    </p:animScale>
                                    <p:animScale>
                                      <p:cBhvr>
                                        <p:cTn id="308" dur="166" decel="50000">
                                          <p:stCondLst>
                                            <p:cond delay="1668"/>
                                          </p:stCondLst>
                                        </p:cTn>
                                        <p:tgtEl>
                                          <p:spTgt spid="26"/>
                                        </p:tgtEl>
                                      </p:cBhvr>
                                      <p:to x="100000" y="100000"/>
                                    </p:animScale>
                                    <p:animScale>
                                      <p:cBhvr>
                                        <p:cTn id="309" dur="26">
                                          <p:stCondLst>
                                            <p:cond delay="1808"/>
                                          </p:stCondLst>
                                        </p:cTn>
                                        <p:tgtEl>
                                          <p:spTgt spid="26"/>
                                        </p:tgtEl>
                                      </p:cBhvr>
                                      <p:to x="100000" y="95000"/>
                                    </p:animScale>
                                    <p:animScale>
                                      <p:cBhvr>
                                        <p:cTn id="310" dur="166" decel="50000">
                                          <p:stCondLst>
                                            <p:cond delay="1834"/>
                                          </p:stCondLst>
                                        </p:cTn>
                                        <p:tgtEl>
                                          <p:spTgt spid="26"/>
                                        </p:tgtEl>
                                      </p:cBhvr>
                                      <p:to x="100000" y="100000"/>
                                    </p:animScale>
                                  </p:childTnLst>
                                </p:cTn>
                              </p:par>
                              <p:par>
                                <p:cTn id="311" presetID="26" presetClass="entr" presetSubtype="0" fill="hold" grpId="0" nodeType="withEffect">
                                  <p:stCondLst>
                                    <p:cond delay="0"/>
                                  </p:stCondLst>
                                  <p:childTnLst>
                                    <p:set>
                                      <p:cBhvr>
                                        <p:cTn id="312" dur="1" fill="hold">
                                          <p:stCondLst>
                                            <p:cond delay="0"/>
                                          </p:stCondLst>
                                        </p:cTn>
                                        <p:tgtEl>
                                          <p:spTgt spid="61"/>
                                        </p:tgtEl>
                                        <p:attrNameLst>
                                          <p:attrName>style.visibility</p:attrName>
                                        </p:attrNameLst>
                                      </p:cBhvr>
                                      <p:to>
                                        <p:strVal val="visible"/>
                                      </p:to>
                                    </p:set>
                                    <p:animEffect transition="in" filter="wipe(down)">
                                      <p:cBhvr>
                                        <p:cTn id="313" dur="580">
                                          <p:stCondLst>
                                            <p:cond delay="0"/>
                                          </p:stCondLst>
                                        </p:cTn>
                                        <p:tgtEl>
                                          <p:spTgt spid="61"/>
                                        </p:tgtEl>
                                      </p:cBhvr>
                                    </p:animEffect>
                                    <p:anim calcmode="lin" valueType="num">
                                      <p:cBhvr>
                                        <p:cTn id="314" dur="1822" tmFilter="0,0; 0.14,0.36; 0.43,0.73; 0.71,0.91; 1.0,1.0">
                                          <p:stCondLst>
                                            <p:cond delay="0"/>
                                          </p:stCondLst>
                                        </p:cTn>
                                        <p:tgtEl>
                                          <p:spTgt spid="61"/>
                                        </p:tgtEl>
                                        <p:attrNameLst>
                                          <p:attrName>ppt_x</p:attrName>
                                        </p:attrNameLst>
                                      </p:cBhvr>
                                      <p:tavLst>
                                        <p:tav tm="0">
                                          <p:val>
                                            <p:strVal val="#ppt_x-0.25"/>
                                          </p:val>
                                        </p:tav>
                                        <p:tav tm="100000">
                                          <p:val>
                                            <p:strVal val="#ppt_x"/>
                                          </p:val>
                                        </p:tav>
                                      </p:tavLst>
                                    </p:anim>
                                    <p:anim calcmode="lin" valueType="num">
                                      <p:cBhvr>
                                        <p:cTn id="315" dur="664" tmFilter="0.0,0.0; 0.25,0.07; 0.50,0.2; 0.75,0.467; 1.0,1.0">
                                          <p:stCondLst>
                                            <p:cond delay="0"/>
                                          </p:stCondLst>
                                        </p:cTn>
                                        <p:tgtEl>
                                          <p:spTgt spid="61"/>
                                        </p:tgtEl>
                                        <p:attrNameLst>
                                          <p:attrName>ppt_y</p:attrName>
                                        </p:attrNameLst>
                                      </p:cBhvr>
                                      <p:tavLst>
                                        <p:tav tm="0" fmla="#ppt_y-sin(pi*$)/3">
                                          <p:val>
                                            <p:fltVal val="0.5"/>
                                          </p:val>
                                        </p:tav>
                                        <p:tav tm="100000">
                                          <p:val>
                                            <p:fltVal val="1"/>
                                          </p:val>
                                        </p:tav>
                                      </p:tavLst>
                                    </p:anim>
                                    <p:anim calcmode="lin" valueType="num">
                                      <p:cBhvr>
                                        <p:cTn id="316" dur="664" tmFilter="0, 0; 0.125,0.2665; 0.25,0.4; 0.375,0.465; 0.5,0.5;  0.625,0.535; 0.75,0.6; 0.875,0.7335; 1,1">
                                          <p:stCondLst>
                                            <p:cond delay="664"/>
                                          </p:stCondLst>
                                        </p:cTn>
                                        <p:tgtEl>
                                          <p:spTgt spid="61"/>
                                        </p:tgtEl>
                                        <p:attrNameLst>
                                          <p:attrName>ppt_y</p:attrName>
                                        </p:attrNameLst>
                                      </p:cBhvr>
                                      <p:tavLst>
                                        <p:tav tm="0" fmla="#ppt_y-sin(pi*$)/9">
                                          <p:val>
                                            <p:fltVal val="0"/>
                                          </p:val>
                                        </p:tav>
                                        <p:tav tm="100000">
                                          <p:val>
                                            <p:fltVal val="1"/>
                                          </p:val>
                                        </p:tav>
                                      </p:tavLst>
                                    </p:anim>
                                    <p:anim calcmode="lin" valueType="num">
                                      <p:cBhvr>
                                        <p:cTn id="317" dur="332" tmFilter="0, 0; 0.125,0.2665; 0.25,0.4; 0.375,0.465; 0.5,0.5;  0.625,0.535; 0.75,0.6; 0.875,0.7335; 1,1">
                                          <p:stCondLst>
                                            <p:cond delay="1324"/>
                                          </p:stCondLst>
                                        </p:cTn>
                                        <p:tgtEl>
                                          <p:spTgt spid="61"/>
                                        </p:tgtEl>
                                        <p:attrNameLst>
                                          <p:attrName>ppt_y</p:attrName>
                                        </p:attrNameLst>
                                      </p:cBhvr>
                                      <p:tavLst>
                                        <p:tav tm="0" fmla="#ppt_y-sin(pi*$)/27">
                                          <p:val>
                                            <p:fltVal val="0"/>
                                          </p:val>
                                        </p:tav>
                                        <p:tav tm="100000">
                                          <p:val>
                                            <p:fltVal val="1"/>
                                          </p:val>
                                        </p:tav>
                                      </p:tavLst>
                                    </p:anim>
                                    <p:anim calcmode="lin" valueType="num">
                                      <p:cBhvr>
                                        <p:cTn id="318" dur="164" tmFilter="0, 0; 0.125,0.2665; 0.25,0.4; 0.375,0.465; 0.5,0.5;  0.625,0.535; 0.75,0.6; 0.875,0.7335; 1,1">
                                          <p:stCondLst>
                                            <p:cond delay="1656"/>
                                          </p:stCondLst>
                                        </p:cTn>
                                        <p:tgtEl>
                                          <p:spTgt spid="61"/>
                                        </p:tgtEl>
                                        <p:attrNameLst>
                                          <p:attrName>ppt_y</p:attrName>
                                        </p:attrNameLst>
                                      </p:cBhvr>
                                      <p:tavLst>
                                        <p:tav tm="0" fmla="#ppt_y-sin(pi*$)/81">
                                          <p:val>
                                            <p:fltVal val="0"/>
                                          </p:val>
                                        </p:tav>
                                        <p:tav tm="100000">
                                          <p:val>
                                            <p:fltVal val="1"/>
                                          </p:val>
                                        </p:tav>
                                      </p:tavLst>
                                    </p:anim>
                                    <p:animScale>
                                      <p:cBhvr>
                                        <p:cTn id="319" dur="26">
                                          <p:stCondLst>
                                            <p:cond delay="650"/>
                                          </p:stCondLst>
                                        </p:cTn>
                                        <p:tgtEl>
                                          <p:spTgt spid="61"/>
                                        </p:tgtEl>
                                      </p:cBhvr>
                                      <p:to x="100000" y="60000"/>
                                    </p:animScale>
                                    <p:animScale>
                                      <p:cBhvr>
                                        <p:cTn id="320" dur="166" decel="50000">
                                          <p:stCondLst>
                                            <p:cond delay="676"/>
                                          </p:stCondLst>
                                        </p:cTn>
                                        <p:tgtEl>
                                          <p:spTgt spid="61"/>
                                        </p:tgtEl>
                                      </p:cBhvr>
                                      <p:to x="100000" y="100000"/>
                                    </p:animScale>
                                    <p:animScale>
                                      <p:cBhvr>
                                        <p:cTn id="321" dur="26">
                                          <p:stCondLst>
                                            <p:cond delay="1312"/>
                                          </p:stCondLst>
                                        </p:cTn>
                                        <p:tgtEl>
                                          <p:spTgt spid="61"/>
                                        </p:tgtEl>
                                      </p:cBhvr>
                                      <p:to x="100000" y="80000"/>
                                    </p:animScale>
                                    <p:animScale>
                                      <p:cBhvr>
                                        <p:cTn id="322" dur="166" decel="50000">
                                          <p:stCondLst>
                                            <p:cond delay="1338"/>
                                          </p:stCondLst>
                                        </p:cTn>
                                        <p:tgtEl>
                                          <p:spTgt spid="61"/>
                                        </p:tgtEl>
                                      </p:cBhvr>
                                      <p:to x="100000" y="100000"/>
                                    </p:animScale>
                                    <p:animScale>
                                      <p:cBhvr>
                                        <p:cTn id="323" dur="26">
                                          <p:stCondLst>
                                            <p:cond delay="1642"/>
                                          </p:stCondLst>
                                        </p:cTn>
                                        <p:tgtEl>
                                          <p:spTgt spid="61"/>
                                        </p:tgtEl>
                                      </p:cBhvr>
                                      <p:to x="100000" y="90000"/>
                                    </p:animScale>
                                    <p:animScale>
                                      <p:cBhvr>
                                        <p:cTn id="324" dur="166" decel="50000">
                                          <p:stCondLst>
                                            <p:cond delay="1668"/>
                                          </p:stCondLst>
                                        </p:cTn>
                                        <p:tgtEl>
                                          <p:spTgt spid="61"/>
                                        </p:tgtEl>
                                      </p:cBhvr>
                                      <p:to x="100000" y="100000"/>
                                    </p:animScale>
                                    <p:animScale>
                                      <p:cBhvr>
                                        <p:cTn id="325" dur="26">
                                          <p:stCondLst>
                                            <p:cond delay="1808"/>
                                          </p:stCondLst>
                                        </p:cTn>
                                        <p:tgtEl>
                                          <p:spTgt spid="61"/>
                                        </p:tgtEl>
                                      </p:cBhvr>
                                      <p:to x="100000" y="95000"/>
                                    </p:animScale>
                                    <p:animScale>
                                      <p:cBhvr>
                                        <p:cTn id="326" dur="166" decel="50000">
                                          <p:stCondLst>
                                            <p:cond delay="1834"/>
                                          </p:stCondLst>
                                        </p:cTn>
                                        <p:tgtEl>
                                          <p:spTgt spid="61"/>
                                        </p:tgtEl>
                                      </p:cBhvr>
                                      <p:to x="100000" y="100000"/>
                                    </p:animScale>
                                  </p:childTnLst>
                                </p:cTn>
                              </p:par>
                              <p:par>
                                <p:cTn id="327" presetID="26" presetClass="entr" presetSubtype="0" fill="hold" grpId="0" nodeType="withEffect">
                                  <p:stCondLst>
                                    <p:cond delay="0"/>
                                  </p:stCondLst>
                                  <p:childTnLst>
                                    <p:set>
                                      <p:cBhvr>
                                        <p:cTn id="328" dur="1" fill="hold">
                                          <p:stCondLst>
                                            <p:cond delay="0"/>
                                          </p:stCondLst>
                                        </p:cTn>
                                        <p:tgtEl>
                                          <p:spTgt spid="68"/>
                                        </p:tgtEl>
                                        <p:attrNameLst>
                                          <p:attrName>style.visibility</p:attrName>
                                        </p:attrNameLst>
                                      </p:cBhvr>
                                      <p:to>
                                        <p:strVal val="visible"/>
                                      </p:to>
                                    </p:set>
                                    <p:animEffect transition="in" filter="wipe(down)">
                                      <p:cBhvr>
                                        <p:cTn id="329" dur="580">
                                          <p:stCondLst>
                                            <p:cond delay="0"/>
                                          </p:stCondLst>
                                        </p:cTn>
                                        <p:tgtEl>
                                          <p:spTgt spid="68"/>
                                        </p:tgtEl>
                                      </p:cBhvr>
                                    </p:animEffect>
                                    <p:anim calcmode="lin" valueType="num">
                                      <p:cBhvr>
                                        <p:cTn id="330" dur="1822" tmFilter="0,0; 0.14,0.36; 0.43,0.73; 0.71,0.91; 1.0,1.0">
                                          <p:stCondLst>
                                            <p:cond delay="0"/>
                                          </p:stCondLst>
                                        </p:cTn>
                                        <p:tgtEl>
                                          <p:spTgt spid="68"/>
                                        </p:tgtEl>
                                        <p:attrNameLst>
                                          <p:attrName>ppt_x</p:attrName>
                                        </p:attrNameLst>
                                      </p:cBhvr>
                                      <p:tavLst>
                                        <p:tav tm="0">
                                          <p:val>
                                            <p:strVal val="#ppt_x-0.25"/>
                                          </p:val>
                                        </p:tav>
                                        <p:tav tm="100000">
                                          <p:val>
                                            <p:strVal val="#ppt_x"/>
                                          </p:val>
                                        </p:tav>
                                      </p:tavLst>
                                    </p:anim>
                                    <p:anim calcmode="lin" valueType="num">
                                      <p:cBhvr>
                                        <p:cTn id="331" dur="664" tmFilter="0.0,0.0; 0.25,0.07; 0.50,0.2; 0.75,0.467; 1.0,1.0">
                                          <p:stCondLst>
                                            <p:cond delay="0"/>
                                          </p:stCondLst>
                                        </p:cTn>
                                        <p:tgtEl>
                                          <p:spTgt spid="68"/>
                                        </p:tgtEl>
                                        <p:attrNameLst>
                                          <p:attrName>ppt_y</p:attrName>
                                        </p:attrNameLst>
                                      </p:cBhvr>
                                      <p:tavLst>
                                        <p:tav tm="0" fmla="#ppt_y-sin(pi*$)/3">
                                          <p:val>
                                            <p:fltVal val="0.5"/>
                                          </p:val>
                                        </p:tav>
                                        <p:tav tm="100000">
                                          <p:val>
                                            <p:fltVal val="1"/>
                                          </p:val>
                                        </p:tav>
                                      </p:tavLst>
                                    </p:anim>
                                    <p:anim calcmode="lin" valueType="num">
                                      <p:cBhvr>
                                        <p:cTn id="332" dur="664" tmFilter="0, 0; 0.125,0.2665; 0.25,0.4; 0.375,0.465; 0.5,0.5;  0.625,0.535; 0.75,0.6; 0.875,0.7335; 1,1">
                                          <p:stCondLst>
                                            <p:cond delay="664"/>
                                          </p:stCondLst>
                                        </p:cTn>
                                        <p:tgtEl>
                                          <p:spTgt spid="68"/>
                                        </p:tgtEl>
                                        <p:attrNameLst>
                                          <p:attrName>ppt_y</p:attrName>
                                        </p:attrNameLst>
                                      </p:cBhvr>
                                      <p:tavLst>
                                        <p:tav tm="0" fmla="#ppt_y-sin(pi*$)/9">
                                          <p:val>
                                            <p:fltVal val="0"/>
                                          </p:val>
                                        </p:tav>
                                        <p:tav tm="100000">
                                          <p:val>
                                            <p:fltVal val="1"/>
                                          </p:val>
                                        </p:tav>
                                      </p:tavLst>
                                    </p:anim>
                                    <p:anim calcmode="lin" valueType="num">
                                      <p:cBhvr>
                                        <p:cTn id="333" dur="332" tmFilter="0, 0; 0.125,0.2665; 0.25,0.4; 0.375,0.465; 0.5,0.5;  0.625,0.535; 0.75,0.6; 0.875,0.7335; 1,1">
                                          <p:stCondLst>
                                            <p:cond delay="1324"/>
                                          </p:stCondLst>
                                        </p:cTn>
                                        <p:tgtEl>
                                          <p:spTgt spid="68"/>
                                        </p:tgtEl>
                                        <p:attrNameLst>
                                          <p:attrName>ppt_y</p:attrName>
                                        </p:attrNameLst>
                                      </p:cBhvr>
                                      <p:tavLst>
                                        <p:tav tm="0" fmla="#ppt_y-sin(pi*$)/27">
                                          <p:val>
                                            <p:fltVal val="0"/>
                                          </p:val>
                                        </p:tav>
                                        <p:tav tm="100000">
                                          <p:val>
                                            <p:fltVal val="1"/>
                                          </p:val>
                                        </p:tav>
                                      </p:tavLst>
                                    </p:anim>
                                    <p:anim calcmode="lin" valueType="num">
                                      <p:cBhvr>
                                        <p:cTn id="334" dur="164" tmFilter="0, 0; 0.125,0.2665; 0.25,0.4; 0.375,0.465; 0.5,0.5;  0.625,0.535; 0.75,0.6; 0.875,0.7335; 1,1">
                                          <p:stCondLst>
                                            <p:cond delay="1656"/>
                                          </p:stCondLst>
                                        </p:cTn>
                                        <p:tgtEl>
                                          <p:spTgt spid="68"/>
                                        </p:tgtEl>
                                        <p:attrNameLst>
                                          <p:attrName>ppt_y</p:attrName>
                                        </p:attrNameLst>
                                      </p:cBhvr>
                                      <p:tavLst>
                                        <p:tav tm="0" fmla="#ppt_y-sin(pi*$)/81">
                                          <p:val>
                                            <p:fltVal val="0"/>
                                          </p:val>
                                        </p:tav>
                                        <p:tav tm="100000">
                                          <p:val>
                                            <p:fltVal val="1"/>
                                          </p:val>
                                        </p:tav>
                                      </p:tavLst>
                                    </p:anim>
                                    <p:animScale>
                                      <p:cBhvr>
                                        <p:cTn id="335" dur="26">
                                          <p:stCondLst>
                                            <p:cond delay="650"/>
                                          </p:stCondLst>
                                        </p:cTn>
                                        <p:tgtEl>
                                          <p:spTgt spid="68"/>
                                        </p:tgtEl>
                                      </p:cBhvr>
                                      <p:to x="100000" y="60000"/>
                                    </p:animScale>
                                    <p:animScale>
                                      <p:cBhvr>
                                        <p:cTn id="336" dur="166" decel="50000">
                                          <p:stCondLst>
                                            <p:cond delay="676"/>
                                          </p:stCondLst>
                                        </p:cTn>
                                        <p:tgtEl>
                                          <p:spTgt spid="68"/>
                                        </p:tgtEl>
                                      </p:cBhvr>
                                      <p:to x="100000" y="100000"/>
                                    </p:animScale>
                                    <p:animScale>
                                      <p:cBhvr>
                                        <p:cTn id="337" dur="26">
                                          <p:stCondLst>
                                            <p:cond delay="1312"/>
                                          </p:stCondLst>
                                        </p:cTn>
                                        <p:tgtEl>
                                          <p:spTgt spid="68"/>
                                        </p:tgtEl>
                                      </p:cBhvr>
                                      <p:to x="100000" y="80000"/>
                                    </p:animScale>
                                    <p:animScale>
                                      <p:cBhvr>
                                        <p:cTn id="338" dur="166" decel="50000">
                                          <p:stCondLst>
                                            <p:cond delay="1338"/>
                                          </p:stCondLst>
                                        </p:cTn>
                                        <p:tgtEl>
                                          <p:spTgt spid="68"/>
                                        </p:tgtEl>
                                      </p:cBhvr>
                                      <p:to x="100000" y="100000"/>
                                    </p:animScale>
                                    <p:animScale>
                                      <p:cBhvr>
                                        <p:cTn id="339" dur="26">
                                          <p:stCondLst>
                                            <p:cond delay="1642"/>
                                          </p:stCondLst>
                                        </p:cTn>
                                        <p:tgtEl>
                                          <p:spTgt spid="68"/>
                                        </p:tgtEl>
                                      </p:cBhvr>
                                      <p:to x="100000" y="90000"/>
                                    </p:animScale>
                                    <p:animScale>
                                      <p:cBhvr>
                                        <p:cTn id="340" dur="166" decel="50000">
                                          <p:stCondLst>
                                            <p:cond delay="1668"/>
                                          </p:stCondLst>
                                        </p:cTn>
                                        <p:tgtEl>
                                          <p:spTgt spid="68"/>
                                        </p:tgtEl>
                                      </p:cBhvr>
                                      <p:to x="100000" y="100000"/>
                                    </p:animScale>
                                    <p:animScale>
                                      <p:cBhvr>
                                        <p:cTn id="341" dur="26">
                                          <p:stCondLst>
                                            <p:cond delay="1808"/>
                                          </p:stCondLst>
                                        </p:cTn>
                                        <p:tgtEl>
                                          <p:spTgt spid="68"/>
                                        </p:tgtEl>
                                      </p:cBhvr>
                                      <p:to x="100000" y="95000"/>
                                    </p:animScale>
                                    <p:animScale>
                                      <p:cBhvr>
                                        <p:cTn id="342" dur="166" decel="50000">
                                          <p:stCondLst>
                                            <p:cond delay="1834"/>
                                          </p:stCondLst>
                                        </p:cTn>
                                        <p:tgtEl>
                                          <p:spTgt spid="68"/>
                                        </p:tgtEl>
                                      </p:cBhvr>
                                      <p:to x="100000" y="100000"/>
                                    </p:animScale>
                                  </p:childTnLst>
                                </p:cTn>
                              </p:par>
                              <p:par>
                                <p:cTn id="343" presetID="26" presetClass="entr" presetSubtype="0" fill="hold" grpId="0" nodeType="withEffect">
                                  <p:stCondLst>
                                    <p:cond delay="0"/>
                                  </p:stCondLst>
                                  <p:childTnLst>
                                    <p:set>
                                      <p:cBhvr>
                                        <p:cTn id="344" dur="1" fill="hold">
                                          <p:stCondLst>
                                            <p:cond delay="0"/>
                                          </p:stCondLst>
                                        </p:cTn>
                                        <p:tgtEl>
                                          <p:spTgt spid="67"/>
                                        </p:tgtEl>
                                        <p:attrNameLst>
                                          <p:attrName>style.visibility</p:attrName>
                                        </p:attrNameLst>
                                      </p:cBhvr>
                                      <p:to>
                                        <p:strVal val="visible"/>
                                      </p:to>
                                    </p:set>
                                    <p:animEffect transition="in" filter="wipe(down)">
                                      <p:cBhvr>
                                        <p:cTn id="345" dur="580">
                                          <p:stCondLst>
                                            <p:cond delay="0"/>
                                          </p:stCondLst>
                                        </p:cTn>
                                        <p:tgtEl>
                                          <p:spTgt spid="67"/>
                                        </p:tgtEl>
                                      </p:cBhvr>
                                    </p:animEffect>
                                    <p:anim calcmode="lin" valueType="num">
                                      <p:cBhvr>
                                        <p:cTn id="346" dur="1822" tmFilter="0,0; 0.14,0.36; 0.43,0.73; 0.71,0.91; 1.0,1.0">
                                          <p:stCondLst>
                                            <p:cond delay="0"/>
                                          </p:stCondLst>
                                        </p:cTn>
                                        <p:tgtEl>
                                          <p:spTgt spid="67"/>
                                        </p:tgtEl>
                                        <p:attrNameLst>
                                          <p:attrName>ppt_x</p:attrName>
                                        </p:attrNameLst>
                                      </p:cBhvr>
                                      <p:tavLst>
                                        <p:tav tm="0">
                                          <p:val>
                                            <p:strVal val="#ppt_x-0.25"/>
                                          </p:val>
                                        </p:tav>
                                        <p:tav tm="100000">
                                          <p:val>
                                            <p:strVal val="#ppt_x"/>
                                          </p:val>
                                        </p:tav>
                                      </p:tavLst>
                                    </p:anim>
                                    <p:anim calcmode="lin" valueType="num">
                                      <p:cBhvr>
                                        <p:cTn id="347" dur="664" tmFilter="0.0,0.0; 0.25,0.07; 0.50,0.2; 0.75,0.467; 1.0,1.0">
                                          <p:stCondLst>
                                            <p:cond delay="0"/>
                                          </p:stCondLst>
                                        </p:cTn>
                                        <p:tgtEl>
                                          <p:spTgt spid="67"/>
                                        </p:tgtEl>
                                        <p:attrNameLst>
                                          <p:attrName>ppt_y</p:attrName>
                                        </p:attrNameLst>
                                      </p:cBhvr>
                                      <p:tavLst>
                                        <p:tav tm="0" fmla="#ppt_y-sin(pi*$)/3">
                                          <p:val>
                                            <p:fltVal val="0.5"/>
                                          </p:val>
                                        </p:tav>
                                        <p:tav tm="100000">
                                          <p:val>
                                            <p:fltVal val="1"/>
                                          </p:val>
                                        </p:tav>
                                      </p:tavLst>
                                    </p:anim>
                                    <p:anim calcmode="lin" valueType="num">
                                      <p:cBhvr>
                                        <p:cTn id="348" dur="664" tmFilter="0, 0; 0.125,0.2665; 0.25,0.4; 0.375,0.465; 0.5,0.5;  0.625,0.535; 0.75,0.6; 0.875,0.7335; 1,1">
                                          <p:stCondLst>
                                            <p:cond delay="664"/>
                                          </p:stCondLst>
                                        </p:cTn>
                                        <p:tgtEl>
                                          <p:spTgt spid="67"/>
                                        </p:tgtEl>
                                        <p:attrNameLst>
                                          <p:attrName>ppt_y</p:attrName>
                                        </p:attrNameLst>
                                      </p:cBhvr>
                                      <p:tavLst>
                                        <p:tav tm="0" fmla="#ppt_y-sin(pi*$)/9">
                                          <p:val>
                                            <p:fltVal val="0"/>
                                          </p:val>
                                        </p:tav>
                                        <p:tav tm="100000">
                                          <p:val>
                                            <p:fltVal val="1"/>
                                          </p:val>
                                        </p:tav>
                                      </p:tavLst>
                                    </p:anim>
                                    <p:anim calcmode="lin" valueType="num">
                                      <p:cBhvr>
                                        <p:cTn id="349" dur="332" tmFilter="0, 0; 0.125,0.2665; 0.25,0.4; 0.375,0.465; 0.5,0.5;  0.625,0.535; 0.75,0.6; 0.875,0.7335; 1,1">
                                          <p:stCondLst>
                                            <p:cond delay="1324"/>
                                          </p:stCondLst>
                                        </p:cTn>
                                        <p:tgtEl>
                                          <p:spTgt spid="67"/>
                                        </p:tgtEl>
                                        <p:attrNameLst>
                                          <p:attrName>ppt_y</p:attrName>
                                        </p:attrNameLst>
                                      </p:cBhvr>
                                      <p:tavLst>
                                        <p:tav tm="0" fmla="#ppt_y-sin(pi*$)/27">
                                          <p:val>
                                            <p:fltVal val="0"/>
                                          </p:val>
                                        </p:tav>
                                        <p:tav tm="100000">
                                          <p:val>
                                            <p:fltVal val="1"/>
                                          </p:val>
                                        </p:tav>
                                      </p:tavLst>
                                    </p:anim>
                                    <p:anim calcmode="lin" valueType="num">
                                      <p:cBhvr>
                                        <p:cTn id="350" dur="164" tmFilter="0, 0; 0.125,0.2665; 0.25,0.4; 0.375,0.465; 0.5,0.5;  0.625,0.535; 0.75,0.6; 0.875,0.7335; 1,1">
                                          <p:stCondLst>
                                            <p:cond delay="1656"/>
                                          </p:stCondLst>
                                        </p:cTn>
                                        <p:tgtEl>
                                          <p:spTgt spid="67"/>
                                        </p:tgtEl>
                                        <p:attrNameLst>
                                          <p:attrName>ppt_y</p:attrName>
                                        </p:attrNameLst>
                                      </p:cBhvr>
                                      <p:tavLst>
                                        <p:tav tm="0" fmla="#ppt_y-sin(pi*$)/81">
                                          <p:val>
                                            <p:fltVal val="0"/>
                                          </p:val>
                                        </p:tav>
                                        <p:tav tm="100000">
                                          <p:val>
                                            <p:fltVal val="1"/>
                                          </p:val>
                                        </p:tav>
                                      </p:tavLst>
                                    </p:anim>
                                    <p:animScale>
                                      <p:cBhvr>
                                        <p:cTn id="351" dur="26">
                                          <p:stCondLst>
                                            <p:cond delay="650"/>
                                          </p:stCondLst>
                                        </p:cTn>
                                        <p:tgtEl>
                                          <p:spTgt spid="67"/>
                                        </p:tgtEl>
                                      </p:cBhvr>
                                      <p:to x="100000" y="60000"/>
                                    </p:animScale>
                                    <p:animScale>
                                      <p:cBhvr>
                                        <p:cTn id="352" dur="166" decel="50000">
                                          <p:stCondLst>
                                            <p:cond delay="676"/>
                                          </p:stCondLst>
                                        </p:cTn>
                                        <p:tgtEl>
                                          <p:spTgt spid="67"/>
                                        </p:tgtEl>
                                      </p:cBhvr>
                                      <p:to x="100000" y="100000"/>
                                    </p:animScale>
                                    <p:animScale>
                                      <p:cBhvr>
                                        <p:cTn id="353" dur="26">
                                          <p:stCondLst>
                                            <p:cond delay="1312"/>
                                          </p:stCondLst>
                                        </p:cTn>
                                        <p:tgtEl>
                                          <p:spTgt spid="67"/>
                                        </p:tgtEl>
                                      </p:cBhvr>
                                      <p:to x="100000" y="80000"/>
                                    </p:animScale>
                                    <p:animScale>
                                      <p:cBhvr>
                                        <p:cTn id="354" dur="166" decel="50000">
                                          <p:stCondLst>
                                            <p:cond delay="1338"/>
                                          </p:stCondLst>
                                        </p:cTn>
                                        <p:tgtEl>
                                          <p:spTgt spid="67"/>
                                        </p:tgtEl>
                                      </p:cBhvr>
                                      <p:to x="100000" y="100000"/>
                                    </p:animScale>
                                    <p:animScale>
                                      <p:cBhvr>
                                        <p:cTn id="355" dur="26">
                                          <p:stCondLst>
                                            <p:cond delay="1642"/>
                                          </p:stCondLst>
                                        </p:cTn>
                                        <p:tgtEl>
                                          <p:spTgt spid="67"/>
                                        </p:tgtEl>
                                      </p:cBhvr>
                                      <p:to x="100000" y="90000"/>
                                    </p:animScale>
                                    <p:animScale>
                                      <p:cBhvr>
                                        <p:cTn id="356" dur="166" decel="50000">
                                          <p:stCondLst>
                                            <p:cond delay="1668"/>
                                          </p:stCondLst>
                                        </p:cTn>
                                        <p:tgtEl>
                                          <p:spTgt spid="67"/>
                                        </p:tgtEl>
                                      </p:cBhvr>
                                      <p:to x="100000" y="100000"/>
                                    </p:animScale>
                                    <p:animScale>
                                      <p:cBhvr>
                                        <p:cTn id="357" dur="26">
                                          <p:stCondLst>
                                            <p:cond delay="1808"/>
                                          </p:stCondLst>
                                        </p:cTn>
                                        <p:tgtEl>
                                          <p:spTgt spid="67"/>
                                        </p:tgtEl>
                                      </p:cBhvr>
                                      <p:to x="100000" y="95000"/>
                                    </p:animScale>
                                    <p:animScale>
                                      <p:cBhvr>
                                        <p:cTn id="358" dur="166" decel="50000">
                                          <p:stCondLst>
                                            <p:cond delay="1834"/>
                                          </p:stCondLst>
                                        </p:cTn>
                                        <p:tgtEl>
                                          <p:spTgt spid="67"/>
                                        </p:tgtEl>
                                      </p:cBhvr>
                                      <p:to x="100000" y="100000"/>
                                    </p:animScale>
                                  </p:childTnLst>
                                </p:cTn>
                              </p:par>
                              <p:par>
                                <p:cTn id="359" presetID="26" presetClass="entr" presetSubtype="0" fill="hold" grpId="0" nodeType="withEffect">
                                  <p:stCondLst>
                                    <p:cond delay="0"/>
                                  </p:stCondLst>
                                  <p:childTnLst>
                                    <p:set>
                                      <p:cBhvr>
                                        <p:cTn id="360" dur="1" fill="hold">
                                          <p:stCondLst>
                                            <p:cond delay="0"/>
                                          </p:stCondLst>
                                        </p:cTn>
                                        <p:tgtEl>
                                          <p:spTgt spid="4"/>
                                        </p:tgtEl>
                                        <p:attrNameLst>
                                          <p:attrName>style.visibility</p:attrName>
                                        </p:attrNameLst>
                                      </p:cBhvr>
                                      <p:to>
                                        <p:strVal val="visible"/>
                                      </p:to>
                                    </p:set>
                                    <p:animEffect transition="in" filter="wipe(down)">
                                      <p:cBhvr>
                                        <p:cTn id="361" dur="580">
                                          <p:stCondLst>
                                            <p:cond delay="0"/>
                                          </p:stCondLst>
                                        </p:cTn>
                                        <p:tgtEl>
                                          <p:spTgt spid="4"/>
                                        </p:tgtEl>
                                      </p:cBhvr>
                                    </p:animEffect>
                                    <p:anim calcmode="lin" valueType="num">
                                      <p:cBhvr>
                                        <p:cTn id="362"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363"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364"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365"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366"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367" dur="26">
                                          <p:stCondLst>
                                            <p:cond delay="650"/>
                                          </p:stCondLst>
                                        </p:cTn>
                                        <p:tgtEl>
                                          <p:spTgt spid="4"/>
                                        </p:tgtEl>
                                      </p:cBhvr>
                                      <p:to x="100000" y="60000"/>
                                    </p:animScale>
                                    <p:animScale>
                                      <p:cBhvr>
                                        <p:cTn id="368" dur="166" decel="50000">
                                          <p:stCondLst>
                                            <p:cond delay="676"/>
                                          </p:stCondLst>
                                        </p:cTn>
                                        <p:tgtEl>
                                          <p:spTgt spid="4"/>
                                        </p:tgtEl>
                                      </p:cBhvr>
                                      <p:to x="100000" y="100000"/>
                                    </p:animScale>
                                    <p:animScale>
                                      <p:cBhvr>
                                        <p:cTn id="369" dur="26">
                                          <p:stCondLst>
                                            <p:cond delay="1312"/>
                                          </p:stCondLst>
                                        </p:cTn>
                                        <p:tgtEl>
                                          <p:spTgt spid="4"/>
                                        </p:tgtEl>
                                      </p:cBhvr>
                                      <p:to x="100000" y="80000"/>
                                    </p:animScale>
                                    <p:animScale>
                                      <p:cBhvr>
                                        <p:cTn id="370" dur="166" decel="50000">
                                          <p:stCondLst>
                                            <p:cond delay="1338"/>
                                          </p:stCondLst>
                                        </p:cTn>
                                        <p:tgtEl>
                                          <p:spTgt spid="4"/>
                                        </p:tgtEl>
                                      </p:cBhvr>
                                      <p:to x="100000" y="100000"/>
                                    </p:animScale>
                                    <p:animScale>
                                      <p:cBhvr>
                                        <p:cTn id="371" dur="26">
                                          <p:stCondLst>
                                            <p:cond delay="1642"/>
                                          </p:stCondLst>
                                        </p:cTn>
                                        <p:tgtEl>
                                          <p:spTgt spid="4"/>
                                        </p:tgtEl>
                                      </p:cBhvr>
                                      <p:to x="100000" y="90000"/>
                                    </p:animScale>
                                    <p:animScale>
                                      <p:cBhvr>
                                        <p:cTn id="372" dur="166" decel="50000">
                                          <p:stCondLst>
                                            <p:cond delay="1668"/>
                                          </p:stCondLst>
                                        </p:cTn>
                                        <p:tgtEl>
                                          <p:spTgt spid="4"/>
                                        </p:tgtEl>
                                      </p:cBhvr>
                                      <p:to x="100000" y="100000"/>
                                    </p:animScale>
                                    <p:animScale>
                                      <p:cBhvr>
                                        <p:cTn id="373" dur="26">
                                          <p:stCondLst>
                                            <p:cond delay="1808"/>
                                          </p:stCondLst>
                                        </p:cTn>
                                        <p:tgtEl>
                                          <p:spTgt spid="4"/>
                                        </p:tgtEl>
                                      </p:cBhvr>
                                      <p:to x="100000" y="95000"/>
                                    </p:animScale>
                                    <p:animScale>
                                      <p:cBhvr>
                                        <p:cTn id="374" dur="166" decel="50000">
                                          <p:stCondLst>
                                            <p:cond delay="1834"/>
                                          </p:stCondLst>
                                        </p:cTn>
                                        <p:tgtEl>
                                          <p:spTgt spid="4"/>
                                        </p:tgtEl>
                                      </p:cBhvr>
                                      <p:to x="100000" y="100000"/>
                                    </p:animScale>
                                  </p:childTnLst>
                                </p:cTn>
                              </p:par>
                            </p:childTnLst>
                          </p:cTn>
                        </p:par>
                      </p:childTnLst>
                    </p:cTn>
                  </p:par>
                  <p:par>
                    <p:cTn id="375" fill="hold">
                      <p:stCondLst>
                        <p:cond delay="indefinite"/>
                      </p:stCondLst>
                      <p:childTnLst>
                        <p:par>
                          <p:cTn id="376" fill="hold">
                            <p:stCondLst>
                              <p:cond delay="0"/>
                            </p:stCondLst>
                            <p:childTnLst>
                              <p:par>
                                <p:cTn id="377" presetID="26" presetClass="entr" presetSubtype="0" fill="hold" grpId="0" nodeType="clickEffect">
                                  <p:stCondLst>
                                    <p:cond delay="0"/>
                                  </p:stCondLst>
                                  <p:childTnLst>
                                    <p:set>
                                      <p:cBhvr>
                                        <p:cTn id="378" dur="1" fill="hold">
                                          <p:stCondLst>
                                            <p:cond delay="0"/>
                                          </p:stCondLst>
                                        </p:cTn>
                                        <p:tgtEl>
                                          <p:spTgt spid="28"/>
                                        </p:tgtEl>
                                        <p:attrNameLst>
                                          <p:attrName>style.visibility</p:attrName>
                                        </p:attrNameLst>
                                      </p:cBhvr>
                                      <p:to>
                                        <p:strVal val="visible"/>
                                      </p:to>
                                    </p:set>
                                    <p:animEffect transition="in" filter="wipe(down)">
                                      <p:cBhvr>
                                        <p:cTn id="379" dur="580">
                                          <p:stCondLst>
                                            <p:cond delay="0"/>
                                          </p:stCondLst>
                                        </p:cTn>
                                        <p:tgtEl>
                                          <p:spTgt spid="28"/>
                                        </p:tgtEl>
                                      </p:cBhvr>
                                    </p:animEffect>
                                    <p:anim calcmode="lin" valueType="num">
                                      <p:cBhvr>
                                        <p:cTn id="380" dur="1822" tmFilter="0,0; 0.14,0.36; 0.43,0.73; 0.71,0.91; 1.0,1.0">
                                          <p:stCondLst>
                                            <p:cond delay="0"/>
                                          </p:stCondLst>
                                        </p:cTn>
                                        <p:tgtEl>
                                          <p:spTgt spid="28"/>
                                        </p:tgtEl>
                                        <p:attrNameLst>
                                          <p:attrName>ppt_x</p:attrName>
                                        </p:attrNameLst>
                                      </p:cBhvr>
                                      <p:tavLst>
                                        <p:tav tm="0">
                                          <p:val>
                                            <p:strVal val="#ppt_x-0.25"/>
                                          </p:val>
                                        </p:tav>
                                        <p:tav tm="100000">
                                          <p:val>
                                            <p:strVal val="#ppt_x"/>
                                          </p:val>
                                        </p:tav>
                                      </p:tavLst>
                                    </p:anim>
                                    <p:anim calcmode="lin" valueType="num">
                                      <p:cBhvr>
                                        <p:cTn id="381" dur="664" tmFilter="0.0,0.0; 0.25,0.07; 0.50,0.2; 0.75,0.467; 1.0,1.0">
                                          <p:stCondLst>
                                            <p:cond delay="0"/>
                                          </p:stCondLst>
                                        </p:cTn>
                                        <p:tgtEl>
                                          <p:spTgt spid="28"/>
                                        </p:tgtEl>
                                        <p:attrNameLst>
                                          <p:attrName>ppt_y</p:attrName>
                                        </p:attrNameLst>
                                      </p:cBhvr>
                                      <p:tavLst>
                                        <p:tav tm="0" fmla="#ppt_y-sin(pi*$)/3">
                                          <p:val>
                                            <p:fltVal val="0.5"/>
                                          </p:val>
                                        </p:tav>
                                        <p:tav tm="100000">
                                          <p:val>
                                            <p:fltVal val="1"/>
                                          </p:val>
                                        </p:tav>
                                      </p:tavLst>
                                    </p:anim>
                                    <p:anim calcmode="lin" valueType="num">
                                      <p:cBhvr>
                                        <p:cTn id="382" dur="664" tmFilter="0, 0; 0.125,0.2665; 0.25,0.4; 0.375,0.465; 0.5,0.5;  0.625,0.535; 0.75,0.6; 0.875,0.7335; 1,1">
                                          <p:stCondLst>
                                            <p:cond delay="664"/>
                                          </p:stCondLst>
                                        </p:cTn>
                                        <p:tgtEl>
                                          <p:spTgt spid="28"/>
                                        </p:tgtEl>
                                        <p:attrNameLst>
                                          <p:attrName>ppt_y</p:attrName>
                                        </p:attrNameLst>
                                      </p:cBhvr>
                                      <p:tavLst>
                                        <p:tav tm="0" fmla="#ppt_y-sin(pi*$)/9">
                                          <p:val>
                                            <p:fltVal val="0"/>
                                          </p:val>
                                        </p:tav>
                                        <p:tav tm="100000">
                                          <p:val>
                                            <p:fltVal val="1"/>
                                          </p:val>
                                        </p:tav>
                                      </p:tavLst>
                                    </p:anim>
                                    <p:anim calcmode="lin" valueType="num">
                                      <p:cBhvr>
                                        <p:cTn id="383" dur="332" tmFilter="0, 0; 0.125,0.2665; 0.25,0.4; 0.375,0.465; 0.5,0.5;  0.625,0.535; 0.75,0.6; 0.875,0.7335; 1,1">
                                          <p:stCondLst>
                                            <p:cond delay="1324"/>
                                          </p:stCondLst>
                                        </p:cTn>
                                        <p:tgtEl>
                                          <p:spTgt spid="28"/>
                                        </p:tgtEl>
                                        <p:attrNameLst>
                                          <p:attrName>ppt_y</p:attrName>
                                        </p:attrNameLst>
                                      </p:cBhvr>
                                      <p:tavLst>
                                        <p:tav tm="0" fmla="#ppt_y-sin(pi*$)/27">
                                          <p:val>
                                            <p:fltVal val="0"/>
                                          </p:val>
                                        </p:tav>
                                        <p:tav tm="100000">
                                          <p:val>
                                            <p:fltVal val="1"/>
                                          </p:val>
                                        </p:tav>
                                      </p:tavLst>
                                    </p:anim>
                                    <p:anim calcmode="lin" valueType="num">
                                      <p:cBhvr>
                                        <p:cTn id="384" dur="164" tmFilter="0, 0; 0.125,0.2665; 0.25,0.4; 0.375,0.465; 0.5,0.5;  0.625,0.535; 0.75,0.6; 0.875,0.7335; 1,1">
                                          <p:stCondLst>
                                            <p:cond delay="1656"/>
                                          </p:stCondLst>
                                        </p:cTn>
                                        <p:tgtEl>
                                          <p:spTgt spid="28"/>
                                        </p:tgtEl>
                                        <p:attrNameLst>
                                          <p:attrName>ppt_y</p:attrName>
                                        </p:attrNameLst>
                                      </p:cBhvr>
                                      <p:tavLst>
                                        <p:tav tm="0" fmla="#ppt_y-sin(pi*$)/81">
                                          <p:val>
                                            <p:fltVal val="0"/>
                                          </p:val>
                                        </p:tav>
                                        <p:tav tm="100000">
                                          <p:val>
                                            <p:fltVal val="1"/>
                                          </p:val>
                                        </p:tav>
                                      </p:tavLst>
                                    </p:anim>
                                    <p:animScale>
                                      <p:cBhvr>
                                        <p:cTn id="385" dur="26">
                                          <p:stCondLst>
                                            <p:cond delay="650"/>
                                          </p:stCondLst>
                                        </p:cTn>
                                        <p:tgtEl>
                                          <p:spTgt spid="28"/>
                                        </p:tgtEl>
                                      </p:cBhvr>
                                      <p:to x="100000" y="60000"/>
                                    </p:animScale>
                                    <p:animScale>
                                      <p:cBhvr>
                                        <p:cTn id="386" dur="166" decel="50000">
                                          <p:stCondLst>
                                            <p:cond delay="676"/>
                                          </p:stCondLst>
                                        </p:cTn>
                                        <p:tgtEl>
                                          <p:spTgt spid="28"/>
                                        </p:tgtEl>
                                      </p:cBhvr>
                                      <p:to x="100000" y="100000"/>
                                    </p:animScale>
                                    <p:animScale>
                                      <p:cBhvr>
                                        <p:cTn id="387" dur="26">
                                          <p:stCondLst>
                                            <p:cond delay="1312"/>
                                          </p:stCondLst>
                                        </p:cTn>
                                        <p:tgtEl>
                                          <p:spTgt spid="28"/>
                                        </p:tgtEl>
                                      </p:cBhvr>
                                      <p:to x="100000" y="80000"/>
                                    </p:animScale>
                                    <p:animScale>
                                      <p:cBhvr>
                                        <p:cTn id="388" dur="166" decel="50000">
                                          <p:stCondLst>
                                            <p:cond delay="1338"/>
                                          </p:stCondLst>
                                        </p:cTn>
                                        <p:tgtEl>
                                          <p:spTgt spid="28"/>
                                        </p:tgtEl>
                                      </p:cBhvr>
                                      <p:to x="100000" y="100000"/>
                                    </p:animScale>
                                    <p:animScale>
                                      <p:cBhvr>
                                        <p:cTn id="389" dur="26">
                                          <p:stCondLst>
                                            <p:cond delay="1642"/>
                                          </p:stCondLst>
                                        </p:cTn>
                                        <p:tgtEl>
                                          <p:spTgt spid="28"/>
                                        </p:tgtEl>
                                      </p:cBhvr>
                                      <p:to x="100000" y="90000"/>
                                    </p:animScale>
                                    <p:animScale>
                                      <p:cBhvr>
                                        <p:cTn id="390" dur="166" decel="50000">
                                          <p:stCondLst>
                                            <p:cond delay="1668"/>
                                          </p:stCondLst>
                                        </p:cTn>
                                        <p:tgtEl>
                                          <p:spTgt spid="28"/>
                                        </p:tgtEl>
                                      </p:cBhvr>
                                      <p:to x="100000" y="100000"/>
                                    </p:animScale>
                                    <p:animScale>
                                      <p:cBhvr>
                                        <p:cTn id="391" dur="26">
                                          <p:stCondLst>
                                            <p:cond delay="1808"/>
                                          </p:stCondLst>
                                        </p:cTn>
                                        <p:tgtEl>
                                          <p:spTgt spid="28"/>
                                        </p:tgtEl>
                                      </p:cBhvr>
                                      <p:to x="100000" y="95000"/>
                                    </p:animScale>
                                    <p:animScale>
                                      <p:cBhvr>
                                        <p:cTn id="392" dur="166" decel="50000">
                                          <p:stCondLst>
                                            <p:cond delay="1834"/>
                                          </p:stCondLst>
                                        </p:cTn>
                                        <p:tgtEl>
                                          <p:spTgt spid="28"/>
                                        </p:tgtEl>
                                      </p:cBhvr>
                                      <p:to x="100000" y="100000"/>
                                    </p:animScale>
                                  </p:childTnLst>
                                </p:cTn>
                              </p:par>
                              <p:par>
                                <p:cTn id="393" presetID="26" presetClass="entr" presetSubtype="0" fill="hold" grpId="0" nodeType="withEffect">
                                  <p:stCondLst>
                                    <p:cond delay="0"/>
                                  </p:stCondLst>
                                  <p:childTnLst>
                                    <p:set>
                                      <p:cBhvr>
                                        <p:cTn id="394" dur="1" fill="hold">
                                          <p:stCondLst>
                                            <p:cond delay="0"/>
                                          </p:stCondLst>
                                        </p:cTn>
                                        <p:tgtEl>
                                          <p:spTgt spid="30"/>
                                        </p:tgtEl>
                                        <p:attrNameLst>
                                          <p:attrName>style.visibility</p:attrName>
                                        </p:attrNameLst>
                                      </p:cBhvr>
                                      <p:to>
                                        <p:strVal val="visible"/>
                                      </p:to>
                                    </p:set>
                                    <p:animEffect transition="in" filter="wipe(down)">
                                      <p:cBhvr>
                                        <p:cTn id="395" dur="580">
                                          <p:stCondLst>
                                            <p:cond delay="0"/>
                                          </p:stCondLst>
                                        </p:cTn>
                                        <p:tgtEl>
                                          <p:spTgt spid="30"/>
                                        </p:tgtEl>
                                      </p:cBhvr>
                                    </p:animEffect>
                                    <p:anim calcmode="lin" valueType="num">
                                      <p:cBhvr>
                                        <p:cTn id="396" dur="1822" tmFilter="0,0; 0.14,0.36; 0.43,0.73; 0.71,0.91; 1.0,1.0">
                                          <p:stCondLst>
                                            <p:cond delay="0"/>
                                          </p:stCondLst>
                                        </p:cTn>
                                        <p:tgtEl>
                                          <p:spTgt spid="30"/>
                                        </p:tgtEl>
                                        <p:attrNameLst>
                                          <p:attrName>ppt_x</p:attrName>
                                        </p:attrNameLst>
                                      </p:cBhvr>
                                      <p:tavLst>
                                        <p:tav tm="0">
                                          <p:val>
                                            <p:strVal val="#ppt_x-0.25"/>
                                          </p:val>
                                        </p:tav>
                                        <p:tav tm="100000">
                                          <p:val>
                                            <p:strVal val="#ppt_x"/>
                                          </p:val>
                                        </p:tav>
                                      </p:tavLst>
                                    </p:anim>
                                    <p:anim calcmode="lin" valueType="num">
                                      <p:cBhvr>
                                        <p:cTn id="397" dur="664" tmFilter="0.0,0.0; 0.25,0.07; 0.50,0.2; 0.75,0.467; 1.0,1.0">
                                          <p:stCondLst>
                                            <p:cond delay="0"/>
                                          </p:stCondLst>
                                        </p:cTn>
                                        <p:tgtEl>
                                          <p:spTgt spid="30"/>
                                        </p:tgtEl>
                                        <p:attrNameLst>
                                          <p:attrName>ppt_y</p:attrName>
                                        </p:attrNameLst>
                                      </p:cBhvr>
                                      <p:tavLst>
                                        <p:tav tm="0" fmla="#ppt_y-sin(pi*$)/3">
                                          <p:val>
                                            <p:fltVal val="0.5"/>
                                          </p:val>
                                        </p:tav>
                                        <p:tav tm="100000">
                                          <p:val>
                                            <p:fltVal val="1"/>
                                          </p:val>
                                        </p:tav>
                                      </p:tavLst>
                                    </p:anim>
                                    <p:anim calcmode="lin" valueType="num">
                                      <p:cBhvr>
                                        <p:cTn id="398" dur="664" tmFilter="0, 0; 0.125,0.2665; 0.25,0.4; 0.375,0.465; 0.5,0.5;  0.625,0.535; 0.75,0.6; 0.875,0.7335; 1,1">
                                          <p:stCondLst>
                                            <p:cond delay="664"/>
                                          </p:stCondLst>
                                        </p:cTn>
                                        <p:tgtEl>
                                          <p:spTgt spid="30"/>
                                        </p:tgtEl>
                                        <p:attrNameLst>
                                          <p:attrName>ppt_y</p:attrName>
                                        </p:attrNameLst>
                                      </p:cBhvr>
                                      <p:tavLst>
                                        <p:tav tm="0" fmla="#ppt_y-sin(pi*$)/9">
                                          <p:val>
                                            <p:fltVal val="0"/>
                                          </p:val>
                                        </p:tav>
                                        <p:tav tm="100000">
                                          <p:val>
                                            <p:fltVal val="1"/>
                                          </p:val>
                                        </p:tav>
                                      </p:tavLst>
                                    </p:anim>
                                    <p:anim calcmode="lin" valueType="num">
                                      <p:cBhvr>
                                        <p:cTn id="399" dur="332" tmFilter="0, 0; 0.125,0.2665; 0.25,0.4; 0.375,0.465; 0.5,0.5;  0.625,0.535; 0.75,0.6; 0.875,0.7335; 1,1">
                                          <p:stCondLst>
                                            <p:cond delay="1324"/>
                                          </p:stCondLst>
                                        </p:cTn>
                                        <p:tgtEl>
                                          <p:spTgt spid="30"/>
                                        </p:tgtEl>
                                        <p:attrNameLst>
                                          <p:attrName>ppt_y</p:attrName>
                                        </p:attrNameLst>
                                      </p:cBhvr>
                                      <p:tavLst>
                                        <p:tav tm="0" fmla="#ppt_y-sin(pi*$)/27">
                                          <p:val>
                                            <p:fltVal val="0"/>
                                          </p:val>
                                        </p:tav>
                                        <p:tav tm="100000">
                                          <p:val>
                                            <p:fltVal val="1"/>
                                          </p:val>
                                        </p:tav>
                                      </p:tavLst>
                                    </p:anim>
                                    <p:anim calcmode="lin" valueType="num">
                                      <p:cBhvr>
                                        <p:cTn id="400" dur="164" tmFilter="0, 0; 0.125,0.2665; 0.25,0.4; 0.375,0.465; 0.5,0.5;  0.625,0.535; 0.75,0.6; 0.875,0.7335; 1,1">
                                          <p:stCondLst>
                                            <p:cond delay="1656"/>
                                          </p:stCondLst>
                                        </p:cTn>
                                        <p:tgtEl>
                                          <p:spTgt spid="30"/>
                                        </p:tgtEl>
                                        <p:attrNameLst>
                                          <p:attrName>ppt_y</p:attrName>
                                        </p:attrNameLst>
                                      </p:cBhvr>
                                      <p:tavLst>
                                        <p:tav tm="0" fmla="#ppt_y-sin(pi*$)/81">
                                          <p:val>
                                            <p:fltVal val="0"/>
                                          </p:val>
                                        </p:tav>
                                        <p:tav tm="100000">
                                          <p:val>
                                            <p:fltVal val="1"/>
                                          </p:val>
                                        </p:tav>
                                      </p:tavLst>
                                    </p:anim>
                                    <p:animScale>
                                      <p:cBhvr>
                                        <p:cTn id="401" dur="26">
                                          <p:stCondLst>
                                            <p:cond delay="650"/>
                                          </p:stCondLst>
                                        </p:cTn>
                                        <p:tgtEl>
                                          <p:spTgt spid="30"/>
                                        </p:tgtEl>
                                      </p:cBhvr>
                                      <p:to x="100000" y="60000"/>
                                    </p:animScale>
                                    <p:animScale>
                                      <p:cBhvr>
                                        <p:cTn id="402" dur="166" decel="50000">
                                          <p:stCondLst>
                                            <p:cond delay="676"/>
                                          </p:stCondLst>
                                        </p:cTn>
                                        <p:tgtEl>
                                          <p:spTgt spid="30"/>
                                        </p:tgtEl>
                                      </p:cBhvr>
                                      <p:to x="100000" y="100000"/>
                                    </p:animScale>
                                    <p:animScale>
                                      <p:cBhvr>
                                        <p:cTn id="403" dur="26">
                                          <p:stCondLst>
                                            <p:cond delay="1312"/>
                                          </p:stCondLst>
                                        </p:cTn>
                                        <p:tgtEl>
                                          <p:spTgt spid="30"/>
                                        </p:tgtEl>
                                      </p:cBhvr>
                                      <p:to x="100000" y="80000"/>
                                    </p:animScale>
                                    <p:animScale>
                                      <p:cBhvr>
                                        <p:cTn id="404" dur="166" decel="50000">
                                          <p:stCondLst>
                                            <p:cond delay="1338"/>
                                          </p:stCondLst>
                                        </p:cTn>
                                        <p:tgtEl>
                                          <p:spTgt spid="30"/>
                                        </p:tgtEl>
                                      </p:cBhvr>
                                      <p:to x="100000" y="100000"/>
                                    </p:animScale>
                                    <p:animScale>
                                      <p:cBhvr>
                                        <p:cTn id="405" dur="26">
                                          <p:stCondLst>
                                            <p:cond delay="1642"/>
                                          </p:stCondLst>
                                        </p:cTn>
                                        <p:tgtEl>
                                          <p:spTgt spid="30"/>
                                        </p:tgtEl>
                                      </p:cBhvr>
                                      <p:to x="100000" y="90000"/>
                                    </p:animScale>
                                    <p:animScale>
                                      <p:cBhvr>
                                        <p:cTn id="406" dur="166" decel="50000">
                                          <p:stCondLst>
                                            <p:cond delay="1668"/>
                                          </p:stCondLst>
                                        </p:cTn>
                                        <p:tgtEl>
                                          <p:spTgt spid="30"/>
                                        </p:tgtEl>
                                      </p:cBhvr>
                                      <p:to x="100000" y="100000"/>
                                    </p:animScale>
                                    <p:animScale>
                                      <p:cBhvr>
                                        <p:cTn id="407" dur="26">
                                          <p:stCondLst>
                                            <p:cond delay="1808"/>
                                          </p:stCondLst>
                                        </p:cTn>
                                        <p:tgtEl>
                                          <p:spTgt spid="30"/>
                                        </p:tgtEl>
                                      </p:cBhvr>
                                      <p:to x="100000" y="95000"/>
                                    </p:animScale>
                                    <p:animScale>
                                      <p:cBhvr>
                                        <p:cTn id="408" dur="166" decel="50000">
                                          <p:stCondLst>
                                            <p:cond delay="1834"/>
                                          </p:stCondLst>
                                        </p:cTn>
                                        <p:tgtEl>
                                          <p:spTgt spid="30"/>
                                        </p:tgtEl>
                                      </p:cBhvr>
                                      <p:to x="100000" y="100000"/>
                                    </p:animScale>
                                  </p:childTnLst>
                                </p:cTn>
                              </p:par>
                              <p:par>
                                <p:cTn id="409" presetID="26" presetClass="entr" presetSubtype="0" fill="hold" grpId="0" nodeType="withEffect">
                                  <p:stCondLst>
                                    <p:cond delay="0"/>
                                  </p:stCondLst>
                                  <p:childTnLst>
                                    <p:set>
                                      <p:cBhvr>
                                        <p:cTn id="410" dur="1" fill="hold">
                                          <p:stCondLst>
                                            <p:cond delay="0"/>
                                          </p:stCondLst>
                                        </p:cTn>
                                        <p:tgtEl>
                                          <p:spTgt spid="31"/>
                                        </p:tgtEl>
                                        <p:attrNameLst>
                                          <p:attrName>style.visibility</p:attrName>
                                        </p:attrNameLst>
                                      </p:cBhvr>
                                      <p:to>
                                        <p:strVal val="visible"/>
                                      </p:to>
                                    </p:set>
                                    <p:animEffect transition="in" filter="wipe(down)">
                                      <p:cBhvr>
                                        <p:cTn id="411" dur="580">
                                          <p:stCondLst>
                                            <p:cond delay="0"/>
                                          </p:stCondLst>
                                        </p:cTn>
                                        <p:tgtEl>
                                          <p:spTgt spid="31"/>
                                        </p:tgtEl>
                                      </p:cBhvr>
                                    </p:animEffect>
                                    <p:anim calcmode="lin" valueType="num">
                                      <p:cBhvr>
                                        <p:cTn id="412" dur="1822" tmFilter="0,0; 0.14,0.36; 0.43,0.73; 0.71,0.91; 1.0,1.0">
                                          <p:stCondLst>
                                            <p:cond delay="0"/>
                                          </p:stCondLst>
                                        </p:cTn>
                                        <p:tgtEl>
                                          <p:spTgt spid="31"/>
                                        </p:tgtEl>
                                        <p:attrNameLst>
                                          <p:attrName>ppt_x</p:attrName>
                                        </p:attrNameLst>
                                      </p:cBhvr>
                                      <p:tavLst>
                                        <p:tav tm="0">
                                          <p:val>
                                            <p:strVal val="#ppt_x-0.25"/>
                                          </p:val>
                                        </p:tav>
                                        <p:tav tm="100000">
                                          <p:val>
                                            <p:strVal val="#ppt_x"/>
                                          </p:val>
                                        </p:tav>
                                      </p:tavLst>
                                    </p:anim>
                                    <p:anim calcmode="lin" valueType="num">
                                      <p:cBhvr>
                                        <p:cTn id="413" dur="664" tmFilter="0.0,0.0; 0.25,0.07; 0.50,0.2; 0.75,0.467; 1.0,1.0">
                                          <p:stCondLst>
                                            <p:cond delay="0"/>
                                          </p:stCondLst>
                                        </p:cTn>
                                        <p:tgtEl>
                                          <p:spTgt spid="31"/>
                                        </p:tgtEl>
                                        <p:attrNameLst>
                                          <p:attrName>ppt_y</p:attrName>
                                        </p:attrNameLst>
                                      </p:cBhvr>
                                      <p:tavLst>
                                        <p:tav tm="0" fmla="#ppt_y-sin(pi*$)/3">
                                          <p:val>
                                            <p:fltVal val="0.5"/>
                                          </p:val>
                                        </p:tav>
                                        <p:tav tm="100000">
                                          <p:val>
                                            <p:fltVal val="1"/>
                                          </p:val>
                                        </p:tav>
                                      </p:tavLst>
                                    </p:anim>
                                    <p:anim calcmode="lin" valueType="num">
                                      <p:cBhvr>
                                        <p:cTn id="414" dur="664" tmFilter="0, 0; 0.125,0.2665; 0.25,0.4; 0.375,0.465; 0.5,0.5;  0.625,0.535; 0.75,0.6; 0.875,0.7335; 1,1">
                                          <p:stCondLst>
                                            <p:cond delay="664"/>
                                          </p:stCondLst>
                                        </p:cTn>
                                        <p:tgtEl>
                                          <p:spTgt spid="31"/>
                                        </p:tgtEl>
                                        <p:attrNameLst>
                                          <p:attrName>ppt_y</p:attrName>
                                        </p:attrNameLst>
                                      </p:cBhvr>
                                      <p:tavLst>
                                        <p:tav tm="0" fmla="#ppt_y-sin(pi*$)/9">
                                          <p:val>
                                            <p:fltVal val="0"/>
                                          </p:val>
                                        </p:tav>
                                        <p:tav tm="100000">
                                          <p:val>
                                            <p:fltVal val="1"/>
                                          </p:val>
                                        </p:tav>
                                      </p:tavLst>
                                    </p:anim>
                                    <p:anim calcmode="lin" valueType="num">
                                      <p:cBhvr>
                                        <p:cTn id="415" dur="332" tmFilter="0, 0; 0.125,0.2665; 0.25,0.4; 0.375,0.465; 0.5,0.5;  0.625,0.535; 0.75,0.6; 0.875,0.7335; 1,1">
                                          <p:stCondLst>
                                            <p:cond delay="1324"/>
                                          </p:stCondLst>
                                        </p:cTn>
                                        <p:tgtEl>
                                          <p:spTgt spid="31"/>
                                        </p:tgtEl>
                                        <p:attrNameLst>
                                          <p:attrName>ppt_y</p:attrName>
                                        </p:attrNameLst>
                                      </p:cBhvr>
                                      <p:tavLst>
                                        <p:tav tm="0" fmla="#ppt_y-sin(pi*$)/27">
                                          <p:val>
                                            <p:fltVal val="0"/>
                                          </p:val>
                                        </p:tav>
                                        <p:tav tm="100000">
                                          <p:val>
                                            <p:fltVal val="1"/>
                                          </p:val>
                                        </p:tav>
                                      </p:tavLst>
                                    </p:anim>
                                    <p:anim calcmode="lin" valueType="num">
                                      <p:cBhvr>
                                        <p:cTn id="416" dur="164" tmFilter="0, 0; 0.125,0.2665; 0.25,0.4; 0.375,0.465; 0.5,0.5;  0.625,0.535; 0.75,0.6; 0.875,0.7335; 1,1">
                                          <p:stCondLst>
                                            <p:cond delay="1656"/>
                                          </p:stCondLst>
                                        </p:cTn>
                                        <p:tgtEl>
                                          <p:spTgt spid="31"/>
                                        </p:tgtEl>
                                        <p:attrNameLst>
                                          <p:attrName>ppt_y</p:attrName>
                                        </p:attrNameLst>
                                      </p:cBhvr>
                                      <p:tavLst>
                                        <p:tav tm="0" fmla="#ppt_y-sin(pi*$)/81">
                                          <p:val>
                                            <p:fltVal val="0"/>
                                          </p:val>
                                        </p:tav>
                                        <p:tav tm="100000">
                                          <p:val>
                                            <p:fltVal val="1"/>
                                          </p:val>
                                        </p:tav>
                                      </p:tavLst>
                                    </p:anim>
                                    <p:animScale>
                                      <p:cBhvr>
                                        <p:cTn id="417" dur="26">
                                          <p:stCondLst>
                                            <p:cond delay="650"/>
                                          </p:stCondLst>
                                        </p:cTn>
                                        <p:tgtEl>
                                          <p:spTgt spid="31"/>
                                        </p:tgtEl>
                                      </p:cBhvr>
                                      <p:to x="100000" y="60000"/>
                                    </p:animScale>
                                    <p:animScale>
                                      <p:cBhvr>
                                        <p:cTn id="418" dur="166" decel="50000">
                                          <p:stCondLst>
                                            <p:cond delay="676"/>
                                          </p:stCondLst>
                                        </p:cTn>
                                        <p:tgtEl>
                                          <p:spTgt spid="31"/>
                                        </p:tgtEl>
                                      </p:cBhvr>
                                      <p:to x="100000" y="100000"/>
                                    </p:animScale>
                                    <p:animScale>
                                      <p:cBhvr>
                                        <p:cTn id="419" dur="26">
                                          <p:stCondLst>
                                            <p:cond delay="1312"/>
                                          </p:stCondLst>
                                        </p:cTn>
                                        <p:tgtEl>
                                          <p:spTgt spid="31"/>
                                        </p:tgtEl>
                                      </p:cBhvr>
                                      <p:to x="100000" y="80000"/>
                                    </p:animScale>
                                    <p:animScale>
                                      <p:cBhvr>
                                        <p:cTn id="420" dur="166" decel="50000">
                                          <p:stCondLst>
                                            <p:cond delay="1338"/>
                                          </p:stCondLst>
                                        </p:cTn>
                                        <p:tgtEl>
                                          <p:spTgt spid="31"/>
                                        </p:tgtEl>
                                      </p:cBhvr>
                                      <p:to x="100000" y="100000"/>
                                    </p:animScale>
                                    <p:animScale>
                                      <p:cBhvr>
                                        <p:cTn id="421" dur="26">
                                          <p:stCondLst>
                                            <p:cond delay="1642"/>
                                          </p:stCondLst>
                                        </p:cTn>
                                        <p:tgtEl>
                                          <p:spTgt spid="31"/>
                                        </p:tgtEl>
                                      </p:cBhvr>
                                      <p:to x="100000" y="90000"/>
                                    </p:animScale>
                                    <p:animScale>
                                      <p:cBhvr>
                                        <p:cTn id="422" dur="166" decel="50000">
                                          <p:stCondLst>
                                            <p:cond delay="1668"/>
                                          </p:stCondLst>
                                        </p:cTn>
                                        <p:tgtEl>
                                          <p:spTgt spid="31"/>
                                        </p:tgtEl>
                                      </p:cBhvr>
                                      <p:to x="100000" y="100000"/>
                                    </p:animScale>
                                    <p:animScale>
                                      <p:cBhvr>
                                        <p:cTn id="423" dur="26">
                                          <p:stCondLst>
                                            <p:cond delay="1808"/>
                                          </p:stCondLst>
                                        </p:cTn>
                                        <p:tgtEl>
                                          <p:spTgt spid="31"/>
                                        </p:tgtEl>
                                      </p:cBhvr>
                                      <p:to x="100000" y="95000"/>
                                    </p:animScale>
                                    <p:animScale>
                                      <p:cBhvr>
                                        <p:cTn id="424" dur="166" decel="50000">
                                          <p:stCondLst>
                                            <p:cond delay="1834"/>
                                          </p:stCondLst>
                                        </p:cTn>
                                        <p:tgtEl>
                                          <p:spTgt spid="31"/>
                                        </p:tgtEl>
                                      </p:cBhvr>
                                      <p:to x="100000" y="100000"/>
                                    </p:animScale>
                                  </p:childTnLst>
                                </p:cTn>
                              </p:par>
                              <p:par>
                                <p:cTn id="425" presetID="26" presetClass="entr" presetSubtype="0" fill="hold" grpId="0" nodeType="withEffect">
                                  <p:stCondLst>
                                    <p:cond delay="0"/>
                                  </p:stCondLst>
                                  <p:childTnLst>
                                    <p:set>
                                      <p:cBhvr>
                                        <p:cTn id="426" dur="1" fill="hold">
                                          <p:stCondLst>
                                            <p:cond delay="0"/>
                                          </p:stCondLst>
                                        </p:cTn>
                                        <p:tgtEl>
                                          <p:spTgt spid="32"/>
                                        </p:tgtEl>
                                        <p:attrNameLst>
                                          <p:attrName>style.visibility</p:attrName>
                                        </p:attrNameLst>
                                      </p:cBhvr>
                                      <p:to>
                                        <p:strVal val="visible"/>
                                      </p:to>
                                    </p:set>
                                    <p:animEffect transition="in" filter="wipe(down)">
                                      <p:cBhvr>
                                        <p:cTn id="427" dur="580">
                                          <p:stCondLst>
                                            <p:cond delay="0"/>
                                          </p:stCondLst>
                                        </p:cTn>
                                        <p:tgtEl>
                                          <p:spTgt spid="32"/>
                                        </p:tgtEl>
                                      </p:cBhvr>
                                    </p:animEffect>
                                    <p:anim calcmode="lin" valueType="num">
                                      <p:cBhvr>
                                        <p:cTn id="428" dur="1822" tmFilter="0,0; 0.14,0.36; 0.43,0.73; 0.71,0.91; 1.0,1.0">
                                          <p:stCondLst>
                                            <p:cond delay="0"/>
                                          </p:stCondLst>
                                        </p:cTn>
                                        <p:tgtEl>
                                          <p:spTgt spid="32"/>
                                        </p:tgtEl>
                                        <p:attrNameLst>
                                          <p:attrName>ppt_x</p:attrName>
                                        </p:attrNameLst>
                                      </p:cBhvr>
                                      <p:tavLst>
                                        <p:tav tm="0">
                                          <p:val>
                                            <p:strVal val="#ppt_x-0.25"/>
                                          </p:val>
                                        </p:tav>
                                        <p:tav tm="100000">
                                          <p:val>
                                            <p:strVal val="#ppt_x"/>
                                          </p:val>
                                        </p:tav>
                                      </p:tavLst>
                                    </p:anim>
                                    <p:anim calcmode="lin" valueType="num">
                                      <p:cBhvr>
                                        <p:cTn id="429" dur="664" tmFilter="0.0,0.0; 0.25,0.07; 0.50,0.2; 0.75,0.467; 1.0,1.0">
                                          <p:stCondLst>
                                            <p:cond delay="0"/>
                                          </p:stCondLst>
                                        </p:cTn>
                                        <p:tgtEl>
                                          <p:spTgt spid="32"/>
                                        </p:tgtEl>
                                        <p:attrNameLst>
                                          <p:attrName>ppt_y</p:attrName>
                                        </p:attrNameLst>
                                      </p:cBhvr>
                                      <p:tavLst>
                                        <p:tav tm="0" fmla="#ppt_y-sin(pi*$)/3">
                                          <p:val>
                                            <p:fltVal val="0.5"/>
                                          </p:val>
                                        </p:tav>
                                        <p:tav tm="100000">
                                          <p:val>
                                            <p:fltVal val="1"/>
                                          </p:val>
                                        </p:tav>
                                      </p:tavLst>
                                    </p:anim>
                                    <p:anim calcmode="lin" valueType="num">
                                      <p:cBhvr>
                                        <p:cTn id="430" dur="664" tmFilter="0, 0; 0.125,0.2665; 0.25,0.4; 0.375,0.465; 0.5,0.5;  0.625,0.535; 0.75,0.6; 0.875,0.7335; 1,1">
                                          <p:stCondLst>
                                            <p:cond delay="664"/>
                                          </p:stCondLst>
                                        </p:cTn>
                                        <p:tgtEl>
                                          <p:spTgt spid="32"/>
                                        </p:tgtEl>
                                        <p:attrNameLst>
                                          <p:attrName>ppt_y</p:attrName>
                                        </p:attrNameLst>
                                      </p:cBhvr>
                                      <p:tavLst>
                                        <p:tav tm="0" fmla="#ppt_y-sin(pi*$)/9">
                                          <p:val>
                                            <p:fltVal val="0"/>
                                          </p:val>
                                        </p:tav>
                                        <p:tav tm="100000">
                                          <p:val>
                                            <p:fltVal val="1"/>
                                          </p:val>
                                        </p:tav>
                                      </p:tavLst>
                                    </p:anim>
                                    <p:anim calcmode="lin" valueType="num">
                                      <p:cBhvr>
                                        <p:cTn id="431" dur="332" tmFilter="0, 0; 0.125,0.2665; 0.25,0.4; 0.375,0.465; 0.5,0.5;  0.625,0.535; 0.75,0.6; 0.875,0.7335; 1,1">
                                          <p:stCondLst>
                                            <p:cond delay="1324"/>
                                          </p:stCondLst>
                                        </p:cTn>
                                        <p:tgtEl>
                                          <p:spTgt spid="32"/>
                                        </p:tgtEl>
                                        <p:attrNameLst>
                                          <p:attrName>ppt_y</p:attrName>
                                        </p:attrNameLst>
                                      </p:cBhvr>
                                      <p:tavLst>
                                        <p:tav tm="0" fmla="#ppt_y-sin(pi*$)/27">
                                          <p:val>
                                            <p:fltVal val="0"/>
                                          </p:val>
                                        </p:tav>
                                        <p:tav tm="100000">
                                          <p:val>
                                            <p:fltVal val="1"/>
                                          </p:val>
                                        </p:tav>
                                      </p:tavLst>
                                    </p:anim>
                                    <p:anim calcmode="lin" valueType="num">
                                      <p:cBhvr>
                                        <p:cTn id="432" dur="164" tmFilter="0, 0; 0.125,0.2665; 0.25,0.4; 0.375,0.465; 0.5,0.5;  0.625,0.535; 0.75,0.6; 0.875,0.7335; 1,1">
                                          <p:stCondLst>
                                            <p:cond delay="1656"/>
                                          </p:stCondLst>
                                        </p:cTn>
                                        <p:tgtEl>
                                          <p:spTgt spid="32"/>
                                        </p:tgtEl>
                                        <p:attrNameLst>
                                          <p:attrName>ppt_y</p:attrName>
                                        </p:attrNameLst>
                                      </p:cBhvr>
                                      <p:tavLst>
                                        <p:tav tm="0" fmla="#ppt_y-sin(pi*$)/81">
                                          <p:val>
                                            <p:fltVal val="0"/>
                                          </p:val>
                                        </p:tav>
                                        <p:tav tm="100000">
                                          <p:val>
                                            <p:fltVal val="1"/>
                                          </p:val>
                                        </p:tav>
                                      </p:tavLst>
                                    </p:anim>
                                    <p:animScale>
                                      <p:cBhvr>
                                        <p:cTn id="433" dur="26">
                                          <p:stCondLst>
                                            <p:cond delay="650"/>
                                          </p:stCondLst>
                                        </p:cTn>
                                        <p:tgtEl>
                                          <p:spTgt spid="32"/>
                                        </p:tgtEl>
                                      </p:cBhvr>
                                      <p:to x="100000" y="60000"/>
                                    </p:animScale>
                                    <p:animScale>
                                      <p:cBhvr>
                                        <p:cTn id="434" dur="166" decel="50000">
                                          <p:stCondLst>
                                            <p:cond delay="676"/>
                                          </p:stCondLst>
                                        </p:cTn>
                                        <p:tgtEl>
                                          <p:spTgt spid="32"/>
                                        </p:tgtEl>
                                      </p:cBhvr>
                                      <p:to x="100000" y="100000"/>
                                    </p:animScale>
                                    <p:animScale>
                                      <p:cBhvr>
                                        <p:cTn id="435" dur="26">
                                          <p:stCondLst>
                                            <p:cond delay="1312"/>
                                          </p:stCondLst>
                                        </p:cTn>
                                        <p:tgtEl>
                                          <p:spTgt spid="32"/>
                                        </p:tgtEl>
                                      </p:cBhvr>
                                      <p:to x="100000" y="80000"/>
                                    </p:animScale>
                                    <p:animScale>
                                      <p:cBhvr>
                                        <p:cTn id="436" dur="166" decel="50000">
                                          <p:stCondLst>
                                            <p:cond delay="1338"/>
                                          </p:stCondLst>
                                        </p:cTn>
                                        <p:tgtEl>
                                          <p:spTgt spid="32"/>
                                        </p:tgtEl>
                                      </p:cBhvr>
                                      <p:to x="100000" y="100000"/>
                                    </p:animScale>
                                    <p:animScale>
                                      <p:cBhvr>
                                        <p:cTn id="437" dur="26">
                                          <p:stCondLst>
                                            <p:cond delay="1642"/>
                                          </p:stCondLst>
                                        </p:cTn>
                                        <p:tgtEl>
                                          <p:spTgt spid="32"/>
                                        </p:tgtEl>
                                      </p:cBhvr>
                                      <p:to x="100000" y="90000"/>
                                    </p:animScale>
                                    <p:animScale>
                                      <p:cBhvr>
                                        <p:cTn id="438" dur="166" decel="50000">
                                          <p:stCondLst>
                                            <p:cond delay="1668"/>
                                          </p:stCondLst>
                                        </p:cTn>
                                        <p:tgtEl>
                                          <p:spTgt spid="32"/>
                                        </p:tgtEl>
                                      </p:cBhvr>
                                      <p:to x="100000" y="100000"/>
                                    </p:animScale>
                                    <p:animScale>
                                      <p:cBhvr>
                                        <p:cTn id="439" dur="26">
                                          <p:stCondLst>
                                            <p:cond delay="1808"/>
                                          </p:stCondLst>
                                        </p:cTn>
                                        <p:tgtEl>
                                          <p:spTgt spid="32"/>
                                        </p:tgtEl>
                                      </p:cBhvr>
                                      <p:to x="100000" y="95000"/>
                                    </p:animScale>
                                    <p:animScale>
                                      <p:cBhvr>
                                        <p:cTn id="440" dur="166" decel="50000">
                                          <p:stCondLst>
                                            <p:cond delay="1834"/>
                                          </p:stCondLst>
                                        </p:cTn>
                                        <p:tgtEl>
                                          <p:spTgt spid="32"/>
                                        </p:tgtEl>
                                      </p:cBhvr>
                                      <p:to x="100000" y="100000"/>
                                    </p:animScale>
                                  </p:childTnLst>
                                </p:cTn>
                              </p:par>
                              <p:par>
                                <p:cTn id="441" presetID="26" presetClass="entr" presetSubtype="0" fill="hold" grpId="0" nodeType="withEffect">
                                  <p:stCondLst>
                                    <p:cond delay="0"/>
                                  </p:stCondLst>
                                  <p:childTnLst>
                                    <p:set>
                                      <p:cBhvr>
                                        <p:cTn id="442" dur="1" fill="hold">
                                          <p:stCondLst>
                                            <p:cond delay="0"/>
                                          </p:stCondLst>
                                        </p:cTn>
                                        <p:tgtEl>
                                          <p:spTgt spid="33"/>
                                        </p:tgtEl>
                                        <p:attrNameLst>
                                          <p:attrName>style.visibility</p:attrName>
                                        </p:attrNameLst>
                                      </p:cBhvr>
                                      <p:to>
                                        <p:strVal val="visible"/>
                                      </p:to>
                                    </p:set>
                                    <p:animEffect transition="in" filter="wipe(down)">
                                      <p:cBhvr>
                                        <p:cTn id="443" dur="580">
                                          <p:stCondLst>
                                            <p:cond delay="0"/>
                                          </p:stCondLst>
                                        </p:cTn>
                                        <p:tgtEl>
                                          <p:spTgt spid="33"/>
                                        </p:tgtEl>
                                      </p:cBhvr>
                                    </p:animEffect>
                                    <p:anim calcmode="lin" valueType="num">
                                      <p:cBhvr>
                                        <p:cTn id="444" dur="1822" tmFilter="0,0; 0.14,0.36; 0.43,0.73; 0.71,0.91; 1.0,1.0">
                                          <p:stCondLst>
                                            <p:cond delay="0"/>
                                          </p:stCondLst>
                                        </p:cTn>
                                        <p:tgtEl>
                                          <p:spTgt spid="33"/>
                                        </p:tgtEl>
                                        <p:attrNameLst>
                                          <p:attrName>ppt_x</p:attrName>
                                        </p:attrNameLst>
                                      </p:cBhvr>
                                      <p:tavLst>
                                        <p:tav tm="0">
                                          <p:val>
                                            <p:strVal val="#ppt_x-0.25"/>
                                          </p:val>
                                        </p:tav>
                                        <p:tav tm="100000">
                                          <p:val>
                                            <p:strVal val="#ppt_x"/>
                                          </p:val>
                                        </p:tav>
                                      </p:tavLst>
                                    </p:anim>
                                    <p:anim calcmode="lin" valueType="num">
                                      <p:cBhvr>
                                        <p:cTn id="445" dur="664" tmFilter="0.0,0.0; 0.25,0.07; 0.50,0.2; 0.75,0.467; 1.0,1.0">
                                          <p:stCondLst>
                                            <p:cond delay="0"/>
                                          </p:stCondLst>
                                        </p:cTn>
                                        <p:tgtEl>
                                          <p:spTgt spid="33"/>
                                        </p:tgtEl>
                                        <p:attrNameLst>
                                          <p:attrName>ppt_y</p:attrName>
                                        </p:attrNameLst>
                                      </p:cBhvr>
                                      <p:tavLst>
                                        <p:tav tm="0" fmla="#ppt_y-sin(pi*$)/3">
                                          <p:val>
                                            <p:fltVal val="0.5"/>
                                          </p:val>
                                        </p:tav>
                                        <p:tav tm="100000">
                                          <p:val>
                                            <p:fltVal val="1"/>
                                          </p:val>
                                        </p:tav>
                                      </p:tavLst>
                                    </p:anim>
                                    <p:anim calcmode="lin" valueType="num">
                                      <p:cBhvr>
                                        <p:cTn id="446" dur="664" tmFilter="0, 0; 0.125,0.2665; 0.25,0.4; 0.375,0.465; 0.5,0.5;  0.625,0.535; 0.75,0.6; 0.875,0.7335; 1,1">
                                          <p:stCondLst>
                                            <p:cond delay="664"/>
                                          </p:stCondLst>
                                        </p:cTn>
                                        <p:tgtEl>
                                          <p:spTgt spid="33"/>
                                        </p:tgtEl>
                                        <p:attrNameLst>
                                          <p:attrName>ppt_y</p:attrName>
                                        </p:attrNameLst>
                                      </p:cBhvr>
                                      <p:tavLst>
                                        <p:tav tm="0" fmla="#ppt_y-sin(pi*$)/9">
                                          <p:val>
                                            <p:fltVal val="0"/>
                                          </p:val>
                                        </p:tav>
                                        <p:tav tm="100000">
                                          <p:val>
                                            <p:fltVal val="1"/>
                                          </p:val>
                                        </p:tav>
                                      </p:tavLst>
                                    </p:anim>
                                    <p:anim calcmode="lin" valueType="num">
                                      <p:cBhvr>
                                        <p:cTn id="447" dur="332" tmFilter="0, 0; 0.125,0.2665; 0.25,0.4; 0.375,0.465; 0.5,0.5;  0.625,0.535; 0.75,0.6; 0.875,0.7335; 1,1">
                                          <p:stCondLst>
                                            <p:cond delay="1324"/>
                                          </p:stCondLst>
                                        </p:cTn>
                                        <p:tgtEl>
                                          <p:spTgt spid="33"/>
                                        </p:tgtEl>
                                        <p:attrNameLst>
                                          <p:attrName>ppt_y</p:attrName>
                                        </p:attrNameLst>
                                      </p:cBhvr>
                                      <p:tavLst>
                                        <p:tav tm="0" fmla="#ppt_y-sin(pi*$)/27">
                                          <p:val>
                                            <p:fltVal val="0"/>
                                          </p:val>
                                        </p:tav>
                                        <p:tav tm="100000">
                                          <p:val>
                                            <p:fltVal val="1"/>
                                          </p:val>
                                        </p:tav>
                                      </p:tavLst>
                                    </p:anim>
                                    <p:anim calcmode="lin" valueType="num">
                                      <p:cBhvr>
                                        <p:cTn id="448" dur="164" tmFilter="0, 0; 0.125,0.2665; 0.25,0.4; 0.375,0.465; 0.5,0.5;  0.625,0.535; 0.75,0.6; 0.875,0.7335; 1,1">
                                          <p:stCondLst>
                                            <p:cond delay="1656"/>
                                          </p:stCondLst>
                                        </p:cTn>
                                        <p:tgtEl>
                                          <p:spTgt spid="33"/>
                                        </p:tgtEl>
                                        <p:attrNameLst>
                                          <p:attrName>ppt_y</p:attrName>
                                        </p:attrNameLst>
                                      </p:cBhvr>
                                      <p:tavLst>
                                        <p:tav tm="0" fmla="#ppt_y-sin(pi*$)/81">
                                          <p:val>
                                            <p:fltVal val="0"/>
                                          </p:val>
                                        </p:tav>
                                        <p:tav tm="100000">
                                          <p:val>
                                            <p:fltVal val="1"/>
                                          </p:val>
                                        </p:tav>
                                      </p:tavLst>
                                    </p:anim>
                                    <p:animScale>
                                      <p:cBhvr>
                                        <p:cTn id="449" dur="26">
                                          <p:stCondLst>
                                            <p:cond delay="650"/>
                                          </p:stCondLst>
                                        </p:cTn>
                                        <p:tgtEl>
                                          <p:spTgt spid="33"/>
                                        </p:tgtEl>
                                      </p:cBhvr>
                                      <p:to x="100000" y="60000"/>
                                    </p:animScale>
                                    <p:animScale>
                                      <p:cBhvr>
                                        <p:cTn id="450" dur="166" decel="50000">
                                          <p:stCondLst>
                                            <p:cond delay="676"/>
                                          </p:stCondLst>
                                        </p:cTn>
                                        <p:tgtEl>
                                          <p:spTgt spid="33"/>
                                        </p:tgtEl>
                                      </p:cBhvr>
                                      <p:to x="100000" y="100000"/>
                                    </p:animScale>
                                    <p:animScale>
                                      <p:cBhvr>
                                        <p:cTn id="451" dur="26">
                                          <p:stCondLst>
                                            <p:cond delay="1312"/>
                                          </p:stCondLst>
                                        </p:cTn>
                                        <p:tgtEl>
                                          <p:spTgt spid="33"/>
                                        </p:tgtEl>
                                      </p:cBhvr>
                                      <p:to x="100000" y="80000"/>
                                    </p:animScale>
                                    <p:animScale>
                                      <p:cBhvr>
                                        <p:cTn id="452" dur="166" decel="50000">
                                          <p:stCondLst>
                                            <p:cond delay="1338"/>
                                          </p:stCondLst>
                                        </p:cTn>
                                        <p:tgtEl>
                                          <p:spTgt spid="33"/>
                                        </p:tgtEl>
                                      </p:cBhvr>
                                      <p:to x="100000" y="100000"/>
                                    </p:animScale>
                                    <p:animScale>
                                      <p:cBhvr>
                                        <p:cTn id="453" dur="26">
                                          <p:stCondLst>
                                            <p:cond delay="1642"/>
                                          </p:stCondLst>
                                        </p:cTn>
                                        <p:tgtEl>
                                          <p:spTgt spid="33"/>
                                        </p:tgtEl>
                                      </p:cBhvr>
                                      <p:to x="100000" y="90000"/>
                                    </p:animScale>
                                    <p:animScale>
                                      <p:cBhvr>
                                        <p:cTn id="454" dur="166" decel="50000">
                                          <p:stCondLst>
                                            <p:cond delay="1668"/>
                                          </p:stCondLst>
                                        </p:cTn>
                                        <p:tgtEl>
                                          <p:spTgt spid="33"/>
                                        </p:tgtEl>
                                      </p:cBhvr>
                                      <p:to x="100000" y="100000"/>
                                    </p:animScale>
                                    <p:animScale>
                                      <p:cBhvr>
                                        <p:cTn id="455" dur="26">
                                          <p:stCondLst>
                                            <p:cond delay="1808"/>
                                          </p:stCondLst>
                                        </p:cTn>
                                        <p:tgtEl>
                                          <p:spTgt spid="33"/>
                                        </p:tgtEl>
                                      </p:cBhvr>
                                      <p:to x="100000" y="95000"/>
                                    </p:animScale>
                                    <p:animScale>
                                      <p:cBhvr>
                                        <p:cTn id="456" dur="166" decel="50000">
                                          <p:stCondLst>
                                            <p:cond delay="1834"/>
                                          </p:stCondLst>
                                        </p:cTn>
                                        <p:tgtEl>
                                          <p:spTgt spid="33"/>
                                        </p:tgtEl>
                                      </p:cBhvr>
                                      <p:to x="100000" y="100000"/>
                                    </p:animScale>
                                  </p:childTnLst>
                                </p:cTn>
                              </p:par>
                              <p:par>
                                <p:cTn id="457" presetID="26" presetClass="entr" presetSubtype="0" fill="hold" grpId="0" nodeType="withEffect">
                                  <p:stCondLst>
                                    <p:cond delay="0"/>
                                  </p:stCondLst>
                                  <p:childTnLst>
                                    <p:set>
                                      <p:cBhvr>
                                        <p:cTn id="458" dur="1" fill="hold">
                                          <p:stCondLst>
                                            <p:cond delay="0"/>
                                          </p:stCondLst>
                                        </p:cTn>
                                        <p:tgtEl>
                                          <p:spTgt spid="34"/>
                                        </p:tgtEl>
                                        <p:attrNameLst>
                                          <p:attrName>style.visibility</p:attrName>
                                        </p:attrNameLst>
                                      </p:cBhvr>
                                      <p:to>
                                        <p:strVal val="visible"/>
                                      </p:to>
                                    </p:set>
                                    <p:animEffect transition="in" filter="wipe(down)">
                                      <p:cBhvr>
                                        <p:cTn id="459" dur="580">
                                          <p:stCondLst>
                                            <p:cond delay="0"/>
                                          </p:stCondLst>
                                        </p:cTn>
                                        <p:tgtEl>
                                          <p:spTgt spid="34"/>
                                        </p:tgtEl>
                                      </p:cBhvr>
                                    </p:animEffect>
                                    <p:anim calcmode="lin" valueType="num">
                                      <p:cBhvr>
                                        <p:cTn id="460" dur="1822" tmFilter="0,0; 0.14,0.36; 0.43,0.73; 0.71,0.91; 1.0,1.0">
                                          <p:stCondLst>
                                            <p:cond delay="0"/>
                                          </p:stCondLst>
                                        </p:cTn>
                                        <p:tgtEl>
                                          <p:spTgt spid="34"/>
                                        </p:tgtEl>
                                        <p:attrNameLst>
                                          <p:attrName>ppt_x</p:attrName>
                                        </p:attrNameLst>
                                      </p:cBhvr>
                                      <p:tavLst>
                                        <p:tav tm="0">
                                          <p:val>
                                            <p:strVal val="#ppt_x-0.25"/>
                                          </p:val>
                                        </p:tav>
                                        <p:tav tm="100000">
                                          <p:val>
                                            <p:strVal val="#ppt_x"/>
                                          </p:val>
                                        </p:tav>
                                      </p:tavLst>
                                    </p:anim>
                                    <p:anim calcmode="lin" valueType="num">
                                      <p:cBhvr>
                                        <p:cTn id="461" dur="664" tmFilter="0.0,0.0; 0.25,0.07; 0.50,0.2; 0.75,0.467; 1.0,1.0">
                                          <p:stCondLst>
                                            <p:cond delay="0"/>
                                          </p:stCondLst>
                                        </p:cTn>
                                        <p:tgtEl>
                                          <p:spTgt spid="34"/>
                                        </p:tgtEl>
                                        <p:attrNameLst>
                                          <p:attrName>ppt_y</p:attrName>
                                        </p:attrNameLst>
                                      </p:cBhvr>
                                      <p:tavLst>
                                        <p:tav tm="0" fmla="#ppt_y-sin(pi*$)/3">
                                          <p:val>
                                            <p:fltVal val="0.5"/>
                                          </p:val>
                                        </p:tav>
                                        <p:tav tm="100000">
                                          <p:val>
                                            <p:fltVal val="1"/>
                                          </p:val>
                                        </p:tav>
                                      </p:tavLst>
                                    </p:anim>
                                    <p:anim calcmode="lin" valueType="num">
                                      <p:cBhvr>
                                        <p:cTn id="462" dur="664" tmFilter="0, 0; 0.125,0.2665; 0.25,0.4; 0.375,0.465; 0.5,0.5;  0.625,0.535; 0.75,0.6; 0.875,0.7335; 1,1">
                                          <p:stCondLst>
                                            <p:cond delay="664"/>
                                          </p:stCondLst>
                                        </p:cTn>
                                        <p:tgtEl>
                                          <p:spTgt spid="34"/>
                                        </p:tgtEl>
                                        <p:attrNameLst>
                                          <p:attrName>ppt_y</p:attrName>
                                        </p:attrNameLst>
                                      </p:cBhvr>
                                      <p:tavLst>
                                        <p:tav tm="0" fmla="#ppt_y-sin(pi*$)/9">
                                          <p:val>
                                            <p:fltVal val="0"/>
                                          </p:val>
                                        </p:tav>
                                        <p:tav tm="100000">
                                          <p:val>
                                            <p:fltVal val="1"/>
                                          </p:val>
                                        </p:tav>
                                      </p:tavLst>
                                    </p:anim>
                                    <p:anim calcmode="lin" valueType="num">
                                      <p:cBhvr>
                                        <p:cTn id="463" dur="332" tmFilter="0, 0; 0.125,0.2665; 0.25,0.4; 0.375,0.465; 0.5,0.5;  0.625,0.535; 0.75,0.6; 0.875,0.7335; 1,1">
                                          <p:stCondLst>
                                            <p:cond delay="1324"/>
                                          </p:stCondLst>
                                        </p:cTn>
                                        <p:tgtEl>
                                          <p:spTgt spid="34"/>
                                        </p:tgtEl>
                                        <p:attrNameLst>
                                          <p:attrName>ppt_y</p:attrName>
                                        </p:attrNameLst>
                                      </p:cBhvr>
                                      <p:tavLst>
                                        <p:tav tm="0" fmla="#ppt_y-sin(pi*$)/27">
                                          <p:val>
                                            <p:fltVal val="0"/>
                                          </p:val>
                                        </p:tav>
                                        <p:tav tm="100000">
                                          <p:val>
                                            <p:fltVal val="1"/>
                                          </p:val>
                                        </p:tav>
                                      </p:tavLst>
                                    </p:anim>
                                    <p:anim calcmode="lin" valueType="num">
                                      <p:cBhvr>
                                        <p:cTn id="464" dur="164" tmFilter="0, 0; 0.125,0.2665; 0.25,0.4; 0.375,0.465; 0.5,0.5;  0.625,0.535; 0.75,0.6; 0.875,0.7335; 1,1">
                                          <p:stCondLst>
                                            <p:cond delay="1656"/>
                                          </p:stCondLst>
                                        </p:cTn>
                                        <p:tgtEl>
                                          <p:spTgt spid="34"/>
                                        </p:tgtEl>
                                        <p:attrNameLst>
                                          <p:attrName>ppt_y</p:attrName>
                                        </p:attrNameLst>
                                      </p:cBhvr>
                                      <p:tavLst>
                                        <p:tav tm="0" fmla="#ppt_y-sin(pi*$)/81">
                                          <p:val>
                                            <p:fltVal val="0"/>
                                          </p:val>
                                        </p:tav>
                                        <p:tav tm="100000">
                                          <p:val>
                                            <p:fltVal val="1"/>
                                          </p:val>
                                        </p:tav>
                                      </p:tavLst>
                                    </p:anim>
                                    <p:animScale>
                                      <p:cBhvr>
                                        <p:cTn id="465" dur="26">
                                          <p:stCondLst>
                                            <p:cond delay="650"/>
                                          </p:stCondLst>
                                        </p:cTn>
                                        <p:tgtEl>
                                          <p:spTgt spid="34"/>
                                        </p:tgtEl>
                                      </p:cBhvr>
                                      <p:to x="100000" y="60000"/>
                                    </p:animScale>
                                    <p:animScale>
                                      <p:cBhvr>
                                        <p:cTn id="466" dur="166" decel="50000">
                                          <p:stCondLst>
                                            <p:cond delay="676"/>
                                          </p:stCondLst>
                                        </p:cTn>
                                        <p:tgtEl>
                                          <p:spTgt spid="34"/>
                                        </p:tgtEl>
                                      </p:cBhvr>
                                      <p:to x="100000" y="100000"/>
                                    </p:animScale>
                                    <p:animScale>
                                      <p:cBhvr>
                                        <p:cTn id="467" dur="26">
                                          <p:stCondLst>
                                            <p:cond delay="1312"/>
                                          </p:stCondLst>
                                        </p:cTn>
                                        <p:tgtEl>
                                          <p:spTgt spid="34"/>
                                        </p:tgtEl>
                                      </p:cBhvr>
                                      <p:to x="100000" y="80000"/>
                                    </p:animScale>
                                    <p:animScale>
                                      <p:cBhvr>
                                        <p:cTn id="468" dur="166" decel="50000">
                                          <p:stCondLst>
                                            <p:cond delay="1338"/>
                                          </p:stCondLst>
                                        </p:cTn>
                                        <p:tgtEl>
                                          <p:spTgt spid="34"/>
                                        </p:tgtEl>
                                      </p:cBhvr>
                                      <p:to x="100000" y="100000"/>
                                    </p:animScale>
                                    <p:animScale>
                                      <p:cBhvr>
                                        <p:cTn id="469" dur="26">
                                          <p:stCondLst>
                                            <p:cond delay="1642"/>
                                          </p:stCondLst>
                                        </p:cTn>
                                        <p:tgtEl>
                                          <p:spTgt spid="34"/>
                                        </p:tgtEl>
                                      </p:cBhvr>
                                      <p:to x="100000" y="90000"/>
                                    </p:animScale>
                                    <p:animScale>
                                      <p:cBhvr>
                                        <p:cTn id="470" dur="166" decel="50000">
                                          <p:stCondLst>
                                            <p:cond delay="1668"/>
                                          </p:stCondLst>
                                        </p:cTn>
                                        <p:tgtEl>
                                          <p:spTgt spid="34"/>
                                        </p:tgtEl>
                                      </p:cBhvr>
                                      <p:to x="100000" y="100000"/>
                                    </p:animScale>
                                    <p:animScale>
                                      <p:cBhvr>
                                        <p:cTn id="471" dur="26">
                                          <p:stCondLst>
                                            <p:cond delay="1808"/>
                                          </p:stCondLst>
                                        </p:cTn>
                                        <p:tgtEl>
                                          <p:spTgt spid="34"/>
                                        </p:tgtEl>
                                      </p:cBhvr>
                                      <p:to x="100000" y="95000"/>
                                    </p:animScale>
                                    <p:animScale>
                                      <p:cBhvr>
                                        <p:cTn id="472" dur="166" decel="50000">
                                          <p:stCondLst>
                                            <p:cond delay="1834"/>
                                          </p:stCondLst>
                                        </p:cTn>
                                        <p:tgtEl>
                                          <p:spTgt spid="34"/>
                                        </p:tgtEl>
                                      </p:cBhvr>
                                      <p:to x="100000" y="100000"/>
                                    </p:animScale>
                                  </p:childTnLst>
                                </p:cTn>
                              </p:par>
                              <p:par>
                                <p:cTn id="473" presetID="26" presetClass="entr" presetSubtype="0" fill="hold" grpId="0" nodeType="withEffect">
                                  <p:stCondLst>
                                    <p:cond delay="0"/>
                                  </p:stCondLst>
                                  <p:childTnLst>
                                    <p:set>
                                      <p:cBhvr>
                                        <p:cTn id="474" dur="1" fill="hold">
                                          <p:stCondLst>
                                            <p:cond delay="0"/>
                                          </p:stCondLst>
                                        </p:cTn>
                                        <p:tgtEl>
                                          <p:spTgt spid="35"/>
                                        </p:tgtEl>
                                        <p:attrNameLst>
                                          <p:attrName>style.visibility</p:attrName>
                                        </p:attrNameLst>
                                      </p:cBhvr>
                                      <p:to>
                                        <p:strVal val="visible"/>
                                      </p:to>
                                    </p:set>
                                    <p:animEffect transition="in" filter="wipe(down)">
                                      <p:cBhvr>
                                        <p:cTn id="475" dur="580">
                                          <p:stCondLst>
                                            <p:cond delay="0"/>
                                          </p:stCondLst>
                                        </p:cTn>
                                        <p:tgtEl>
                                          <p:spTgt spid="35"/>
                                        </p:tgtEl>
                                      </p:cBhvr>
                                    </p:animEffect>
                                    <p:anim calcmode="lin" valueType="num">
                                      <p:cBhvr>
                                        <p:cTn id="476" dur="1822" tmFilter="0,0; 0.14,0.36; 0.43,0.73; 0.71,0.91; 1.0,1.0">
                                          <p:stCondLst>
                                            <p:cond delay="0"/>
                                          </p:stCondLst>
                                        </p:cTn>
                                        <p:tgtEl>
                                          <p:spTgt spid="35"/>
                                        </p:tgtEl>
                                        <p:attrNameLst>
                                          <p:attrName>ppt_x</p:attrName>
                                        </p:attrNameLst>
                                      </p:cBhvr>
                                      <p:tavLst>
                                        <p:tav tm="0">
                                          <p:val>
                                            <p:strVal val="#ppt_x-0.25"/>
                                          </p:val>
                                        </p:tav>
                                        <p:tav tm="100000">
                                          <p:val>
                                            <p:strVal val="#ppt_x"/>
                                          </p:val>
                                        </p:tav>
                                      </p:tavLst>
                                    </p:anim>
                                    <p:anim calcmode="lin" valueType="num">
                                      <p:cBhvr>
                                        <p:cTn id="477" dur="664" tmFilter="0.0,0.0; 0.25,0.07; 0.50,0.2; 0.75,0.467; 1.0,1.0">
                                          <p:stCondLst>
                                            <p:cond delay="0"/>
                                          </p:stCondLst>
                                        </p:cTn>
                                        <p:tgtEl>
                                          <p:spTgt spid="35"/>
                                        </p:tgtEl>
                                        <p:attrNameLst>
                                          <p:attrName>ppt_y</p:attrName>
                                        </p:attrNameLst>
                                      </p:cBhvr>
                                      <p:tavLst>
                                        <p:tav tm="0" fmla="#ppt_y-sin(pi*$)/3">
                                          <p:val>
                                            <p:fltVal val="0.5"/>
                                          </p:val>
                                        </p:tav>
                                        <p:tav tm="100000">
                                          <p:val>
                                            <p:fltVal val="1"/>
                                          </p:val>
                                        </p:tav>
                                      </p:tavLst>
                                    </p:anim>
                                    <p:anim calcmode="lin" valueType="num">
                                      <p:cBhvr>
                                        <p:cTn id="478" dur="664" tmFilter="0, 0; 0.125,0.2665; 0.25,0.4; 0.375,0.465; 0.5,0.5;  0.625,0.535; 0.75,0.6; 0.875,0.7335; 1,1">
                                          <p:stCondLst>
                                            <p:cond delay="664"/>
                                          </p:stCondLst>
                                        </p:cTn>
                                        <p:tgtEl>
                                          <p:spTgt spid="35"/>
                                        </p:tgtEl>
                                        <p:attrNameLst>
                                          <p:attrName>ppt_y</p:attrName>
                                        </p:attrNameLst>
                                      </p:cBhvr>
                                      <p:tavLst>
                                        <p:tav tm="0" fmla="#ppt_y-sin(pi*$)/9">
                                          <p:val>
                                            <p:fltVal val="0"/>
                                          </p:val>
                                        </p:tav>
                                        <p:tav tm="100000">
                                          <p:val>
                                            <p:fltVal val="1"/>
                                          </p:val>
                                        </p:tav>
                                      </p:tavLst>
                                    </p:anim>
                                    <p:anim calcmode="lin" valueType="num">
                                      <p:cBhvr>
                                        <p:cTn id="479" dur="332" tmFilter="0, 0; 0.125,0.2665; 0.25,0.4; 0.375,0.465; 0.5,0.5;  0.625,0.535; 0.75,0.6; 0.875,0.7335; 1,1">
                                          <p:stCondLst>
                                            <p:cond delay="1324"/>
                                          </p:stCondLst>
                                        </p:cTn>
                                        <p:tgtEl>
                                          <p:spTgt spid="35"/>
                                        </p:tgtEl>
                                        <p:attrNameLst>
                                          <p:attrName>ppt_y</p:attrName>
                                        </p:attrNameLst>
                                      </p:cBhvr>
                                      <p:tavLst>
                                        <p:tav tm="0" fmla="#ppt_y-sin(pi*$)/27">
                                          <p:val>
                                            <p:fltVal val="0"/>
                                          </p:val>
                                        </p:tav>
                                        <p:tav tm="100000">
                                          <p:val>
                                            <p:fltVal val="1"/>
                                          </p:val>
                                        </p:tav>
                                      </p:tavLst>
                                    </p:anim>
                                    <p:anim calcmode="lin" valueType="num">
                                      <p:cBhvr>
                                        <p:cTn id="480" dur="164" tmFilter="0, 0; 0.125,0.2665; 0.25,0.4; 0.375,0.465; 0.5,0.5;  0.625,0.535; 0.75,0.6; 0.875,0.7335; 1,1">
                                          <p:stCondLst>
                                            <p:cond delay="1656"/>
                                          </p:stCondLst>
                                        </p:cTn>
                                        <p:tgtEl>
                                          <p:spTgt spid="35"/>
                                        </p:tgtEl>
                                        <p:attrNameLst>
                                          <p:attrName>ppt_y</p:attrName>
                                        </p:attrNameLst>
                                      </p:cBhvr>
                                      <p:tavLst>
                                        <p:tav tm="0" fmla="#ppt_y-sin(pi*$)/81">
                                          <p:val>
                                            <p:fltVal val="0"/>
                                          </p:val>
                                        </p:tav>
                                        <p:tav tm="100000">
                                          <p:val>
                                            <p:fltVal val="1"/>
                                          </p:val>
                                        </p:tav>
                                      </p:tavLst>
                                    </p:anim>
                                    <p:animScale>
                                      <p:cBhvr>
                                        <p:cTn id="481" dur="26">
                                          <p:stCondLst>
                                            <p:cond delay="650"/>
                                          </p:stCondLst>
                                        </p:cTn>
                                        <p:tgtEl>
                                          <p:spTgt spid="35"/>
                                        </p:tgtEl>
                                      </p:cBhvr>
                                      <p:to x="100000" y="60000"/>
                                    </p:animScale>
                                    <p:animScale>
                                      <p:cBhvr>
                                        <p:cTn id="482" dur="166" decel="50000">
                                          <p:stCondLst>
                                            <p:cond delay="676"/>
                                          </p:stCondLst>
                                        </p:cTn>
                                        <p:tgtEl>
                                          <p:spTgt spid="35"/>
                                        </p:tgtEl>
                                      </p:cBhvr>
                                      <p:to x="100000" y="100000"/>
                                    </p:animScale>
                                    <p:animScale>
                                      <p:cBhvr>
                                        <p:cTn id="483" dur="26">
                                          <p:stCondLst>
                                            <p:cond delay="1312"/>
                                          </p:stCondLst>
                                        </p:cTn>
                                        <p:tgtEl>
                                          <p:spTgt spid="35"/>
                                        </p:tgtEl>
                                      </p:cBhvr>
                                      <p:to x="100000" y="80000"/>
                                    </p:animScale>
                                    <p:animScale>
                                      <p:cBhvr>
                                        <p:cTn id="484" dur="166" decel="50000">
                                          <p:stCondLst>
                                            <p:cond delay="1338"/>
                                          </p:stCondLst>
                                        </p:cTn>
                                        <p:tgtEl>
                                          <p:spTgt spid="35"/>
                                        </p:tgtEl>
                                      </p:cBhvr>
                                      <p:to x="100000" y="100000"/>
                                    </p:animScale>
                                    <p:animScale>
                                      <p:cBhvr>
                                        <p:cTn id="485" dur="26">
                                          <p:stCondLst>
                                            <p:cond delay="1642"/>
                                          </p:stCondLst>
                                        </p:cTn>
                                        <p:tgtEl>
                                          <p:spTgt spid="35"/>
                                        </p:tgtEl>
                                      </p:cBhvr>
                                      <p:to x="100000" y="90000"/>
                                    </p:animScale>
                                    <p:animScale>
                                      <p:cBhvr>
                                        <p:cTn id="486" dur="166" decel="50000">
                                          <p:stCondLst>
                                            <p:cond delay="1668"/>
                                          </p:stCondLst>
                                        </p:cTn>
                                        <p:tgtEl>
                                          <p:spTgt spid="35"/>
                                        </p:tgtEl>
                                      </p:cBhvr>
                                      <p:to x="100000" y="100000"/>
                                    </p:animScale>
                                    <p:animScale>
                                      <p:cBhvr>
                                        <p:cTn id="487" dur="26">
                                          <p:stCondLst>
                                            <p:cond delay="1808"/>
                                          </p:stCondLst>
                                        </p:cTn>
                                        <p:tgtEl>
                                          <p:spTgt spid="35"/>
                                        </p:tgtEl>
                                      </p:cBhvr>
                                      <p:to x="100000" y="95000"/>
                                    </p:animScale>
                                    <p:animScale>
                                      <p:cBhvr>
                                        <p:cTn id="488" dur="166" decel="50000">
                                          <p:stCondLst>
                                            <p:cond delay="1834"/>
                                          </p:stCondLst>
                                        </p:cTn>
                                        <p:tgtEl>
                                          <p:spTgt spid="35"/>
                                        </p:tgtEl>
                                      </p:cBhvr>
                                      <p:to x="100000" y="100000"/>
                                    </p:animScale>
                                  </p:childTnLst>
                                </p:cTn>
                              </p:par>
                              <p:par>
                                <p:cTn id="489" presetID="26" presetClass="entr" presetSubtype="0" fill="hold" grpId="0" nodeType="withEffect">
                                  <p:stCondLst>
                                    <p:cond delay="0"/>
                                  </p:stCondLst>
                                  <p:childTnLst>
                                    <p:set>
                                      <p:cBhvr>
                                        <p:cTn id="490" dur="1" fill="hold">
                                          <p:stCondLst>
                                            <p:cond delay="0"/>
                                          </p:stCondLst>
                                        </p:cTn>
                                        <p:tgtEl>
                                          <p:spTgt spid="36"/>
                                        </p:tgtEl>
                                        <p:attrNameLst>
                                          <p:attrName>style.visibility</p:attrName>
                                        </p:attrNameLst>
                                      </p:cBhvr>
                                      <p:to>
                                        <p:strVal val="visible"/>
                                      </p:to>
                                    </p:set>
                                    <p:animEffect transition="in" filter="wipe(down)">
                                      <p:cBhvr>
                                        <p:cTn id="491" dur="580">
                                          <p:stCondLst>
                                            <p:cond delay="0"/>
                                          </p:stCondLst>
                                        </p:cTn>
                                        <p:tgtEl>
                                          <p:spTgt spid="36"/>
                                        </p:tgtEl>
                                      </p:cBhvr>
                                    </p:animEffect>
                                    <p:anim calcmode="lin" valueType="num">
                                      <p:cBhvr>
                                        <p:cTn id="492" dur="1822" tmFilter="0,0; 0.14,0.36; 0.43,0.73; 0.71,0.91; 1.0,1.0">
                                          <p:stCondLst>
                                            <p:cond delay="0"/>
                                          </p:stCondLst>
                                        </p:cTn>
                                        <p:tgtEl>
                                          <p:spTgt spid="36"/>
                                        </p:tgtEl>
                                        <p:attrNameLst>
                                          <p:attrName>ppt_x</p:attrName>
                                        </p:attrNameLst>
                                      </p:cBhvr>
                                      <p:tavLst>
                                        <p:tav tm="0">
                                          <p:val>
                                            <p:strVal val="#ppt_x-0.25"/>
                                          </p:val>
                                        </p:tav>
                                        <p:tav tm="100000">
                                          <p:val>
                                            <p:strVal val="#ppt_x"/>
                                          </p:val>
                                        </p:tav>
                                      </p:tavLst>
                                    </p:anim>
                                    <p:anim calcmode="lin" valueType="num">
                                      <p:cBhvr>
                                        <p:cTn id="493" dur="664" tmFilter="0.0,0.0; 0.25,0.07; 0.50,0.2; 0.75,0.467; 1.0,1.0">
                                          <p:stCondLst>
                                            <p:cond delay="0"/>
                                          </p:stCondLst>
                                        </p:cTn>
                                        <p:tgtEl>
                                          <p:spTgt spid="36"/>
                                        </p:tgtEl>
                                        <p:attrNameLst>
                                          <p:attrName>ppt_y</p:attrName>
                                        </p:attrNameLst>
                                      </p:cBhvr>
                                      <p:tavLst>
                                        <p:tav tm="0" fmla="#ppt_y-sin(pi*$)/3">
                                          <p:val>
                                            <p:fltVal val="0.5"/>
                                          </p:val>
                                        </p:tav>
                                        <p:tav tm="100000">
                                          <p:val>
                                            <p:fltVal val="1"/>
                                          </p:val>
                                        </p:tav>
                                      </p:tavLst>
                                    </p:anim>
                                    <p:anim calcmode="lin" valueType="num">
                                      <p:cBhvr>
                                        <p:cTn id="494" dur="664" tmFilter="0, 0; 0.125,0.2665; 0.25,0.4; 0.375,0.465; 0.5,0.5;  0.625,0.535; 0.75,0.6; 0.875,0.7335; 1,1">
                                          <p:stCondLst>
                                            <p:cond delay="664"/>
                                          </p:stCondLst>
                                        </p:cTn>
                                        <p:tgtEl>
                                          <p:spTgt spid="36"/>
                                        </p:tgtEl>
                                        <p:attrNameLst>
                                          <p:attrName>ppt_y</p:attrName>
                                        </p:attrNameLst>
                                      </p:cBhvr>
                                      <p:tavLst>
                                        <p:tav tm="0" fmla="#ppt_y-sin(pi*$)/9">
                                          <p:val>
                                            <p:fltVal val="0"/>
                                          </p:val>
                                        </p:tav>
                                        <p:tav tm="100000">
                                          <p:val>
                                            <p:fltVal val="1"/>
                                          </p:val>
                                        </p:tav>
                                      </p:tavLst>
                                    </p:anim>
                                    <p:anim calcmode="lin" valueType="num">
                                      <p:cBhvr>
                                        <p:cTn id="495" dur="332" tmFilter="0, 0; 0.125,0.2665; 0.25,0.4; 0.375,0.465; 0.5,0.5;  0.625,0.535; 0.75,0.6; 0.875,0.7335; 1,1">
                                          <p:stCondLst>
                                            <p:cond delay="1324"/>
                                          </p:stCondLst>
                                        </p:cTn>
                                        <p:tgtEl>
                                          <p:spTgt spid="36"/>
                                        </p:tgtEl>
                                        <p:attrNameLst>
                                          <p:attrName>ppt_y</p:attrName>
                                        </p:attrNameLst>
                                      </p:cBhvr>
                                      <p:tavLst>
                                        <p:tav tm="0" fmla="#ppt_y-sin(pi*$)/27">
                                          <p:val>
                                            <p:fltVal val="0"/>
                                          </p:val>
                                        </p:tav>
                                        <p:tav tm="100000">
                                          <p:val>
                                            <p:fltVal val="1"/>
                                          </p:val>
                                        </p:tav>
                                      </p:tavLst>
                                    </p:anim>
                                    <p:anim calcmode="lin" valueType="num">
                                      <p:cBhvr>
                                        <p:cTn id="496" dur="164" tmFilter="0, 0; 0.125,0.2665; 0.25,0.4; 0.375,0.465; 0.5,0.5;  0.625,0.535; 0.75,0.6; 0.875,0.7335; 1,1">
                                          <p:stCondLst>
                                            <p:cond delay="1656"/>
                                          </p:stCondLst>
                                        </p:cTn>
                                        <p:tgtEl>
                                          <p:spTgt spid="36"/>
                                        </p:tgtEl>
                                        <p:attrNameLst>
                                          <p:attrName>ppt_y</p:attrName>
                                        </p:attrNameLst>
                                      </p:cBhvr>
                                      <p:tavLst>
                                        <p:tav tm="0" fmla="#ppt_y-sin(pi*$)/81">
                                          <p:val>
                                            <p:fltVal val="0"/>
                                          </p:val>
                                        </p:tav>
                                        <p:tav tm="100000">
                                          <p:val>
                                            <p:fltVal val="1"/>
                                          </p:val>
                                        </p:tav>
                                      </p:tavLst>
                                    </p:anim>
                                    <p:animScale>
                                      <p:cBhvr>
                                        <p:cTn id="497" dur="26">
                                          <p:stCondLst>
                                            <p:cond delay="650"/>
                                          </p:stCondLst>
                                        </p:cTn>
                                        <p:tgtEl>
                                          <p:spTgt spid="36"/>
                                        </p:tgtEl>
                                      </p:cBhvr>
                                      <p:to x="100000" y="60000"/>
                                    </p:animScale>
                                    <p:animScale>
                                      <p:cBhvr>
                                        <p:cTn id="498" dur="166" decel="50000">
                                          <p:stCondLst>
                                            <p:cond delay="676"/>
                                          </p:stCondLst>
                                        </p:cTn>
                                        <p:tgtEl>
                                          <p:spTgt spid="36"/>
                                        </p:tgtEl>
                                      </p:cBhvr>
                                      <p:to x="100000" y="100000"/>
                                    </p:animScale>
                                    <p:animScale>
                                      <p:cBhvr>
                                        <p:cTn id="499" dur="26">
                                          <p:stCondLst>
                                            <p:cond delay="1312"/>
                                          </p:stCondLst>
                                        </p:cTn>
                                        <p:tgtEl>
                                          <p:spTgt spid="36"/>
                                        </p:tgtEl>
                                      </p:cBhvr>
                                      <p:to x="100000" y="80000"/>
                                    </p:animScale>
                                    <p:animScale>
                                      <p:cBhvr>
                                        <p:cTn id="500" dur="166" decel="50000">
                                          <p:stCondLst>
                                            <p:cond delay="1338"/>
                                          </p:stCondLst>
                                        </p:cTn>
                                        <p:tgtEl>
                                          <p:spTgt spid="36"/>
                                        </p:tgtEl>
                                      </p:cBhvr>
                                      <p:to x="100000" y="100000"/>
                                    </p:animScale>
                                    <p:animScale>
                                      <p:cBhvr>
                                        <p:cTn id="501" dur="26">
                                          <p:stCondLst>
                                            <p:cond delay="1642"/>
                                          </p:stCondLst>
                                        </p:cTn>
                                        <p:tgtEl>
                                          <p:spTgt spid="36"/>
                                        </p:tgtEl>
                                      </p:cBhvr>
                                      <p:to x="100000" y="90000"/>
                                    </p:animScale>
                                    <p:animScale>
                                      <p:cBhvr>
                                        <p:cTn id="502" dur="166" decel="50000">
                                          <p:stCondLst>
                                            <p:cond delay="1668"/>
                                          </p:stCondLst>
                                        </p:cTn>
                                        <p:tgtEl>
                                          <p:spTgt spid="36"/>
                                        </p:tgtEl>
                                      </p:cBhvr>
                                      <p:to x="100000" y="100000"/>
                                    </p:animScale>
                                    <p:animScale>
                                      <p:cBhvr>
                                        <p:cTn id="503" dur="26">
                                          <p:stCondLst>
                                            <p:cond delay="1808"/>
                                          </p:stCondLst>
                                        </p:cTn>
                                        <p:tgtEl>
                                          <p:spTgt spid="36"/>
                                        </p:tgtEl>
                                      </p:cBhvr>
                                      <p:to x="100000" y="95000"/>
                                    </p:animScale>
                                    <p:animScale>
                                      <p:cBhvr>
                                        <p:cTn id="504" dur="166" decel="50000">
                                          <p:stCondLst>
                                            <p:cond delay="1834"/>
                                          </p:stCondLst>
                                        </p:cTn>
                                        <p:tgtEl>
                                          <p:spTgt spid="36"/>
                                        </p:tgtEl>
                                      </p:cBhvr>
                                      <p:to x="100000" y="100000"/>
                                    </p:animScale>
                                  </p:childTnLst>
                                </p:cTn>
                              </p:par>
                              <p:par>
                                <p:cTn id="505" presetID="26" presetClass="entr" presetSubtype="0" fill="hold" grpId="0" nodeType="withEffect">
                                  <p:stCondLst>
                                    <p:cond delay="0"/>
                                  </p:stCondLst>
                                  <p:childTnLst>
                                    <p:set>
                                      <p:cBhvr>
                                        <p:cTn id="506" dur="1" fill="hold">
                                          <p:stCondLst>
                                            <p:cond delay="0"/>
                                          </p:stCondLst>
                                        </p:cTn>
                                        <p:tgtEl>
                                          <p:spTgt spid="60"/>
                                        </p:tgtEl>
                                        <p:attrNameLst>
                                          <p:attrName>style.visibility</p:attrName>
                                        </p:attrNameLst>
                                      </p:cBhvr>
                                      <p:to>
                                        <p:strVal val="visible"/>
                                      </p:to>
                                    </p:set>
                                    <p:animEffect transition="in" filter="wipe(down)">
                                      <p:cBhvr>
                                        <p:cTn id="507" dur="580">
                                          <p:stCondLst>
                                            <p:cond delay="0"/>
                                          </p:stCondLst>
                                        </p:cTn>
                                        <p:tgtEl>
                                          <p:spTgt spid="60"/>
                                        </p:tgtEl>
                                      </p:cBhvr>
                                    </p:animEffect>
                                    <p:anim calcmode="lin" valueType="num">
                                      <p:cBhvr>
                                        <p:cTn id="508" dur="1822" tmFilter="0,0; 0.14,0.36; 0.43,0.73; 0.71,0.91; 1.0,1.0">
                                          <p:stCondLst>
                                            <p:cond delay="0"/>
                                          </p:stCondLst>
                                        </p:cTn>
                                        <p:tgtEl>
                                          <p:spTgt spid="60"/>
                                        </p:tgtEl>
                                        <p:attrNameLst>
                                          <p:attrName>ppt_x</p:attrName>
                                        </p:attrNameLst>
                                      </p:cBhvr>
                                      <p:tavLst>
                                        <p:tav tm="0">
                                          <p:val>
                                            <p:strVal val="#ppt_x-0.25"/>
                                          </p:val>
                                        </p:tav>
                                        <p:tav tm="100000">
                                          <p:val>
                                            <p:strVal val="#ppt_x"/>
                                          </p:val>
                                        </p:tav>
                                      </p:tavLst>
                                    </p:anim>
                                    <p:anim calcmode="lin" valueType="num">
                                      <p:cBhvr>
                                        <p:cTn id="509" dur="664" tmFilter="0.0,0.0; 0.25,0.07; 0.50,0.2; 0.75,0.467; 1.0,1.0">
                                          <p:stCondLst>
                                            <p:cond delay="0"/>
                                          </p:stCondLst>
                                        </p:cTn>
                                        <p:tgtEl>
                                          <p:spTgt spid="60"/>
                                        </p:tgtEl>
                                        <p:attrNameLst>
                                          <p:attrName>ppt_y</p:attrName>
                                        </p:attrNameLst>
                                      </p:cBhvr>
                                      <p:tavLst>
                                        <p:tav tm="0" fmla="#ppt_y-sin(pi*$)/3">
                                          <p:val>
                                            <p:fltVal val="0.5"/>
                                          </p:val>
                                        </p:tav>
                                        <p:tav tm="100000">
                                          <p:val>
                                            <p:fltVal val="1"/>
                                          </p:val>
                                        </p:tav>
                                      </p:tavLst>
                                    </p:anim>
                                    <p:anim calcmode="lin" valueType="num">
                                      <p:cBhvr>
                                        <p:cTn id="510" dur="664" tmFilter="0, 0; 0.125,0.2665; 0.25,0.4; 0.375,0.465; 0.5,0.5;  0.625,0.535; 0.75,0.6; 0.875,0.7335; 1,1">
                                          <p:stCondLst>
                                            <p:cond delay="664"/>
                                          </p:stCondLst>
                                        </p:cTn>
                                        <p:tgtEl>
                                          <p:spTgt spid="60"/>
                                        </p:tgtEl>
                                        <p:attrNameLst>
                                          <p:attrName>ppt_y</p:attrName>
                                        </p:attrNameLst>
                                      </p:cBhvr>
                                      <p:tavLst>
                                        <p:tav tm="0" fmla="#ppt_y-sin(pi*$)/9">
                                          <p:val>
                                            <p:fltVal val="0"/>
                                          </p:val>
                                        </p:tav>
                                        <p:tav tm="100000">
                                          <p:val>
                                            <p:fltVal val="1"/>
                                          </p:val>
                                        </p:tav>
                                      </p:tavLst>
                                    </p:anim>
                                    <p:anim calcmode="lin" valueType="num">
                                      <p:cBhvr>
                                        <p:cTn id="511" dur="332" tmFilter="0, 0; 0.125,0.2665; 0.25,0.4; 0.375,0.465; 0.5,0.5;  0.625,0.535; 0.75,0.6; 0.875,0.7335; 1,1">
                                          <p:stCondLst>
                                            <p:cond delay="1324"/>
                                          </p:stCondLst>
                                        </p:cTn>
                                        <p:tgtEl>
                                          <p:spTgt spid="60"/>
                                        </p:tgtEl>
                                        <p:attrNameLst>
                                          <p:attrName>ppt_y</p:attrName>
                                        </p:attrNameLst>
                                      </p:cBhvr>
                                      <p:tavLst>
                                        <p:tav tm="0" fmla="#ppt_y-sin(pi*$)/27">
                                          <p:val>
                                            <p:fltVal val="0"/>
                                          </p:val>
                                        </p:tav>
                                        <p:tav tm="100000">
                                          <p:val>
                                            <p:fltVal val="1"/>
                                          </p:val>
                                        </p:tav>
                                      </p:tavLst>
                                    </p:anim>
                                    <p:anim calcmode="lin" valueType="num">
                                      <p:cBhvr>
                                        <p:cTn id="512" dur="164" tmFilter="0, 0; 0.125,0.2665; 0.25,0.4; 0.375,0.465; 0.5,0.5;  0.625,0.535; 0.75,0.6; 0.875,0.7335; 1,1">
                                          <p:stCondLst>
                                            <p:cond delay="1656"/>
                                          </p:stCondLst>
                                        </p:cTn>
                                        <p:tgtEl>
                                          <p:spTgt spid="60"/>
                                        </p:tgtEl>
                                        <p:attrNameLst>
                                          <p:attrName>ppt_y</p:attrName>
                                        </p:attrNameLst>
                                      </p:cBhvr>
                                      <p:tavLst>
                                        <p:tav tm="0" fmla="#ppt_y-sin(pi*$)/81">
                                          <p:val>
                                            <p:fltVal val="0"/>
                                          </p:val>
                                        </p:tav>
                                        <p:tav tm="100000">
                                          <p:val>
                                            <p:fltVal val="1"/>
                                          </p:val>
                                        </p:tav>
                                      </p:tavLst>
                                    </p:anim>
                                    <p:animScale>
                                      <p:cBhvr>
                                        <p:cTn id="513" dur="26">
                                          <p:stCondLst>
                                            <p:cond delay="650"/>
                                          </p:stCondLst>
                                        </p:cTn>
                                        <p:tgtEl>
                                          <p:spTgt spid="60"/>
                                        </p:tgtEl>
                                      </p:cBhvr>
                                      <p:to x="100000" y="60000"/>
                                    </p:animScale>
                                    <p:animScale>
                                      <p:cBhvr>
                                        <p:cTn id="514" dur="166" decel="50000">
                                          <p:stCondLst>
                                            <p:cond delay="676"/>
                                          </p:stCondLst>
                                        </p:cTn>
                                        <p:tgtEl>
                                          <p:spTgt spid="60"/>
                                        </p:tgtEl>
                                      </p:cBhvr>
                                      <p:to x="100000" y="100000"/>
                                    </p:animScale>
                                    <p:animScale>
                                      <p:cBhvr>
                                        <p:cTn id="515" dur="26">
                                          <p:stCondLst>
                                            <p:cond delay="1312"/>
                                          </p:stCondLst>
                                        </p:cTn>
                                        <p:tgtEl>
                                          <p:spTgt spid="60"/>
                                        </p:tgtEl>
                                      </p:cBhvr>
                                      <p:to x="100000" y="80000"/>
                                    </p:animScale>
                                    <p:animScale>
                                      <p:cBhvr>
                                        <p:cTn id="516" dur="166" decel="50000">
                                          <p:stCondLst>
                                            <p:cond delay="1338"/>
                                          </p:stCondLst>
                                        </p:cTn>
                                        <p:tgtEl>
                                          <p:spTgt spid="60"/>
                                        </p:tgtEl>
                                      </p:cBhvr>
                                      <p:to x="100000" y="100000"/>
                                    </p:animScale>
                                    <p:animScale>
                                      <p:cBhvr>
                                        <p:cTn id="517" dur="26">
                                          <p:stCondLst>
                                            <p:cond delay="1642"/>
                                          </p:stCondLst>
                                        </p:cTn>
                                        <p:tgtEl>
                                          <p:spTgt spid="60"/>
                                        </p:tgtEl>
                                      </p:cBhvr>
                                      <p:to x="100000" y="90000"/>
                                    </p:animScale>
                                    <p:animScale>
                                      <p:cBhvr>
                                        <p:cTn id="518" dur="166" decel="50000">
                                          <p:stCondLst>
                                            <p:cond delay="1668"/>
                                          </p:stCondLst>
                                        </p:cTn>
                                        <p:tgtEl>
                                          <p:spTgt spid="60"/>
                                        </p:tgtEl>
                                      </p:cBhvr>
                                      <p:to x="100000" y="100000"/>
                                    </p:animScale>
                                    <p:animScale>
                                      <p:cBhvr>
                                        <p:cTn id="519" dur="26">
                                          <p:stCondLst>
                                            <p:cond delay="1808"/>
                                          </p:stCondLst>
                                        </p:cTn>
                                        <p:tgtEl>
                                          <p:spTgt spid="60"/>
                                        </p:tgtEl>
                                      </p:cBhvr>
                                      <p:to x="100000" y="95000"/>
                                    </p:animScale>
                                    <p:animScale>
                                      <p:cBhvr>
                                        <p:cTn id="520" dur="166" decel="50000">
                                          <p:stCondLst>
                                            <p:cond delay="1834"/>
                                          </p:stCondLst>
                                        </p:cTn>
                                        <p:tgtEl>
                                          <p:spTgt spid="60"/>
                                        </p:tgtEl>
                                      </p:cBhvr>
                                      <p:to x="100000" y="100000"/>
                                    </p:animScale>
                                  </p:childTnLst>
                                </p:cTn>
                              </p:par>
                              <p:par>
                                <p:cTn id="521" presetID="26" presetClass="entr" presetSubtype="0" fill="hold" grpId="0" nodeType="withEffect">
                                  <p:stCondLst>
                                    <p:cond delay="0"/>
                                  </p:stCondLst>
                                  <p:childTnLst>
                                    <p:set>
                                      <p:cBhvr>
                                        <p:cTn id="522" dur="1" fill="hold">
                                          <p:stCondLst>
                                            <p:cond delay="0"/>
                                          </p:stCondLst>
                                        </p:cTn>
                                        <p:tgtEl>
                                          <p:spTgt spid="70"/>
                                        </p:tgtEl>
                                        <p:attrNameLst>
                                          <p:attrName>style.visibility</p:attrName>
                                        </p:attrNameLst>
                                      </p:cBhvr>
                                      <p:to>
                                        <p:strVal val="visible"/>
                                      </p:to>
                                    </p:set>
                                    <p:animEffect transition="in" filter="wipe(down)">
                                      <p:cBhvr>
                                        <p:cTn id="523" dur="580">
                                          <p:stCondLst>
                                            <p:cond delay="0"/>
                                          </p:stCondLst>
                                        </p:cTn>
                                        <p:tgtEl>
                                          <p:spTgt spid="70"/>
                                        </p:tgtEl>
                                      </p:cBhvr>
                                    </p:animEffect>
                                    <p:anim calcmode="lin" valueType="num">
                                      <p:cBhvr>
                                        <p:cTn id="524" dur="1822" tmFilter="0,0; 0.14,0.36; 0.43,0.73; 0.71,0.91; 1.0,1.0">
                                          <p:stCondLst>
                                            <p:cond delay="0"/>
                                          </p:stCondLst>
                                        </p:cTn>
                                        <p:tgtEl>
                                          <p:spTgt spid="70"/>
                                        </p:tgtEl>
                                        <p:attrNameLst>
                                          <p:attrName>ppt_x</p:attrName>
                                        </p:attrNameLst>
                                      </p:cBhvr>
                                      <p:tavLst>
                                        <p:tav tm="0">
                                          <p:val>
                                            <p:strVal val="#ppt_x-0.25"/>
                                          </p:val>
                                        </p:tav>
                                        <p:tav tm="100000">
                                          <p:val>
                                            <p:strVal val="#ppt_x"/>
                                          </p:val>
                                        </p:tav>
                                      </p:tavLst>
                                    </p:anim>
                                    <p:anim calcmode="lin" valueType="num">
                                      <p:cBhvr>
                                        <p:cTn id="525" dur="664" tmFilter="0.0,0.0; 0.25,0.07; 0.50,0.2; 0.75,0.467; 1.0,1.0">
                                          <p:stCondLst>
                                            <p:cond delay="0"/>
                                          </p:stCondLst>
                                        </p:cTn>
                                        <p:tgtEl>
                                          <p:spTgt spid="70"/>
                                        </p:tgtEl>
                                        <p:attrNameLst>
                                          <p:attrName>ppt_y</p:attrName>
                                        </p:attrNameLst>
                                      </p:cBhvr>
                                      <p:tavLst>
                                        <p:tav tm="0" fmla="#ppt_y-sin(pi*$)/3">
                                          <p:val>
                                            <p:fltVal val="0.5"/>
                                          </p:val>
                                        </p:tav>
                                        <p:tav tm="100000">
                                          <p:val>
                                            <p:fltVal val="1"/>
                                          </p:val>
                                        </p:tav>
                                      </p:tavLst>
                                    </p:anim>
                                    <p:anim calcmode="lin" valueType="num">
                                      <p:cBhvr>
                                        <p:cTn id="526" dur="664" tmFilter="0, 0; 0.125,0.2665; 0.25,0.4; 0.375,0.465; 0.5,0.5;  0.625,0.535; 0.75,0.6; 0.875,0.7335; 1,1">
                                          <p:stCondLst>
                                            <p:cond delay="664"/>
                                          </p:stCondLst>
                                        </p:cTn>
                                        <p:tgtEl>
                                          <p:spTgt spid="70"/>
                                        </p:tgtEl>
                                        <p:attrNameLst>
                                          <p:attrName>ppt_y</p:attrName>
                                        </p:attrNameLst>
                                      </p:cBhvr>
                                      <p:tavLst>
                                        <p:tav tm="0" fmla="#ppt_y-sin(pi*$)/9">
                                          <p:val>
                                            <p:fltVal val="0"/>
                                          </p:val>
                                        </p:tav>
                                        <p:tav tm="100000">
                                          <p:val>
                                            <p:fltVal val="1"/>
                                          </p:val>
                                        </p:tav>
                                      </p:tavLst>
                                    </p:anim>
                                    <p:anim calcmode="lin" valueType="num">
                                      <p:cBhvr>
                                        <p:cTn id="527" dur="332" tmFilter="0, 0; 0.125,0.2665; 0.25,0.4; 0.375,0.465; 0.5,0.5;  0.625,0.535; 0.75,0.6; 0.875,0.7335; 1,1">
                                          <p:stCondLst>
                                            <p:cond delay="1324"/>
                                          </p:stCondLst>
                                        </p:cTn>
                                        <p:tgtEl>
                                          <p:spTgt spid="70"/>
                                        </p:tgtEl>
                                        <p:attrNameLst>
                                          <p:attrName>ppt_y</p:attrName>
                                        </p:attrNameLst>
                                      </p:cBhvr>
                                      <p:tavLst>
                                        <p:tav tm="0" fmla="#ppt_y-sin(pi*$)/27">
                                          <p:val>
                                            <p:fltVal val="0"/>
                                          </p:val>
                                        </p:tav>
                                        <p:tav tm="100000">
                                          <p:val>
                                            <p:fltVal val="1"/>
                                          </p:val>
                                        </p:tav>
                                      </p:tavLst>
                                    </p:anim>
                                    <p:anim calcmode="lin" valueType="num">
                                      <p:cBhvr>
                                        <p:cTn id="528" dur="164" tmFilter="0, 0; 0.125,0.2665; 0.25,0.4; 0.375,0.465; 0.5,0.5;  0.625,0.535; 0.75,0.6; 0.875,0.7335; 1,1">
                                          <p:stCondLst>
                                            <p:cond delay="1656"/>
                                          </p:stCondLst>
                                        </p:cTn>
                                        <p:tgtEl>
                                          <p:spTgt spid="70"/>
                                        </p:tgtEl>
                                        <p:attrNameLst>
                                          <p:attrName>ppt_y</p:attrName>
                                        </p:attrNameLst>
                                      </p:cBhvr>
                                      <p:tavLst>
                                        <p:tav tm="0" fmla="#ppt_y-sin(pi*$)/81">
                                          <p:val>
                                            <p:fltVal val="0"/>
                                          </p:val>
                                        </p:tav>
                                        <p:tav tm="100000">
                                          <p:val>
                                            <p:fltVal val="1"/>
                                          </p:val>
                                        </p:tav>
                                      </p:tavLst>
                                    </p:anim>
                                    <p:animScale>
                                      <p:cBhvr>
                                        <p:cTn id="529" dur="26">
                                          <p:stCondLst>
                                            <p:cond delay="650"/>
                                          </p:stCondLst>
                                        </p:cTn>
                                        <p:tgtEl>
                                          <p:spTgt spid="70"/>
                                        </p:tgtEl>
                                      </p:cBhvr>
                                      <p:to x="100000" y="60000"/>
                                    </p:animScale>
                                    <p:animScale>
                                      <p:cBhvr>
                                        <p:cTn id="530" dur="166" decel="50000">
                                          <p:stCondLst>
                                            <p:cond delay="676"/>
                                          </p:stCondLst>
                                        </p:cTn>
                                        <p:tgtEl>
                                          <p:spTgt spid="70"/>
                                        </p:tgtEl>
                                      </p:cBhvr>
                                      <p:to x="100000" y="100000"/>
                                    </p:animScale>
                                    <p:animScale>
                                      <p:cBhvr>
                                        <p:cTn id="531" dur="26">
                                          <p:stCondLst>
                                            <p:cond delay="1312"/>
                                          </p:stCondLst>
                                        </p:cTn>
                                        <p:tgtEl>
                                          <p:spTgt spid="70"/>
                                        </p:tgtEl>
                                      </p:cBhvr>
                                      <p:to x="100000" y="80000"/>
                                    </p:animScale>
                                    <p:animScale>
                                      <p:cBhvr>
                                        <p:cTn id="532" dur="166" decel="50000">
                                          <p:stCondLst>
                                            <p:cond delay="1338"/>
                                          </p:stCondLst>
                                        </p:cTn>
                                        <p:tgtEl>
                                          <p:spTgt spid="70"/>
                                        </p:tgtEl>
                                      </p:cBhvr>
                                      <p:to x="100000" y="100000"/>
                                    </p:animScale>
                                    <p:animScale>
                                      <p:cBhvr>
                                        <p:cTn id="533" dur="26">
                                          <p:stCondLst>
                                            <p:cond delay="1642"/>
                                          </p:stCondLst>
                                        </p:cTn>
                                        <p:tgtEl>
                                          <p:spTgt spid="70"/>
                                        </p:tgtEl>
                                      </p:cBhvr>
                                      <p:to x="100000" y="90000"/>
                                    </p:animScale>
                                    <p:animScale>
                                      <p:cBhvr>
                                        <p:cTn id="534" dur="166" decel="50000">
                                          <p:stCondLst>
                                            <p:cond delay="1668"/>
                                          </p:stCondLst>
                                        </p:cTn>
                                        <p:tgtEl>
                                          <p:spTgt spid="70"/>
                                        </p:tgtEl>
                                      </p:cBhvr>
                                      <p:to x="100000" y="100000"/>
                                    </p:animScale>
                                    <p:animScale>
                                      <p:cBhvr>
                                        <p:cTn id="535" dur="26">
                                          <p:stCondLst>
                                            <p:cond delay="1808"/>
                                          </p:stCondLst>
                                        </p:cTn>
                                        <p:tgtEl>
                                          <p:spTgt spid="70"/>
                                        </p:tgtEl>
                                      </p:cBhvr>
                                      <p:to x="100000" y="95000"/>
                                    </p:animScale>
                                    <p:animScale>
                                      <p:cBhvr>
                                        <p:cTn id="536" dur="166" decel="50000">
                                          <p:stCondLst>
                                            <p:cond delay="1834"/>
                                          </p:stCondLst>
                                        </p:cTn>
                                        <p:tgtEl>
                                          <p:spTgt spid="70"/>
                                        </p:tgtEl>
                                      </p:cBhvr>
                                      <p:to x="100000" y="100000"/>
                                    </p:animScale>
                                  </p:childTnLst>
                                </p:cTn>
                              </p:par>
                              <p:par>
                                <p:cTn id="537" presetID="26" presetClass="entr" presetSubtype="0" fill="hold" grpId="0" nodeType="withEffect">
                                  <p:stCondLst>
                                    <p:cond delay="0"/>
                                  </p:stCondLst>
                                  <p:childTnLst>
                                    <p:set>
                                      <p:cBhvr>
                                        <p:cTn id="538" dur="1" fill="hold">
                                          <p:stCondLst>
                                            <p:cond delay="0"/>
                                          </p:stCondLst>
                                        </p:cTn>
                                        <p:tgtEl>
                                          <p:spTgt spid="71"/>
                                        </p:tgtEl>
                                        <p:attrNameLst>
                                          <p:attrName>style.visibility</p:attrName>
                                        </p:attrNameLst>
                                      </p:cBhvr>
                                      <p:to>
                                        <p:strVal val="visible"/>
                                      </p:to>
                                    </p:set>
                                    <p:animEffect transition="in" filter="wipe(down)">
                                      <p:cBhvr>
                                        <p:cTn id="539" dur="580">
                                          <p:stCondLst>
                                            <p:cond delay="0"/>
                                          </p:stCondLst>
                                        </p:cTn>
                                        <p:tgtEl>
                                          <p:spTgt spid="71"/>
                                        </p:tgtEl>
                                      </p:cBhvr>
                                    </p:animEffect>
                                    <p:anim calcmode="lin" valueType="num">
                                      <p:cBhvr>
                                        <p:cTn id="540" dur="1822" tmFilter="0,0; 0.14,0.36; 0.43,0.73; 0.71,0.91; 1.0,1.0">
                                          <p:stCondLst>
                                            <p:cond delay="0"/>
                                          </p:stCondLst>
                                        </p:cTn>
                                        <p:tgtEl>
                                          <p:spTgt spid="71"/>
                                        </p:tgtEl>
                                        <p:attrNameLst>
                                          <p:attrName>ppt_x</p:attrName>
                                        </p:attrNameLst>
                                      </p:cBhvr>
                                      <p:tavLst>
                                        <p:tav tm="0">
                                          <p:val>
                                            <p:strVal val="#ppt_x-0.25"/>
                                          </p:val>
                                        </p:tav>
                                        <p:tav tm="100000">
                                          <p:val>
                                            <p:strVal val="#ppt_x"/>
                                          </p:val>
                                        </p:tav>
                                      </p:tavLst>
                                    </p:anim>
                                    <p:anim calcmode="lin" valueType="num">
                                      <p:cBhvr>
                                        <p:cTn id="541" dur="664" tmFilter="0.0,0.0; 0.25,0.07; 0.50,0.2; 0.75,0.467; 1.0,1.0">
                                          <p:stCondLst>
                                            <p:cond delay="0"/>
                                          </p:stCondLst>
                                        </p:cTn>
                                        <p:tgtEl>
                                          <p:spTgt spid="71"/>
                                        </p:tgtEl>
                                        <p:attrNameLst>
                                          <p:attrName>ppt_y</p:attrName>
                                        </p:attrNameLst>
                                      </p:cBhvr>
                                      <p:tavLst>
                                        <p:tav tm="0" fmla="#ppt_y-sin(pi*$)/3">
                                          <p:val>
                                            <p:fltVal val="0.5"/>
                                          </p:val>
                                        </p:tav>
                                        <p:tav tm="100000">
                                          <p:val>
                                            <p:fltVal val="1"/>
                                          </p:val>
                                        </p:tav>
                                      </p:tavLst>
                                    </p:anim>
                                    <p:anim calcmode="lin" valueType="num">
                                      <p:cBhvr>
                                        <p:cTn id="542" dur="664" tmFilter="0, 0; 0.125,0.2665; 0.25,0.4; 0.375,0.465; 0.5,0.5;  0.625,0.535; 0.75,0.6; 0.875,0.7335; 1,1">
                                          <p:stCondLst>
                                            <p:cond delay="664"/>
                                          </p:stCondLst>
                                        </p:cTn>
                                        <p:tgtEl>
                                          <p:spTgt spid="71"/>
                                        </p:tgtEl>
                                        <p:attrNameLst>
                                          <p:attrName>ppt_y</p:attrName>
                                        </p:attrNameLst>
                                      </p:cBhvr>
                                      <p:tavLst>
                                        <p:tav tm="0" fmla="#ppt_y-sin(pi*$)/9">
                                          <p:val>
                                            <p:fltVal val="0"/>
                                          </p:val>
                                        </p:tav>
                                        <p:tav tm="100000">
                                          <p:val>
                                            <p:fltVal val="1"/>
                                          </p:val>
                                        </p:tav>
                                      </p:tavLst>
                                    </p:anim>
                                    <p:anim calcmode="lin" valueType="num">
                                      <p:cBhvr>
                                        <p:cTn id="543" dur="332" tmFilter="0, 0; 0.125,0.2665; 0.25,0.4; 0.375,0.465; 0.5,0.5;  0.625,0.535; 0.75,0.6; 0.875,0.7335; 1,1">
                                          <p:stCondLst>
                                            <p:cond delay="1324"/>
                                          </p:stCondLst>
                                        </p:cTn>
                                        <p:tgtEl>
                                          <p:spTgt spid="71"/>
                                        </p:tgtEl>
                                        <p:attrNameLst>
                                          <p:attrName>ppt_y</p:attrName>
                                        </p:attrNameLst>
                                      </p:cBhvr>
                                      <p:tavLst>
                                        <p:tav tm="0" fmla="#ppt_y-sin(pi*$)/27">
                                          <p:val>
                                            <p:fltVal val="0"/>
                                          </p:val>
                                        </p:tav>
                                        <p:tav tm="100000">
                                          <p:val>
                                            <p:fltVal val="1"/>
                                          </p:val>
                                        </p:tav>
                                      </p:tavLst>
                                    </p:anim>
                                    <p:anim calcmode="lin" valueType="num">
                                      <p:cBhvr>
                                        <p:cTn id="544" dur="164" tmFilter="0, 0; 0.125,0.2665; 0.25,0.4; 0.375,0.465; 0.5,0.5;  0.625,0.535; 0.75,0.6; 0.875,0.7335; 1,1">
                                          <p:stCondLst>
                                            <p:cond delay="1656"/>
                                          </p:stCondLst>
                                        </p:cTn>
                                        <p:tgtEl>
                                          <p:spTgt spid="71"/>
                                        </p:tgtEl>
                                        <p:attrNameLst>
                                          <p:attrName>ppt_y</p:attrName>
                                        </p:attrNameLst>
                                      </p:cBhvr>
                                      <p:tavLst>
                                        <p:tav tm="0" fmla="#ppt_y-sin(pi*$)/81">
                                          <p:val>
                                            <p:fltVal val="0"/>
                                          </p:val>
                                        </p:tav>
                                        <p:tav tm="100000">
                                          <p:val>
                                            <p:fltVal val="1"/>
                                          </p:val>
                                        </p:tav>
                                      </p:tavLst>
                                    </p:anim>
                                    <p:animScale>
                                      <p:cBhvr>
                                        <p:cTn id="545" dur="26">
                                          <p:stCondLst>
                                            <p:cond delay="650"/>
                                          </p:stCondLst>
                                        </p:cTn>
                                        <p:tgtEl>
                                          <p:spTgt spid="71"/>
                                        </p:tgtEl>
                                      </p:cBhvr>
                                      <p:to x="100000" y="60000"/>
                                    </p:animScale>
                                    <p:animScale>
                                      <p:cBhvr>
                                        <p:cTn id="546" dur="166" decel="50000">
                                          <p:stCondLst>
                                            <p:cond delay="676"/>
                                          </p:stCondLst>
                                        </p:cTn>
                                        <p:tgtEl>
                                          <p:spTgt spid="71"/>
                                        </p:tgtEl>
                                      </p:cBhvr>
                                      <p:to x="100000" y="100000"/>
                                    </p:animScale>
                                    <p:animScale>
                                      <p:cBhvr>
                                        <p:cTn id="547" dur="26">
                                          <p:stCondLst>
                                            <p:cond delay="1312"/>
                                          </p:stCondLst>
                                        </p:cTn>
                                        <p:tgtEl>
                                          <p:spTgt spid="71"/>
                                        </p:tgtEl>
                                      </p:cBhvr>
                                      <p:to x="100000" y="80000"/>
                                    </p:animScale>
                                    <p:animScale>
                                      <p:cBhvr>
                                        <p:cTn id="548" dur="166" decel="50000">
                                          <p:stCondLst>
                                            <p:cond delay="1338"/>
                                          </p:stCondLst>
                                        </p:cTn>
                                        <p:tgtEl>
                                          <p:spTgt spid="71"/>
                                        </p:tgtEl>
                                      </p:cBhvr>
                                      <p:to x="100000" y="100000"/>
                                    </p:animScale>
                                    <p:animScale>
                                      <p:cBhvr>
                                        <p:cTn id="549" dur="26">
                                          <p:stCondLst>
                                            <p:cond delay="1642"/>
                                          </p:stCondLst>
                                        </p:cTn>
                                        <p:tgtEl>
                                          <p:spTgt spid="71"/>
                                        </p:tgtEl>
                                      </p:cBhvr>
                                      <p:to x="100000" y="90000"/>
                                    </p:animScale>
                                    <p:animScale>
                                      <p:cBhvr>
                                        <p:cTn id="550" dur="166" decel="50000">
                                          <p:stCondLst>
                                            <p:cond delay="1668"/>
                                          </p:stCondLst>
                                        </p:cTn>
                                        <p:tgtEl>
                                          <p:spTgt spid="71"/>
                                        </p:tgtEl>
                                      </p:cBhvr>
                                      <p:to x="100000" y="100000"/>
                                    </p:animScale>
                                    <p:animScale>
                                      <p:cBhvr>
                                        <p:cTn id="551" dur="26">
                                          <p:stCondLst>
                                            <p:cond delay="1808"/>
                                          </p:stCondLst>
                                        </p:cTn>
                                        <p:tgtEl>
                                          <p:spTgt spid="71"/>
                                        </p:tgtEl>
                                      </p:cBhvr>
                                      <p:to x="100000" y="95000"/>
                                    </p:animScale>
                                    <p:animScale>
                                      <p:cBhvr>
                                        <p:cTn id="552" dur="166" decel="50000">
                                          <p:stCondLst>
                                            <p:cond delay="1834"/>
                                          </p:stCondLst>
                                        </p:cTn>
                                        <p:tgtEl>
                                          <p:spTgt spid="71"/>
                                        </p:tgtEl>
                                      </p:cBhvr>
                                      <p:to x="100000" y="100000"/>
                                    </p:animScale>
                                  </p:childTnLst>
                                </p:cTn>
                              </p:par>
                              <p:par>
                                <p:cTn id="553" presetID="26" presetClass="entr" presetSubtype="0" fill="hold" grpId="0" nodeType="withEffect">
                                  <p:stCondLst>
                                    <p:cond delay="0"/>
                                  </p:stCondLst>
                                  <p:childTnLst>
                                    <p:set>
                                      <p:cBhvr>
                                        <p:cTn id="554" dur="1" fill="hold">
                                          <p:stCondLst>
                                            <p:cond delay="0"/>
                                          </p:stCondLst>
                                        </p:cTn>
                                        <p:tgtEl>
                                          <p:spTgt spid="7"/>
                                        </p:tgtEl>
                                        <p:attrNameLst>
                                          <p:attrName>style.visibility</p:attrName>
                                        </p:attrNameLst>
                                      </p:cBhvr>
                                      <p:to>
                                        <p:strVal val="visible"/>
                                      </p:to>
                                    </p:set>
                                    <p:animEffect transition="in" filter="wipe(down)">
                                      <p:cBhvr>
                                        <p:cTn id="555" dur="580">
                                          <p:stCondLst>
                                            <p:cond delay="0"/>
                                          </p:stCondLst>
                                        </p:cTn>
                                        <p:tgtEl>
                                          <p:spTgt spid="7"/>
                                        </p:tgtEl>
                                      </p:cBhvr>
                                    </p:animEffect>
                                    <p:anim calcmode="lin" valueType="num">
                                      <p:cBhvr>
                                        <p:cTn id="556"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557"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558"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559"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560"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561" dur="26">
                                          <p:stCondLst>
                                            <p:cond delay="650"/>
                                          </p:stCondLst>
                                        </p:cTn>
                                        <p:tgtEl>
                                          <p:spTgt spid="7"/>
                                        </p:tgtEl>
                                      </p:cBhvr>
                                      <p:to x="100000" y="60000"/>
                                    </p:animScale>
                                    <p:animScale>
                                      <p:cBhvr>
                                        <p:cTn id="562" dur="166" decel="50000">
                                          <p:stCondLst>
                                            <p:cond delay="676"/>
                                          </p:stCondLst>
                                        </p:cTn>
                                        <p:tgtEl>
                                          <p:spTgt spid="7"/>
                                        </p:tgtEl>
                                      </p:cBhvr>
                                      <p:to x="100000" y="100000"/>
                                    </p:animScale>
                                    <p:animScale>
                                      <p:cBhvr>
                                        <p:cTn id="563" dur="26">
                                          <p:stCondLst>
                                            <p:cond delay="1312"/>
                                          </p:stCondLst>
                                        </p:cTn>
                                        <p:tgtEl>
                                          <p:spTgt spid="7"/>
                                        </p:tgtEl>
                                      </p:cBhvr>
                                      <p:to x="100000" y="80000"/>
                                    </p:animScale>
                                    <p:animScale>
                                      <p:cBhvr>
                                        <p:cTn id="564" dur="166" decel="50000">
                                          <p:stCondLst>
                                            <p:cond delay="1338"/>
                                          </p:stCondLst>
                                        </p:cTn>
                                        <p:tgtEl>
                                          <p:spTgt spid="7"/>
                                        </p:tgtEl>
                                      </p:cBhvr>
                                      <p:to x="100000" y="100000"/>
                                    </p:animScale>
                                    <p:animScale>
                                      <p:cBhvr>
                                        <p:cTn id="565" dur="26">
                                          <p:stCondLst>
                                            <p:cond delay="1642"/>
                                          </p:stCondLst>
                                        </p:cTn>
                                        <p:tgtEl>
                                          <p:spTgt spid="7"/>
                                        </p:tgtEl>
                                      </p:cBhvr>
                                      <p:to x="100000" y="90000"/>
                                    </p:animScale>
                                    <p:animScale>
                                      <p:cBhvr>
                                        <p:cTn id="566" dur="166" decel="50000">
                                          <p:stCondLst>
                                            <p:cond delay="1668"/>
                                          </p:stCondLst>
                                        </p:cTn>
                                        <p:tgtEl>
                                          <p:spTgt spid="7"/>
                                        </p:tgtEl>
                                      </p:cBhvr>
                                      <p:to x="100000" y="100000"/>
                                    </p:animScale>
                                    <p:animScale>
                                      <p:cBhvr>
                                        <p:cTn id="567" dur="26">
                                          <p:stCondLst>
                                            <p:cond delay="1808"/>
                                          </p:stCondLst>
                                        </p:cTn>
                                        <p:tgtEl>
                                          <p:spTgt spid="7"/>
                                        </p:tgtEl>
                                      </p:cBhvr>
                                      <p:to x="100000" y="95000"/>
                                    </p:animScale>
                                    <p:animScale>
                                      <p:cBhvr>
                                        <p:cTn id="568" dur="166" decel="50000">
                                          <p:stCondLst>
                                            <p:cond delay="1834"/>
                                          </p:stCondLst>
                                        </p:cTn>
                                        <p:tgtEl>
                                          <p:spTgt spid="7"/>
                                        </p:tgtEl>
                                      </p:cBhvr>
                                      <p:to x="100000" y="100000"/>
                                    </p:animScale>
                                  </p:childTnLst>
                                </p:cTn>
                              </p:par>
                            </p:childTnLst>
                          </p:cTn>
                        </p:par>
                      </p:childTnLst>
                    </p:cTn>
                  </p:par>
                  <p:par>
                    <p:cTn id="569" fill="hold">
                      <p:stCondLst>
                        <p:cond delay="indefinite"/>
                      </p:stCondLst>
                      <p:childTnLst>
                        <p:par>
                          <p:cTn id="570" fill="hold">
                            <p:stCondLst>
                              <p:cond delay="0"/>
                            </p:stCondLst>
                            <p:childTnLst>
                              <p:par>
                                <p:cTn id="571" presetID="26" presetClass="entr" presetSubtype="0" fill="hold" grpId="0" nodeType="clickEffect">
                                  <p:stCondLst>
                                    <p:cond delay="0"/>
                                  </p:stCondLst>
                                  <p:childTnLst>
                                    <p:set>
                                      <p:cBhvr>
                                        <p:cTn id="572" dur="1" fill="hold">
                                          <p:stCondLst>
                                            <p:cond delay="0"/>
                                          </p:stCondLst>
                                        </p:cTn>
                                        <p:tgtEl>
                                          <p:spTgt spid="38"/>
                                        </p:tgtEl>
                                        <p:attrNameLst>
                                          <p:attrName>style.visibility</p:attrName>
                                        </p:attrNameLst>
                                      </p:cBhvr>
                                      <p:to>
                                        <p:strVal val="visible"/>
                                      </p:to>
                                    </p:set>
                                    <p:animEffect transition="in" filter="wipe(down)">
                                      <p:cBhvr>
                                        <p:cTn id="573" dur="580">
                                          <p:stCondLst>
                                            <p:cond delay="0"/>
                                          </p:stCondLst>
                                        </p:cTn>
                                        <p:tgtEl>
                                          <p:spTgt spid="38"/>
                                        </p:tgtEl>
                                      </p:cBhvr>
                                    </p:animEffect>
                                    <p:anim calcmode="lin" valueType="num">
                                      <p:cBhvr>
                                        <p:cTn id="574" dur="1822" tmFilter="0,0; 0.14,0.36; 0.43,0.73; 0.71,0.91; 1.0,1.0">
                                          <p:stCondLst>
                                            <p:cond delay="0"/>
                                          </p:stCondLst>
                                        </p:cTn>
                                        <p:tgtEl>
                                          <p:spTgt spid="38"/>
                                        </p:tgtEl>
                                        <p:attrNameLst>
                                          <p:attrName>ppt_x</p:attrName>
                                        </p:attrNameLst>
                                      </p:cBhvr>
                                      <p:tavLst>
                                        <p:tav tm="0">
                                          <p:val>
                                            <p:strVal val="#ppt_x-0.25"/>
                                          </p:val>
                                        </p:tav>
                                        <p:tav tm="100000">
                                          <p:val>
                                            <p:strVal val="#ppt_x"/>
                                          </p:val>
                                        </p:tav>
                                      </p:tavLst>
                                    </p:anim>
                                    <p:anim calcmode="lin" valueType="num">
                                      <p:cBhvr>
                                        <p:cTn id="575" dur="664" tmFilter="0.0,0.0; 0.25,0.07; 0.50,0.2; 0.75,0.467; 1.0,1.0">
                                          <p:stCondLst>
                                            <p:cond delay="0"/>
                                          </p:stCondLst>
                                        </p:cTn>
                                        <p:tgtEl>
                                          <p:spTgt spid="38"/>
                                        </p:tgtEl>
                                        <p:attrNameLst>
                                          <p:attrName>ppt_y</p:attrName>
                                        </p:attrNameLst>
                                      </p:cBhvr>
                                      <p:tavLst>
                                        <p:tav tm="0" fmla="#ppt_y-sin(pi*$)/3">
                                          <p:val>
                                            <p:fltVal val="0.5"/>
                                          </p:val>
                                        </p:tav>
                                        <p:tav tm="100000">
                                          <p:val>
                                            <p:fltVal val="1"/>
                                          </p:val>
                                        </p:tav>
                                      </p:tavLst>
                                    </p:anim>
                                    <p:anim calcmode="lin" valueType="num">
                                      <p:cBhvr>
                                        <p:cTn id="576" dur="664" tmFilter="0, 0; 0.125,0.2665; 0.25,0.4; 0.375,0.465; 0.5,0.5;  0.625,0.535; 0.75,0.6; 0.875,0.7335; 1,1">
                                          <p:stCondLst>
                                            <p:cond delay="664"/>
                                          </p:stCondLst>
                                        </p:cTn>
                                        <p:tgtEl>
                                          <p:spTgt spid="38"/>
                                        </p:tgtEl>
                                        <p:attrNameLst>
                                          <p:attrName>ppt_y</p:attrName>
                                        </p:attrNameLst>
                                      </p:cBhvr>
                                      <p:tavLst>
                                        <p:tav tm="0" fmla="#ppt_y-sin(pi*$)/9">
                                          <p:val>
                                            <p:fltVal val="0"/>
                                          </p:val>
                                        </p:tav>
                                        <p:tav tm="100000">
                                          <p:val>
                                            <p:fltVal val="1"/>
                                          </p:val>
                                        </p:tav>
                                      </p:tavLst>
                                    </p:anim>
                                    <p:anim calcmode="lin" valueType="num">
                                      <p:cBhvr>
                                        <p:cTn id="577" dur="332" tmFilter="0, 0; 0.125,0.2665; 0.25,0.4; 0.375,0.465; 0.5,0.5;  0.625,0.535; 0.75,0.6; 0.875,0.7335; 1,1">
                                          <p:stCondLst>
                                            <p:cond delay="1324"/>
                                          </p:stCondLst>
                                        </p:cTn>
                                        <p:tgtEl>
                                          <p:spTgt spid="38"/>
                                        </p:tgtEl>
                                        <p:attrNameLst>
                                          <p:attrName>ppt_y</p:attrName>
                                        </p:attrNameLst>
                                      </p:cBhvr>
                                      <p:tavLst>
                                        <p:tav tm="0" fmla="#ppt_y-sin(pi*$)/27">
                                          <p:val>
                                            <p:fltVal val="0"/>
                                          </p:val>
                                        </p:tav>
                                        <p:tav tm="100000">
                                          <p:val>
                                            <p:fltVal val="1"/>
                                          </p:val>
                                        </p:tav>
                                      </p:tavLst>
                                    </p:anim>
                                    <p:anim calcmode="lin" valueType="num">
                                      <p:cBhvr>
                                        <p:cTn id="578" dur="164" tmFilter="0, 0; 0.125,0.2665; 0.25,0.4; 0.375,0.465; 0.5,0.5;  0.625,0.535; 0.75,0.6; 0.875,0.7335; 1,1">
                                          <p:stCondLst>
                                            <p:cond delay="1656"/>
                                          </p:stCondLst>
                                        </p:cTn>
                                        <p:tgtEl>
                                          <p:spTgt spid="38"/>
                                        </p:tgtEl>
                                        <p:attrNameLst>
                                          <p:attrName>ppt_y</p:attrName>
                                        </p:attrNameLst>
                                      </p:cBhvr>
                                      <p:tavLst>
                                        <p:tav tm="0" fmla="#ppt_y-sin(pi*$)/81">
                                          <p:val>
                                            <p:fltVal val="0"/>
                                          </p:val>
                                        </p:tav>
                                        <p:tav tm="100000">
                                          <p:val>
                                            <p:fltVal val="1"/>
                                          </p:val>
                                        </p:tav>
                                      </p:tavLst>
                                    </p:anim>
                                    <p:animScale>
                                      <p:cBhvr>
                                        <p:cTn id="579" dur="26">
                                          <p:stCondLst>
                                            <p:cond delay="650"/>
                                          </p:stCondLst>
                                        </p:cTn>
                                        <p:tgtEl>
                                          <p:spTgt spid="38"/>
                                        </p:tgtEl>
                                      </p:cBhvr>
                                      <p:to x="100000" y="60000"/>
                                    </p:animScale>
                                    <p:animScale>
                                      <p:cBhvr>
                                        <p:cTn id="580" dur="166" decel="50000">
                                          <p:stCondLst>
                                            <p:cond delay="676"/>
                                          </p:stCondLst>
                                        </p:cTn>
                                        <p:tgtEl>
                                          <p:spTgt spid="38"/>
                                        </p:tgtEl>
                                      </p:cBhvr>
                                      <p:to x="100000" y="100000"/>
                                    </p:animScale>
                                    <p:animScale>
                                      <p:cBhvr>
                                        <p:cTn id="581" dur="26">
                                          <p:stCondLst>
                                            <p:cond delay="1312"/>
                                          </p:stCondLst>
                                        </p:cTn>
                                        <p:tgtEl>
                                          <p:spTgt spid="38"/>
                                        </p:tgtEl>
                                      </p:cBhvr>
                                      <p:to x="100000" y="80000"/>
                                    </p:animScale>
                                    <p:animScale>
                                      <p:cBhvr>
                                        <p:cTn id="582" dur="166" decel="50000">
                                          <p:stCondLst>
                                            <p:cond delay="1338"/>
                                          </p:stCondLst>
                                        </p:cTn>
                                        <p:tgtEl>
                                          <p:spTgt spid="38"/>
                                        </p:tgtEl>
                                      </p:cBhvr>
                                      <p:to x="100000" y="100000"/>
                                    </p:animScale>
                                    <p:animScale>
                                      <p:cBhvr>
                                        <p:cTn id="583" dur="26">
                                          <p:stCondLst>
                                            <p:cond delay="1642"/>
                                          </p:stCondLst>
                                        </p:cTn>
                                        <p:tgtEl>
                                          <p:spTgt spid="38"/>
                                        </p:tgtEl>
                                      </p:cBhvr>
                                      <p:to x="100000" y="90000"/>
                                    </p:animScale>
                                    <p:animScale>
                                      <p:cBhvr>
                                        <p:cTn id="584" dur="166" decel="50000">
                                          <p:stCondLst>
                                            <p:cond delay="1668"/>
                                          </p:stCondLst>
                                        </p:cTn>
                                        <p:tgtEl>
                                          <p:spTgt spid="38"/>
                                        </p:tgtEl>
                                      </p:cBhvr>
                                      <p:to x="100000" y="100000"/>
                                    </p:animScale>
                                    <p:animScale>
                                      <p:cBhvr>
                                        <p:cTn id="585" dur="26">
                                          <p:stCondLst>
                                            <p:cond delay="1808"/>
                                          </p:stCondLst>
                                        </p:cTn>
                                        <p:tgtEl>
                                          <p:spTgt spid="38"/>
                                        </p:tgtEl>
                                      </p:cBhvr>
                                      <p:to x="100000" y="95000"/>
                                    </p:animScale>
                                    <p:animScale>
                                      <p:cBhvr>
                                        <p:cTn id="586" dur="166" decel="50000">
                                          <p:stCondLst>
                                            <p:cond delay="1834"/>
                                          </p:stCondLst>
                                        </p:cTn>
                                        <p:tgtEl>
                                          <p:spTgt spid="38"/>
                                        </p:tgtEl>
                                      </p:cBhvr>
                                      <p:to x="100000" y="100000"/>
                                    </p:animScale>
                                  </p:childTnLst>
                                </p:cTn>
                              </p:par>
                              <p:par>
                                <p:cTn id="587" presetID="26" presetClass="entr" presetSubtype="0" fill="hold" grpId="0" nodeType="withEffect">
                                  <p:stCondLst>
                                    <p:cond delay="0"/>
                                  </p:stCondLst>
                                  <p:childTnLst>
                                    <p:set>
                                      <p:cBhvr>
                                        <p:cTn id="588" dur="1" fill="hold">
                                          <p:stCondLst>
                                            <p:cond delay="0"/>
                                          </p:stCondLst>
                                        </p:cTn>
                                        <p:tgtEl>
                                          <p:spTgt spid="40"/>
                                        </p:tgtEl>
                                        <p:attrNameLst>
                                          <p:attrName>style.visibility</p:attrName>
                                        </p:attrNameLst>
                                      </p:cBhvr>
                                      <p:to>
                                        <p:strVal val="visible"/>
                                      </p:to>
                                    </p:set>
                                    <p:animEffect transition="in" filter="wipe(down)">
                                      <p:cBhvr>
                                        <p:cTn id="589" dur="580">
                                          <p:stCondLst>
                                            <p:cond delay="0"/>
                                          </p:stCondLst>
                                        </p:cTn>
                                        <p:tgtEl>
                                          <p:spTgt spid="40"/>
                                        </p:tgtEl>
                                      </p:cBhvr>
                                    </p:animEffect>
                                    <p:anim calcmode="lin" valueType="num">
                                      <p:cBhvr>
                                        <p:cTn id="590" dur="1822" tmFilter="0,0; 0.14,0.36; 0.43,0.73; 0.71,0.91; 1.0,1.0">
                                          <p:stCondLst>
                                            <p:cond delay="0"/>
                                          </p:stCondLst>
                                        </p:cTn>
                                        <p:tgtEl>
                                          <p:spTgt spid="40"/>
                                        </p:tgtEl>
                                        <p:attrNameLst>
                                          <p:attrName>ppt_x</p:attrName>
                                        </p:attrNameLst>
                                      </p:cBhvr>
                                      <p:tavLst>
                                        <p:tav tm="0">
                                          <p:val>
                                            <p:strVal val="#ppt_x-0.25"/>
                                          </p:val>
                                        </p:tav>
                                        <p:tav tm="100000">
                                          <p:val>
                                            <p:strVal val="#ppt_x"/>
                                          </p:val>
                                        </p:tav>
                                      </p:tavLst>
                                    </p:anim>
                                    <p:anim calcmode="lin" valueType="num">
                                      <p:cBhvr>
                                        <p:cTn id="591" dur="664" tmFilter="0.0,0.0; 0.25,0.07; 0.50,0.2; 0.75,0.467; 1.0,1.0">
                                          <p:stCondLst>
                                            <p:cond delay="0"/>
                                          </p:stCondLst>
                                        </p:cTn>
                                        <p:tgtEl>
                                          <p:spTgt spid="40"/>
                                        </p:tgtEl>
                                        <p:attrNameLst>
                                          <p:attrName>ppt_y</p:attrName>
                                        </p:attrNameLst>
                                      </p:cBhvr>
                                      <p:tavLst>
                                        <p:tav tm="0" fmla="#ppt_y-sin(pi*$)/3">
                                          <p:val>
                                            <p:fltVal val="0.5"/>
                                          </p:val>
                                        </p:tav>
                                        <p:tav tm="100000">
                                          <p:val>
                                            <p:fltVal val="1"/>
                                          </p:val>
                                        </p:tav>
                                      </p:tavLst>
                                    </p:anim>
                                    <p:anim calcmode="lin" valueType="num">
                                      <p:cBhvr>
                                        <p:cTn id="592" dur="664" tmFilter="0, 0; 0.125,0.2665; 0.25,0.4; 0.375,0.465; 0.5,0.5;  0.625,0.535; 0.75,0.6; 0.875,0.7335; 1,1">
                                          <p:stCondLst>
                                            <p:cond delay="664"/>
                                          </p:stCondLst>
                                        </p:cTn>
                                        <p:tgtEl>
                                          <p:spTgt spid="40"/>
                                        </p:tgtEl>
                                        <p:attrNameLst>
                                          <p:attrName>ppt_y</p:attrName>
                                        </p:attrNameLst>
                                      </p:cBhvr>
                                      <p:tavLst>
                                        <p:tav tm="0" fmla="#ppt_y-sin(pi*$)/9">
                                          <p:val>
                                            <p:fltVal val="0"/>
                                          </p:val>
                                        </p:tav>
                                        <p:tav tm="100000">
                                          <p:val>
                                            <p:fltVal val="1"/>
                                          </p:val>
                                        </p:tav>
                                      </p:tavLst>
                                    </p:anim>
                                    <p:anim calcmode="lin" valueType="num">
                                      <p:cBhvr>
                                        <p:cTn id="593" dur="332" tmFilter="0, 0; 0.125,0.2665; 0.25,0.4; 0.375,0.465; 0.5,0.5;  0.625,0.535; 0.75,0.6; 0.875,0.7335; 1,1">
                                          <p:stCondLst>
                                            <p:cond delay="1324"/>
                                          </p:stCondLst>
                                        </p:cTn>
                                        <p:tgtEl>
                                          <p:spTgt spid="40"/>
                                        </p:tgtEl>
                                        <p:attrNameLst>
                                          <p:attrName>ppt_y</p:attrName>
                                        </p:attrNameLst>
                                      </p:cBhvr>
                                      <p:tavLst>
                                        <p:tav tm="0" fmla="#ppt_y-sin(pi*$)/27">
                                          <p:val>
                                            <p:fltVal val="0"/>
                                          </p:val>
                                        </p:tav>
                                        <p:tav tm="100000">
                                          <p:val>
                                            <p:fltVal val="1"/>
                                          </p:val>
                                        </p:tav>
                                      </p:tavLst>
                                    </p:anim>
                                    <p:anim calcmode="lin" valueType="num">
                                      <p:cBhvr>
                                        <p:cTn id="594" dur="164" tmFilter="0, 0; 0.125,0.2665; 0.25,0.4; 0.375,0.465; 0.5,0.5;  0.625,0.535; 0.75,0.6; 0.875,0.7335; 1,1">
                                          <p:stCondLst>
                                            <p:cond delay="1656"/>
                                          </p:stCondLst>
                                        </p:cTn>
                                        <p:tgtEl>
                                          <p:spTgt spid="40"/>
                                        </p:tgtEl>
                                        <p:attrNameLst>
                                          <p:attrName>ppt_y</p:attrName>
                                        </p:attrNameLst>
                                      </p:cBhvr>
                                      <p:tavLst>
                                        <p:tav tm="0" fmla="#ppt_y-sin(pi*$)/81">
                                          <p:val>
                                            <p:fltVal val="0"/>
                                          </p:val>
                                        </p:tav>
                                        <p:tav tm="100000">
                                          <p:val>
                                            <p:fltVal val="1"/>
                                          </p:val>
                                        </p:tav>
                                      </p:tavLst>
                                    </p:anim>
                                    <p:animScale>
                                      <p:cBhvr>
                                        <p:cTn id="595" dur="26">
                                          <p:stCondLst>
                                            <p:cond delay="650"/>
                                          </p:stCondLst>
                                        </p:cTn>
                                        <p:tgtEl>
                                          <p:spTgt spid="40"/>
                                        </p:tgtEl>
                                      </p:cBhvr>
                                      <p:to x="100000" y="60000"/>
                                    </p:animScale>
                                    <p:animScale>
                                      <p:cBhvr>
                                        <p:cTn id="596" dur="166" decel="50000">
                                          <p:stCondLst>
                                            <p:cond delay="676"/>
                                          </p:stCondLst>
                                        </p:cTn>
                                        <p:tgtEl>
                                          <p:spTgt spid="40"/>
                                        </p:tgtEl>
                                      </p:cBhvr>
                                      <p:to x="100000" y="100000"/>
                                    </p:animScale>
                                    <p:animScale>
                                      <p:cBhvr>
                                        <p:cTn id="597" dur="26">
                                          <p:stCondLst>
                                            <p:cond delay="1312"/>
                                          </p:stCondLst>
                                        </p:cTn>
                                        <p:tgtEl>
                                          <p:spTgt spid="40"/>
                                        </p:tgtEl>
                                      </p:cBhvr>
                                      <p:to x="100000" y="80000"/>
                                    </p:animScale>
                                    <p:animScale>
                                      <p:cBhvr>
                                        <p:cTn id="598" dur="166" decel="50000">
                                          <p:stCondLst>
                                            <p:cond delay="1338"/>
                                          </p:stCondLst>
                                        </p:cTn>
                                        <p:tgtEl>
                                          <p:spTgt spid="40"/>
                                        </p:tgtEl>
                                      </p:cBhvr>
                                      <p:to x="100000" y="100000"/>
                                    </p:animScale>
                                    <p:animScale>
                                      <p:cBhvr>
                                        <p:cTn id="599" dur="26">
                                          <p:stCondLst>
                                            <p:cond delay="1642"/>
                                          </p:stCondLst>
                                        </p:cTn>
                                        <p:tgtEl>
                                          <p:spTgt spid="40"/>
                                        </p:tgtEl>
                                      </p:cBhvr>
                                      <p:to x="100000" y="90000"/>
                                    </p:animScale>
                                    <p:animScale>
                                      <p:cBhvr>
                                        <p:cTn id="600" dur="166" decel="50000">
                                          <p:stCondLst>
                                            <p:cond delay="1668"/>
                                          </p:stCondLst>
                                        </p:cTn>
                                        <p:tgtEl>
                                          <p:spTgt spid="40"/>
                                        </p:tgtEl>
                                      </p:cBhvr>
                                      <p:to x="100000" y="100000"/>
                                    </p:animScale>
                                    <p:animScale>
                                      <p:cBhvr>
                                        <p:cTn id="601" dur="26">
                                          <p:stCondLst>
                                            <p:cond delay="1808"/>
                                          </p:stCondLst>
                                        </p:cTn>
                                        <p:tgtEl>
                                          <p:spTgt spid="40"/>
                                        </p:tgtEl>
                                      </p:cBhvr>
                                      <p:to x="100000" y="95000"/>
                                    </p:animScale>
                                    <p:animScale>
                                      <p:cBhvr>
                                        <p:cTn id="602" dur="166" decel="50000">
                                          <p:stCondLst>
                                            <p:cond delay="1834"/>
                                          </p:stCondLst>
                                        </p:cTn>
                                        <p:tgtEl>
                                          <p:spTgt spid="40"/>
                                        </p:tgtEl>
                                      </p:cBhvr>
                                      <p:to x="100000" y="100000"/>
                                    </p:animScale>
                                  </p:childTnLst>
                                </p:cTn>
                              </p:par>
                              <p:par>
                                <p:cTn id="603" presetID="26" presetClass="entr" presetSubtype="0" fill="hold" grpId="0" nodeType="withEffect">
                                  <p:stCondLst>
                                    <p:cond delay="0"/>
                                  </p:stCondLst>
                                  <p:childTnLst>
                                    <p:set>
                                      <p:cBhvr>
                                        <p:cTn id="604" dur="1" fill="hold">
                                          <p:stCondLst>
                                            <p:cond delay="0"/>
                                          </p:stCondLst>
                                        </p:cTn>
                                        <p:tgtEl>
                                          <p:spTgt spid="41"/>
                                        </p:tgtEl>
                                        <p:attrNameLst>
                                          <p:attrName>style.visibility</p:attrName>
                                        </p:attrNameLst>
                                      </p:cBhvr>
                                      <p:to>
                                        <p:strVal val="visible"/>
                                      </p:to>
                                    </p:set>
                                    <p:animEffect transition="in" filter="wipe(down)">
                                      <p:cBhvr>
                                        <p:cTn id="605" dur="580">
                                          <p:stCondLst>
                                            <p:cond delay="0"/>
                                          </p:stCondLst>
                                        </p:cTn>
                                        <p:tgtEl>
                                          <p:spTgt spid="41"/>
                                        </p:tgtEl>
                                      </p:cBhvr>
                                    </p:animEffect>
                                    <p:anim calcmode="lin" valueType="num">
                                      <p:cBhvr>
                                        <p:cTn id="606" dur="1822" tmFilter="0,0; 0.14,0.36; 0.43,0.73; 0.71,0.91; 1.0,1.0">
                                          <p:stCondLst>
                                            <p:cond delay="0"/>
                                          </p:stCondLst>
                                        </p:cTn>
                                        <p:tgtEl>
                                          <p:spTgt spid="41"/>
                                        </p:tgtEl>
                                        <p:attrNameLst>
                                          <p:attrName>ppt_x</p:attrName>
                                        </p:attrNameLst>
                                      </p:cBhvr>
                                      <p:tavLst>
                                        <p:tav tm="0">
                                          <p:val>
                                            <p:strVal val="#ppt_x-0.25"/>
                                          </p:val>
                                        </p:tav>
                                        <p:tav tm="100000">
                                          <p:val>
                                            <p:strVal val="#ppt_x"/>
                                          </p:val>
                                        </p:tav>
                                      </p:tavLst>
                                    </p:anim>
                                    <p:anim calcmode="lin" valueType="num">
                                      <p:cBhvr>
                                        <p:cTn id="607" dur="664" tmFilter="0.0,0.0; 0.25,0.07; 0.50,0.2; 0.75,0.467; 1.0,1.0">
                                          <p:stCondLst>
                                            <p:cond delay="0"/>
                                          </p:stCondLst>
                                        </p:cTn>
                                        <p:tgtEl>
                                          <p:spTgt spid="41"/>
                                        </p:tgtEl>
                                        <p:attrNameLst>
                                          <p:attrName>ppt_y</p:attrName>
                                        </p:attrNameLst>
                                      </p:cBhvr>
                                      <p:tavLst>
                                        <p:tav tm="0" fmla="#ppt_y-sin(pi*$)/3">
                                          <p:val>
                                            <p:fltVal val="0.5"/>
                                          </p:val>
                                        </p:tav>
                                        <p:tav tm="100000">
                                          <p:val>
                                            <p:fltVal val="1"/>
                                          </p:val>
                                        </p:tav>
                                      </p:tavLst>
                                    </p:anim>
                                    <p:anim calcmode="lin" valueType="num">
                                      <p:cBhvr>
                                        <p:cTn id="608" dur="664" tmFilter="0, 0; 0.125,0.2665; 0.25,0.4; 0.375,0.465; 0.5,0.5;  0.625,0.535; 0.75,0.6; 0.875,0.7335; 1,1">
                                          <p:stCondLst>
                                            <p:cond delay="664"/>
                                          </p:stCondLst>
                                        </p:cTn>
                                        <p:tgtEl>
                                          <p:spTgt spid="41"/>
                                        </p:tgtEl>
                                        <p:attrNameLst>
                                          <p:attrName>ppt_y</p:attrName>
                                        </p:attrNameLst>
                                      </p:cBhvr>
                                      <p:tavLst>
                                        <p:tav tm="0" fmla="#ppt_y-sin(pi*$)/9">
                                          <p:val>
                                            <p:fltVal val="0"/>
                                          </p:val>
                                        </p:tav>
                                        <p:tav tm="100000">
                                          <p:val>
                                            <p:fltVal val="1"/>
                                          </p:val>
                                        </p:tav>
                                      </p:tavLst>
                                    </p:anim>
                                    <p:anim calcmode="lin" valueType="num">
                                      <p:cBhvr>
                                        <p:cTn id="609" dur="332" tmFilter="0, 0; 0.125,0.2665; 0.25,0.4; 0.375,0.465; 0.5,0.5;  0.625,0.535; 0.75,0.6; 0.875,0.7335; 1,1">
                                          <p:stCondLst>
                                            <p:cond delay="1324"/>
                                          </p:stCondLst>
                                        </p:cTn>
                                        <p:tgtEl>
                                          <p:spTgt spid="41"/>
                                        </p:tgtEl>
                                        <p:attrNameLst>
                                          <p:attrName>ppt_y</p:attrName>
                                        </p:attrNameLst>
                                      </p:cBhvr>
                                      <p:tavLst>
                                        <p:tav tm="0" fmla="#ppt_y-sin(pi*$)/27">
                                          <p:val>
                                            <p:fltVal val="0"/>
                                          </p:val>
                                        </p:tav>
                                        <p:tav tm="100000">
                                          <p:val>
                                            <p:fltVal val="1"/>
                                          </p:val>
                                        </p:tav>
                                      </p:tavLst>
                                    </p:anim>
                                    <p:anim calcmode="lin" valueType="num">
                                      <p:cBhvr>
                                        <p:cTn id="610" dur="164" tmFilter="0, 0; 0.125,0.2665; 0.25,0.4; 0.375,0.465; 0.5,0.5;  0.625,0.535; 0.75,0.6; 0.875,0.7335; 1,1">
                                          <p:stCondLst>
                                            <p:cond delay="1656"/>
                                          </p:stCondLst>
                                        </p:cTn>
                                        <p:tgtEl>
                                          <p:spTgt spid="41"/>
                                        </p:tgtEl>
                                        <p:attrNameLst>
                                          <p:attrName>ppt_y</p:attrName>
                                        </p:attrNameLst>
                                      </p:cBhvr>
                                      <p:tavLst>
                                        <p:tav tm="0" fmla="#ppt_y-sin(pi*$)/81">
                                          <p:val>
                                            <p:fltVal val="0"/>
                                          </p:val>
                                        </p:tav>
                                        <p:tav tm="100000">
                                          <p:val>
                                            <p:fltVal val="1"/>
                                          </p:val>
                                        </p:tav>
                                      </p:tavLst>
                                    </p:anim>
                                    <p:animScale>
                                      <p:cBhvr>
                                        <p:cTn id="611" dur="26">
                                          <p:stCondLst>
                                            <p:cond delay="650"/>
                                          </p:stCondLst>
                                        </p:cTn>
                                        <p:tgtEl>
                                          <p:spTgt spid="41"/>
                                        </p:tgtEl>
                                      </p:cBhvr>
                                      <p:to x="100000" y="60000"/>
                                    </p:animScale>
                                    <p:animScale>
                                      <p:cBhvr>
                                        <p:cTn id="612" dur="166" decel="50000">
                                          <p:stCondLst>
                                            <p:cond delay="676"/>
                                          </p:stCondLst>
                                        </p:cTn>
                                        <p:tgtEl>
                                          <p:spTgt spid="41"/>
                                        </p:tgtEl>
                                      </p:cBhvr>
                                      <p:to x="100000" y="100000"/>
                                    </p:animScale>
                                    <p:animScale>
                                      <p:cBhvr>
                                        <p:cTn id="613" dur="26">
                                          <p:stCondLst>
                                            <p:cond delay="1312"/>
                                          </p:stCondLst>
                                        </p:cTn>
                                        <p:tgtEl>
                                          <p:spTgt spid="41"/>
                                        </p:tgtEl>
                                      </p:cBhvr>
                                      <p:to x="100000" y="80000"/>
                                    </p:animScale>
                                    <p:animScale>
                                      <p:cBhvr>
                                        <p:cTn id="614" dur="166" decel="50000">
                                          <p:stCondLst>
                                            <p:cond delay="1338"/>
                                          </p:stCondLst>
                                        </p:cTn>
                                        <p:tgtEl>
                                          <p:spTgt spid="41"/>
                                        </p:tgtEl>
                                      </p:cBhvr>
                                      <p:to x="100000" y="100000"/>
                                    </p:animScale>
                                    <p:animScale>
                                      <p:cBhvr>
                                        <p:cTn id="615" dur="26">
                                          <p:stCondLst>
                                            <p:cond delay="1642"/>
                                          </p:stCondLst>
                                        </p:cTn>
                                        <p:tgtEl>
                                          <p:spTgt spid="41"/>
                                        </p:tgtEl>
                                      </p:cBhvr>
                                      <p:to x="100000" y="90000"/>
                                    </p:animScale>
                                    <p:animScale>
                                      <p:cBhvr>
                                        <p:cTn id="616" dur="166" decel="50000">
                                          <p:stCondLst>
                                            <p:cond delay="1668"/>
                                          </p:stCondLst>
                                        </p:cTn>
                                        <p:tgtEl>
                                          <p:spTgt spid="41"/>
                                        </p:tgtEl>
                                      </p:cBhvr>
                                      <p:to x="100000" y="100000"/>
                                    </p:animScale>
                                    <p:animScale>
                                      <p:cBhvr>
                                        <p:cTn id="617" dur="26">
                                          <p:stCondLst>
                                            <p:cond delay="1808"/>
                                          </p:stCondLst>
                                        </p:cTn>
                                        <p:tgtEl>
                                          <p:spTgt spid="41"/>
                                        </p:tgtEl>
                                      </p:cBhvr>
                                      <p:to x="100000" y="95000"/>
                                    </p:animScale>
                                    <p:animScale>
                                      <p:cBhvr>
                                        <p:cTn id="618" dur="166" decel="50000">
                                          <p:stCondLst>
                                            <p:cond delay="1834"/>
                                          </p:stCondLst>
                                        </p:cTn>
                                        <p:tgtEl>
                                          <p:spTgt spid="41"/>
                                        </p:tgtEl>
                                      </p:cBhvr>
                                      <p:to x="100000" y="100000"/>
                                    </p:animScale>
                                  </p:childTnLst>
                                </p:cTn>
                              </p:par>
                              <p:par>
                                <p:cTn id="619" presetID="26" presetClass="entr" presetSubtype="0" fill="hold" grpId="0" nodeType="withEffect">
                                  <p:stCondLst>
                                    <p:cond delay="0"/>
                                  </p:stCondLst>
                                  <p:childTnLst>
                                    <p:set>
                                      <p:cBhvr>
                                        <p:cTn id="620" dur="1" fill="hold">
                                          <p:stCondLst>
                                            <p:cond delay="0"/>
                                          </p:stCondLst>
                                        </p:cTn>
                                        <p:tgtEl>
                                          <p:spTgt spid="42"/>
                                        </p:tgtEl>
                                        <p:attrNameLst>
                                          <p:attrName>style.visibility</p:attrName>
                                        </p:attrNameLst>
                                      </p:cBhvr>
                                      <p:to>
                                        <p:strVal val="visible"/>
                                      </p:to>
                                    </p:set>
                                    <p:animEffect transition="in" filter="wipe(down)">
                                      <p:cBhvr>
                                        <p:cTn id="621" dur="580">
                                          <p:stCondLst>
                                            <p:cond delay="0"/>
                                          </p:stCondLst>
                                        </p:cTn>
                                        <p:tgtEl>
                                          <p:spTgt spid="42"/>
                                        </p:tgtEl>
                                      </p:cBhvr>
                                    </p:animEffect>
                                    <p:anim calcmode="lin" valueType="num">
                                      <p:cBhvr>
                                        <p:cTn id="622" dur="1822" tmFilter="0,0; 0.14,0.36; 0.43,0.73; 0.71,0.91; 1.0,1.0">
                                          <p:stCondLst>
                                            <p:cond delay="0"/>
                                          </p:stCondLst>
                                        </p:cTn>
                                        <p:tgtEl>
                                          <p:spTgt spid="42"/>
                                        </p:tgtEl>
                                        <p:attrNameLst>
                                          <p:attrName>ppt_x</p:attrName>
                                        </p:attrNameLst>
                                      </p:cBhvr>
                                      <p:tavLst>
                                        <p:tav tm="0">
                                          <p:val>
                                            <p:strVal val="#ppt_x-0.25"/>
                                          </p:val>
                                        </p:tav>
                                        <p:tav tm="100000">
                                          <p:val>
                                            <p:strVal val="#ppt_x"/>
                                          </p:val>
                                        </p:tav>
                                      </p:tavLst>
                                    </p:anim>
                                    <p:anim calcmode="lin" valueType="num">
                                      <p:cBhvr>
                                        <p:cTn id="623" dur="664" tmFilter="0.0,0.0; 0.25,0.07; 0.50,0.2; 0.75,0.467; 1.0,1.0">
                                          <p:stCondLst>
                                            <p:cond delay="0"/>
                                          </p:stCondLst>
                                        </p:cTn>
                                        <p:tgtEl>
                                          <p:spTgt spid="42"/>
                                        </p:tgtEl>
                                        <p:attrNameLst>
                                          <p:attrName>ppt_y</p:attrName>
                                        </p:attrNameLst>
                                      </p:cBhvr>
                                      <p:tavLst>
                                        <p:tav tm="0" fmla="#ppt_y-sin(pi*$)/3">
                                          <p:val>
                                            <p:fltVal val="0.5"/>
                                          </p:val>
                                        </p:tav>
                                        <p:tav tm="100000">
                                          <p:val>
                                            <p:fltVal val="1"/>
                                          </p:val>
                                        </p:tav>
                                      </p:tavLst>
                                    </p:anim>
                                    <p:anim calcmode="lin" valueType="num">
                                      <p:cBhvr>
                                        <p:cTn id="624" dur="664" tmFilter="0, 0; 0.125,0.2665; 0.25,0.4; 0.375,0.465; 0.5,0.5;  0.625,0.535; 0.75,0.6; 0.875,0.7335; 1,1">
                                          <p:stCondLst>
                                            <p:cond delay="664"/>
                                          </p:stCondLst>
                                        </p:cTn>
                                        <p:tgtEl>
                                          <p:spTgt spid="42"/>
                                        </p:tgtEl>
                                        <p:attrNameLst>
                                          <p:attrName>ppt_y</p:attrName>
                                        </p:attrNameLst>
                                      </p:cBhvr>
                                      <p:tavLst>
                                        <p:tav tm="0" fmla="#ppt_y-sin(pi*$)/9">
                                          <p:val>
                                            <p:fltVal val="0"/>
                                          </p:val>
                                        </p:tav>
                                        <p:tav tm="100000">
                                          <p:val>
                                            <p:fltVal val="1"/>
                                          </p:val>
                                        </p:tav>
                                      </p:tavLst>
                                    </p:anim>
                                    <p:anim calcmode="lin" valueType="num">
                                      <p:cBhvr>
                                        <p:cTn id="625" dur="332" tmFilter="0, 0; 0.125,0.2665; 0.25,0.4; 0.375,0.465; 0.5,0.5;  0.625,0.535; 0.75,0.6; 0.875,0.7335; 1,1">
                                          <p:stCondLst>
                                            <p:cond delay="1324"/>
                                          </p:stCondLst>
                                        </p:cTn>
                                        <p:tgtEl>
                                          <p:spTgt spid="42"/>
                                        </p:tgtEl>
                                        <p:attrNameLst>
                                          <p:attrName>ppt_y</p:attrName>
                                        </p:attrNameLst>
                                      </p:cBhvr>
                                      <p:tavLst>
                                        <p:tav tm="0" fmla="#ppt_y-sin(pi*$)/27">
                                          <p:val>
                                            <p:fltVal val="0"/>
                                          </p:val>
                                        </p:tav>
                                        <p:tav tm="100000">
                                          <p:val>
                                            <p:fltVal val="1"/>
                                          </p:val>
                                        </p:tav>
                                      </p:tavLst>
                                    </p:anim>
                                    <p:anim calcmode="lin" valueType="num">
                                      <p:cBhvr>
                                        <p:cTn id="626" dur="164" tmFilter="0, 0; 0.125,0.2665; 0.25,0.4; 0.375,0.465; 0.5,0.5;  0.625,0.535; 0.75,0.6; 0.875,0.7335; 1,1">
                                          <p:stCondLst>
                                            <p:cond delay="1656"/>
                                          </p:stCondLst>
                                        </p:cTn>
                                        <p:tgtEl>
                                          <p:spTgt spid="42"/>
                                        </p:tgtEl>
                                        <p:attrNameLst>
                                          <p:attrName>ppt_y</p:attrName>
                                        </p:attrNameLst>
                                      </p:cBhvr>
                                      <p:tavLst>
                                        <p:tav tm="0" fmla="#ppt_y-sin(pi*$)/81">
                                          <p:val>
                                            <p:fltVal val="0"/>
                                          </p:val>
                                        </p:tav>
                                        <p:tav tm="100000">
                                          <p:val>
                                            <p:fltVal val="1"/>
                                          </p:val>
                                        </p:tav>
                                      </p:tavLst>
                                    </p:anim>
                                    <p:animScale>
                                      <p:cBhvr>
                                        <p:cTn id="627" dur="26">
                                          <p:stCondLst>
                                            <p:cond delay="650"/>
                                          </p:stCondLst>
                                        </p:cTn>
                                        <p:tgtEl>
                                          <p:spTgt spid="42"/>
                                        </p:tgtEl>
                                      </p:cBhvr>
                                      <p:to x="100000" y="60000"/>
                                    </p:animScale>
                                    <p:animScale>
                                      <p:cBhvr>
                                        <p:cTn id="628" dur="166" decel="50000">
                                          <p:stCondLst>
                                            <p:cond delay="676"/>
                                          </p:stCondLst>
                                        </p:cTn>
                                        <p:tgtEl>
                                          <p:spTgt spid="42"/>
                                        </p:tgtEl>
                                      </p:cBhvr>
                                      <p:to x="100000" y="100000"/>
                                    </p:animScale>
                                    <p:animScale>
                                      <p:cBhvr>
                                        <p:cTn id="629" dur="26">
                                          <p:stCondLst>
                                            <p:cond delay="1312"/>
                                          </p:stCondLst>
                                        </p:cTn>
                                        <p:tgtEl>
                                          <p:spTgt spid="42"/>
                                        </p:tgtEl>
                                      </p:cBhvr>
                                      <p:to x="100000" y="80000"/>
                                    </p:animScale>
                                    <p:animScale>
                                      <p:cBhvr>
                                        <p:cTn id="630" dur="166" decel="50000">
                                          <p:stCondLst>
                                            <p:cond delay="1338"/>
                                          </p:stCondLst>
                                        </p:cTn>
                                        <p:tgtEl>
                                          <p:spTgt spid="42"/>
                                        </p:tgtEl>
                                      </p:cBhvr>
                                      <p:to x="100000" y="100000"/>
                                    </p:animScale>
                                    <p:animScale>
                                      <p:cBhvr>
                                        <p:cTn id="631" dur="26">
                                          <p:stCondLst>
                                            <p:cond delay="1642"/>
                                          </p:stCondLst>
                                        </p:cTn>
                                        <p:tgtEl>
                                          <p:spTgt spid="42"/>
                                        </p:tgtEl>
                                      </p:cBhvr>
                                      <p:to x="100000" y="90000"/>
                                    </p:animScale>
                                    <p:animScale>
                                      <p:cBhvr>
                                        <p:cTn id="632" dur="166" decel="50000">
                                          <p:stCondLst>
                                            <p:cond delay="1668"/>
                                          </p:stCondLst>
                                        </p:cTn>
                                        <p:tgtEl>
                                          <p:spTgt spid="42"/>
                                        </p:tgtEl>
                                      </p:cBhvr>
                                      <p:to x="100000" y="100000"/>
                                    </p:animScale>
                                    <p:animScale>
                                      <p:cBhvr>
                                        <p:cTn id="633" dur="26">
                                          <p:stCondLst>
                                            <p:cond delay="1808"/>
                                          </p:stCondLst>
                                        </p:cTn>
                                        <p:tgtEl>
                                          <p:spTgt spid="42"/>
                                        </p:tgtEl>
                                      </p:cBhvr>
                                      <p:to x="100000" y="95000"/>
                                    </p:animScale>
                                    <p:animScale>
                                      <p:cBhvr>
                                        <p:cTn id="634" dur="166" decel="50000">
                                          <p:stCondLst>
                                            <p:cond delay="1834"/>
                                          </p:stCondLst>
                                        </p:cTn>
                                        <p:tgtEl>
                                          <p:spTgt spid="42"/>
                                        </p:tgtEl>
                                      </p:cBhvr>
                                      <p:to x="100000" y="100000"/>
                                    </p:animScale>
                                  </p:childTnLst>
                                </p:cTn>
                              </p:par>
                              <p:par>
                                <p:cTn id="635" presetID="26" presetClass="entr" presetSubtype="0" fill="hold" grpId="0" nodeType="withEffect">
                                  <p:stCondLst>
                                    <p:cond delay="0"/>
                                  </p:stCondLst>
                                  <p:childTnLst>
                                    <p:set>
                                      <p:cBhvr>
                                        <p:cTn id="636" dur="1" fill="hold">
                                          <p:stCondLst>
                                            <p:cond delay="0"/>
                                          </p:stCondLst>
                                        </p:cTn>
                                        <p:tgtEl>
                                          <p:spTgt spid="43"/>
                                        </p:tgtEl>
                                        <p:attrNameLst>
                                          <p:attrName>style.visibility</p:attrName>
                                        </p:attrNameLst>
                                      </p:cBhvr>
                                      <p:to>
                                        <p:strVal val="visible"/>
                                      </p:to>
                                    </p:set>
                                    <p:animEffect transition="in" filter="wipe(down)">
                                      <p:cBhvr>
                                        <p:cTn id="637" dur="580">
                                          <p:stCondLst>
                                            <p:cond delay="0"/>
                                          </p:stCondLst>
                                        </p:cTn>
                                        <p:tgtEl>
                                          <p:spTgt spid="43"/>
                                        </p:tgtEl>
                                      </p:cBhvr>
                                    </p:animEffect>
                                    <p:anim calcmode="lin" valueType="num">
                                      <p:cBhvr>
                                        <p:cTn id="638" dur="1822" tmFilter="0,0; 0.14,0.36; 0.43,0.73; 0.71,0.91; 1.0,1.0">
                                          <p:stCondLst>
                                            <p:cond delay="0"/>
                                          </p:stCondLst>
                                        </p:cTn>
                                        <p:tgtEl>
                                          <p:spTgt spid="43"/>
                                        </p:tgtEl>
                                        <p:attrNameLst>
                                          <p:attrName>ppt_x</p:attrName>
                                        </p:attrNameLst>
                                      </p:cBhvr>
                                      <p:tavLst>
                                        <p:tav tm="0">
                                          <p:val>
                                            <p:strVal val="#ppt_x-0.25"/>
                                          </p:val>
                                        </p:tav>
                                        <p:tav tm="100000">
                                          <p:val>
                                            <p:strVal val="#ppt_x"/>
                                          </p:val>
                                        </p:tav>
                                      </p:tavLst>
                                    </p:anim>
                                    <p:anim calcmode="lin" valueType="num">
                                      <p:cBhvr>
                                        <p:cTn id="639" dur="664" tmFilter="0.0,0.0; 0.25,0.07; 0.50,0.2; 0.75,0.467; 1.0,1.0">
                                          <p:stCondLst>
                                            <p:cond delay="0"/>
                                          </p:stCondLst>
                                        </p:cTn>
                                        <p:tgtEl>
                                          <p:spTgt spid="43"/>
                                        </p:tgtEl>
                                        <p:attrNameLst>
                                          <p:attrName>ppt_y</p:attrName>
                                        </p:attrNameLst>
                                      </p:cBhvr>
                                      <p:tavLst>
                                        <p:tav tm="0" fmla="#ppt_y-sin(pi*$)/3">
                                          <p:val>
                                            <p:fltVal val="0.5"/>
                                          </p:val>
                                        </p:tav>
                                        <p:tav tm="100000">
                                          <p:val>
                                            <p:fltVal val="1"/>
                                          </p:val>
                                        </p:tav>
                                      </p:tavLst>
                                    </p:anim>
                                    <p:anim calcmode="lin" valueType="num">
                                      <p:cBhvr>
                                        <p:cTn id="640" dur="664" tmFilter="0, 0; 0.125,0.2665; 0.25,0.4; 0.375,0.465; 0.5,0.5;  0.625,0.535; 0.75,0.6; 0.875,0.7335; 1,1">
                                          <p:stCondLst>
                                            <p:cond delay="664"/>
                                          </p:stCondLst>
                                        </p:cTn>
                                        <p:tgtEl>
                                          <p:spTgt spid="43"/>
                                        </p:tgtEl>
                                        <p:attrNameLst>
                                          <p:attrName>ppt_y</p:attrName>
                                        </p:attrNameLst>
                                      </p:cBhvr>
                                      <p:tavLst>
                                        <p:tav tm="0" fmla="#ppt_y-sin(pi*$)/9">
                                          <p:val>
                                            <p:fltVal val="0"/>
                                          </p:val>
                                        </p:tav>
                                        <p:tav tm="100000">
                                          <p:val>
                                            <p:fltVal val="1"/>
                                          </p:val>
                                        </p:tav>
                                      </p:tavLst>
                                    </p:anim>
                                    <p:anim calcmode="lin" valueType="num">
                                      <p:cBhvr>
                                        <p:cTn id="641" dur="332" tmFilter="0, 0; 0.125,0.2665; 0.25,0.4; 0.375,0.465; 0.5,0.5;  0.625,0.535; 0.75,0.6; 0.875,0.7335; 1,1">
                                          <p:stCondLst>
                                            <p:cond delay="1324"/>
                                          </p:stCondLst>
                                        </p:cTn>
                                        <p:tgtEl>
                                          <p:spTgt spid="43"/>
                                        </p:tgtEl>
                                        <p:attrNameLst>
                                          <p:attrName>ppt_y</p:attrName>
                                        </p:attrNameLst>
                                      </p:cBhvr>
                                      <p:tavLst>
                                        <p:tav tm="0" fmla="#ppt_y-sin(pi*$)/27">
                                          <p:val>
                                            <p:fltVal val="0"/>
                                          </p:val>
                                        </p:tav>
                                        <p:tav tm="100000">
                                          <p:val>
                                            <p:fltVal val="1"/>
                                          </p:val>
                                        </p:tav>
                                      </p:tavLst>
                                    </p:anim>
                                    <p:anim calcmode="lin" valueType="num">
                                      <p:cBhvr>
                                        <p:cTn id="642" dur="164" tmFilter="0, 0; 0.125,0.2665; 0.25,0.4; 0.375,0.465; 0.5,0.5;  0.625,0.535; 0.75,0.6; 0.875,0.7335; 1,1">
                                          <p:stCondLst>
                                            <p:cond delay="1656"/>
                                          </p:stCondLst>
                                        </p:cTn>
                                        <p:tgtEl>
                                          <p:spTgt spid="43"/>
                                        </p:tgtEl>
                                        <p:attrNameLst>
                                          <p:attrName>ppt_y</p:attrName>
                                        </p:attrNameLst>
                                      </p:cBhvr>
                                      <p:tavLst>
                                        <p:tav tm="0" fmla="#ppt_y-sin(pi*$)/81">
                                          <p:val>
                                            <p:fltVal val="0"/>
                                          </p:val>
                                        </p:tav>
                                        <p:tav tm="100000">
                                          <p:val>
                                            <p:fltVal val="1"/>
                                          </p:val>
                                        </p:tav>
                                      </p:tavLst>
                                    </p:anim>
                                    <p:animScale>
                                      <p:cBhvr>
                                        <p:cTn id="643" dur="26">
                                          <p:stCondLst>
                                            <p:cond delay="650"/>
                                          </p:stCondLst>
                                        </p:cTn>
                                        <p:tgtEl>
                                          <p:spTgt spid="43"/>
                                        </p:tgtEl>
                                      </p:cBhvr>
                                      <p:to x="100000" y="60000"/>
                                    </p:animScale>
                                    <p:animScale>
                                      <p:cBhvr>
                                        <p:cTn id="644" dur="166" decel="50000">
                                          <p:stCondLst>
                                            <p:cond delay="676"/>
                                          </p:stCondLst>
                                        </p:cTn>
                                        <p:tgtEl>
                                          <p:spTgt spid="43"/>
                                        </p:tgtEl>
                                      </p:cBhvr>
                                      <p:to x="100000" y="100000"/>
                                    </p:animScale>
                                    <p:animScale>
                                      <p:cBhvr>
                                        <p:cTn id="645" dur="26">
                                          <p:stCondLst>
                                            <p:cond delay="1312"/>
                                          </p:stCondLst>
                                        </p:cTn>
                                        <p:tgtEl>
                                          <p:spTgt spid="43"/>
                                        </p:tgtEl>
                                      </p:cBhvr>
                                      <p:to x="100000" y="80000"/>
                                    </p:animScale>
                                    <p:animScale>
                                      <p:cBhvr>
                                        <p:cTn id="646" dur="166" decel="50000">
                                          <p:stCondLst>
                                            <p:cond delay="1338"/>
                                          </p:stCondLst>
                                        </p:cTn>
                                        <p:tgtEl>
                                          <p:spTgt spid="43"/>
                                        </p:tgtEl>
                                      </p:cBhvr>
                                      <p:to x="100000" y="100000"/>
                                    </p:animScale>
                                    <p:animScale>
                                      <p:cBhvr>
                                        <p:cTn id="647" dur="26">
                                          <p:stCondLst>
                                            <p:cond delay="1642"/>
                                          </p:stCondLst>
                                        </p:cTn>
                                        <p:tgtEl>
                                          <p:spTgt spid="43"/>
                                        </p:tgtEl>
                                      </p:cBhvr>
                                      <p:to x="100000" y="90000"/>
                                    </p:animScale>
                                    <p:animScale>
                                      <p:cBhvr>
                                        <p:cTn id="648" dur="166" decel="50000">
                                          <p:stCondLst>
                                            <p:cond delay="1668"/>
                                          </p:stCondLst>
                                        </p:cTn>
                                        <p:tgtEl>
                                          <p:spTgt spid="43"/>
                                        </p:tgtEl>
                                      </p:cBhvr>
                                      <p:to x="100000" y="100000"/>
                                    </p:animScale>
                                    <p:animScale>
                                      <p:cBhvr>
                                        <p:cTn id="649" dur="26">
                                          <p:stCondLst>
                                            <p:cond delay="1808"/>
                                          </p:stCondLst>
                                        </p:cTn>
                                        <p:tgtEl>
                                          <p:spTgt spid="43"/>
                                        </p:tgtEl>
                                      </p:cBhvr>
                                      <p:to x="100000" y="95000"/>
                                    </p:animScale>
                                    <p:animScale>
                                      <p:cBhvr>
                                        <p:cTn id="650" dur="166" decel="50000">
                                          <p:stCondLst>
                                            <p:cond delay="1834"/>
                                          </p:stCondLst>
                                        </p:cTn>
                                        <p:tgtEl>
                                          <p:spTgt spid="43"/>
                                        </p:tgtEl>
                                      </p:cBhvr>
                                      <p:to x="100000" y="100000"/>
                                    </p:animScale>
                                  </p:childTnLst>
                                </p:cTn>
                              </p:par>
                              <p:par>
                                <p:cTn id="651" presetID="26" presetClass="entr" presetSubtype="0" fill="hold" grpId="0" nodeType="withEffect">
                                  <p:stCondLst>
                                    <p:cond delay="0"/>
                                  </p:stCondLst>
                                  <p:childTnLst>
                                    <p:set>
                                      <p:cBhvr>
                                        <p:cTn id="652" dur="1" fill="hold">
                                          <p:stCondLst>
                                            <p:cond delay="0"/>
                                          </p:stCondLst>
                                        </p:cTn>
                                        <p:tgtEl>
                                          <p:spTgt spid="44"/>
                                        </p:tgtEl>
                                        <p:attrNameLst>
                                          <p:attrName>style.visibility</p:attrName>
                                        </p:attrNameLst>
                                      </p:cBhvr>
                                      <p:to>
                                        <p:strVal val="visible"/>
                                      </p:to>
                                    </p:set>
                                    <p:animEffect transition="in" filter="wipe(down)">
                                      <p:cBhvr>
                                        <p:cTn id="653" dur="580">
                                          <p:stCondLst>
                                            <p:cond delay="0"/>
                                          </p:stCondLst>
                                        </p:cTn>
                                        <p:tgtEl>
                                          <p:spTgt spid="44"/>
                                        </p:tgtEl>
                                      </p:cBhvr>
                                    </p:animEffect>
                                    <p:anim calcmode="lin" valueType="num">
                                      <p:cBhvr>
                                        <p:cTn id="654" dur="1822" tmFilter="0,0; 0.14,0.36; 0.43,0.73; 0.71,0.91; 1.0,1.0">
                                          <p:stCondLst>
                                            <p:cond delay="0"/>
                                          </p:stCondLst>
                                        </p:cTn>
                                        <p:tgtEl>
                                          <p:spTgt spid="44"/>
                                        </p:tgtEl>
                                        <p:attrNameLst>
                                          <p:attrName>ppt_x</p:attrName>
                                        </p:attrNameLst>
                                      </p:cBhvr>
                                      <p:tavLst>
                                        <p:tav tm="0">
                                          <p:val>
                                            <p:strVal val="#ppt_x-0.25"/>
                                          </p:val>
                                        </p:tav>
                                        <p:tav tm="100000">
                                          <p:val>
                                            <p:strVal val="#ppt_x"/>
                                          </p:val>
                                        </p:tav>
                                      </p:tavLst>
                                    </p:anim>
                                    <p:anim calcmode="lin" valueType="num">
                                      <p:cBhvr>
                                        <p:cTn id="655" dur="664" tmFilter="0.0,0.0; 0.25,0.07; 0.50,0.2; 0.75,0.467; 1.0,1.0">
                                          <p:stCondLst>
                                            <p:cond delay="0"/>
                                          </p:stCondLst>
                                        </p:cTn>
                                        <p:tgtEl>
                                          <p:spTgt spid="44"/>
                                        </p:tgtEl>
                                        <p:attrNameLst>
                                          <p:attrName>ppt_y</p:attrName>
                                        </p:attrNameLst>
                                      </p:cBhvr>
                                      <p:tavLst>
                                        <p:tav tm="0" fmla="#ppt_y-sin(pi*$)/3">
                                          <p:val>
                                            <p:fltVal val="0.5"/>
                                          </p:val>
                                        </p:tav>
                                        <p:tav tm="100000">
                                          <p:val>
                                            <p:fltVal val="1"/>
                                          </p:val>
                                        </p:tav>
                                      </p:tavLst>
                                    </p:anim>
                                    <p:anim calcmode="lin" valueType="num">
                                      <p:cBhvr>
                                        <p:cTn id="656" dur="664" tmFilter="0, 0; 0.125,0.2665; 0.25,0.4; 0.375,0.465; 0.5,0.5;  0.625,0.535; 0.75,0.6; 0.875,0.7335; 1,1">
                                          <p:stCondLst>
                                            <p:cond delay="664"/>
                                          </p:stCondLst>
                                        </p:cTn>
                                        <p:tgtEl>
                                          <p:spTgt spid="44"/>
                                        </p:tgtEl>
                                        <p:attrNameLst>
                                          <p:attrName>ppt_y</p:attrName>
                                        </p:attrNameLst>
                                      </p:cBhvr>
                                      <p:tavLst>
                                        <p:tav tm="0" fmla="#ppt_y-sin(pi*$)/9">
                                          <p:val>
                                            <p:fltVal val="0"/>
                                          </p:val>
                                        </p:tav>
                                        <p:tav tm="100000">
                                          <p:val>
                                            <p:fltVal val="1"/>
                                          </p:val>
                                        </p:tav>
                                      </p:tavLst>
                                    </p:anim>
                                    <p:anim calcmode="lin" valueType="num">
                                      <p:cBhvr>
                                        <p:cTn id="657" dur="332" tmFilter="0, 0; 0.125,0.2665; 0.25,0.4; 0.375,0.465; 0.5,0.5;  0.625,0.535; 0.75,0.6; 0.875,0.7335; 1,1">
                                          <p:stCondLst>
                                            <p:cond delay="1324"/>
                                          </p:stCondLst>
                                        </p:cTn>
                                        <p:tgtEl>
                                          <p:spTgt spid="44"/>
                                        </p:tgtEl>
                                        <p:attrNameLst>
                                          <p:attrName>ppt_y</p:attrName>
                                        </p:attrNameLst>
                                      </p:cBhvr>
                                      <p:tavLst>
                                        <p:tav tm="0" fmla="#ppt_y-sin(pi*$)/27">
                                          <p:val>
                                            <p:fltVal val="0"/>
                                          </p:val>
                                        </p:tav>
                                        <p:tav tm="100000">
                                          <p:val>
                                            <p:fltVal val="1"/>
                                          </p:val>
                                        </p:tav>
                                      </p:tavLst>
                                    </p:anim>
                                    <p:anim calcmode="lin" valueType="num">
                                      <p:cBhvr>
                                        <p:cTn id="658" dur="164" tmFilter="0, 0; 0.125,0.2665; 0.25,0.4; 0.375,0.465; 0.5,0.5;  0.625,0.535; 0.75,0.6; 0.875,0.7335; 1,1">
                                          <p:stCondLst>
                                            <p:cond delay="1656"/>
                                          </p:stCondLst>
                                        </p:cTn>
                                        <p:tgtEl>
                                          <p:spTgt spid="44"/>
                                        </p:tgtEl>
                                        <p:attrNameLst>
                                          <p:attrName>ppt_y</p:attrName>
                                        </p:attrNameLst>
                                      </p:cBhvr>
                                      <p:tavLst>
                                        <p:tav tm="0" fmla="#ppt_y-sin(pi*$)/81">
                                          <p:val>
                                            <p:fltVal val="0"/>
                                          </p:val>
                                        </p:tav>
                                        <p:tav tm="100000">
                                          <p:val>
                                            <p:fltVal val="1"/>
                                          </p:val>
                                        </p:tav>
                                      </p:tavLst>
                                    </p:anim>
                                    <p:animScale>
                                      <p:cBhvr>
                                        <p:cTn id="659" dur="26">
                                          <p:stCondLst>
                                            <p:cond delay="650"/>
                                          </p:stCondLst>
                                        </p:cTn>
                                        <p:tgtEl>
                                          <p:spTgt spid="44"/>
                                        </p:tgtEl>
                                      </p:cBhvr>
                                      <p:to x="100000" y="60000"/>
                                    </p:animScale>
                                    <p:animScale>
                                      <p:cBhvr>
                                        <p:cTn id="660" dur="166" decel="50000">
                                          <p:stCondLst>
                                            <p:cond delay="676"/>
                                          </p:stCondLst>
                                        </p:cTn>
                                        <p:tgtEl>
                                          <p:spTgt spid="44"/>
                                        </p:tgtEl>
                                      </p:cBhvr>
                                      <p:to x="100000" y="100000"/>
                                    </p:animScale>
                                    <p:animScale>
                                      <p:cBhvr>
                                        <p:cTn id="661" dur="26">
                                          <p:stCondLst>
                                            <p:cond delay="1312"/>
                                          </p:stCondLst>
                                        </p:cTn>
                                        <p:tgtEl>
                                          <p:spTgt spid="44"/>
                                        </p:tgtEl>
                                      </p:cBhvr>
                                      <p:to x="100000" y="80000"/>
                                    </p:animScale>
                                    <p:animScale>
                                      <p:cBhvr>
                                        <p:cTn id="662" dur="166" decel="50000">
                                          <p:stCondLst>
                                            <p:cond delay="1338"/>
                                          </p:stCondLst>
                                        </p:cTn>
                                        <p:tgtEl>
                                          <p:spTgt spid="44"/>
                                        </p:tgtEl>
                                      </p:cBhvr>
                                      <p:to x="100000" y="100000"/>
                                    </p:animScale>
                                    <p:animScale>
                                      <p:cBhvr>
                                        <p:cTn id="663" dur="26">
                                          <p:stCondLst>
                                            <p:cond delay="1642"/>
                                          </p:stCondLst>
                                        </p:cTn>
                                        <p:tgtEl>
                                          <p:spTgt spid="44"/>
                                        </p:tgtEl>
                                      </p:cBhvr>
                                      <p:to x="100000" y="90000"/>
                                    </p:animScale>
                                    <p:animScale>
                                      <p:cBhvr>
                                        <p:cTn id="664" dur="166" decel="50000">
                                          <p:stCondLst>
                                            <p:cond delay="1668"/>
                                          </p:stCondLst>
                                        </p:cTn>
                                        <p:tgtEl>
                                          <p:spTgt spid="44"/>
                                        </p:tgtEl>
                                      </p:cBhvr>
                                      <p:to x="100000" y="100000"/>
                                    </p:animScale>
                                    <p:animScale>
                                      <p:cBhvr>
                                        <p:cTn id="665" dur="26">
                                          <p:stCondLst>
                                            <p:cond delay="1808"/>
                                          </p:stCondLst>
                                        </p:cTn>
                                        <p:tgtEl>
                                          <p:spTgt spid="44"/>
                                        </p:tgtEl>
                                      </p:cBhvr>
                                      <p:to x="100000" y="95000"/>
                                    </p:animScale>
                                    <p:animScale>
                                      <p:cBhvr>
                                        <p:cTn id="666" dur="166" decel="50000">
                                          <p:stCondLst>
                                            <p:cond delay="1834"/>
                                          </p:stCondLst>
                                        </p:cTn>
                                        <p:tgtEl>
                                          <p:spTgt spid="44"/>
                                        </p:tgtEl>
                                      </p:cBhvr>
                                      <p:to x="100000" y="100000"/>
                                    </p:animScale>
                                  </p:childTnLst>
                                </p:cTn>
                              </p:par>
                              <p:par>
                                <p:cTn id="667" presetID="26" presetClass="entr" presetSubtype="0" fill="hold" grpId="0" nodeType="withEffect">
                                  <p:stCondLst>
                                    <p:cond delay="0"/>
                                  </p:stCondLst>
                                  <p:childTnLst>
                                    <p:set>
                                      <p:cBhvr>
                                        <p:cTn id="668" dur="1" fill="hold">
                                          <p:stCondLst>
                                            <p:cond delay="0"/>
                                          </p:stCondLst>
                                        </p:cTn>
                                        <p:tgtEl>
                                          <p:spTgt spid="45"/>
                                        </p:tgtEl>
                                        <p:attrNameLst>
                                          <p:attrName>style.visibility</p:attrName>
                                        </p:attrNameLst>
                                      </p:cBhvr>
                                      <p:to>
                                        <p:strVal val="visible"/>
                                      </p:to>
                                    </p:set>
                                    <p:animEffect transition="in" filter="wipe(down)">
                                      <p:cBhvr>
                                        <p:cTn id="669" dur="580">
                                          <p:stCondLst>
                                            <p:cond delay="0"/>
                                          </p:stCondLst>
                                        </p:cTn>
                                        <p:tgtEl>
                                          <p:spTgt spid="45"/>
                                        </p:tgtEl>
                                      </p:cBhvr>
                                    </p:animEffect>
                                    <p:anim calcmode="lin" valueType="num">
                                      <p:cBhvr>
                                        <p:cTn id="670" dur="1822" tmFilter="0,0; 0.14,0.36; 0.43,0.73; 0.71,0.91; 1.0,1.0">
                                          <p:stCondLst>
                                            <p:cond delay="0"/>
                                          </p:stCondLst>
                                        </p:cTn>
                                        <p:tgtEl>
                                          <p:spTgt spid="45"/>
                                        </p:tgtEl>
                                        <p:attrNameLst>
                                          <p:attrName>ppt_x</p:attrName>
                                        </p:attrNameLst>
                                      </p:cBhvr>
                                      <p:tavLst>
                                        <p:tav tm="0">
                                          <p:val>
                                            <p:strVal val="#ppt_x-0.25"/>
                                          </p:val>
                                        </p:tav>
                                        <p:tav tm="100000">
                                          <p:val>
                                            <p:strVal val="#ppt_x"/>
                                          </p:val>
                                        </p:tav>
                                      </p:tavLst>
                                    </p:anim>
                                    <p:anim calcmode="lin" valueType="num">
                                      <p:cBhvr>
                                        <p:cTn id="671" dur="664" tmFilter="0.0,0.0; 0.25,0.07; 0.50,0.2; 0.75,0.467; 1.0,1.0">
                                          <p:stCondLst>
                                            <p:cond delay="0"/>
                                          </p:stCondLst>
                                        </p:cTn>
                                        <p:tgtEl>
                                          <p:spTgt spid="45"/>
                                        </p:tgtEl>
                                        <p:attrNameLst>
                                          <p:attrName>ppt_y</p:attrName>
                                        </p:attrNameLst>
                                      </p:cBhvr>
                                      <p:tavLst>
                                        <p:tav tm="0" fmla="#ppt_y-sin(pi*$)/3">
                                          <p:val>
                                            <p:fltVal val="0.5"/>
                                          </p:val>
                                        </p:tav>
                                        <p:tav tm="100000">
                                          <p:val>
                                            <p:fltVal val="1"/>
                                          </p:val>
                                        </p:tav>
                                      </p:tavLst>
                                    </p:anim>
                                    <p:anim calcmode="lin" valueType="num">
                                      <p:cBhvr>
                                        <p:cTn id="672" dur="664" tmFilter="0, 0; 0.125,0.2665; 0.25,0.4; 0.375,0.465; 0.5,0.5;  0.625,0.535; 0.75,0.6; 0.875,0.7335; 1,1">
                                          <p:stCondLst>
                                            <p:cond delay="664"/>
                                          </p:stCondLst>
                                        </p:cTn>
                                        <p:tgtEl>
                                          <p:spTgt spid="45"/>
                                        </p:tgtEl>
                                        <p:attrNameLst>
                                          <p:attrName>ppt_y</p:attrName>
                                        </p:attrNameLst>
                                      </p:cBhvr>
                                      <p:tavLst>
                                        <p:tav tm="0" fmla="#ppt_y-sin(pi*$)/9">
                                          <p:val>
                                            <p:fltVal val="0"/>
                                          </p:val>
                                        </p:tav>
                                        <p:tav tm="100000">
                                          <p:val>
                                            <p:fltVal val="1"/>
                                          </p:val>
                                        </p:tav>
                                      </p:tavLst>
                                    </p:anim>
                                    <p:anim calcmode="lin" valueType="num">
                                      <p:cBhvr>
                                        <p:cTn id="673" dur="332" tmFilter="0, 0; 0.125,0.2665; 0.25,0.4; 0.375,0.465; 0.5,0.5;  0.625,0.535; 0.75,0.6; 0.875,0.7335; 1,1">
                                          <p:stCondLst>
                                            <p:cond delay="1324"/>
                                          </p:stCondLst>
                                        </p:cTn>
                                        <p:tgtEl>
                                          <p:spTgt spid="45"/>
                                        </p:tgtEl>
                                        <p:attrNameLst>
                                          <p:attrName>ppt_y</p:attrName>
                                        </p:attrNameLst>
                                      </p:cBhvr>
                                      <p:tavLst>
                                        <p:tav tm="0" fmla="#ppt_y-sin(pi*$)/27">
                                          <p:val>
                                            <p:fltVal val="0"/>
                                          </p:val>
                                        </p:tav>
                                        <p:tav tm="100000">
                                          <p:val>
                                            <p:fltVal val="1"/>
                                          </p:val>
                                        </p:tav>
                                      </p:tavLst>
                                    </p:anim>
                                    <p:anim calcmode="lin" valueType="num">
                                      <p:cBhvr>
                                        <p:cTn id="674" dur="164" tmFilter="0, 0; 0.125,0.2665; 0.25,0.4; 0.375,0.465; 0.5,0.5;  0.625,0.535; 0.75,0.6; 0.875,0.7335; 1,1">
                                          <p:stCondLst>
                                            <p:cond delay="1656"/>
                                          </p:stCondLst>
                                        </p:cTn>
                                        <p:tgtEl>
                                          <p:spTgt spid="45"/>
                                        </p:tgtEl>
                                        <p:attrNameLst>
                                          <p:attrName>ppt_y</p:attrName>
                                        </p:attrNameLst>
                                      </p:cBhvr>
                                      <p:tavLst>
                                        <p:tav tm="0" fmla="#ppt_y-sin(pi*$)/81">
                                          <p:val>
                                            <p:fltVal val="0"/>
                                          </p:val>
                                        </p:tav>
                                        <p:tav tm="100000">
                                          <p:val>
                                            <p:fltVal val="1"/>
                                          </p:val>
                                        </p:tav>
                                      </p:tavLst>
                                    </p:anim>
                                    <p:animScale>
                                      <p:cBhvr>
                                        <p:cTn id="675" dur="26">
                                          <p:stCondLst>
                                            <p:cond delay="650"/>
                                          </p:stCondLst>
                                        </p:cTn>
                                        <p:tgtEl>
                                          <p:spTgt spid="45"/>
                                        </p:tgtEl>
                                      </p:cBhvr>
                                      <p:to x="100000" y="60000"/>
                                    </p:animScale>
                                    <p:animScale>
                                      <p:cBhvr>
                                        <p:cTn id="676" dur="166" decel="50000">
                                          <p:stCondLst>
                                            <p:cond delay="676"/>
                                          </p:stCondLst>
                                        </p:cTn>
                                        <p:tgtEl>
                                          <p:spTgt spid="45"/>
                                        </p:tgtEl>
                                      </p:cBhvr>
                                      <p:to x="100000" y="100000"/>
                                    </p:animScale>
                                    <p:animScale>
                                      <p:cBhvr>
                                        <p:cTn id="677" dur="26">
                                          <p:stCondLst>
                                            <p:cond delay="1312"/>
                                          </p:stCondLst>
                                        </p:cTn>
                                        <p:tgtEl>
                                          <p:spTgt spid="45"/>
                                        </p:tgtEl>
                                      </p:cBhvr>
                                      <p:to x="100000" y="80000"/>
                                    </p:animScale>
                                    <p:animScale>
                                      <p:cBhvr>
                                        <p:cTn id="678" dur="166" decel="50000">
                                          <p:stCondLst>
                                            <p:cond delay="1338"/>
                                          </p:stCondLst>
                                        </p:cTn>
                                        <p:tgtEl>
                                          <p:spTgt spid="45"/>
                                        </p:tgtEl>
                                      </p:cBhvr>
                                      <p:to x="100000" y="100000"/>
                                    </p:animScale>
                                    <p:animScale>
                                      <p:cBhvr>
                                        <p:cTn id="679" dur="26">
                                          <p:stCondLst>
                                            <p:cond delay="1642"/>
                                          </p:stCondLst>
                                        </p:cTn>
                                        <p:tgtEl>
                                          <p:spTgt spid="45"/>
                                        </p:tgtEl>
                                      </p:cBhvr>
                                      <p:to x="100000" y="90000"/>
                                    </p:animScale>
                                    <p:animScale>
                                      <p:cBhvr>
                                        <p:cTn id="680" dur="166" decel="50000">
                                          <p:stCondLst>
                                            <p:cond delay="1668"/>
                                          </p:stCondLst>
                                        </p:cTn>
                                        <p:tgtEl>
                                          <p:spTgt spid="45"/>
                                        </p:tgtEl>
                                      </p:cBhvr>
                                      <p:to x="100000" y="100000"/>
                                    </p:animScale>
                                    <p:animScale>
                                      <p:cBhvr>
                                        <p:cTn id="681" dur="26">
                                          <p:stCondLst>
                                            <p:cond delay="1808"/>
                                          </p:stCondLst>
                                        </p:cTn>
                                        <p:tgtEl>
                                          <p:spTgt spid="45"/>
                                        </p:tgtEl>
                                      </p:cBhvr>
                                      <p:to x="100000" y="95000"/>
                                    </p:animScale>
                                    <p:animScale>
                                      <p:cBhvr>
                                        <p:cTn id="682" dur="166" decel="50000">
                                          <p:stCondLst>
                                            <p:cond delay="1834"/>
                                          </p:stCondLst>
                                        </p:cTn>
                                        <p:tgtEl>
                                          <p:spTgt spid="45"/>
                                        </p:tgtEl>
                                      </p:cBhvr>
                                      <p:to x="100000" y="100000"/>
                                    </p:animScale>
                                  </p:childTnLst>
                                </p:cTn>
                              </p:par>
                              <p:par>
                                <p:cTn id="683" presetID="26" presetClass="entr" presetSubtype="0" fill="hold" grpId="0" nodeType="withEffect">
                                  <p:stCondLst>
                                    <p:cond delay="0"/>
                                  </p:stCondLst>
                                  <p:childTnLst>
                                    <p:set>
                                      <p:cBhvr>
                                        <p:cTn id="684" dur="1" fill="hold">
                                          <p:stCondLst>
                                            <p:cond delay="0"/>
                                          </p:stCondLst>
                                        </p:cTn>
                                        <p:tgtEl>
                                          <p:spTgt spid="46"/>
                                        </p:tgtEl>
                                        <p:attrNameLst>
                                          <p:attrName>style.visibility</p:attrName>
                                        </p:attrNameLst>
                                      </p:cBhvr>
                                      <p:to>
                                        <p:strVal val="visible"/>
                                      </p:to>
                                    </p:set>
                                    <p:animEffect transition="in" filter="wipe(down)">
                                      <p:cBhvr>
                                        <p:cTn id="685" dur="580">
                                          <p:stCondLst>
                                            <p:cond delay="0"/>
                                          </p:stCondLst>
                                        </p:cTn>
                                        <p:tgtEl>
                                          <p:spTgt spid="46"/>
                                        </p:tgtEl>
                                      </p:cBhvr>
                                    </p:animEffect>
                                    <p:anim calcmode="lin" valueType="num">
                                      <p:cBhvr>
                                        <p:cTn id="686" dur="1822" tmFilter="0,0; 0.14,0.36; 0.43,0.73; 0.71,0.91; 1.0,1.0">
                                          <p:stCondLst>
                                            <p:cond delay="0"/>
                                          </p:stCondLst>
                                        </p:cTn>
                                        <p:tgtEl>
                                          <p:spTgt spid="46"/>
                                        </p:tgtEl>
                                        <p:attrNameLst>
                                          <p:attrName>ppt_x</p:attrName>
                                        </p:attrNameLst>
                                      </p:cBhvr>
                                      <p:tavLst>
                                        <p:tav tm="0">
                                          <p:val>
                                            <p:strVal val="#ppt_x-0.25"/>
                                          </p:val>
                                        </p:tav>
                                        <p:tav tm="100000">
                                          <p:val>
                                            <p:strVal val="#ppt_x"/>
                                          </p:val>
                                        </p:tav>
                                      </p:tavLst>
                                    </p:anim>
                                    <p:anim calcmode="lin" valueType="num">
                                      <p:cBhvr>
                                        <p:cTn id="687" dur="664" tmFilter="0.0,0.0; 0.25,0.07; 0.50,0.2; 0.75,0.467; 1.0,1.0">
                                          <p:stCondLst>
                                            <p:cond delay="0"/>
                                          </p:stCondLst>
                                        </p:cTn>
                                        <p:tgtEl>
                                          <p:spTgt spid="46"/>
                                        </p:tgtEl>
                                        <p:attrNameLst>
                                          <p:attrName>ppt_y</p:attrName>
                                        </p:attrNameLst>
                                      </p:cBhvr>
                                      <p:tavLst>
                                        <p:tav tm="0" fmla="#ppt_y-sin(pi*$)/3">
                                          <p:val>
                                            <p:fltVal val="0.5"/>
                                          </p:val>
                                        </p:tav>
                                        <p:tav tm="100000">
                                          <p:val>
                                            <p:fltVal val="1"/>
                                          </p:val>
                                        </p:tav>
                                      </p:tavLst>
                                    </p:anim>
                                    <p:anim calcmode="lin" valueType="num">
                                      <p:cBhvr>
                                        <p:cTn id="688" dur="664" tmFilter="0, 0; 0.125,0.2665; 0.25,0.4; 0.375,0.465; 0.5,0.5;  0.625,0.535; 0.75,0.6; 0.875,0.7335; 1,1">
                                          <p:stCondLst>
                                            <p:cond delay="664"/>
                                          </p:stCondLst>
                                        </p:cTn>
                                        <p:tgtEl>
                                          <p:spTgt spid="46"/>
                                        </p:tgtEl>
                                        <p:attrNameLst>
                                          <p:attrName>ppt_y</p:attrName>
                                        </p:attrNameLst>
                                      </p:cBhvr>
                                      <p:tavLst>
                                        <p:tav tm="0" fmla="#ppt_y-sin(pi*$)/9">
                                          <p:val>
                                            <p:fltVal val="0"/>
                                          </p:val>
                                        </p:tav>
                                        <p:tav tm="100000">
                                          <p:val>
                                            <p:fltVal val="1"/>
                                          </p:val>
                                        </p:tav>
                                      </p:tavLst>
                                    </p:anim>
                                    <p:anim calcmode="lin" valueType="num">
                                      <p:cBhvr>
                                        <p:cTn id="689" dur="332" tmFilter="0, 0; 0.125,0.2665; 0.25,0.4; 0.375,0.465; 0.5,0.5;  0.625,0.535; 0.75,0.6; 0.875,0.7335; 1,1">
                                          <p:stCondLst>
                                            <p:cond delay="1324"/>
                                          </p:stCondLst>
                                        </p:cTn>
                                        <p:tgtEl>
                                          <p:spTgt spid="46"/>
                                        </p:tgtEl>
                                        <p:attrNameLst>
                                          <p:attrName>ppt_y</p:attrName>
                                        </p:attrNameLst>
                                      </p:cBhvr>
                                      <p:tavLst>
                                        <p:tav tm="0" fmla="#ppt_y-sin(pi*$)/27">
                                          <p:val>
                                            <p:fltVal val="0"/>
                                          </p:val>
                                        </p:tav>
                                        <p:tav tm="100000">
                                          <p:val>
                                            <p:fltVal val="1"/>
                                          </p:val>
                                        </p:tav>
                                      </p:tavLst>
                                    </p:anim>
                                    <p:anim calcmode="lin" valueType="num">
                                      <p:cBhvr>
                                        <p:cTn id="690" dur="164" tmFilter="0, 0; 0.125,0.2665; 0.25,0.4; 0.375,0.465; 0.5,0.5;  0.625,0.535; 0.75,0.6; 0.875,0.7335; 1,1">
                                          <p:stCondLst>
                                            <p:cond delay="1656"/>
                                          </p:stCondLst>
                                        </p:cTn>
                                        <p:tgtEl>
                                          <p:spTgt spid="46"/>
                                        </p:tgtEl>
                                        <p:attrNameLst>
                                          <p:attrName>ppt_y</p:attrName>
                                        </p:attrNameLst>
                                      </p:cBhvr>
                                      <p:tavLst>
                                        <p:tav tm="0" fmla="#ppt_y-sin(pi*$)/81">
                                          <p:val>
                                            <p:fltVal val="0"/>
                                          </p:val>
                                        </p:tav>
                                        <p:tav tm="100000">
                                          <p:val>
                                            <p:fltVal val="1"/>
                                          </p:val>
                                        </p:tav>
                                      </p:tavLst>
                                    </p:anim>
                                    <p:animScale>
                                      <p:cBhvr>
                                        <p:cTn id="691" dur="26">
                                          <p:stCondLst>
                                            <p:cond delay="650"/>
                                          </p:stCondLst>
                                        </p:cTn>
                                        <p:tgtEl>
                                          <p:spTgt spid="46"/>
                                        </p:tgtEl>
                                      </p:cBhvr>
                                      <p:to x="100000" y="60000"/>
                                    </p:animScale>
                                    <p:animScale>
                                      <p:cBhvr>
                                        <p:cTn id="692" dur="166" decel="50000">
                                          <p:stCondLst>
                                            <p:cond delay="676"/>
                                          </p:stCondLst>
                                        </p:cTn>
                                        <p:tgtEl>
                                          <p:spTgt spid="46"/>
                                        </p:tgtEl>
                                      </p:cBhvr>
                                      <p:to x="100000" y="100000"/>
                                    </p:animScale>
                                    <p:animScale>
                                      <p:cBhvr>
                                        <p:cTn id="693" dur="26">
                                          <p:stCondLst>
                                            <p:cond delay="1312"/>
                                          </p:stCondLst>
                                        </p:cTn>
                                        <p:tgtEl>
                                          <p:spTgt spid="46"/>
                                        </p:tgtEl>
                                      </p:cBhvr>
                                      <p:to x="100000" y="80000"/>
                                    </p:animScale>
                                    <p:animScale>
                                      <p:cBhvr>
                                        <p:cTn id="694" dur="166" decel="50000">
                                          <p:stCondLst>
                                            <p:cond delay="1338"/>
                                          </p:stCondLst>
                                        </p:cTn>
                                        <p:tgtEl>
                                          <p:spTgt spid="46"/>
                                        </p:tgtEl>
                                      </p:cBhvr>
                                      <p:to x="100000" y="100000"/>
                                    </p:animScale>
                                    <p:animScale>
                                      <p:cBhvr>
                                        <p:cTn id="695" dur="26">
                                          <p:stCondLst>
                                            <p:cond delay="1642"/>
                                          </p:stCondLst>
                                        </p:cTn>
                                        <p:tgtEl>
                                          <p:spTgt spid="46"/>
                                        </p:tgtEl>
                                      </p:cBhvr>
                                      <p:to x="100000" y="90000"/>
                                    </p:animScale>
                                    <p:animScale>
                                      <p:cBhvr>
                                        <p:cTn id="696" dur="166" decel="50000">
                                          <p:stCondLst>
                                            <p:cond delay="1668"/>
                                          </p:stCondLst>
                                        </p:cTn>
                                        <p:tgtEl>
                                          <p:spTgt spid="46"/>
                                        </p:tgtEl>
                                      </p:cBhvr>
                                      <p:to x="100000" y="100000"/>
                                    </p:animScale>
                                    <p:animScale>
                                      <p:cBhvr>
                                        <p:cTn id="697" dur="26">
                                          <p:stCondLst>
                                            <p:cond delay="1808"/>
                                          </p:stCondLst>
                                        </p:cTn>
                                        <p:tgtEl>
                                          <p:spTgt spid="46"/>
                                        </p:tgtEl>
                                      </p:cBhvr>
                                      <p:to x="100000" y="95000"/>
                                    </p:animScale>
                                    <p:animScale>
                                      <p:cBhvr>
                                        <p:cTn id="698" dur="166" decel="50000">
                                          <p:stCondLst>
                                            <p:cond delay="1834"/>
                                          </p:stCondLst>
                                        </p:cTn>
                                        <p:tgtEl>
                                          <p:spTgt spid="46"/>
                                        </p:tgtEl>
                                      </p:cBhvr>
                                      <p:to x="100000" y="100000"/>
                                    </p:animScale>
                                  </p:childTnLst>
                                </p:cTn>
                              </p:par>
                              <p:par>
                                <p:cTn id="699" presetID="26" presetClass="entr" presetSubtype="0" fill="hold" grpId="0" nodeType="withEffect">
                                  <p:stCondLst>
                                    <p:cond delay="0"/>
                                  </p:stCondLst>
                                  <p:childTnLst>
                                    <p:set>
                                      <p:cBhvr>
                                        <p:cTn id="700" dur="1" fill="hold">
                                          <p:stCondLst>
                                            <p:cond delay="0"/>
                                          </p:stCondLst>
                                        </p:cTn>
                                        <p:tgtEl>
                                          <p:spTgt spid="62"/>
                                        </p:tgtEl>
                                        <p:attrNameLst>
                                          <p:attrName>style.visibility</p:attrName>
                                        </p:attrNameLst>
                                      </p:cBhvr>
                                      <p:to>
                                        <p:strVal val="visible"/>
                                      </p:to>
                                    </p:set>
                                    <p:animEffect transition="in" filter="wipe(down)">
                                      <p:cBhvr>
                                        <p:cTn id="701" dur="580">
                                          <p:stCondLst>
                                            <p:cond delay="0"/>
                                          </p:stCondLst>
                                        </p:cTn>
                                        <p:tgtEl>
                                          <p:spTgt spid="62"/>
                                        </p:tgtEl>
                                      </p:cBhvr>
                                    </p:animEffect>
                                    <p:anim calcmode="lin" valueType="num">
                                      <p:cBhvr>
                                        <p:cTn id="702" dur="1822" tmFilter="0,0; 0.14,0.36; 0.43,0.73; 0.71,0.91; 1.0,1.0">
                                          <p:stCondLst>
                                            <p:cond delay="0"/>
                                          </p:stCondLst>
                                        </p:cTn>
                                        <p:tgtEl>
                                          <p:spTgt spid="62"/>
                                        </p:tgtEl>
                                        <p:attrNameLst>
                                          <p:attrName>ppt_x</p:attrName>
                                        </p:attrNameLst>
                                      </p:cBhvr>
                                      <p:tavLst>
                                        <p:tav tm="0">
                                          <p:val>
                                            <p:strVal val="#ppt_x-0.25"/>
                                          </p:val>
                                        </p:tav>
                                        <p:tav tm="100000">
                                          <p:val>
                                            <p:strVal val="#ppt_x"/>
                                          </p:val>
                                        </p:tav>
                                      </p:tavLst>
                                    </p:anim>
                                    <p:anim calcmode="lin" valueType="num">
                                      <p:cBhvr>
                                        <p:cTn id="703" dur="664" tmFilter="0.0,0.0; 0.25,0.07; 0.50,0.2; 0.75,0.467; 1.0,1.0">
                                          <p:stCondLst>
                                            <p:cond delay="0"/>
                                          </p:stCondLst>
                                        </p:cTn>
                                        <p:tgtEl>
                                          <p:spTgt spid="62"/>
                                        </p:tgtEl>
                                        <p:attrNameLst>
                                          <p:attrName>ppt_y</p:attrName>
                                        </p:attrNameLst>
                                      </p:cBhvr>
                                      <p:tavLst>
                                        <p:tav tm="0" fmla="#ppt_y-sin(pi*$)/3">
                                          <p:val>
                                            <p:fltVal val="0.5"/>
                                          </p:val>
                                        </p:tav>
                                        <p:tav tm="100000">
                                          <p:val>
                                            <p:fltVal val="1"/>
                                          </p:val>
                                        </p:tav>
                                      </p:tavLst>
                                    </p:anim>
                                    <p:anim calcmode="lin" valueType="num">
                                      <p:cBhvr>
                                        <p:cTn id="704" dur="664" tmFilter="0, 0; 0.125,0.2665; 0.25,0.4; 0.375,0.465; 0.5,0.5;  0.625,0.535; 0.75,0.6; 0.875,0.7335; 1,1">
                                          <p:stCondLst>
                                            <p:cond delay="664"/>
                                          </p:stCondLst>
                                        </p:cTn>
                                        <p:tgtEl>
                                          <p:spTgt spid="62"/>
                                        </p:tgtEl>
                                        <p:attrNameLst>
                                          <p:attrName>ppt_y</p:attrName>
                                        </p:attrNameLst>
                                      </p:cBhvr>
                                      <p:tavLst>
                                        <p:tav tm="0" fmla="#ppt_y-sin(pi*$)/9">
                                          <p:val>
                                            <p:fltVal val="0"/>
                                          </p:val>
                                        </p:tav>
                                        <p:tav tm="100000">
                                          <p:val>
                                            <p:fltVal val="1"/>
                                          </p:val>
                                        </p:tav>
                                      </p:tavLst>
                                    </p:anim>
                                    <p:anim calcmode="lin" valueType="num">
                                      <p:cBhvr>
                                        <p:cTn id="705" dur="332" tmFilter="0, 0; 0.125,0.2665; 0.25,0.4; 0.375,0.465; 0.5,0.5;  0.625,0.535; 0.75,0.6; 0.875,0.7335; 1,1">
                                          <p:stCondLst>
                                            <p:cond delay="1324"/>
                                          </p:stCondLst>
                                        </p:cTn>
                                        <p:tgtEl>
                                          <p:spTgt spid="62"/>
                                        </p:tgtEl>
                                        <p:attrNameLst>
                                          <p:attrName>ppt_y</p:attrName>
                                        </p:attrNameLst>
                                      </p:cBhvr>
                                      <p:tavLst>
                                        <p:tav tm="0" fmla="#ppt_y-sin(pi*$)/27">
                                          <p:val>
                                            <p:fltVal val="0"/>
                                          </p:val>
                                        </p:tav>
                                        <p:tav tm="100000">
                                          <p:val>
                                            <p:fltVal val="1"/>
                                          </p:val>
                                        </p:tav>
                                      </p:tavLst>
                                    </p:anim>
                                    <p:anim calcmode="lin" valueType="num">
                                      <p:cBhvr>
                                        <p:cTn id="706" dur="164" tmFilter="0, 0; 0.125,0.2665; 0.25,0.4; 0.375,0.465; 0.5,0.5;  0.625,0.535; 0.75,0.6; 0.875,0.7335; 1,1">
                                          <p:stCondLst>
                                            <p:cond delay="1656"/>
                                          </p:stCondLst>
                                        </p:cTn>
                                        <p:tgtEl>
                                          <p:spTgt spid="62"/>
                                        </p:tgtEl>
                                        <p:attrNameLst>
                                          <p:attrName>ppt_y</p:attrName>
                                        </p:attrNameLst>
                                      </p:cBhvr>
                                      <p:tavLst>
                                        <p:tav tm="0" fmla="#ppt_y-sin(pi*$)/81">
                                          <p:val>
                                            <p:fltVal val="0"/>
                                          </p:val>
                                        </p:tav>
                                        <p:tav tm="100000">
                                          <p:val>
                                            <p:fltVal val="1"/>
                                          </p:val>
                                        </p:tav>
                                      </p:tavLst>
                                    </p:anim>
                                    <p:animScale>
                                      <p:cBhvr>
                                        <p:cTn id="707" dur="26">
                                          <p:stCondLst>
                                            <p:cond delay="650"/>
                                          </p:stCondLst>
                                        </p:cTn>
                                        <p:tgtEl>
                                          <p:spTgt spid="62"/>
                                        </p:tgtEl>
                                      </p:cBhvr>
                                      <p:to x="100000" y="60000"/>
                                    </p:animScale>
                                    <p:animScale>
                                      <p:cBhvr>
                                        <p:cTn id="708" dur="166" decel="50000">
                                          <p:stCondLst>
                                            <p:cond delay="676"/>
                                          </p:stCondLst>
                                        </p:cTn>
                                        <p:tgtEl>
                                          <p:spTgt spid="62"/>
                                        </p:tgtEl>
                                      </p:cBhvr>
                                      <p:to x="100000" y="100000"/>
                                    </p:animScale>
                                    <p:animScale>
                                      <p:cBhvr>
                                        <p:cTn id="709" dur="26">
                                          <p:stCondLst>
                                            <p:cond delay="1312"/>
                                          </p:stCondLst>
                                        </p:cTn>
                                        <p:tgtEl>
                                          <p:spTgt spid="62"/>
                                        </p:tgtEl>
                                      </p:cBhvr>
                                      <p:to x="100000" y="80000"/>
                                    </p:animScale>
                                    <p:animScale>
                                      <p:cBhvr>
                                        <p:cTn id="710" dur="166" decel="50000">
                                          <p:stCondLst>
                                            <p:cond delay="1338"/>
                                          </p:stCondLst>
                                        </p:cTn>
                                        <p:tgtEl>
                                          <p:spTgt spid="62"/>
                                        </p:tgtEl>
                                      </p:cBhvr>
                                      <p:to x="100000" y="100000"/>
                                    </p:animScale>
                                    <p:animScale>
                                      <p:cBhvr>
                                        <p:cTn id="711" dur="26">
                                          <p:stCondLst>
                                            <p:cond delay="1642"/>
                                          </p:stCondLst>
                                        </p:cTn>
                                        <p:tgtEl>
                                          <p:spTgt spid="62"/>
                                        </p:tgtEl>
                                      </p:cBhvr>
                                      <p:to x="100000" y="90000"/>
                                    </p:animScale>
                                    <p:animScale>
                                      <p:cBhvr>
                                        <p:cTn id="712" dur="166" decel="50000">
                                          <p:stCondLst>
                                            <p:cond delay="1668"/>
                                          </p:stCondLst>
                                        </p:cTn>
                                        <p:tgtEl>
                                          <p:spTgt spid="62"/>
                                        </p:tgtEl>
                                      </p:cBhvr>
                                      <p:to x="100000" y="100000"/>
                                    </p:animScale>
                                    <p:animScale>
                                      <p:cBhvr>
                                        <p:cTn id="713" dur="26">
                                          <p:stCondLst>
                                            <p:cond delay="1808"/>
                                          </p:stCondLst>
                                        </p:cTn>
                                        <p:tgtEl>
                                          <p:spTgt spid="62"/>
                                        </p:tgtEl>
                                      </p:cBhvr>
                                      <p:to x="100000" y="95000"/>
                                    </p:animScale>
                                    <p:animScale>
                                      <p:cBhvr>
                                        <p:cTn id="714" dur="166" decel="50000">
                                          <p:stCondLst>
                                            <p:cond delay="1834"/>
                                          </p:stCondLst>
                                        </p:cTn>
                                        <p:tgtEl>
                                          <p:spTgt spid="62"/>
                                        </p:tgtEl>
                                      </p:cBhvr>
                                      <p:to x="100000" y="100000"/>
                                    </p:animScale>
                                  </p:childTnLst>
                                </p:cTn>
                              </p:par>
                              <p:par>
                                <p:cTn id="715" presetID="26" presetClass="entr" presetSubtype="0" fill="hold" grpId="0" nodeType="withEffect">
                                  <p:stCondLst>
                                    <p:cond delay="0"/>
                                  </p:stCondLst>
                                  <p:childTnLst>
                                    <p:set>
                                      <p:cBhvr>
                                        <p:cTn id="716" dur="1" fill="hold">
                                          <p:stCondLst>
                                            <p:cond delay="0"/>
                                          </p:stCondLst>
                                        </p:cTn>
                                        <p:tgtEl>
                                          <p:spTgt spid="73"/>
                                        </p:tgtEl>
                                        <p:attrNameLst>
                                          <p:attrName>style.visibility</p:attrName>
                                        </p:attrNameLst>
                                      </p:cBhvr>
                                      <p:to>
                                        <p:strVal val="visible"/>
                                      </p:to>
                                    </p:set>
                                    <p:animEffect transition="in" filter="wipe(down)">
                                      <p:cBhvr>
                                        <p:cTn id="717" dur="580">
                                          <p:stCondLst>
                                            <p:cond delay="0"/>
                                          </p:stCondLst>
                                        </p:cTn>
                                        <p:tgtEl>
                                          <p:spTgt spid="73"/>
                                        </p:tgtEl>
                                      </p:cBhvr>
                                    </p:animEffect>
                                    <p:anim calcmode="lin" valueType="num">
                                      <p:cBhvr>
                                        <p:cTn id="718" dur="1822" tmFilter="0,0; 0.14,0.36; 0.43,0.73; 0.71,0.91; 1.0,1.0">
                                          <p:stCondLst>
                                            <p:cond delay="0"/>
                                          </p:stCondLst>
                                        </p:cTn>
                                        <p:tgtEl>
                                          <p:spTgt spid="73"/>
                                        </p:tgtEl>
                                        <p:attrNameLst>
                                          <p:attrName>ppt_x</p:attrName>
                                        </p:attrNameLst>
                                      </p:cBhvr>
                                      <p:tavLst>
                                        <p:tav tm="0">
                                          <p:val>
                                            <p:strVal val="#ppt_x-0.25"/>
                                          </p:val>
                                        </p:tav>
                                        <p:tav tm="100000">
                                          <p:val>
                                            <p:strVal val="#ppt_x"/>
                                          </p:val>
                                        </p:tav>
                                      </p:tavLst>
                                    </p:anim>
                                    <p:anim calcmode="lin" valueType="num">
                                      <p:cBhvr>
                                        <p:cTn id="719" dur="664" tmFilter="0.0,0.0; 0.25,0.07; 0.50,0.2; 0.75,0.467; 1.0,1.0">
                                          <p:stCondLst>
                                            <p:cond delay="0"/>
                                          </p:stCondLst>
                                        </p:cTn>
                                        <p:tgtEl>
                                          <p:spTgt spid="73"/>
                                        </p:tgtEl>
                                        <p:attrNameLst>
                                          <p:attrName>ppt_y</p:attrName>
                                        </p:attrNameLst>
                                      </p:cBhvr>
                                      <p:tavLst>
                                        <p:tav tm="0" fmla="#ppt_y-sin(pi*$)/3">
                                          <p:val>
                                            <p:fltVal val="0.5"/>
                                          </p:val>
                                        </p:tav>
                                        <p:tav tm="100000">
                                          <p:val>
                                            <p:fltVal val="1"/>
                                          </p:val>
                                        </p:tav>
                                      </p:tavLst>
                                    </p:anim>
                                    <p:anim calcmode="lin" valueType="num">
                                      <p:cBhvr>
                                        <p:cTn id="720" dur="664" tmFilter="0, 0; 0.125,0.2665; 0.25,0.4; 0.375,0.465; 0.5,0.5;  0.625,0.535; 0.75,0.6; 0.875,0.7335; 1,1">
                                          <p:stCondLst>
                                            <p:cond delay="664"/>
                                          </p:stCondLst>
                                        </p:cTn>
                                        <p:tgtEl>
                                          <p:spTgt spid="73"/>
                                        </p:tgtEl>
                                        <p:attrNameLst>
                                          <p:attrName>ppt_y</p:attrName>
                                        </p:attrNameLst>
                                      </p:cBhvr>
                                      <p:tavLst>
                                        <p:tav tm="0" fmla="#ppt_y-sin(pi*$)/9">
                                          <p:val>
                                            <p:fltVal val="0"/>
                                          </p:val>
                                        </p:tav>
                                        <p:tav tm="100000">
                                          <p:val>
                                            <p:fltVal val="1"/>
                                          </p:val>
                                        </p:tav>
                                      </p:tavLst>
                                    </p:anim>
                                    <p:anim calcmode="lin" valueType="num">
                                      <p:cBhvr>
                                        <p:cTn id="721" dur="332" tmFilter="0, 0; 0.125,0.2665; 0.25,0.4; 0.375,0.465; 0.5,0.5;  0.625,0.535; 0.75,0.6; 0.875,0.7335; 1,1">
                                          <p:stCondLst>
                                            <p:cond delay="1324"/>
                                          </p:stCondLst>
                                        </p:cTn>
                                        <p:tgtEl>
                                          <p:spTgt spid="73"/>
                                        </p:tgtEl>
                                        <p:attrNameLst>
                                          <p:attrName>ppt_y</p:attrName>
                                        </p:attrNameLst>
                                      </p:cBhvr>
                                      <p:tavLst>
                                        <p:tav tm="0" fmla="#ppt_y-sin(pi*$)/27">
                                          <p:val>
                                            <p:fltVal val="0"/>
                                          </p:val>
                                        </p:tav>
                                        <p:tav tm="100000">
                                          <p:val>
                                            <p:fltVal val="1"/>
                                          </p:val>
                                        </p:tav>
                                      </p:tavLst>
                                    </p:anim>
                                    <p:anim calcmode="lin" valueType="num">
                                      <p:cBhvr>
                                        <p:cTn id="722" dur="164" tmFilter="0, 0; 0.125,0.2665; 0.25,0.4; 0.375,0.465; 0.5,0.5;  0.625,0.535; 0.75,0.6; 0.875,0.7335; 1,1">
                                          <p:stCondLst>
                                            <p:cond delay="1656"/>
                                          </p:stCondLst>
                                        </p:cTn>
                                        <p:tgtEl>
                                          <p:spTgt spid="73"/>
                                        </p:tgtEl>
                                        <p:attrNameLst>
                                          <p:attrName>ppt_y</p:attrName>
                                        </p:attrNameLst>
                                      </p:cBhvr>
                                      <p:tavLst>
                                        <p:tav tm="0" fmla="#ppt_y-sin(pi*$)/81">
                                          <p:val>
                                            <p:fltVal val="0"/>
                                          </p:val>
                                        </p:tav>
                                        <p:tav tm="100000">
                                          <p:val>
                                            <p:fltVal val="1"/>
                                          </p:val>
                                        </p:tav>
                                      </p:tavLst>
                                    </p:anim>
                                    <p:animScale>
                                      <p:cBhvr>
                                        <p:cTn id="723" dur="26">
                                          <p:stCondLst>
                                            <p:cond delay="650"/>
                                          </p:stCondLst>
                                        </p:cTn>
                                        <p:tgtEl>
                                          <p:spTgt spid="73"/>
                                        </p:tgtEl>
                                      </p:cBhvr>
                                      <p:to x="100000" y="60000"/>
                                    </p:animScale>
                                    <p:animScale>
                                      <p:cBhvr>
                                        <p:cTn id="724" dur="166" decel="50000">
                                          <p:stCondLst>
                                            <p:cond delay="676"/>
                                          </p:stCondLst>
                                        </p:cTn>
                                        <p:tgtEl>
                                          <p:spTgt spid="73"/>
                                        </p:tgtEl>
                                      </p:cBhvr>
                                      <p:to x="100000" y="100000"/>
                                    </p:animScale>
                                    <p:animScale>
                                      <p:cBhvr>
                                        <p:cTn id="725" dur="26">
                                          <p:stCondLst>
                                            <p:cond delay="1312"/>
                                          </p:stCondLst>
                                        </p:cTn>
                                        <p:tgtEl>
                                          <p:spTgt spid="73"/>
                                        </p:tgtEl>
                                      </p:cBhvr>
                                      <p:to x="100000" y="80000"/>
                                    </p:animScale>
                                    <p:animScale>
                                      <p:cBhvr>
                                        <p:cTn id="726" dur="166" decel="50000">
                                          <p:stCondLst>
                                            <p:cond delay="1338"/>
                                          </p:stCondLst>
                                        </p:cTn>
                                        <p:tgtEl>
                                          <p:spTgt spid="73"/>
                                        </p:tgtEl>
                                      </p:cBhvr>
                                      <p:to x="100000" y="100000"/>
                                    </p:animScale>
                                    <p:animScale>
                                      <p:cBhvr>
                                        <p:cTn id="727" dur="26">
                                          <p:stCondLst>
                                            <p:cond delay="1642"/>
                                          </p:stCondLst>
                                        </p:cTn>
                                        <p:tgtEl>
                                          <p:spTgt spid="73"/>
                                        </p:tgtEl>
                                      </p:cBhvr>
                                      <p:to x="100000" y="90000"/>
                                    </p:animScale>
                                    <p:animScale>
                                      <p:cBhvr>
                                        <p:cTn id="728" dur="166" decel="50000">
                                          <p:stCondLst>
                                            <p:cond delay="1668"/>
                                          </p:stCondLst>
                                        </p:cTn>
                                        <p:tgtEl>
                                          <p:spTgt spid="73"/>
                                        </p:tgtEl>
                                      </p:cBhvr>
                                      <p:to x="100000" y="100000"/>
                                    </p:animScale>
                                    <p:animScale>
                                      <p:cBhvr>
                                        <p:cTn id="729" dur="26">
                                          <p:stCondLst>
                                            <p:cond delay="1808"/>
                                          </p:stCondLst>
                                        </p:cTn>
                                        <p:tgtEl>
                                          <p:spTgt spid="73"/>
                                        </p:tgtEl>
                                      </p:cBhvr>
                                      <p:to x="100000" y="95000"/>
                                    </p:animScale>
                                    <p:animScale>
                                      <p:cBhvr>
                                        <p:cTn id="730" dur="166" decel="50000">
                                          <p:stCondLst>
                                            <p:cond delay="1834"/>
                                          </p:stCondLst>
                                        </p:cTn>
                                        <p:tgtEl>
                                          <p:spTgt spid="73"/>
                                        </p:tgtEl>
                                      </p:cBhvr>
                                      <p:to x="100000" y="100000"/>
                                    </p:animScale>
                                  </p:childTnLst>
                                </p:cTn>
                              </p:par>
                              <p:par>
                                <p:cTn id="731" presetID="26" presetClass="entr" presetSubtype="0" fill="hold" grpId="0" nodeType="withEffect">
                                  <p:stCondLst>
                                    <p:cond delay="0"/>
                                  </p:stCondLst>
                                  <p:childTnLst>
                                    <p:set>
                                      <p:cBhvr>
                                        <p:cTn id="732" dur="1" fill="hold">
                                          <p:stCondLst>
                                            <p:cond delay="0"/>
                                          </p:stCondLst>
                                        </p:cTn>
                                        <p:tgtEl>
                                          <p:spTgt spid="74"/>
                                        </p:tgtEl>
                                        <p:attrNameLst>
                                          <p:attrName>style.visibility</p:attrName>
                                        </p:attrNameLst>
                                      </p:cBhvr>
                                      <p:to>
                                        <p:strVal val="visible"/>
                                      </p:to>
                                    </p:set>
                                    <p:animEffect transition="in" filter="wipe(down)">
                                      <p:cBhvr>
                                        <p:cTn id="733" dur="580">
                                          <p:stCondLst>
                                            <p:cond delay="0"/>
                                          </p:stCondLst>
                                        </p:cTn>
                                        <p:tgtEl>
                                          <p:spTgt spid="74"/>
                                        </p:tgtEl>
                                      </p:cBhvr>
                                    </p:animEffect>
                                    <p:anim calcmode="lin" valueType="num">
                                      <p:cBhvr>
                                        <p:cTn id="734" dur="1822" tmFilter="0,0; 0.14,0.36; 0.43,0.73; 0.71,0.91; 1.0,1.0">
                                          <p:stCondLst>
                                            <p:cond delay="0"/>
                                          </p:stCondLst>
                                        </p:cTn>
                                        <p:tgtEl>
                                          <p:spTgt spid="74"/>
                                        </p:tgtEl>
                                        <p:attrNameLst>
                                          <p:attrName>ppt_x</p:attrName>
                                        </p:attrNameLst>
                                      </p:cBhvr>
                                      <p:tavLst>
                                        <p:tav tm="0">
                                          <p:val>
                                            <p:strVal val="#ppt_x-0.25"/>
                                          </p:val>
                                        </p:tav>
                                        <p:tav tm="100000">
                                          <p:val>
                                            <p:strVal val="#ppt_x"/>
                                          </p:val>
                                        </p:tav>
                                      </p:tavLst>
                                    </p:anim>
                                    <p:anim calcmode="lin" valueType="num">
                                      <p:cBhvr>
                                        <p:cTn id="735" dur="664" tmFilter="0.0,0.0; 0.25,0.07; 0.50,0.2; 0.75,0.467; 1.0,1.0">
                                          <p:stCondLst>
                                            <p:cond delay="0"/>
                                          </p:stCondLst>
                                        </p:cTn>
                                        <p:tgtEl>
                                          <p:spTgt spid="74"/>
                                        </p:tgtEl>
                                        <p:attrNameLst>
                                          <p:attrName>ppt_y</p:attrName>
                                        </p:attrNameLst>
                                      </p:cBhvr>
                                      <p:tavLst>
                                        <p:tav tm="0" fmla="#ppt_y-sin(pi*$)/3">
                                          <p:val>
                                            <p:fltVal val="0.5"/>
                                          </p:val>
                                        </p:tav>
                                        <p:tav tm="100000">
                                          <p:val>
                                            <p:fltVal val="1"/>
                                          </p:val>
                                        </p:tav>
                                      </p:tavLst>
                                    </p:anim>
                                    <p:anim calcmode="lin" valueType="num">
                                      <p:cBhvr>
                                        <p:cTn id="736" dur="664" tmFilter="0, 0; 0.125,0.2665; 0.25,0.4; 0.375,0.465; 0.5,0.5;  0.625,0.535; 0.75,0.6; 0.875,0.7335; 1,1">
                                          <p:stCondLst>
                                            <p:cond delay="664"/>
                                          </p:stCondLst>
                                        </p:cTn>
                                        <p:tgtEl>
                                          <p:spTgt spid="74"/>
                                        </p:tgtEl>
                                        <p:attrNameLst>
                                          <p:attrName>ppt_y</p:attrName>
                                        </p:attrNameLst>
                                      </p:cBhvr>
                                      <p:tavLst>
                                        <p:tav tm="0" fmla="#ppt_y-sin(pi*$)/9">
                                          <p:val>
                                            <p:fltVal val="0"/>
                                          </p:val>
                                        </p:tav>
                                        <p:tav tm="100000">
                                          <p:val>
                                            <p:fltVal val="1"/>
                                          </p:val>
                                        </p:tav>
                                      </p:tavLst>
                                    </p:anim>
                                    <p:anim calcmode="lin" valueType="num">
                                      <p:cBhvr>
                                        <p:cTn id="737" dur="332" tmFilter="0, 0; 0.125,0.2665; 0.25,0.4; 0.375,0.465; 0.5,0.5;  0.625,0.535; 0.75,0.6; 0.875,0.7335; 1,1">
                                          <p:stCondLst>
                                            <p:cond delay="1324"/>
                                          </p:stCondLst>
                                        </p:cTn>
                                        <p:tgtEl>
                                          <p:spTgt spid="74"/>
                                        </p:tgtEl>
                                        <p:attrNameLst>
                                          <p:attrName>ppt_y</p:attrName>
                                        </p:attrNameLst>
                                      </p:cBhvr>
                                      <p:tavLst>
                                        <p:tav tm="0" fmla="#ppt_y-sin(pi*$)/27">
                                          <p:val>
                                            <p:fltVal val="0"/>
                                          </p:val>
                                        </p:tav>
                                        <p:tav tm="100000">
                                          <p:val>
                                            <p:fltVal val="1"/>
                                          </p:val>
                                        </p:tav>
                                      </p:tavLst>
                                    </p:anim>
                                    <p:anim calcmode="lin" valueType="num">
                                      <p:cBhvr>
                                        <p:cTn id="738" dur="164" tmFilter="0, 0; 0.125,0.2665; 0.25,0.4; 0.375,0.465; 0.5,0.5;  0.625,0.535; 0.75,0.6; 0.875,0.7335; 1,1">
                                          <p:stCondLst>
                                            <p:cond delay="1656"/>
                                          </p:stCondLst>
                                        </p:cTn>
                                        <p:tgtEl>
                                          <p:spTgt spid="74"/>
                                        </p:tgtEl>
                                        <p:attrNameLst>
                                          <p:attrName>ppt_y</p:attrName>
                                        </p:attrNameLst>
                                      </p:cBhvr>
                                      <p:tavLst>
                                        <p:tav tm="0" fmla="#ppt_y-sin(pi*$)/81">
                                          <p:val>
                                            <p:fltVal val="0"/>
                                          </p:val>
                                        </p:tav>
                                        <p:tav tm="100000">
                                          <p:val>
                                            <p:fltVal val="1"/>
                                          </p:val>
                                        </p:tav>
                                      </p:tavLst>
                                    </p:anim>
                                    <p:animScale>
                                      <p:cBhvr>
                                        <p:cTn id="739" dur="26">
                                          <p:stCondLst>
                                            <p:cond delay="650"/>
                                          </p:stCondLst>
                                        </p:cTn>
                                        <p:tgtEl>
                                          <p:spTgt spid="74"/>
                                        </p:tgtEl>
                                      </p:cBhvr>
                                      <p:to x="100000" y="60000"/>
                                    </p:animScale>
                                    <p:animScale>
                                      <p:cBhvr>
                                        <p:cTn id="740" dur="166" decel="50000">
                                          <p:stCondLst>
                                            <p:cond delay="676"/>
                                          </p:stCondLst>
                                        </p:cTn>
                                        <p:tgtEl>
                                          <p:spTgt spid="74"/>
                                        </p:tgtEl>
                                      </p:cBhvr>
                                      <p:to x="100000" y="100000"/>
                                    </p:animScale>
                                    <p:animScale>
                                      <p:cBhvr>
                                        <p:cTn id="741" dur="26">
                                          <p:stCondLst>
                                            <p:cond delay="1312"/>
                                          </p:stCondLst>
                                        </p:cTn>
                                        <p:tgtEl>
                                          <p:spTgt spid="74"/>
                                        </p:tgtEl>
                                      </p:cBhvr>
                                      <p:to x="100000" y="80000"/>
                                    </p:animScale>
                                    <p:animScale>
                                      <p:cBhvr>
                                        <p:cTn id="742" dur="166" decel="50000">
                                          <p:stCondLst>
                                            <p:cond delay="1338"/>
                                          </p:stCondLst>
                                        </p:cTn>
                                        <p:tgtEl>
                                          <p:spTgt spid="74"/>
                                        </p:tgtEl>
                                      </p:cBhvr>
                                      <p:to x="100000" y="100000"/>
                                    </p:animScale>
                                    <p:animScale>
                                      <p:cBhvr>
                                        <p:cTn id="743" dur="26">
                                          <p:stCondLst>
                                            <p:cond delay="1642"/>
                                          </p:stCondLst>
                                        </p:cTn>
                                        <p:tgtEl>
                                          <p:spTgt spid="74"/>
                                        </p:tgtEl>
                                      </p:cBhvr>
                                      <p:to x="100000" y="90000"/>
                                    </p:animScale>
                                    <p:animScale>
                                      <p:cBhvr>
                                        <p:cTn id="744" dur="166" decel="50000">
                                          <p:stCondLst>
                                            <p:cond delay="1668"/>
                                          </p:stCondLst>
                                        </p:cTn>
                                        <p:tgtEl>
                                          <p:spTgt spid="74"/>
                                        </p:tgtEl>
                                      </p:cBhvr>
                                      <p:to x="100000" y="100000"/>
                                    </p:animScale>
                                    <p:animScale>
                                      <p:cBhvr>
                                        <p:cTn id="745" dur="26">
                                          <p:stCondLst>
                                            <p:cond delay="1808"/>
                                          </p:stCondLst>
                                        </p:cTn>
                                        <p:tgtEl>
                                          <p:spTgt spid="74"/>
                                        </p:tgtEl>
                                      </p:cBhvr>
                                      <p:to x="100000" y="95000"/>
                                    </p:animScale>
                                    <p:animScale>
                                      <p:cBhvr>
                                        <p:cTn id="746" dur="166" decel="50000">
                                          <p:stCondLst>
                                            <p:cond delay="1834"/>
                                          </p:stCondLst>
                                        </p:cTn>
                                        <p:tgtEl>
                                          <p:spTgt spid="74"/>
                                        </p:tgtEl>
                                      </p:cBhvr>
                                      <p:to x="100000" y="100000"/>
                                    </p:animScale>
                                  </p:childTnLst>
                                </p:cTn>
                              </p:par>
                              <p:par>
                                <p:cTn id="747" presetID="26" presetClass="entr" presetSubtype="0" fill="hold" grpId="0" nodeType="withEffect">
                                  <p:stCondLst>
                                    <p:cond delay="0"/>
                                  </p:stCondLst>
                                  <p:childTnLst>
                                    <p:set>
                                      <p:cBhvr>
                                        <p:cTn id="748" dur="1" fill="hold">
                                          <p:stCondLst>
                                            <p:cond delay="0"/>
                                          </p:stCondLst>
                                        </p:cTn>
                                        <p:tgtEl>
                                          <p:spTgt spid="5"/>
                                        </p:tgtEl>
                                        <p:attrNameLst>
                                          <p:attrName>style.visibility</p:attrName>
                                        </p:attrNameLst>
                                      </p:cBhvr>
                                      <p:to>
                                        <p:strVal val="visible"/>
                                      </p:to>
                                    </p:set>
                                    <p:animEffect transition="in" filter="wipe(down)">
                                      <p:cBhvr>
                                        <p:cTn id="749" dur="580">
                                          <p:stCondLst>
                                            <p:cond delay="0"/>
                                          </p:stCondLst>
                                        </p:cTn>
                                        <p:tgtEl>
                                          <p:spTgt spid="5"/>
                                        </p:tgtEl>
                                      </p:cBhvr>
                                    </p:animEffect>
                                    <p:anim calcmode="lin" valueType="num">
                                      <p:cBhvr>
                                        <p:cTn id="750"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751"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752"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753"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754"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755" dur="26">
                                          <p:stCondLst>
                                            <p:cond delay="650"/>
                                          </p:stCondLst>
                                        </p:cTn>
                                        <p:tgtEl>
                                          <p:spTgt spid="5"/>
                                        </p:tgtEl>
                                      </p:cBhvr>
                                      <p:to x="100000" y="60000"/>
                                    </p:animScale>
                                    <p:animScale>
                                      <p:cBhvr>
                                        <p:cTn id="756" dur="166" decel="50000">
                                          <p:stCondLst>
                                            <p:cond delay="676"/>
                                          </p:stCondLst>
                                        </p:cTn>
                                        <p:tgtEl>
                                          <p:spTgt spid="5"/>
                                        </p:tgtEl>
                                      </p:cBhvr>
                                      <p:to x="100000" y="100000"/>
                                    </p:animScale>
                                    <p:animScale>
                                      <p:cBhvr>
                                        <p:cTn id="757" dur="26">
                                          <p:stCondLst>
                                            <p:cond delay="1312"/>
                                          </p:stCondLst>
                                        </p:cTn>
                                        <p:tgtEl>
                                          <p:spTgt spid="5"/>
                                        </p:tgtEl>
                                      </p:cBhvr>
                                      <p:to x="100000" y="80000"/>
                                    </p:animScale>
                                    <p:animScale>
                                      <p:cBhvr>
                                        <p:cTn id="758" dur="166" decel="50000">
                                          <p:stCondLst>
                                            <p:cond delay="1338"/>
                                          </p:stCondLst>
                                        </p:cTn>
                                        <p:tgtEl>
                                          <p:spTgt spid="5"/>
                                        </p:tgtEl>
                                      </p:cBhvr>
                                      <p:to x="100000" y="100000"/>
                                    </p:animScale>
                                    <p:animScale>
                                      <p:cBhvr>
                                        <p:cTn id="759" dur="26">
                                          <p:stCondLst>
                                            <p:cond delay="1642"/>
                                          </p:stCondLst>
                                        </p:cTn>
                                        <p:tgtEl>
                                          <p:spTgt spid="5"/>
                                        </p:tgtEl>
                                      </p:cBhvr>
                                      <p:to x="100000" y="90000"/>
                                    </p:animScale>
                                    <p:animScale>
                                      <p:cBhvr>
                                        <p:cTn id="760" dur="166" decel="50000">
                                          <p:stCondLst>
                                            <p:cond delay="1668"/>
                                          </p:stCondLst>
                                        </p:cTn>
                                        <p:tgtEl>
                                          <p:spTgt spid="5"/>
                                        </p:tgtEl>
                                      </p:cBhvr>
                                      <p:to x="100000" y="100000"/>
                                    </p:animScale>
                                    <p:animScale>
                                      <p:cBhvr>
                                        <p:cTn id="761" dur="26">
                                          <p:stCondLst>
                                            <p:cond delay="1808"/>
                                          </p:stCondLst>
                                        </p:cTn>
                                        <p:tgtEl>
                                          <p:spTgt spid="5"/>
                                        </p:tgtEl>
                                      </p:cBhvr>
                                      <p:to x="100000" y="95000"/>
                                    </p:animScale>
                                    <p:animScale>
                                      <p:cBhvr>
                                        <p:cTn id="762" dur="166" decel="50000">
                                          <p:stCondLst>
                                            <p:cond delay="1834"/>
                                          </p:stCondLst>
                                        </p:cTn>
                                        <p:tgtEl>
                                          <p:spTgt spid="5"/>
                                        </p:tgtEl>
                                      </p:cBhvr>
                                      <p:to x="100000" y="100000"/>
                                    </p:animScale>
                                  </p:childTnLst>
                                </p:cTn>
                              </p:par>
                            </p:childTnLst>
                          </p:cTn>
                        </p:par>
                      </p:childTnLst>
                    </p:cTn>
                  </p:par>
                  <p:par>
                    <p:cTn id="763" fill="hold">
                      <p:stCondLst>
                        <p:cond delay="indefinite"/>
                      </p:stCondLst>
                      <p:childTnLst>
                        <p:par>
                          <p:cTn id="764" fill="hold">
                            <p:stCondLst>
                              <p:cond delay="0"/>
                            </p:stCondLst>
                            <p:childTnLst>
                              <p:par>
                                <p:cTn id="765" presetID="26" presetClass="entr" presetSubtype="0" fill="hold" grpId="0" nodeType="clickEffect">
                                  <p:stCondLst>
                                    <p:cond delay="0"/>
                                  </p:stCondLst>
                                  <p:childTnLst>
                                    <p:set>
                                      <p:cBhvr>
                                        <p:cTn id="766" dur="1" fill="hold">
                                          <p:stCondLst>
                                            <p:cond delay="0"/>
                                          </p:stCondLst>
                                        </p:cTn>
                                        <p:tgtEl>
                                          <p:spTgt spid="54"/>
                                        </p:tgtEl>
                                        <p:attrNameLst>
                                          <p:attrName>style.visibility</p:attrName>
                                        </p:attrNameLst>
                                      </p:cBhvr>
                                      <p:to>
                                        <p:strVal val="visible"/>
                                      </p:to>
                                    </p:set>
                                    <p:animEffect transition="in" filter="wipe(down)">
                                      <p:cBhvr>
                                        <p:cTn id="767" dur="580">
                                          <p:stCondLst>
                                            <p:cond delay="0"/>
                                          </p:stCondLst>
                                        </p:cTn>
                                        <p:tgtEl>
                                          <p:spTgt spid="54"/>
                                        </p:tgtEl>
                                      </p:cBhvr>
                                    </p:animEffect>
                                    <p:anim calcmode="lin" valueType="num">
                                      <p:cBhvr>
                                        <p:cTn id="768" dur="1822" tmFilter="0,0; 0.14,0.36; 0.43,0.73; 0.71,0.91; 1.0,1.0">
                                          <p:stCondLst>
                                            <p:cond delay="0"/>
                                          </p:stCondLst>
                                        </p:cTn>
                                        <p:tgtEl>
                                          <p:spTgt spid="54"/>
                                        </p:tgtEl>
                                        <p:attrNameLst>
                                          <p:attrName>ppt_x</p:attrName>
                                        </p:attrNameLst>
                                      </p:cBhvr>
                                      <p:tavLst>
                                        <p:tav tm="0">
                                          <p:val>
                                            <p:strVal val="#ppt_x-0.25"/>
                                          </p:val>
                                        </p:tav>
                                        <p:tav tm="100000">
                                          <p:val>
                                            <p:strVal val="#ppt_x"/>
                                          </p:val>
                                        </p:tav>
                                      </p:tavLst>
                                    </p:anim>
                                    <p:anim calcmode="lin" valueType="num">
                                      <p:cBhvr>
                                        <p:cTn id="769" dur="664" tmFilter="0.0,0.0; 0.25,0.07; 0.50,0.2; 0.75,0.467; 1.0,1.0">
                                          <p:stCondLst>
                                            <p:cond delay="0"/>
                                          </p:stCondLst>
                                        </p:cTn>
                                        <p:tgtEl>
                                          <p:spTgt spid="54"/>
                                        </p:tgtEl>
                                        <p:attrNameLst>
                                          <p:attrName>ppt_y</p:attrName>
                                        </p:attrNameLst>
                                      </p:cBhvr>
                                      <p:tavLst>
                                        <p:tav tm="0" fmla="#ppt_y-sin(pi*$)/3">
                                          <p:val>
                                            <p:fltVal val="0.5"/>
                                          </p:val>
                                        </p:tav>
                                        <p:tav tm="100000">
                                          <p:val>
                                            <p:fltVal val="1"/>
                                          </p:val>
                                        </p:tav>
                                      </p:tavLst>
                                    </p:anim>
                                    <p:anim calcmode="lin" valueType="num">
                                      <p:cBhvr>
                                        <p:cTn id="770" dur="664" tmFilter="0, 0; 0.125,0.2665; 0.25,0.4; 0.375,0.465; 0.5,0.5;  0.625,0.535; 0.75,0.6; 0.875,0.7335; 1,1">
                                          <p:stCondLst>
                                            <p:cond delay="664"/>
                                          </p:stCondLst>
                                        </p:cTn>
                                        <p:tgtEl>
                                          <p:spTgt spid="54"/>
                                        </p:tgtEl>
                                        <p:attrNameLst>
                                          <p:attrName>ppt_y</p:attrName>
                                        </p:attrNameLst>
                                      </p:cBhvr>
                                      <p:tavLst>
                                        <p:tav tm="0" fmla="#ppt_y-sin(pi*$)/9">
                                          <p:val>
                                            <p:fltVal val="0"/>
                                          </p:val>
                                        </p:tav>
                                        <p:tav tm="100000">
                                          <p:val>
                                            <p:fltVal val="1"/>
                                          </p:val>
                                        </p:tav>
                                      </p:tavLst>
                                    </p:anim>
                                    <p:anim calcmode="lin" valueType="num">
                                      <p:cBhvr>
                                        <p:cTn id="771" dur="332" tmFilter="0, 0; 0.125,0.2665; 0.25,0.4; 0.375,0.465; 0.5,0.5;  0.625,0.535; 0.75,0.6; 0.875,0.7335; 1,1">
                                          <p:stCondLst>
                                            <p:cond delay="1324"/>
                                          </p:stCondLst>
                                        </p:cTn>
                                        <p:tgtEl>
                                          <p:spTgt spid="54"/>
                                        </p:tgtEl>
                                        <p:attrNameLst>
                                          <p:attrName>ppt_y</p:attrName>
                                        </p:attrNameLst>
                                      </p:cBhvr>
                                      <p:tavLst>
                                        <p:tav tm="0" fmla="#ppt_y-sin(pi*$)/27">
                                          <p:val>
                                            <p:fltVal val="0"/>
                                          </p:val>
                                        </p:tav>
                                        <p:tav tm="100000">
                                          <p:val>
                                            <p:fltVal val="1"/>
                                          </p:val>
                                        </p:tav>
                                      </p:tavLst>
                                    </p:anim>
                                    <p:anim calcmode="lin" valueType="num">
                                      <p:cBhvr>
                                        <p:cTn id="772" dur="164" tmFilter="0, 0; 0.125,0.2665; 0.25,0.4; 0.375,0.465; 0.5,0.5;  0.625,0.535; 0.75,0.6; 0.875,0.7335; 1,1">
                                          <p:stCondLst>
                                            <p:cond delay="1656"/>
                                          </p:stCondLst>
                                        </p:cTn>
                                        <p:tgtEl>
                                          <p:spTgt spid="54"/>
                                        </p:tgtEl>
                                        <p:attrNameLst>
                                          <p:attrName>ppt_y</p:attrName>
                                        </p:attrNameLst>
                                      </p:cBhvr>
                                      <p:tavLst>
                                        <p:tav tm="0" fmla="#ppt_y-sin(pi*$)/81">
                                          <p:val>
                                            <p:fltVal val="0"/>
                                          </p:val>
                                        </p:tav>
                                        <p:tav tm="100000">
                                          <p:val>
                                            <p:fltVal val="1"/>
                                          </p:val>
                                        </p:tav>
                                      </p:tavLst>
                                    </p:anim>
                                    <p:animScale>
                                      <p:cBhvr>
                                        <p:cTn id="773" dur="26">
                                          <p:stCondLst>
                                            <p:cond delay="650"/>
                                          </p:stCondLst>
                                        </p:cTn>
                                        <p:tgtEl>
                                          <p:spTgt spid="54"/>
                                        </p:tgtEl>
                                      </p:cBhvr>
                                      <p:to x="100000" y="60000"/>
                                    </p:animScale>
                                    <p:animScale>
                                      <p:cBhvr>
                                        <p:cTn id="774" dur="166" decel="50000">
                                          <p:stCondLst>
                                            <p:cond delay="676"/>
                                          </p:stCondLst>
                                        </p:cTn>
                                        <p:tgtEl>
                                          <p:spTgt spid="54"/>
                                        </p:tgtEl>
                                      </p:cBhvr>
                                      <p:to x="100000" y="100000"/>
                                    </p:animScale>
                                    <p:animScale>
                                      <p:cBhvr>
                                        <p:cTn id="775" dur="26">
                                          <p:stCondLst>
                                            <p:cond delay="1312"/>
                                          </p:stCondLst>
                                        </p:cTn>
                                        <p:tgtEl>
                                          <p:spTgt spid="54"/>
                                        </p:tgtEl>
                                      </p:cBhvr>
                                      <p:to x="100000" y="80000"/>
                                    </p:animScale>
                                    <p:animScale>
                                      <p:cBhvr>
                                        <p:cTn id="776" dur="166" decel="50000">
                                          <p:stCondLst>
                                            <p:cond delay="1338"/>
                                          </p:stCondLst>
                                        </p:cTn>
                                        <p:tgtEl>
                                          <p:spTgt spid="54"/>
                                        </p:tgtEl>
                                      </p:cBhvr>
                                      <p:to x="100000" y="100000"/>
                                    </p:animScale>
                                    <p:animScale>
                                      <p:cBhvr>
                                        <p:cTn id="777" dur="26">
                                          <p:stCondLst>
                                            <p:cond delay="1642"/>
                                          </p:stCondLst>
                                        </p:cTn>
                                        <p:tgtEl>
                                          <p:spTgt spid="54"/>
                                        </p:tgtEl>
                                      </p:cBhvr>
                                      <p:to x="100000" y="90000"/>
                                    </p:animScale>
                                    <p:animScale>
                                      <p:cBhvr>
                                        <p:cTn id="778" dur="166" decel="50000">
                                          <p:stCondLst>
                                            <p:cond delay="1668"/>
                                          </p:stCondLst>
                                        </p:cTn>
                                        <p:tgtEl>
                                          <p:spTgt spid="54"/>
                                        </p:tgtEl>
                                      </p:cBhvr>
                                      <p:to x="100000" y="100000"/>
                                    </p:animScale>
                                    <p:animScale>
                                      <p:cBhvr>
                                        <p:cTn id="779" dur="26">
                                          <p:stCondLst>
                                            <p:cond delay="1808"/>
                                          </p:stCondLst>
                                        </p:cTn>
                                        <p:tgtEl>
                                          <p:spTgt spid="54"/>
                                        </p:tgtEl>
                                      </p:cBhvr>
                                      <p:to x="100000" y="95000"/>
                                    </p:animScale>
                                    <p:animScale>
                                      <p:cBhvr>
                                        <p:cTn id="780" dur="166" decel="50000">
                                          <p:stCondLst>
                                            <p:cond delay="1834"/>
                                          </p:stCondLst>
                                        </p:cTn>
                                        <p:tgtEl>
                                          <p:spTgt spid="54"/>
                                        </p:tgtEl>
                                      </p:cBhvr>
                                      <p:to x="100000" y="100000"/>
                                    </p:animScale>
                                  </p:childTnLst>
                                </p:cTn>
                              </p:par>
                              <p:par>
                                <p:cTn id="781" presetID="26" presetClass="entr" presetSubtype="0" fill="hold" grpId="0" nodeType="withEffect">
                                  <p:stCondLst>
                                    <p:cond delay="0"/>
                                  </p:stCondLst>
                                  <p:childTnLst>
                                    <p:set>
                                      <p:cBhvr>
                                        <p:cTn id="782" dur="1" fill="hold">
                                          <p:stCondLst>
                                            <p:cond delay="0"/>
                                          </p:stCondLst>
                                        </p:cTn>
                                        <p:tgtEl>
                                          <p:spTgt spid="53"/>
                                        </p:tgtEl>
                                        <p:attrNameLst>
                                          <p:attrName>style.visibility</p:attrName>
                                        </p:attrNameLst>
                                      </p:cBhvr>
                                      <p:to>
                                        <p:strVal val="visible"/>
                                      </p:to>
                                    </p:set>
                                    <p:animEffect transition="in" filter="wipe(down)">
                                      <p:cBhvr>
                                        <p:cTn id="783" dur="580">
                                          <p:stCondLst>
                                            <p:cond delay="0"/>
                                          </p:stCondLst>
                                        </p:cTn>
                                        <p:tgtEl>
                                          <p:spTgt spid="53"/>
                                        </p:tgtEl>
                                      </p:cBhvr>
                                    </p:animEffect>
                                    <p:anim calcmode="lin" valueType="num">
                                      <p:cBhvr>
                                        <p:cTn id="784" dur="1822" tmFilter="0,0; 0.14,0.36; 0.43,0.73; 0.71,0.91; 1.0,1.0">
                                          <p:stCondLst>
                                            <p:cond delay="0"/>
                                          </p:stCondLst>
                                        </p:cTn>
                                        <p:tgtEl>
                                          <p:spTgt spid="53"/>
                                        </p:tgtEl>
                                        <p:attrNameLst>
                                          <p:attrName>ppt_x</p:attrName>
                                        </p:attrNameLst>
                                      </p:cBhvr>
                                      <p:tavLst>
                                        <p:tav tm="0">
                                          <p:val>
                                            <p:strVal val="#ppt_x-0.25"/>
                                          </p:val>
                                        </p:tav>
                                        <p:tav tm="100000">
                                          <p:val>
                                            <p:strVal val="#ppt_x"/>
                                          </p:val>
                                        </p:tav>
                                      </p:tavLst>
                                    </p:anim>
                                    <p:anim calcmode="lin" valueType="num">
                                      <p:cBhvr>
                                        <p:cTn id="785" dur="664" tmFilter="0.0,0.0; 0.25,0.07; 0.50,0.2; 0.75,0.467; 1.0,1.0">
                                          <p:stCondLst>
                                            <p:cond delay="0"/>
                                          </p:stCondLst>
                                        </p:cTn>
                                        <p:tgtEl>
                                          <p:spTgt spid="53"/>
                                        </p:tgtEl>
                                        <p:attrNameLst>
                                          <p:attrName>ppt_y</p:attrName>
                                        </p:attrNameLst>
                                      </p:cBhvr>
                                      <p:tavLst>
                                        <p:tav tm="0" fmla="#ppt_y-sin(pi*$)/3">
                                          <p:val>
                                            <p:fltVal val="0.5"/>
                                          </p:val>
                                        </p:tav>
                                        <p:tav tm="100000">
                                          <p:val>
                                            <p:fltVal val="1"/>
                                          </p:val>
                                        </p:tav>
                                      </p:tavLst>
                                    </p:anim>
                                    <p:anim calcmode="lin" valueType="num">
                                      <p:cBhvr>
                                        <p:cTn id="786" dur="664" tmFilter="0, 0; 0.125,0.2665; 0.25,0.4; 0.375,0.465; 0.5,0.5;  0.625,0.535; 0.75,0.6; 0.875,0.7335; 1,1">
                                          <p:stCondLst>
                                            <p:cond delay="664"/>
                                          </p:stCondLst>
                                        </p:cTn>
                                        <p:tgtEl>
                                          <p:spTgt spid="53"/>
                                        </p:tgtEl>
                                        <p:attrNameLst>
                                          <p:attrName>ppt_y</p:attrName>
                                        </p:attrNameLst>
                                      </p:cBhvr>
                                      <p:tavLst>
                                        <p:tav tm="0" fmla="#ppt_y-sin(pi*$)/9">
                                          <p:val>
                                            <p:fltVal val="0"/>
                                          </p:val>
                                        </p:tav>
                                        <p:tav tm="100000">
                                          <p:val>
                                            <p:fltVal val="1"/>
                                          </p:val>
                                        </p:tav>
                                      </p:tavLst>
                                    </p:anim>
                                    <p:anim calcmode="lin" valueType="num">
                                      <p:cBhvr>
                                        <p:cTn id="787" dur="332" tmFilter="0, 0; 0.125,0.2665; 0.25,0.4; 0.375,0.465; 0.5,0.5;  0.625,0.535; 0.75,0.6; 0.875,0.7335; 1,1">
                                          <p:stCondLst>
                                            <p:cond delay="1324"/>
                                          </p:stCondLst>
                                        </p:cTn>
                                        <p:tgtEl>
                                          <p:spTgt spid="53"/>
                                        </p:tgtEl>
                                        <p:attrNameLst>
                                          <p:attrName>ppt_y</p:attrName>
                                        </p:attrNameLst>
                                      </p:cBhvr>
                                      <p:tavLst>
                                        <p:tav tm="0" fmla="#ppt_y-sin(pi*$)/27">
                                          <p:val>
                                            <p:fltVal val="0"/>
                                          </p:val>
                                        </p:tav>
                                        <p:tav tm="100000">
                                          <p:val>
                                            <p:fltVal val="1"/>
                                          </p:val>
                                        </p:tav>
                                      </p:tavLst>
                                    </p:anim>
                                    <p:anim calcmode="lin" valueType="num">
                                      <p:cBhvr>
                                        <p:cTn id="788" dur="164" tmFilter="0, 0; 0.125,0.2665; 0.25,0.4; 0.375,0.465; 0.5,0.5;  0.625,0.535; 0.75,0.6; 0.875,0.7335; 1,1">
                                          <p:stCondLst>
                                            <p:cond delay="1656"/>
                                          </p:stCondLst>
                                        </p:cTn>
                                        <p:tgtEl>
                                          <p:spTgt spid="53"/>
                                        </p:tgtEl>
                                        <p:attrNameLst>
                                          <p:attrName>ppt_y</p:attrName>
                                        </p:attrNameLst>
                                      </p:cBhvr>
                                      <p:tavLst>
                                        <p:tav tm="0" fmla="#ppt_y-sin(pi*$)/81">
                                          <p:val>
                                            <p:fltVal val="0"/>
                                          </p:val>
                                        </p:tav>
                                        <p:tav tm="100000">
                                          <p:val>
                                            <p:fltVal val="1"/>
                                          </p:val>
                                        </p:tav>
                                      </p:tavLst>
                                    </p:anim>
                                    <p:animScale>
                                      <p:cBhvr>
                                        <p:cTn id="789" dur="26">
                                          <p:stCondLst>
                                            <p:cond delay="650"/>
                                          </p:stCondLst>
                                        </p:cTn>
                                        <p:tgtEl>
                                          <p:spTgt spid="53"/>
                                        </p:tgtEl>
                                      </p:cBhvr>
                                      <p:to x="100000" y="60000"/>
                                    </p:animScale>
                                    <p:animScale>
                                      <p:cBhvr>
                                        <p:cTn id="790" dur="166" decel="50000">
                                          <p:stCondLst>
                                            <p:cond delay="676"/>
                                          </p:stCondLst>
                                        </p:cTn>
                                        <p:tgtEl>
                                          <p:spTgt spid="53"/>
                                        </p:tgtEl>
                                      </p:cBhvr>
                                      <p:to x="100000" y="100000"/>
                                    </p:animScale>
                                    <p:animScale>
                                      <p:cBhvr>
                                        <p:cTn id="791" dur="26">
                                          <p:stCondLst>
                                            <p:cond delay="1312"/>
                                          </p:stCondLst>
                                        </p:cTn>
                                        <p:tgtEl>
                                          <p:spTgt spid="53"/>
                                        </p:tgtEl>
                                      </p:cBhvr>
                                      <p:to x="100000" y="80000"/>
                                    </p:animScale>
                                    <p:animScale>
                                      <p:cBhvr>
                                        <p:cTn id="792" dur="166" decel="50000">
                                          <p:stCondLst>
                                            <p:cond delay="1338"/>
                                          </p:stCondLst>
                                        </p:cTn>
                                        <p:tgtEl>
                                          <p:spTgt spid="53"/>
                                        </p:tgtEl>
                                      </p:cBhvr>
                                      <p:to x="100000" y="100000"/>
                                    </p:animScale>
                                    <p:animScale>
                                      <p:cBhvr>
                                        <p:cTn id="793" dur="26">
                                          <p:stCondLst>
                                            <p:cond delay="1642"/>
                                          </p:stCondLst>
                                        </p:cTn>
                                        <p:tgtEl>
                                          <p:spTgt spid="53"/>
                                        </p:tgtEl>
                                      </p:cBhvr>
                                      <p:to x="100000" y="90000"/>
                                    </p:animScale>
                                    <p:animScale>
                                      <p:cBhvr>
                                        <p:cTn id="794" dur="166" decel="50000">
                                          <p:stCondLst>
                                            <p:cond delay="1668"/>
                                          </p:stCondLst>
                                        </p:cTn>
                                        <p:tgtEl>
                                          <p:spTgt spid="53"/>
                                        </p:tgtEl>
                                      </p:cBhvr>
                                      <p:to x="100000" y="100000"/>
                                    </p:animScale>
                                    <p:animScale>
                                      <p:cBhvr>
                                        <p:cTn id="795" dur="26">
                                          <p:stCondLst>
                                            <p:cond delay="1808"/>
                                          </p:stCondLst>
                                        </p:cTn>
                                        <p:tgtEl>
                                          <p:spTgt spid="53"/>
                                        </p:tgtEl>
                                      </p:cBhvr>
                                      <p:to x="100000" y="95000"/>
                                    </p:animScale>
                                    <p:animScale>
                                      <p:cBhvr>
                                        <p:cTn id="796" dur="166" decel="50000">
                                          <p:stCondLst>
                                            <p:cond delay="1834"/>
                                          </p:stCondLst>
                                        </p:cTn>
                                        <p:tgtEl>
                                          <p:spTgt spid="53"/>
                                        </p:tgtEl>
                                      </p:cBhvr>
                                      <p:to x="100000" y="100000"/>
                                    </p:animScale>
                                  </p:childTnLst>
                                </p:cTn>
                              </p:par>
                              <p:par>
                                <p:cTn id="797" presetID="26" presetClass="entr" presetSubtype="0" fill="hold" grpId="0" nodeType="withEffect">
                                  <p:stCondLst>
                                    <p:cond delay="0"/>
                                  </p:stCondLst>
                                  <p:childTnLst>
                                    <p:set>
                                      <p:cBhvr>
                                        <p:cTn id="798" dur="1" fill="hold">
                                          <p:stCondLst>
                                            <p:cond delay="0"/>
                                          </p:stCondLst>
                                        </p:cTn>
                                        <p:tgtEl>
                                          <p:spTgt spid="55"/>
                                        </p:tgtEl>
                                        <p:attrNameLst>
                                          <p:attrName>style.visibility</p:attrName>
                                        </p:attrNameLst>
                                      </p:cBhvr>
                                      <p:to>
                                        <p:strVal val="visible"/>
                                      </p:to>
                                    </p:set>
                                    <p:animEffect transition="in" filter="wipe(down)">
                                      <p:cBhvr>
                                        <p:cTn id="799" dur="580">
                                          <p:stCondLst>
                                            <p:cond delay="0"/>
                                          </p:stCondLst>
                                        </p:cTn>
                                        <p:tgtEl>
                                          <p:spTgt spid="55"/>
                                        </p:tgtEl>
                                      </p:cBhvr>
                                    </p:animEffect>
                                    <p:anim calcmode="lin" valueType="num">
                                      <p:cBhvr>
                                        <p:cTn id="800" dur="1822" tmFilter="0,0; 0.14,0.36; 0.43,0.73; 0.71,0.91; 1.0,1.0">
                                          <p:stCondLst>
                                            <p:cond delay="0"/>
                                          </p:stCondLst>
                                        </p:cTn>
                                        <p:tgtEl>
                                          <p:spTgt spid="55"/>
                                        </p:tgtEl>
                                        <p:attrNameLst>
                                          <p:attrName>ppt_x</p:attrName>
                                        </p:attrNameLst>
                                      </p:cBhvr>
                                      <p:tavLst>
                                        <p:tav tm="0">
                                          <p:val>
                                            <p:strVal val="#ppt_x-0.25"/>
                                          </p:val>
                                        </p:tav>
                                        <p:tav tm="100000">
                                          <p:val>
                                            <p:strVal val="#ppt_x"/>
                                          </p:val>
                                        </p:tav>
                                      </p:tavLst>
                                    </p:anim>
                                    <p:anim calcmode="lin" valueType="num">
                                      <p:cBhvr>
                                        <p:cTn id="801" dur="664" tmFilter="0.0,0.0; 0.25,0.07; 0.50,0.2; 0.75,0.467; 1.0,1.0">
                                          <p:stCondLst>
                                            <p:cond delay="0"/>
                                          </p:stCondLst>
                                        </p:cTn>
                                        <p:tgtEl>
                                          <p:spTgt spid="55"/>
                                        </p:tgtEl>
                                        <p:attrNameLst>
                                          <p:attrName>ppt_y</p:attrName>
                                        </p:attrNameLst>
                                      </p:cBhvr>
                                      <p:tavLst>
                                        <p:tav tm="0" fmla="#ppt_y-sin(pi*$)/3">
                                          <p:val>
                                            <p:fltVal val="0.5"/>
                                          </p:val>
                                        </p:tav>
                                        <p:tav tm="100000">
                                          <p:val>
                                            <p:fltVal val="1"/>
                                          </p:val>
                                        </p:tav>
                                      </p:tavLst>
                                    </p:anim>
                                    <p:anim calcmode="lin" valueType="num">
                                      <p:cBhvr>
                                        <p:cTn id="802" dur="664" tmFilter="0, 0; 0.125,0.2665; 0.25,0.4; 0.375,0.465; 0.5,0.5;  0.625,0.535; 0.75,0.6; 0.875,0.7335; 1,1">
                                          <p:stCondLst>
                                            <p:cond delay="664"/>
                                          </p:stCondLst>
                                        </p:cTn>
                                        <p:tgtEl>
                                          <p:spTgt spid="55"/>
                                        </p:tgtEl>
                                        <p:attrNameLst>
                                          <p:attrName>ppt_y</p:attrName>
                                        </p:attrNameLst>
                                      </p:cBhvr>
                                      <p:tavLst>
                                        <p:tav tm="0" fmla="#ppt_y-sin(pi*$)/9">
                                          <p:val>
                                            <p:fltVal val="0"/>
                                          </p:val>
                                        </p:tav>
                                        <p:tav tm="100000">
                                          <p:val>
                                            <p:fltVal val="1"/>
                                          </p:val>
                                        </p:tav>
                                      </p:tavLst>
                                    </p:anim>
                                    <p:anim calcmode="lin" valueType="num">
                                      <p:cBhvr>
                                        <p:cTn id="803" dur="332" tmFilter="0, 0; 0.125,0.2665; 0.25,0.4; 0.375,0.465; 0.5,0.5;  0.625,0.535; 0.75,0.6; 0.875,0.7335; 1,1">
                                          <p:stCondLst>
                                            <p:cond delay="1324"/>
                                          </p:stCondLst>
                                        </p:cTn>
                                        <p:tgtEl>
                                          <p:spTgt spid="55"/>
                                        </p:tgtEl>
                                        <p:attrNameLst>
                                          <p:attrName>ppt_y</p:attrName>
                                        </p:attrNameLst>
                                      </p:cBhvr>
                                      <p:tavLst>
                                        <p:tav tm="0" fmla="#ppt_y-sin(pi*$)/27">
                                          <p:val>
                                            <p:fltVal val="0"/>
                                          </p:val>
                                        </p:tav>
                                        <p:tav tm="100000">
                                          <p:val>
                                            <p:fltVal val="1"/>
                                          </p:val>
                                        </p:tav>
                                      </p:tavLst>
                                    </p:anim>
                                    <p:anim calcmode="lin" valueType="num">
                                      <p:cBhvr>
                                        <p:cTn id="804" dur="164" tmFilter="0, 0; 0.125,0.2665; 0.25,0.4; 0.375,0.465; 0.5,0.5;  0.625,0.535; 0.75,0.6; 0.875,0.7335; 1,1">
                                          <p:stCondLst>
                                            <p:cond delay="1656"/>
                                          </p:stCondLst>
                                        </p:cTn>
                                        <p:tgtEl>
                                          <p:spTgt spid="55"/>
                                        </p:tgtEl>
                                        <p:attrNameLst>
                                          <p:attrName>ppt_y</p:attrName>
                                        </p:attrNameLst>
                                      </p:cBhvr>
                                      <p:tavLst>
                                        <p:tav tm="0" fmla="#ppt_y-sin(pi*$)/81">
                                          <p:val>
                                            <p:fltVal val="0"/>
                                          </p:val>
                                        </p:tav>
                                        <p:tav tm="100000">
                                          <p:val>
                                            <p:fltVal val="1"/>
                                          </p:val>
                                        </p:tav>
                                      </p:tavLst>
                                    </p:anim>
                                    <p:animScale>
                                      <p:cBhvr>
                                        <p:cTn id="805" dur="26">
                                          <p:stCondLst>
                                            <p:cond delay="650"/>
                                          </p:stCondLst>
                                        </p:cTn>
                                        <p:tgtEl>
                                          <p:spTgt spid="55"/>
                                        </p:tgtEl>
                                      </p:cBhvr>
                                      <p:to x="100000" y="60000"/>
                                    </p:animScale>
                                    <p:animScale>
                                      <p:cBhvr>
                                        <p:cTn id="806" dur="166" decel="50000">
                                          <p:stCondLst>
                                            <p:cond delay="676"/>
                                          </p:stCondLst>
                                        </p:cTn>
                                        <p:tgtEl>
                                          <p:spTgt spid="55"/>
                                        </p:tgtEl>
                                      </p:cBhvr>
                                      <p:to x="100000" y="100000"/>
                                    </p:animScale>
                                    <p:animScale>
                                      <p:cBhvr>
                                        <p:cTn id="807" dur="26">
                                          <p:stCondLst>
                                            <p:cond delay="1312"/>
                                          </p:stCondLst>
                                        </p:cTn>
                                        <p:tgtEl>
                                          <p:spTgt spid="55"/>
                                        </p:tgtEl>
                                      </p:cBhvr>
                                      <p:to x="100000" y="80000"/>
                                    </p:animScale>
                                    <p:animScale>
                                      <p:cBhvr>
                                        <p:cTn id="808" dur="166" decel="50000">
                                          <p:stCondLst>
                                            <p:cond delay="1338"/>
                                          </p:stCondLst>
                                        </p:cTn>
                                        <p:tgtEl>
                                          <p:spTgt spid="55"/>
                                        </p:tgtEl>
                                      </p:cBhvr>
                                      <p:to x="100000" y="100000"/>
                                    </p:animScale>
                                    <p:animScale>
                                      <p:cBhvr>
                                        <p:cTn id="809" dur="26">
                                          <p:stCondLst>
                                            <p:cond delay="1642"/>
                                          </p:stCondLst>
                                        </p:cTn>
                                        <p:tgtEl>
                                          <p:spTgt spid="55"/>
                                        </p:tgtEl>
                                      </p:cBhvr>
                                      <p:to x="100000" y="90000"/>
                                    </p:animScale>
                                    <p:animScale>
                                      <p:cBhvr>
                                        <p:cTn id="810" dur="166" decel="50000">
                                          <p:stCondLst>
                                            <p:cond delay="1668"/>
                                          </p:stCondLst>
                                        </p:cTn>
                                        <p:tgtEl>
                                          <p:spTgt spid="55"/>
                                        </p:tgtEl>
                                      </p:cBhvr>
                                      <p:to x="100000" y="100000"/>
                                    </p:animScale>
                                    <p:animScale>
                                      <p:cBhvr>
                                        <p:cTn id="811" dur="26">
                                          <p:stCondLst>
                                            <p:cond delay="1808"/>
                                          </p:stCondLst>
                                        </p:cTn>
                                        <p:tgtEl>
                                          <p:spTgt spid="55"/>
                                        </p:tgtEl>
                                      </p:cBhvr>
                                      <p:to x="100000" y="95000"/>
                                    </p:animScale>
                                    <p:animScale>
                                      <p:cBhvr>
                                        <p:cTn id="812" dur="166" decel="50000">
                                          <p:stCondLst>
                                            <p:cond delay="1834"/>
                                          </p:stCondLst>
                                        </p:cTn>
                                        <p:tgtEl>
                                          <p:spTgt spid="55"/>
                                        </p:tgtEl>
                                      </p:cBhvr>
                                      <p:to x="100000" y="100000"/>
                                    </p:animScale>
                                  </p:childTnLst>
                                </p:cTn>
                              </p:par>
                              <p:par>
                                <p:cTn id="813" presetID="26" presetClass="entr" presetSubtype="0" fill="hold" grpId="0" nodeType="withEffect">
                                  <p:stCondLst>
                                    <p:cond delay="0"/>
                                  </p:stCondLst>
                                  <p:childTnLst>
                                    <p:set>
                                      <p:cBhvr>
                                        <p:cTn id="814" dur="1" fill="hold">
                                          <p:stCondLst>
                                            <p:cond delay="0"/>
                                          </p:stCondLst>
                                        </p:cTn>
                                        <p:tgtEl>
                                          <p:spTgt spid="56"/>
                                        </p:tgtEl>
                                        <p:attrNameLst>
                                          <p:attrName>style.visibility</p:attrName>
                                        </p:attrNameLst>
                                      </p:cBhvr>
                                      <p:to>
                                        <p:strVal val="visible"/>
                                      </p:to>
                                    </p:set>
                                    <p:animEffect transition="in" filter="wipe(down)">
                                      <p:cBhvr>
                                        <p:cTn id="815" dur="580">
                                          <p:stCondLst>
                                            <p:cond delay="0"/>
                                          </p:stCondLst>
                                        </p:cTn>
                                        <p:tgtEl>
                                          <p:spTgt spid="56"/>
                                        </p:tgtEl>
                                      </p:cBhvr>
                                    </p:animEffect>
                                    <p:anim calcmode="lin" valueType="num">
                                      <p:cBhvr>
                                        <p:cTn id="816" dur="1822" tmFilter="0,0; 0.14,0.36; 0.43,0.73; 0.71,0.91; 1.0,1.0">
                                          <p:stCondLst>
                                            <p:cond delay="0"/>
                                          </p:stCondLst>
                                        </p:cTn>
                                        <p:tgtEl>
                                          <p:spTgt spid="56"/>
                                        </p:tgtEl>
                                        <p:attrNameLst>
                                          <p:attrName>ppt_x</p:attrName>
                                        </p:attrNameLst>
                                      </p:cBhvr>
                                      <p:tavLst>
                                        <p:tav tm="0">
                                          <p:val>
                                            <p:strVal val="#ppt_x-0.25"/>
                                          </p:val>
                                        </p:tav>
                                        <p:tav tm="100000">
                                          <p:val>
                                            <p:strVal val="#ppt_x"/>
                                          </p:val>
                                        </p:tav>
                                      </p:tavLst>
                                    </p:anim>
                                    <p:anim calcmode="lin" valueType="num">
                                      <p:cBhvr>
                                        <p:cTn id="817" dur="664" tmFilter="0.0,0.0; 0.25,0.07; 0.50,0.2; 0.75,0.467; 1.0,1.0">
                                          <p:stCondLst>
                                            <p:cond delay="0"/>
                                          </p:stCondLst>
                                        </p:cTn>
                                        <p:tgtEl>
                                          <p:spTgt spid="56"/>
                                        </p:tgtEl>
                                        <p:attrNameLst>
                                          <p:attrName>ppt_y</p:attrName>
                                        </p:attrNameLst>
                                      </p:cBhvr>
                                      <p:tavLst>
                                        <p:tav tm="0" fmla="#ppt_y-sin(pi*$)/3">
                                          <p:val>
                                            <p:fltVal val="0.5"/>
                                          </p:val>
                                        </p:tav>
                                        <p:tav tm="100000">
                                          <p:val>
                                            <p:fltVal val="1"/>
                                          </p:val>
                                        </p:tav>
                                      </p:tavLst>
                                    </p:anim>
                                    <p:anim calcmode="lin" valueType="num">
                                      <p:cBhvr>
                                        <p:cTn id="818" dur="664" tmFilter="0, 0; 0.125,0.2665; 0.25,0.4; 0.375,0.465; 0.5,0.5;  0.625,0.535; 0.75,0.6; 0.875,0.7335; 1,1">
                                          <p:stCondLst>
                                            <p:cond delay="664"/>
                                          </p:stCondLst>
                                        </p:cTn>
                                        <p:tgtEl>
                                          <p:spTgt spid="56"/>
                                        </p:tgtEl>
                                        <p:attrNameLst>
                                          <p:attrName>ppt_y</p:attrName>
                                        </p:attrNameLst>
                                      </p:cBhvr>
                                      <p:tavLst>
                                        <p:tav tm="0" fmla="#ppt_y-sin(pi*$)/9">
                                          <p:val>
                                            <p:fltVal val="0"/>
                                          </p:val>
                                        </p:tav>
                                        <p:tav tm="100000">
                                          <p:val>
                                            <p:fltVal val="1"/>
                                          </p:val>
                                        </p:tav>
                                      </p:tavLst>
                                    </p:anim>
                                    <p:anim calcmode="lin" valueType="num">
                                      <p:cBhvr>
                                        <p:cTn id="819" dur="332" tmFilter="0, 0; 0.125,0.2665; 0.25,0.4; 0.375,0.465; 0.5,0.5;  0.625,0.535; 0.75,0.6; 0.875,0.7335; 1,1">
                                          <p:stCondLst>
                                            <p:cond delay="1324"/>
                                          </p:stCondLst>
                                        </p:cTn>
                                        <p:tgtEl>
                                          <p:spTgt spid="56"/>
                                        </p:tgtEl>
                                        <p:attrNameLst>
                                          <p:attrName>ppt_y</p:attrName>
                                        </p:attrNameLst>
                                      </p:cBhvr>
                                      <p:tavLst>
                                        <p:tav tm="0" fmla="#ppt_y-sin(pi*$)/27">
                                          <p:val>
                                            <p:fltVal val="0"/>
                                          </p:val>
                                        </p:tav>
                                        <p:tav tm="100000">
                                          <p:val>
                                            <p:fltVal val="1"/>
                                          </p:val>
                                        </p:tav>
                                      </p:tavLst>
                                    </p:anim>
                                    <p:anim calcmode="lin" valueType="num">
                                      <p:cBhvr>
                                        <p:cTn id="820" dur="164" tmFilter="0, 0; 0.125,0.2665; 0.25,0.4; 0.375,0.465; 0.5,0.5;  0.625,0.535; 0.75,0.6; 0.875,0.7335; 1,1">
                                          <p:stCondLst>
                                            <p:cond delay="1656"/>
                                          </p:stCondLst>
                                        </p:cTn>
                                        <p:tgtEl>
                                          <p:spTgt spid="56"/>
                                        </p:tgtEl>
                                        <p:attrNameLst>
                                          <p:attrName>ppt_y</p:attrName>
                                        </p:attrNameLst>
                                      </p:cBhvr>
                                      <p:tavLst>
                                        <p:tav tm="0" fmla="#ppt_y-sin(pi*$)/81">
                                          <p:val>
                                            <p:fltVal val="0"/>
                                          </p:val>
                                        </p:tav>
                                        <p:tav tm="100000">
                                          <p:val>
                                            <p:fltVal val="1"/>
                                          </p:val>
                                        </p:tav>
                                      </p:tavLst>
                                    </p:anim>
                                    <p:animScale>
                                      <p:cBhvr>
                                        <p:cTn id="821" dur="26">
                                          <p:stCondLst>
                                            <p:cond delay="650"/>
                                          </p:stCondLst>
                                        </p:cTn>
                                        <p:tgtEl>
                                          <p:spTgt spid="56"/>
                                        </p:tgtEl>
                                      </p:cBhvr>
                                      <p:to x="100000" y="60000"/>
                                    </p:animScale>
                                    <p:animScale>
                                      <p:cBhvr>
                                        <p:cTn id="822" dur="166" decel="50000">
                                          <p:stCondLst>
                                            <p:cond delay="676"/>
                                          </p:stCondLst>
                                        </p:cTn>
                                        <p:tgtEl>
                                          <p:spTgt spid="56"/>
                                        </p:tgtEl>
                                      </p:cBhvr>
                                      <p:to x="100000" y="100000"/>
                                    </p:animScale>
                                    <p:animScale>
                                      <p:cBhvr>
                                        <p:cTn id="823" dur="26">
                                          <p:stCondLst>
                                            <p:cond delay="1312"/>
                                          </p:stCondLst>
                                        </p:cTn>
                                        <p:tgtEl>
                                          <p:spTgt spid="56"/>
                                        </p:tgtEl>
                                      </p:cBhvr>
                                      <p:to x="100000" y="80000"/>
                                    </p:animScale>
                                    <p:animScale>
                                      <p:cBhvr>
                                        <p:cTn id="824" dur="166" decel="50000">
                                          <p:stCondLst>
                                            <p:cond delay="1338"/>
                                          </p:stCondLst>
                                        </p:cTn>
                                        <p:tgtEl>
                                          <p:spTgt spid="56"/>
                                        </p:tgtEl>
                                      </p:cBhvr>
                                      <p:to x="100000" y="100000"/>
                                    </p:animScale>
                                    <p:animScale>
                                      <p:cBhvr>
                                        <p:cTn id="825" dur="26">
                                          <p:stCondLst>
                                            <p:cond delay="1642"/>
                                          </p:stCondLst>
                                        </p:cTn>
                                        <p:tgtEl>
                                          <p:spTgt spid="56"/>
                                        </p:tgtEl>
                                      </p:cBhvr>
                                      <p:to x="100000" y="90000"/>
                                    </p:animScale>
                                    <p:animScale>
                                      <p:cBhvr>
                                        <p:cTn id="826" dur="166" decel="50000">
                                          <p:stCondLst>
                                            <p:cond delay="1668"/>
                                          </p:stCondLst>
                                        </p:cTn>
                                        <p:tgtEl>
                                          <p:spTgt spid="56"/>
                                        </p:tgtEl>
                                      </p:cBhvr>
                                      <p:to x="100000" y="100000"/>
                                    </p:animScale>
                                    <p:animScale>
                                      <p:cBhvr>
                                        <p:cTn id="827" dur="26">
                                          <p:stCondLst>
                                            <p:cond delay="1808"/>
                                          </p:stCondLst>
                                        </p:cTn>
                                        <p:tgtEl>
                                          <p:spTgt spid="56"/>
                                        </p:tgtEl>
                                      </p:cBhvr>
                                      <p:to x="100000" y="95000"/>
                                    </p:animScale>
                                    <p:animScale>
                                      <p:cBhvr>
                                        <p:cTn id="828" dur="166" decel="50000">
                                          <p:stCondLst>
                                            <p:cond delay="1834"/>
                                          </p:stCondLst>
                                        </p:cTn>
                                        <p:tgtEl>
                                          <p:spTgt spid="56"/>
                                        </p:tgtEl>
                                      </p:cBhvr>
                                      <p:to x="100000" y="100000"/>
                                    </p:animScale>
                                  </p:childTnLst>
                                </p:cTn>
                              </p:par>
                              <p:par>
                                <p:cTn id="829" presetID="26" presetClass="entr" presetSubtype="0" fill="hold" grpId="0" nodeType="withEffect">
                                  <p:stCondLst>
                                    <p:cond delay="0"/>
                                  </p:stCondLst>
                                  <p:childTnLst>
                                    <p:set>
                                      <p:cBhvr>
                                        <p:cTn id="830" dur="1" fill="hold">
                                          <p:stCondLst>
                                            <p:cond delay="0"/>
                                          </p:stCondLst>
                                        </p:cTn>
                                        <p:tgtEl>
                                          <p:spTgt spid="57"/>
                                        </p:tgtEl>
                                        <p:attrNameLst>
                                          <p:attrName>style.visibility</p:attrName>
                                        </p:attrNameLst>
                                      </p:cBhvr>
                                      <p:to>
                                        <p:strVal val="visible"/>
                                      </p:to>
                                    </p:set>
                                    <p:animEffect transition="in" filter="wipe(down)">
                                      <p:cBhvr>
                                        <p:cTn id="831" dur="580">
                                          <p:stCondLst>
                                            <p:cond delay="0"/>
                                          </p:stCondLst>
                                        </p:cTn>
                                        <p:tgtEl>
                                          <p:spTgt spid="57"/>
                                        </p:tgtEl>
                                      </p:cBhvr>
                                    </p:animEffect>
                                    <p:anim calcmode="lin" valueType="num">
                                      <p:cBhvr>
                                        <p:cTn id="832" dur="1822" tmFilter="0,0; 0.14,0.36; 0.43,0.73; 0.71,0.91; 1.0,1.0">
                                          <p:stCondLst>
                                            <p:cond delay="0"/>
                                          </p:stCondLst>
                                        </p:cTn>
                                        <p:tgtEl>
                                          <p:spTgt spid="57"/>
                                        </p:tgtEl>
                                        <p:attrNameLst>
                                          <p:attrName>ppt_x</p:attrName>
                                        </p:attrNameLst>
                                      </p:cBhvr>
                                      <p:tavLst>
                                        <p:tav tm="0">
                                          <p:val>
                                            <p:strVal val="#ppt_x-0.25"/>
                                          </p:val>
                                        </p:tav>
                                        <p:tav tm="100000">
                                          <p:val>
                                            <p:strVal val="#ppt_x"/>
                                          </p:val>
                                        </p:tav>
                                      </p:tavLst>
                                    </p:anim>
                                    <p:anim calcmode="lin" valueType="num">
                                      <p:cBhvr>
                                        <p:cTn id="833" dur="664" tmFilter="0.0,0.0; 0.25,0.07; 0.50,0.2; 0.75,0.467; 1.0,1.0">
                                          <p:stCondLst>
                                            <p:cond delay="0"/>
                                          </p:stCondLst>
                                        </p:cTn>
                                        <p:tgtEl>
                                          <p:spTgt spid="57"/>
                                        </p:tgtEl>
                                        <p:attrNameLst>
                                          <p:attrName>ppt_y</p:attrName>
                                        </p:attrNameLst>
                                      </p:cBhvr>
                                      <p:tavLst>
                                        <p:tav tm="0" fmla="#ppt_y-sin(pi*$)/3">
                                          <p:val>
                                            <p:fltVal val="0.5"/>
                                          </p:val>
                                        </p:tav>
                                        <p:tav tm="100000">
                                          <p:val>
                                            <p:fltVal val="1"/>
                                          </p:val>
                                        </p:tav>
                                      </p:tavLst>
                                    </p:anim>
                                    <p:anim calcmode="lin" valueType="num">
                                      <p:cBhvr>
                                        <p:cTn id="834" dur="664" tmFilter="0, 0; 0.125,0.2665; 0.25,0.4; 0.375,0.465; 0.5,0.5;  0.625,0.535; 0.75,0.6; 0.875,0.7335; 1,1">
                                          <p:stCondLst>
                                            <p:cond delay="664"/>
                                          </p:stCondLst>
                                        </p:cTn>
                                        <p:tgtEl>
                                          <p:spTgt spid="57"/>
                                        </p:tgtEl>
                                        <p:attrNameLst>
                                          <p:attrName>ppt_y</p:attrName>
                                        </p:attrNameLst>
                                      </p:cBhvr>
                                      <p:tavLst>
                                        <p:tav tm="0" fmla="#ppt_y-sin(pi*$)/9">
                                          <p:val>
                                            <p:fltVal val="0"/>
                                          </p:val>
                                        </p:tav>
                                        <p:tav tm="100000">
                                          <p:val>
                                            <p:fltVal val="1"/>
                                          </p:val>
                                        </p:tav>
                                      </p:tavLst>
                                    </p:anim>
                                    <p:anim calcmode="lin" valueType="num">
                                      <p:cBhvr>
                                        <p:cTn id="835" dur="332" tmFilter="0, 0; 0.125,0.2665; 0.25,0.4; 0.375,0.465; 0.5,0.5;  0.625,0.535; 0.75,0.6; 0.875,0.7335; 1,1">
                                          <p:stCondLst>
                                            <p:cond delay="1324"/>
                                          </p:stCondLst>
                                        </p:cTn>
                                        <p:tgtEl>
                                          <p:spTgt spid="57"/>
                                        </p:tgtEl>
                                        <p:attrNameLst>
                                          <p:attrName>ppt_y</p:attrName>
                                        </p:attrNameLst>
                                      </p:cBhvr>
                                      <p:tavLst>
                                        <p:tav tm="0" fmla="#ppt_y-sin(pi*$)/27">
                                          <p:val>
                                            <p:fltVal val="0"/>
                                          </p:val>
                                        </p:tav>
                                        <p:tav tm="100000">
                                          <p:val>
                                            <p:fltVal val="1"/>
                                          </p:val>
                                        </p:tav>
                                      </p:tavLst>
                                    </p:anim>
                                    <p:anim calcmode="lin" valueType="num">
                                      <p:cBhvr>
                                        <p:cTn id="836" dur="164" tmFilter="0, 0; 0.125,0.2665; 0.25,0.4; 0.375,0.465; 0.5,0.5;  0.625,0.535; 0.75,0.6; 0.875,0.7335; 1,1">
                                          <p:stCondLst>
                                            <p:cond delay="1656"/>
                                          </p:stCondLst>
                                        </p:cTn>
                                        <p:tgtEl>
                                          <p:spTgt spid="57"/>
                                        </p:tgtEl>
                                        <p:attrNameLst>
                                          <p:attrName>ppt_y</p:attrName>
                                        </p:attrNameLst>
                                      </p:cBhvr>
                                      <p:tavLst>
                                        <p:tav tm="0" fmla="#ppt_y-sin(pi*$)/81">
                                          <p:val>
                                            <p:fltVal val="0"/>
                                          </p:val>
                                        </p:tav>
                                        <p:tav tm="100000">
                                          <p:val>
                                            <p:fltVal val="1"/>
                                          </p:val>
                                        </p:tav>
                                      </p:tavLst>
                                    </p:anim>
                                    <p:animScale>
                                      <p:cBhvr>
                                        <p:cTn id="837" dur="26">
                                          <p:stCondLst>
                                            <p:cond delay="650"/>
                                          </p:stCondLst>
                                        </p:cTn>
                                        <p:tgtEl>
                                          <p:spTgt spid="57"/>
                                        </p:tgtEl>
                                      </p:cBhvr>
                                      <p:to x="100000" y="60000"/>
                                    </p:animScale>
                                    <p:animScale>
                                      <p:cBhvr>
                                        <p:cTn id="838" dur="166" decel="50000">
                                          <p:stCondLst>
                                            <p:cond delay="676"/>
                                          </p:stCondLst>
                                        </p:cTn>
                                        <p:tgtEl>
                                          <p:spTgt spid="57"/>
                                        </p:tgtEl>
                                      </p:cBhvr>
                                      <p:to x="100000" y="100000"/>
                                    </p:animScale>
                                    <p:animScale>
                                      <p:cBhvr>
                                        <p:cTn id="839" dur="26">
                                          <p:stCondLst>
                                            <p:cond delay="1312"/>
                                          </p:stCondLst>
                                        </p:cTn>
                                        <p:tgtEl>
                                          <p:spTgt spid="57"/>
                                        </p:tgtEl>
                                      </p:cBhvr>
                                      <p:to x="100000" y="80000"/>
                                    </p:animScale>
                                    <p:animScale>
                                      <p:cBhvr>
                                        <p:cTn id="840" dur="166" decel="50000">
                                          <p:stCondLst>
                                            <p:cond delay="1338"/>
                                          </p:stCondLst>
                                        </p:cTn>
                                        <p:tgtEl>
                                          <p:spTgt spid="57"/>
                                        </p:tgtEl>
                                      </p:cBhvr>
                                      <p:to x="100000" y="100000"/>
                                    </p:animScale>
                                    <p:animScale>
                                      <p:cBhvr>
                                        <p:cTn id="841" dur="26">
                                          <p:stCondLst>
                                            <p:cond delay="1642"/>
                                          </p:stCondLst>
                                        </p:cTn>
                                        <p:tgtEl>
                                          <p:spTgt spid="57"/>
                                        </p:tgtEl>
                                      </p:cBhvr>
                                      <p:to x="100000" y="90000"/>
                                    </p:animScale>
                                    <p:animScale>
                                      <p:cBhvr>
                                        <p:cTn id="842" dur="166" decel="50000">
                                          <p:stCondLst>
                                            <p:cond delay="1668"/>
                                          </p:stCondLst>
                                        </p:cTn>
                                        <p:tgtEl>
                                          <p:spTgt spid="57"/>
                                        </p:tgtEl>
                                      </p:cBhvr>
                                      <p:to x="100000" y="100000"/>
                                    </p:animScale>
                                    <p:animScale>
                                      <p:cBhvr>
                                        <p:cTn id="843" dur="26">
                                          <p:stCondLst>
                                            <p:cond delay="1808"/>
                                          </p:stCondLst>
                                        </p:cTn>
                                        <p:tgtEl>
                                          <p:spTgt spid="57"/>
                                        </p:tgtEl>
                                      </p:cBhvr>
                                      <p:to x="100000" y="95000"/>
                                    </p:animScale>
                                    <p:animScale>
                                      <p:cBhvr>
                                        <p:cTn id="844" dur="166" decel="50000">
                                          <p:stCondLst>
                                            <p:cond delay="1834"/>
                                          </p:stCondLst>
                                        </p:cTn>
                                        <p:tgtEl>
                                          <p:spTgt spid="57"/>
                                        </p:tgtEl>
                                      </p:cBhvr>
                                      <p:to x="100000" y="100000"/>
                                    </p:animScale>
                                  </p:childTnLst>
                                </p:cTn>
                              </p:par>
                              <p:par>
                                <p:cTn id="845" presetID="26" presetClass="entr" presetSubtype="0" fill="hold" grpId="0" nodeType="withEffect">
                                  <p:stCondLst>
                                    <p:cond delay="0"/>
                                  </p:stCondLst>
                                  <p:childTnLst>
                                    <p:set>
                                      <p:cBhvr>
                                        <p:cTn id="846" dur="1" fill="hold">
                                          <p:stCondLst>
                                            <p:cond delay="0"/>
                                          </p:stCondLst>
                                        </p:cTn>
                                        <p:tgtEl>
                                          <p:spTgt spid="58"/>
                                        </p:tgtEl>
                                        <p:attrNameLst>
                                          <p:attrName>style.visibility</p:attrName>
                                        </p:attrNameLst>
                                      </p:cBhvr>
                                      <p:to>
                                        <p:strVal val="visible"/>
                                      </p:to>
                                    </p:set>
                                    <p:animEffect transition="in" filter="wipe(down)">
                                      <p:cBhvr>
                                        <p:cTn id="847" dur="580">
                                          <p:stCondLst>
                                            <p:cond delay="0"/>
                                          </p:stCondLst>
                                        </p:cTn>
                                        <p:tgtEl>
                                          <p:spTgt spid="58"/>
                                        </p:tgtEl>
                                      </p:cBhvr>
                                    </p:animEffect>
                                    <p:anim calcmode="lin" valueType="num">
                                      <p:cBhvr>
                                        <p:cTn id="848" dur="1822" tmFilter="0,0; 0.14,0.36; 0.43,0.73; 0.71,0.91; 1.0,1.0">
                                          <p:stCondLst>
                                            <p:cond delay="0"/>
                                          </p:stCondLst>
                                        </p:cTn>
                                        <p:tgtEl>
                                          <p:spTgt spid="58"/>
                                        </p:tgtEl>
                                        <p:attrNameLst>
                                          <p:attrName>ppt_x</p:attrName>
                                        </p:attrNameLst>
                                      </p:cBhvr>
                                      <p:tavLst>
                                        <p:tav tm="0">
                                          <p:val>
                                            <p:strVal val="#ppt_x-0.25"/>
                                          </p:val>
                                        </p:tav>
                                        <p:tav tm="100000">
                                          <p:val>
                                            <p:strVal val="#ppt_x"/>
                                          </p:val>
                                        </p:tav>
                                      </p:tavLst>
                                    </p:anim>
                                    <p:anim calcmode="lin" valueType="num">
                                      <p:cBhvr>
                                        <p:cTn id="849" dur="664" tmFilter="0.0,0.0; 0.25,0.07; 0.50,0.2; 0.75,0.467; 1.0,1.0">
                                          <p:stCondLst>
                                            <p:cond delay="0"/>
                                          </p:stCondLst>
                                        </p:cTn>
                                        <p:tgtEl>
                                          <p:spTgt spid="58"/>
                                        </p:tgtEl>
                                        <p:attrNameLst>
                                          <p:attrName>ppt_y</p:attrName>
                                        </p:attrNameLst>
                                      </p:cBhvr>
                                      <p:tavLst>
                                        <p:tav tm="0" fmla="#ppt_y-sin(pi*$)/3">
                                          <p:val>
                                            <p:fltVal val="0.5"/>
                                          </p:val>
                                        </p:tav>
                                        <p:tav tm="100000">
                                          <p:val>
                                            <p:fltVal val="1"/>
                                          </p:val>
                                        </p:tav>
                                      </p:tavLst>
                                    </p:anim>
                                    <p:anim calcmode="lin" valueType="num">
                                      <p:cBhvr>
                                        <p:cTn id="850" dur="664" tmFilter="0, 0; 0.125,0.2665; 0.25,0.4; 0.375,0.465; 0.5,0.5;  0.625,0.535; 0.75,0.6; 0.875,0.7335; 1,1">
                                          <p:stCondLst>
                                            <p:cond delay="664"/>
                                          </p:stCondLst>
                                        </p:cTn>
                                        <p:tgtEl>
                                          <p:spTgt spid="58"/>
                                        </p:tgtEl>
                                        <p:attrNameLst>
                                          <p:attrName>ppt_y</p:attrName>
                                        </p:attrNameLst>
                                      </p:cBhvr>
                                      <p:tavLst>
                                        <p:tav tm="0" fmla="#ppt_y-sin(pi*$)/9">
                                          <p:val>
                                            <p:fltVal val="0"/>
                                          </p:val>
                                        </p:tav>
                                        <p:tav tm="100000">
                                          <p:val>
                                            <p:fltVal val="1"/>
                                          </p:val>
                                        </p:tav>
                                      </p:tavLst>
                                    </p:anim>
                                    <p:anim calcmode="lin" valueType="num">
                                      <p:cBhvr>
                                        <p:cTn id="851" dur="332" tmFilter="0, 0; 0.125,0.2665; 0.25,0.4; 0.375,0.465; 0.5,0.5;  0.625,0.535; 0.75,0.6; 0.875,0.7335; 1,1">
                                          <p:stCondLst>
                                            <p:cond delay="1324"/>
                                          </p:stCondLst>
                                        </p:cTn>
                                        <p:tgtEl>
                                          <p:spTgt spid="58"/>
                                        </p:tgtEl>
                                        <p:attrNameLst>
                                          <p:attrName>ppt_y</p:attrName>
                                        </p:attrNameLst>
                                      </p:cBhvr>
                                      <p:tavLst>
                                        <p:tav tm="0" fmla="#ppt_y-sin(pi*$)/27">
                                          <p:val>
                                            <p:fltVal val="0"/>
                                          </p:val>
                                        </p:tav>
                                        <p:tav tm="100000">
                                          <p:val>
                                            <p:fltVal val="1"/>
                                          </p:val>
                                        </p:tav>
                                      </p:tavLst>
                                    </p:anim>
                                    <p:anim calcmode="lin" valueType="num">
                                      <p:cBhvr>
                                        <p:cTn id="852" dur="164" tmFilter="0, 0; 0.125,0.2665; 0.25,0.4; 0.375,0.465; 0.5,0.5;  0.625,0.535; 0.75,0.6; 0.875,0.7335; 1,1">
                                          <p:stCondLst>
                                            <p:cond delay="1656"/>
                                          </p:stCondLst>
                                        </p:cTn>
                                        <p:tgtEl>
                                          <p:spTgt spid="58"/>
                                        </p:tgtEl>
                                        <p:attrNameLst>
                                          <p:attrName>ppt_y</p:attrName>
                                        </p:attrNameLst>
                                      </p:cBhvr>
                                      <p:tavLst>
                                        <p:tav tm="0" fmla="#ppt_y-sin(pi*$)/81">
                                          <p:val>
                                            <p:fltVal val="0"/>
                                          </p:val>
                                        </p:tav>
                                        <p:tav tm="100000">
                                          <p:val>
                                            <p:fltVal val="1"/>
                                          </p:val>
                                        </p:tav>
                                      </p:tavLst>
                                    </p:anim>
                                    <p:animScale>
                                      <p:cBhvr>
                                        <p:cTn id="853" dur="26">
                                          <p:stCondLst>
                                            <p:cond delay="650"/>
                                          </p:stCondLst>
                                        </p:cTn>
                                        <p:tgtEl>
                                          <p:spTgt spid="58"/>
                                        </p:tgtEl>
                                      </p:cBhvr>
                                      <p:to x="100000" y="60000"/>
                                    </p:animScale>
                                    <p:animScale>
                                      <p:cBhvr>
                                        <p:cTn id="854" dur="166" decel="50000">
                                          <p:stCondLst>
                                            <p:cond delay="676"/>
                                          </p:stCondLst>
                                        </p:cTn>
                                        <p:tgtEl>
                                          <p:spTgt spid="58"/>
                                        </p:tgtEl>
                                      </p:cBhvr>
                                      <p:to x="100000" y="100000"/>
                                    </p:animScale>
                                    <p:animScale>
                                      <p:cBhvr>
                                        <p:cTn id="855" dur="26">
                                          <p:stCondLst>
                                            <p:cond delay="1312"/>
                                          </p:stCondLst>
                                        </p:cTn>
                                        <p:tgtEl>
                                          <p:spTgt spid="58"/>
                                        </p:tgtEl>
                                      </p:cBhvr>
                                      <p:to x="100000" y="80000"/>
                                    </p:animScale>
                                    <p:animScale>
                                      <p:cBhvr>
                                        <p:cTn id="856" dur="166" decel="50000">
                                          <p:stCondLst>
                                            <p:cond delay="1338"/>
                                          </p:stCondLst>
                                        </p:cTn>
                                        <p:tgtEl>
                                          <p:spTgt spid="58"/>
                                        </p:tgtEl>
                                      </p:cBhvr>
                                      <p:to x="100000" y="100000"/>
                                    </p:animScale>
                                    <p:animScale>
                                      <p:cBhvr>
                                        <p:cTn id="857" dur="26">
                                          <p:stCondLst>
                                            <p:cond delay="1642"/>
                                          </p:stCondLst>
                                        </p:cTn>
                                        <p:tgtEl>
                                          <p:spTgt spid="58"/>
                                        </p:tgtEl>
                                      </p:cBhvr>
                                      <p:to x="100000" y="90000"/>
                                    </p:animScale>
                                    <p:animScale>
                                      <p:cBhvr>
                                        <p:cTn id="858" dur="166" decel="50000">
                                          <p:stCondLst>
                                            <p:cond delay="1668"/>
                                          </p:stCondLst>
                                        </p:cTn>
                                        <p:tgtEl>
                                          <p:spTgt spid="58"/>
                                        </p:tgtEl>
                                      </p:cBhvr>
                                      <p:to x="100000" y="100000"/>
                                    </p:animScale>
                                    <p:animScale>
                                      <p:cBhvr>
                                        <p:cTn id="859" dur="26">
                                          <p:stCondLst>
                                            <p:cond delay="1808"/>
                                          </p:stCondLst>
                                        </p:cTn>
                                        <p:tgtEl>
                                          <p:spTgt spid="58"/>
                                        </p:tgtEl>
                                      </p:cBhvr>
                                      <p:to x="100000" y="95000"/>
                                    </p:animScale>
                                    <p:animScale>
                                      <p:cBhvr>
                                        <p:cTn id="860" dur="166" decel="50000">
                                          <p:stCondLst>
                                            <p:cond delay="1834"/>
                                          </p:stCondLst>
                                        </p:cTn>
                                        <p:tgtEl>
                                          <p:spTgt spid="58"/>
                                        </p:tgtEl>
                                      </p:cBhvr>
                                      <p:to x="100000" y="100000"/>
                                    </p:animScale>
                                  </p:childTnLst>
                                </p:cTn>
                              </p:par>
                              <p:par>
                                <p:cTn id="861" presetID="26" presetClass="entr" presetSubtype="0" fill="hold" grpId="0" nodeType="withEffect">
                                  <p:stCondLst>
                                    <p:cond delay="0"/>
                                  </p:stCondLst>
                                  <p:childTnLst>
                                    <p:set>
                                      <p:cBhvr>
                                        <p:cTn id="862" dur="1" fill="hold">
                                          <p:stCondLst>
                                            <p:cond delay="0"/>
                                          </p:stCondLst>
                                        </p:cTn>
                                        <p:tgtEl>
                                          <p:spTgt spid="65"/>
                                        </p:tgtEl>
                                        <p:attrNameLst>
                                          <p:attrName>style.visibility</p:attrName>
                                        </p:attrNameLst>
                                      </p:cBhvr>
                                      <p:to>
                                        <p:strVal val="visible"/>
                                      </p:to>
                                    </p:set>
                                    <p:animEffect transition="in" filter="wipe(down)">
                                      <p:cBhvr>
                                        <p:cTn id="863" dur="580">
                                          <p:stCondLst>
                                            <p:cond delay="0"/>
                                          </p:stCondLst>
                                        </p:cTn>
                                        <p:tgtEl>
                                          <p:spTgt spid="65"/>
                                        </p:tgtEl>
                                      </p:cBhvr>
                                    </p:animEffect>
                                    <p:anim calcmode="lin" valueType="num">
                                      <p:cBhvr>
                                        <p:cTn id="864" dur="1822" tmFilter="0,0; 0.14,0.36; 0.43,0.73; 0.71,0.91; 1.0,1.0">
                                          <p:stCondLst>
                                            <p:cond delay="0"/>
                                          </p:stCondLst>
                                        </p:cTn>
                                        <p:tgtEl>
                                          <p:spTgt spid="65"/>
                                        </p:tgtEl>
                                        <p:attrNameLst>
                                          <p:attrName>ppt_x</p:attrName>
                                        </p:attrNameLst>
                                      </p:cBhvr>
                                      <p:tavLst>
                                        <p:tav tm="0">
                                          <p:val>
                                            <p:strVal val="#ppt_x-0.25"/>
                                          </p:val>
                                        </p:tav>
                                        <p:tav tm="100000">
                                          <p:val>
                                            <p:strVal val="#ppt_x"/>
                                          </p:val>
                                        </p:tav>
                                      </p:tavLst>
                                    </p:anim>
                                    <p:anim calcmode="lin" valueType="num">
                                      <p:cBhvr>
                                        <p:cTn id="865" dur="664" tmFilter="0.0,0.0; 0.25,0.07; 0.50,0.2; 0.75,0.467; 1.0,1.0">
                                          <p:stCondLst>
                                            <p:cond delay="0"/>
                                          </p:stCondLst>
                                        </p:cTn>
                                        <p:tgtEl>
                                          <p:spTgt spid="65"/>
                                        </p:tgtEl>
                                        <p:attrNameLst>
                                          <p:attrName>ppt_y</p:attrName>
                                        </p:attrNameLst>
                                      </p:cBhvr>
                                      <p:tavLst>
                                        <p:tav tm="0" fmla="#ppt_y-sin(pi*$)/3">
                                          <p:val>
                                            <p:fltVal val="0.5"/>
                                          </p:val>
                                        </p:tav>
                                        <p:tav tm="100000">
                                          <p:val>
                                            <p:fltVal val="1"/>
                                          </p:val>
                                        </p:tav>
                                      </p:tavLst>
                                    </p:anim>
                                    <p:anim calcmode="lin" valueType="num">
                                      <p:cBhvr>
                                        <p:cTn id="866" dur="664" tmFilter="0, 0; 0.125,0.2665; 0.25,0.4; 0.375,0.465; 0.5,0.5;  0.625,0.535; 0.75,0.6; 0.875,0.7335; 1,1">
                                          <p:stCondLst>
                                            <p:cond delay="664"/>
                                          </p:stCondLst>
                                        </p:cTn>
                                        <p:tgtEl>
                                          <p:spTgt spid="65"/>
                                        </p:tgtEl>
                                        <p:attrNameLst>
                                          <p:attrName>ppt_y</p:attrName>
                                        </p:attrNameLst>
                                      </p:cBhvr>
                                      <p:tavLst>
                                        <p:tav tm="0" fmla="#ppt_y-sin(pi*$)/9">
                                          <p:val>
                                            <p:fltVal val="0"/>
                                          </p:val>
                                        </p:tav>
                                        <p:tav tm="100000">
                                          <p:val>
                                            <p:fltVal val="1"/>
                                          </p:val>
                                        </p:tav>
                                      </p:tavLst>
                                    </p:anim>
                                    <p:anim calcmode="lin" valueType="num">
                                      <p:cBhvr>
                                        <p:cTn id="867" dur="332" tmFilter="0, 0; 0.125,0.2665; 0.25,0.4; 0.375,0.465; 0.5,0.5;  0.625,0.535; 0.75,0.6; 0.875,0.7335; 1,1">
                                          <p:stCondLst>
                                            <p:cond delay="1324"/>
                                          </p:stCondLst>
                                        </p:cTn>
                                        <p:tgtEl>
                                          <p:spTgt spid="65"/>
                                        </p:tgtEl>
                                        <p:attrNameLst>
                                          <p:attrName>ppt_y</p:attrName>
                                        </p:attrNameLst>
                                      </p:cBhvr>
                                      <p:tavLst>
                                        <p:tav tm="0" fmla="#ppt_y-sin(pi*$)/27">
                                          <p:val>
                                            <p:fltVal val="0"/>
                                          </p:val>
                                        </p:tav>
                                        <p:tav tm="100000">
                                          <p:val>
                                            <p:fltVal val="1"/>
                                          </p:val>
                                        </p:tav>
                                      </p:tavLst>
                                    </p:anim>
                                    <p:anim calcmode="lin" valueType="num">
                                      <p:cBhvr>
                                        <p:cTn id="868" dur="164" tmFilter="0, 0; 0.125,0.2665; 0.25,0.4; 0.375,0.465; 0.5,0.5;  0.625,0.535; 0.75,0.6; 0.875,0.7335; 1,1">
                                          <p:stCondLst>
                                            <p:cond delay="1656"/>
                                          </p:stCondLst>
                                        </p:cTn>
                                        <p:tgtEl>
                                          <p:spTgt spid="65"/>
                                        </p:tgtEl>
                                        <p:attrNameLst>
                                          <p:attrName>ppt_y</p:attrName>
                                        </p:attrNameLst>
                                      </p:cBhvr>
                                      <p:tavLst>
                                        <p:tav tm="0" fmla="#ppt_y-sin(pi*$)/81">
                                          <p:val>
                                            <p:fltVal val="0"/>
                                          </p:val>
                                        </p:tav>
                                        <p:tav tm="100000">
                                          <p:val>
                                            <p:fltVal val="1"/>
                                          </p:val>
                                        </p:tav>
                                      </p:tavLst>
                                    </p:anim>
                                    <p:animScale>
                                      <p:cBhvr>
                                        <p:cTn id="869" dur="26">
                                          <p:stCondLst>
                                            <p:cond delay="650"/>
                                          </p:stCondLst>
                                        </p:cTn>
                                        <p:tgtEl>
                                          <p:spTgt spid="65"/>
                                        </p:tgtEl>
                                      </p:cBhvr>
                                      <p:to x="100000" y="60000"/>
                                    </p:animScale>
                                    <p:animScale>
                                      <p:cBhvr>
                                        <p:cTn id="870" dur="166" decel="50000">
                                          <p:stCondLst>
                                            <p:cond delay="676"/>
                                          </p:stCondLst>
                                        </p:cTn>
                                        <p:tgtEl>
                                          <p:spTgt spid="65"/>
                                        </p:tgtEl>
                                      </p:cBhvr>
                                      <p:to x="100000" y="100000"/>
                                    </p:animScale>
                                    <p:animScale>
                                      <p:cBhvr>
                                        <p:cTn id="871" dur="26">
                                          <p:stCondLst>
                                            <p:cond delay="1312"/>
                                          </p:stCondLst>
                                        </p:cTn>
                                        <p:tgtEl>
                                          <p:spTgt spid="65"/>
                                        </p:tgtEl>
                                      </p:cBhvr>
                                      <p:to x="100000" y="80000"/>
                                    </p:animScale>
                                    <p:animScale>
                                      <p:cBhvr>
                                        <p:cTn id="872" dur="166" decel="50000">
                                          <p:stCondLst>
                                            <p:cond delay="1338"/>
                                          </p:stCondLst>
                                        </p:cTn>
                                        <p:tgtEl>
                                          <p:spTgt spid="65"/>
                                        </p:tgtEl>
                                      </p:cBhvr>
                                      <p:to x="100000" y="100000"/>
                                    </p:animScale>
                                    <p:animScale>
                                      <p:cBhvr>
                                        <p:cTn id="873" dur="26">
                                          <p:stCondLst>
                                            <p:cond delay="1642"/>
                                          </p:stCondLst>
                                        </p:cTn>
                                        <p:tgtEl>
                                          <p:spTgt spid="65"/>
                                        </p:tgtEl>
                                      </p:cBhvr>
                                      <p:to x="100000" y="90000"/>
                                    </p:animScale>
                                    <p:animScale>
                                      <p:cBhvr>
                                        <p:cTn id="874" dur="166" decel="50000">
                                          <p:stCondLst>
                                            <p:cond delay="1668"/>
                                          </p:stCondLst>
                                        </p:cTn>
                                        <p:tgtEl>
                                          <p:spTgt spid="65"/>
                                        </p:tgtEl>
                                      </p:cBhvr>
                                      <p:to x="100000" y="100000"/>
                                    </p:animScale>
                                    <p:animScale>
                                      <p:cBhvr>
                                        <p:cTn id="875" dur="26">
                                          <p:stCondLst>
                                            <p:cond delay="1808"/>
                                          </p:stCondLst>
                                        </p:cTn>
                                        <p:tgtEl>
                                          <p:spTgt spid="65"/>
                                        </p:tgtEl>
                                      </p:cBhvr>
                                      <p:to x="100000" y="95000"/>
                                    </p:animScale>
                                    <p:animScale>
                                      <p:cBhvr>
                                        <p:cTn id="876" dur="166" decel="50000">
                                          <p:stCondLst>
                                            <p:cond delay="1834"/>
                                          </p:stCondLst>
                                        </p:cTn>
                                        <p:tgtEl>
                                          <p:spTgt spid="65"/>
                                        </p:tgtEl>
                                      </p:cBhvr>
                                      <p:to x="100000" y="100000"/>
                                    </p:animScale>
                                  </p:childTnLst>
                                </p:cTn>
                              </p:par>
                              <p:par>
                                <p:cTn id="877" presetID="26" presetClass="entr" presetSubtype="0" fill="hold" grpId="0" nodeType="withEffect">
                                  <p:stCondLst>
                                    <p:cond delay="0"/>
                                  </p:stCondLst>
                                  <p:childTnLst>
                                    <p:set>
                                      <p:cBhvr>
                                        <p:cTn id="878" dur="1" fill="hold">
                                          <p:stCondLst>
                                            <p:cond delay="0"/>
                                          </p:stCondLst>
                                        </p:cTn>
                                        <p:tgtEl>
                                          <p:spTgt spid="66"/>
                                        </p:tgtEl>
                                        <p:attrNameLst>
                                          <p:attrName>style.visibility</p:attrName>
                                        </p:attrNameLst>
                                      </p:cBhvr>
                                      <p:to>
                                        <p:strVal val="visible"/>
                                      </p:to>
                                    </p:set>
                                    <p:animEffect transition="in" filter="wipe(down)">
                                      <p:cBhvr>
                                        <p:cTn id="879" dur="580">
                                          <p:stCondLst>
                                            <p:cond delay="0"/>
                                          </p:stCondLst>
                                        </p:cTn>
                                        <p:tgtEl>
                                          <p:spTgt spid="66"/>
                                        </p:tgtEl>
                                      </p:cBhvr>
                                    </p:animEffect>
                                    <p:anim calcmode="lin" valueType="num">
                                      <p:cBhvr>
                                        <p:cTn id="880" dur="1822" tmFilter="0,0; 0.14,0.36; 0.43,0.73; 0.71,0.91; 1.0,1.0">
                                          <p:stCondLst>
                                            <p:cond delay="0"/>
                                          </p:stCondLst>
                                        </p:cTn>
                                        <p:tgtEl>
                                          <p:spTgt spid="66"/>
                                        </p:tgtEl>
                                        <p:attrNameLst>
                                          <p:attrName>ppt_x</p:attrName>
                                        </p:attrNameLst>
                                      </p:cBhvr>
                                      <p:tavLst>
                                        <p:tav tm="0">
                                          <p:val>
                                            <p:strVal val="#ppt_x-0.25"/>
                                          </p:val>
                                        </p:tav>
                                        <p:tav tm="100000">
                                          <p:val>
                                            <p:strVal val="#ppt_x"/>
                                          </p:val>
                                        </p:tav>
                                      </p:tavLst>
                                    </p:anim>
                                    <p:anim calcmode="lin" valueType="num">
                                      <p:cBhvr>
                                        <p:cTn id="881" dur="664" tmFilter="0.0,0.0; 0.25,0.07; 0.50,0.2; 0.75,0.467; 1.0,1.0">
                                          <p:stCondLst>
                                            <p:cond delay="0"/>
                                          </p:stCondLst>
                                        </p:cTn>
                                        <p:tgtEl>
                                          <p:spTgt spid="66"/>
                                        </p:tgtEl>
                                        <p:attrNameLst>
                                          <p:attrName>ppt_y</p:attrName>
                                        </p:attrNameLst>
                                      </p:cBhvr>
                                      <p:tavLst>
                                        <p:tav tm="0" fmla="#ppt_y-sin(pi*$)/3">
                                          <p:val>
                                            <p:fltVal val="0.5"/>
                                          </p:val>
                                        </p:tav>
                                        <p:tav tm="100000">
                                          <p:val>
                                            <p:fltVal val="1"/>
                                          </p:val>
                                        </p:tav>
                                      </p:tavLst>
                                    </p:anim>
                                    <p:anim calcmode="lin" valueType="num">
                                      <p:cBhvr>
                                        <p:cTn id="882" dur="664" tmFilter="0, 0; 0.125,0.2665; 0.25,0.4; 0.375,0.465; 0.5,0.5;  0.625,0.535; 0.75,0.6; 0.875,0.7335; 1,1">
                                          <p:stCondLst>
                                            <p:cond delay="664"/>
                                          </p:stCondLst>
                                        </p:cTn>
                                        <p:tgtEl>
                                          <p:spTgt spid="66"/>
                                        </p:tgtEl>
                                        <p:attrNameLst>
                                          <p:attrName>ppt_y</p:attrName>
                                        </p:attrNameLst>
                                      </p:cBhvr>
                                      <p:tavLst>
                                        <p:tav tm="0" fmla="#ppt_y-sin(pi*$)/9">
                                          <p:val>
                                            <p:fltVal val="0"/>
                                          </p:val>
                                        </p:tav>
                                        <p:tav tm="100000">
                                          <p:val>
                                            <p:fltVal val="1"/>
                                          </p:val>
                                        </p:tav>
                                      </p:tavLst>
                                    </p:anim>
                                    <p:anim calcmode="lin" valueType="num">
                                      <p:cBhvr>
                                        <p:cTn id="883" dur="332" tmFilter="0, 0; 0.125,0.2665; 0.25,0.4; 0.375,0.465; 0.5,0.5;  0.625,0.535; 0.75,0.6; 0.875,0.7335; 1,1">
                                          <p:stCondLst>
                                            <p:cond delay="1324"/>
                                          </p:stCondLst>
                                        </p:cTn>
                                        <p:tgtEl>
                                          <p:spTgt spid="66"/>
                                        </p:tgtEl>
                                        <p:attrNameLst>
                                          <p:attrName>ppt_y</p:attrName>
                                        </p:attrNameLst>
                                      </p:cBhvr>
                                      <p:tavLst>
                                        <p:tav tm="0" fmla="#ppt_y-sin(pi*$)/27">
                                          <p:val>
                                            <p:fltVal val="0"/>
                                          </p:val>
                                        </p:tav>
                                        <p:tav tm="100000">
                                          <p:val>
                                            <p:fltVal val="1"/>
                                          </p:val>
                                        </p:tav>
                                      </p:tavLst>
                                    </p:anim>
                                    <p:anim calcmode="lin" valueType="num">
                                      <p:cBhvr>
                                        <p:cTn id="884" dur="164" tmFilter="0, 0; 0.125,0.2665; 0.25,0.4; 0.375,0.465; 0.5,0.5;  0.625,0.535; 0.75,0.6; 0.875,0.7335; 1,1">
                                          <p:stCondLst>
                                            <p:cond delay="1656"/>
                                          </p:stCondLst>
                                        </p:cTn>
                                        <p:tgtEl>
                                          <p:spTgt spid="66"/>
                                        </p:tgtEl>
                                        <p:attrNameLst>
                                          <p:attrName>ppt_y</p:attrName>
                                        </p:attrNameLst>
                                      </p:cBhvr>
                                      <p:tavLst>
                                        <p:tav tm="0" fmla="#ppt_y-sin(pi*$)/81">
                                          <p:val>
                                            <p:fltVal val="0"/>
                                          </p:val>
                                        </p:tav>
                                        <p:tav tm="100000">
                                          <p:val>
                                            <p:fltVal val="1"/>
                                          </p:val>
                                        </p:tav>
                                      </p:tavLst>
                                    </p:anim>
                                    <p:animScale>
                                      <p:cBhvr>
                                        <p:cTn id="885" dur="26">
                                          <p:stCondLst>
                                            <p:cond delay="650"/>
                                          </p:stCondLst>
                                        </p:cTn>
                                        <p:tgtEl>
                                          <p:spTgt spid="66"/>
                                        </p:tgtEl>
                                      </p:cBhvr>
                                      <p:to x="100000" y="60000"/>
                                    </p:animScale>
                                    <p:animScale>
                                      <p:cBhvr>
                                        <p:cTn id="886" dur="166" decel="50000">
                                          <p:stCondLst>
                                            <p:cond delay="676"/>
                                          </p:stCondLst>
                                        </p:cTn>
                                        <p:tgtEl>
                                          <p:spTgt spid="66"/>
                                        </p:tgtEl>
                                      </p:cBhvr>
                                      <p:to x="100000" y="100000"/>
                                    </p:animScale>
                                    <p:animScale>
                                      <p:cBhvr>
                                        <p:cTn id="887" dur="26">
                                          <p:stCondLst>
                                            <p:cond delay="1312"/>
                                          </p:stCondLst>
                                        </p:cTn>
                                        <p:tgtEl>
                                          <p:spTgt spid="66"/>
                                        </p:tgtEl>
                                      </p:cBhvr>
                                      <p:to x="100000" y="80000"/>
                                    </p:animScale>
                                    <p:animScale>
                                      <p:cBhvr>
                                        <p:cTn id="888" dur="166" decel="50000">
                                          <p:stCondLst>
                                            <p:cond delay="1338"/>
                                          </p:stCondLst>
                                        </p:cTn>
                                        <p:tgtEl>
                                          <p:spTgt spid="66"/>
                                        </p:tgtEl>
                                      </p:cBhvr>
                                      <p:to x="100000" y="100000"/>
                                    </p:animScale>
                                    <p:animScale>
                                      <p:cBhvr>
                                        <p:cTn id="889" dur="26">
                                          <p:stCondLst>
                                            <p:cond delay="1642"/>
                                          </p:stCondLst>
                                        </p:cTn>
                                        <p:tgtEl>
                                          <p:spTgt spid="66"/>
                                        </p:tgtEl>
                                      </p:cBhvr>
                                      <p:to x="100000" y="90000"/>
                                    </p:animScale>
                                    <p:animScale>
                                      <p:cBhvr>
                                        <p:cTn id="890" dur="166" decel="50000">
                                          <p:stCondLst>
                                            <p:cond delay="1668"/>
                                          </p:stCondLst>
                                        </p:cTn>
                                        <p:tgtEl>
                                          <p:spTgt spid="66"/>
                                        </p:tgtEl>
                                      </p:cBhvr>
                                      <p:to x="100000" y="100000"/>
                                    </p:animScale>
                                    <p:animScale>
                                      <p:cBhvr>
                                        <p:cTn id="891" dur="26">
                                          <p:stCondLst>
                                            <p:cond delay="1808"/>
                                          </p:stCondLst>
                                        </p:cTn>
                                        <p:tgtEl>
                                          <p:spTgt spid="66"/>
                                        </p:tgtEl>
                                      </p:cBhvr>
                                      <p:to x="100000" y="95000"/>
                                    </p:animScale>
                                    <p:animScale>
                                      <p:cBhvr>
                                        <p:cTn id="892" dur="166" decel="50000">
                                          <p:stCondLst>
                                            <p:cond delay="1834"/>
                                          </p:stCondLst>
                                        </p:cTn>
                                        <p:tgtEl>
                                          <p:spTgt spid="66"/>
                                        </p:tgtEl>
                                      </p:cBhvr>
                                      <p:to x="100000" y="100000"/>
                                    </p:animScale>
                                  </p:childTnLst>
                                </p:cTn>
                              </p:par>
                              <p:par>
                                <p:cTn id="893" presetID="26" presetClass="entr" presetSubtype="0" fill="hold" grpId="0" nodeType="withEffect">
                                  <p:stCondLst>
                                    <p:cond delay="0"/>
                                  </p:stCondLst>
                                  <p:childTnLst>
                                    <p:set>
                                      <p:cBhvr>
                                        <p:cTn id="894" dur="1" fill="hold">
                                          <p:stCondLst>
                                            <p:cond delay="0"/>
                                          </p:stCondLst>
                                        </p:cTn>
                                        <p:tgtEl>
                                          <p:spTgt spid="69"/>
                                        </p:tgtEl>
                                        <p:attrNameLst>
                                          <p:attrName>style.visibility</p:attrName>
                                        </p:attrNameLst>
                                      </p:cBhvr>
                                      <p:to>
                                        <p:strVal val="visible"/>
                                      </p:to>
                                    </p:set>
                                    <p:animEffect transition="in" filter="wipe(down)">
                                      <p:cBhvr>
                                        <p:cTn id="895" dur="580">
                                          <p:stCondLst>
                                            <p:cond delay="0"/>
                                          </p:stCondLst>
                                        </p:cTn>
                                        <p:tgtEl>
                                          <p:spTgt spid="69"/>
                                        </p:tgtEl>
                                      </p:cBhvr>
                                    </p:animEffect>
                                    <p:anim calcmode="lin" valueType="num">
                                      <p:cBhvr>
                                        <p:cTn id="896" dur="1822" tmFilter="0,0; 0.14,0.36; 0.43,0.73; 0.71,0.91; 1.0,1.0">
                                          <p:stCondLst>
                                            <p:cond delay="0"/>
                                          </p:stCondLst>
                                        </p:cTn>
                                        <p:tgtEl>
                                          <p:spTgt spid="69"/>
                                        </p:tgtEl>
                                        <p:attrNameLst>
                                          <p:attrName>ppt_x</p:attrName>
                                        </p:attrNameLst>
                                      </p:cBhvr>
                                      <p:tavLst>
                                        <p:tav tm="0">
                                          <p:val>
                                            <p:strVal val="#ppt_x-0.25"/>
                                          </p:val>
                                        </p:tav>
                                        <p:tav tm="100000">
                                          <p:val>
                                            <p:strVal val="#ppt_x"/>
                                          </p:val>
                                        </p:tav>
                                      </p:tavLst>
                                    </p:anim>
                                    <p:anim calcmode="lin" valueType="num">
                                      <p:cBhvr>
                                        <p:cTn id="897" dur="664" tmFilter="0.0,0.0; 0.25,0.07; 0.50,0.2; 0.75,0.467; 1.0,1.0">
                                          <p:stCondLst>
                                            <p:cond delay="0"/>
                                          </p:stCondLst>
                                        </p:cTn>
                                        <p:tgtEl>
                                          <p:spTgt spid="69"/>
                                        </p:tgtEl>
                                        <p:attrNameLst>
                                          <p:attrName>ppt_y</p:attrName>
                                        </p:attrNameLst>
                                      </p:cBhvr>
                                      <p:tavLst>
                                        <p:tav tm="0" fmla="#ppt_y-sin(pi*$)/3">
                                          <p:val>
                                            <p:fltVal val="0.5"/>
                                          </p:val>
                                        </p:tav>
                                        <p:tav tm="100000">
                                          <p:val>
                                            <p:fltVal val="1"/>
                                          </p:val>
                                        </p:tav>
                                      </p:tavLst>
                                    </p:anim>
                                    <p:anim calcmode="lin" valueType="num">
                                      <p:cBhvr>
                                        <p:cTn id="898" dur="664" tmFilter="0, 0; 0.125,0.2665; 0.25,0.4; 0.375,0.465; 0.5,0.5;  0.625,0.535; 0.75,0.6; 0.875,0.7335; 1,1">
                                          <p:stCondLst>
                                            <p:cond delay="664"/>
                                          </p:stCondLst>
                                        </p:cTn>
                                        <p:tgtEl>
                                          <p:spTgt spid="69"/>
                                        </p:tgtEl>
                                        <p:attrNameLst>
                                          <p:attrName>ppt_y</p:attrName>
                                        </p:attrNameLst>
                                      </p:cBhvr>
                                      <p:tavLst>
                                        <p:tav tm="0" fmla="#ppt_y-sin(pi*$)/9">
                                          <p:val>
                                            <p:fltVal val="0"/>
                                          </p:val>
                                        </p:tav>
                                        <p:tav tm="100000">
                                          <p:val>
                                            <p:fltVal val="1"/>
                                          </p:val>
                                        </p:tav>
                                      </p:tavLst>
                                    </p:anim>
                                    <p:anim calcmode="lin" valueType="num">
                                      <p:cBhvr>
                                        <p:cTn id="899" dur="332" tmFilter="0, 0; 0.125,0.2665; 0.25,0.4; 0.375,0.465; 0.5,0.5;  0.625,0.535; 0.75,0.6; 0.875,0.7335; 1,1">
                                          <p:stCondLst>
                                            <p:cond delay="1324"/>
                                          </p:stCondLst>
                                        </p:cTn>
                                        <p:tgtEl>
                                          <p:spTgt spid="69"/>
                                        </p:tgtEl>
                                        <p:attrNameLst>
                                          <p:attrName>ppt_y</p:attrName>
                                        </p:attrNameLst>
                                      </p:cBhvr>
                                      <p:tavLst>
                                        <p:tav tm="0" fmla="#ppt_y-sin(pi*$)/27">
                                          <p:val>
                                            <p:fltVal val="0"/>
                                          </p:val>
                                        </p:tav>
                                        <p:tav tm="100000">
                                          <p:val>
                                            <p:fltVal val="1"/>
                                          </p:val>
                                        </p:tav>
                                      </p:tavLst>
                                    </p:anim>
                                    <p:anim calcmode="lin" valueType="num">
                                      <p:cBhvr>
                                        <p:cTn id="900" dur="164" tmFilter="0, 0; 0.125,0.2665; 0.25,0.4; 0.375,0.465; 0.5,0.5;  0.625,0.535; 0.75,0.6; 0.875,0.7335; 1,1">
                                          <p:stCondLst>
                                            <p:cond delay="1656"/>
                                          </p:stCondLst>
                                        </p:cTn>
                                        <p:tgtEl>
                                          <p:spTgt spid="69"/>
                                        </p:tgtEl>
                                        <p:attrNameLst>
                                          <p:attrName>ppt_y</p:attrName>
                                        </p:attrNameLst>
                                      </p:cBhvr>
                                      <p:tavLst>
                                        <p:tav tm="0" fmla="#ppt_y-sin(pi*$)/81">
                                          <p:val>
                                            <p:fltVal val="0"/>
                                          </p:val>
                                        </p:tav>
                                        <p:tav tm="100000">
                                          <p:val>
                                            <p:fltVal val="1"/>
                                          </p:val>
                                        </p:tav>
                                      </p:tavLst>
                                    </p:anim>
                                    <p:animScale>
                                      <p:cBhvr>
                                        <p:cTn id="901" dur="26">
                                          <p:stCondLst>
                                            <p:cond delay="650"/>
                                          </p:stCondLst>
                                        </p:cTn>
                                        <p:tgtEl>
                                          <p:spTgt spid="69"/>
                                        </p:tgtEl>
                                      </p:cBhvr>
                                      <p:to x="100000" y="60000"/>
                                    </p:animScale>
                                    <p:animScale>
                                      <p:cBhvr>
                                        <p:cTn id="902" dur="166" decel="50000">
                                          <p:stCondLst>
                                            <p:cond delay="676"/>
                                          </p:stCondLst>
                                        </p:cTn>
                                        <p:tgtEl>
                                          <p:spTgt spid="69"/>
                                        </p:tgtEl>
                                      </p:cBhvr>
                                      <p:to x="100000" y="100000"/>
                                    </p:animScale>
                                    <p:animScale>
                                      <p:cBhvr>
                                        <p:cTn id="903" dur="26">
                                          <p:stCondLst>
                                            <p:cond delay="1312"/>
                                          </p:stCondLst>
                                        </p:cTn>
                                        <p:tgtEl>
                                          <p:spTgt spid="69"/>
                                        </p:tgtEl>
                                      </p:cBhvr>
                                      <p:to x="100000" y="80000"/>
                                    </p:animScale>
                                    <p:animScale>
                                      <p:cBhvr>
                                        <p:cTn id="904" dur="166" decel="50000">
                                          <p:stCondLst>
                                            <p:cond delay="1338"/>
                                          </p:stCondLst>
                                        </p:cTn>
                                        <p:tgtEl>
                                          <p:spTgt spid="69"/>
                                        </p:tgtEl>
                                      </p:cBhvr>
                                      <p:to x="100000" y="100000"/>
                                    </p:animScale>
                                    <p:animScale>
                                      <p:cBhvr>
                                        <p:cTn id="905" dur="26">
                                          <p:stCondLst>
                                            <p:cond delay="1642"/>
                                          </p:stCondLst>
                                        </p:cTn>
                                        <p:tgtEl>
                                          <p:spTgt spid="69"/>
                                        </p:tgtEl>
                                      </p:cBhvr>
                                      <p:to x="100000" y="90000"/>
                                    </p:animScale>
                                    <p:animScale>
                                      <p:cBhvr>
                                        <p:cTn id="906" dur="166" decel="50000">
                                          <p:stCondLst>
                                            <p:cond delay="1668"/>
                                          </p:stCondLst>
                                        </p:cTn>
                                        <p:tgtEl>
                                          <p:spTgt spid="69"/>
                                        </p:tgtEl>
                                      </p:cBhvr>
                                      <p:to x="100000" y="100000"/>
                                    </p:animScale>
                                    <p:animScale>
                                      <p:cBhvr>
                                        <p:cTn id="907" dur="26">
                                          <p:stCondLst>
                                            <p:cond delay="1808"/>
                                          </p:stCondLst>
                                        </p:cTn>
                                        <p:tgtEl>
                                          <p:spTgt spid="69"/>
                                        </p:tgtEl>
                                      </p:cBhvr>
                                      <p:to x="100000" y="95000"/>
                                    </p:animScale>
                                    <p:animScale>
                                      <p:cBhvr>
                                        <p:cTn id="908" dur="166" decel="50000">
                                          <p:stCondLst>
                                            <p:cond delay="1834"/>
                                          </p:stCondLst>
                                        </p:cTn>
                                        <p:tgtEl>
                                          <p:spTgt spid="69"/>
                                        </p:tgtEl>
                                      </p:cBhvr>
                                      <p:to x="100000" y="100000"/>
                                    </p:animScale>
                                  </p:childTnLst>
                                </p:cTn>
                              </p:par>
                              <p:par>
                                <p:cTn id="909" presetID="26" presetClass="entr" presetSubtype="0" fill="hold" grpId="0" nodeType="withEffect">
                                  <p:stCondLst>
                                    <p:cond delay="0"/>
                                  </p:stCondLst>
                                  <p:childTnLst>
                                    <p:set>
                                      <p:cBhvr>
                                        <p:cTn id="910" dur="1" fill="hold">
                                          <p:stCondLst>
                                            <p:cond delay="0"/>
                                          </p:stCondLst>
                                        </p:cTn>
                                        <p:tgtEl>
                                          <p:spTgt spid="76"/>
                                        </p:tgtEl>
                                        <p:attrNameLst>
                                          <p:attrName>style.visibility</p:attrName>
                                        </p:attrNameLst>
                                      </p:cBhvr>
                                      <p:to>
                                        <p:strVal val="visible"/>
                                      </p:to>
                                    </p:set>
                                    <p:animEffect transition="in" filter="wipe(down)">
                                      <p:cBhvr>
                                        <p:cTn id="911" dur="580">
                                          <p:stCondLst>
                                            <p:cond delay="0"/>
                                          </p:stCondLst>
                                        </p:cTn>
                                        <p:tgtEl>
                                          <p:spTgt spid="76"/>
                                        </p:tgtEl>
                                      </p:cBhvr>
                                    </p:animEffect>
                                    <p:anim calcmode="lin" valueType="num">
                                      <p:cBhvr>
                                        <p:cTn id="912" dur="1822" tmFilter="0,0; 0.14,0.36; 0.43,0.73; 0.71,0.91; 1.0,1.0">
                                          <p:stCondLst>
                                            <p:cond delay="0"/>
                                          </p:stCondLst>
                                        </p:cTn>
                                        <p:tgtEl>
                                          <p:spTgt spid="76"/>
                                        </p:tgtEl>
                                        <p:attrNameLst>
                                          <p:attrName>ppt_x</p:attrName>
                                        </p:attrNameLst>
                                      </p:cBhvr>
                                      <p:tavLst>
                                        <p:tav tm="0">
                                          <p:val>
                                            <p:strVal val="#ppt_x-0.25"/>
                                          </p:val>
                                        </p:tav>
                                        <p:tav tm="100000">
                                          <p:val>
                                            <p:strVal val="#ppt_x"/>
                                          </p:val>
                                        </p:tav>
                                      </p:tavLst>
                                    </p:anim>
                                    <p:anim calcmode="lin" valueType="num">
                                      <p:cBhvr>
                                        <p:cTn id="913" dur="664" tmFilter="0.0,0.0; 0.25,0.07; 0.50,0.2; 0.75,0.467; 1.0,1.0">
                                          <p:stCondLst>
                                            <p:cond delay="0"/>
                                          </p:stCondLst>
                                        </p:cTn>
                                        <p:tgtEl>
                                          <p:spTgt spid="76"/>
                                        </p:tgtEl>
                                        <p:attrNameLst>
                                          <p:attrName>ppt_y</p:attrName>
                                        </p:attrNameLst>
                                      </p:cBhvr>
                                      <p:tavLst>
                                        <p:tav tm="0" fmla="#ppt_y-sin(pi*$)/3">
                                          <p:val>
                                            <p:fltVal val="0.5"/>
                                          </p:val>
                                        </p:tav>
                                        <p:tav tm="100000">
                                          <p:val>
                                            <p:fltVal val="1"/>
                                          </p:val>
                                        </p:tav>
                                      </p:tavLst>
                                    </p:anim>
                                    <p:anim calcmode="lin" valueType="num">
                                      <p:cBhvr>
                                        <p:cTn id="914" dur="664" tmFilter="0, 0; 0.125,0.2665; 0.25,0.4; 0.375,0.465; 0.5,0.5;  0.625,0.535; 0.75,0.6; 0.875,0.7335; 1,1">
                                          <p:stCondLst>
                                            <p:cond delay="664"/>
                                          </p:stCondLst>
                                        </p:cTn>
                                        <p:tgtEl>
                                          <p:spTgt spid="76"/>
                                        </p:tgtEl>
                                        <p:attrNameLst>
                                          <p:attrName>ppt_y</p:attrName>
                                        </p:attrNameLst>
                                      </p:cBhvr>
                                      <p:tavLst>
                                        <p:tav tm="0" fmla="#ppt_y-sin(pi*$)/9">
                                          <p:val>
                                            <p:fltVal val="0"/>
                                          </p:val>
                                        </p:tav>
                                        <p:tav tm="100000">
                                          <p:val>
                                            <p:fltVal val="1"/>
                                          </p:val>
                                        </p:tav>
                                      </p:tavLst>
                                    </p:anim>
                                    <p:anim calcmode="lin" valueType="num">
                                      <p:cBhvr>
                                        <p:cTn id="915" dur="332" tmFilter="0, 0; 0.125,0.2665; 0.25,0.4; 0.375,0.465; 0.5,0.5;  0.625,0.535; 0.75,0.6; 0.875,0.7335; 1,1">
                                          <p:stCondLst>
                                            <p:cond delay="1324"/>
                                          </p:stCondLst>
                                        </p:cTn>
                                        <p:tgtEl>
                                          <p:spTgt spid="76"/>
                                        </p:tgtEl>
                                        <p:attrNameLst>
                                          <p:attrName>ppt_y</p:attrName>
                                        </p:attrNameLst>
                                      </p:cBhvr>
                                      <p:tavLst>
                                        <p:tav tm="0" fmla="#ppt_y-sin(pi*$)/27">
                                          <p:val>
                                            <p:fltVal val="0"/>
                                          </p:val>
                                        </p:tav>
                                        <p:tav tm="100000">
                                          <p:val>
                                            <p:fltVal val="1"/>
                                          </p:val>
                                        </p:tav>
                                      </p:tavLst>
                                    </p:anim>
                                    <p:anim calcmode="lin" valueType="num">
                                      <p:cBhvr>
                                        <p:cTn id="916" dur="164" tmFilter="0, 0; 0.125,0.2665; 0.25,0.4; 0.375,0.465; 0.5,0.5;  0.625,0.535; 0.75,0.6; 0.875,0.7335; 1,1">
                                          <p:stCondLst>
                                            <p:cond delay="1656"/>
                                          </p:stCondLst>
                                        </p:cTn>
                                        <p:tgtEl>
                                          <p:spTgt spid="76"/>
                                        </p:tgtEl>
                                        <p:attrNameLst>
                                          <p:attrName>ppt_y</p:attrName>
                                        </p:attrNameLst>
                                      </p:cBhvr>
                                      <p:tavLst>
                                        <p:tav tm="0" fmla="#ppt_y-sin(pi*$)/81">
                                          <p:val>
                                            <p:fltVal val="0"/>
                                          </p:val>
                                        </p:tav>
                                        <p:tav tm="100000">
                                          <p:val>
                                            <p:fltVal val="1"/>
                                          </p:val>
                                        </p:tav>
                                      </p:tavLst>
                                    </p:anim>
                                    <p:animScale>
                                      <p:cBhvr>
                                        <p:cTn id="917" dur="26">
                                          <p:stCondLst>
                                            <p:cond delay="650"/>
                                          </p:stCondLst>
                                        </p:cTn>
                                        <p:tgtEl>
                                          <p:spTgt spid="76"/>
                                        </p:tgtEl>
                                      </p:cBhvr>
                                      <p:to x="100000" y="60000"/>
                                    </p:animScale>
                                    <p:animScale>
                                      <p:cBhvr>
                                        <p:cTn id="918" dur="166" decel="50000">
                                          <p:stCondLst>
                                            <p:cond delay="676"/>
                                          </p:stCondLst>
                                        </p:cTn>
                                        <p:tgtEl>
                                          <p:spTgt spid="76"/>
                                        </p:tgtEl>
                                      </p:cBhvr>
                                      <p:to x="100000" y="100000"/>
                                    </p:animScale>
                                    <p:animScale>
                                      <p:cBhvr>
                                        <p:cTn id="919" dur="26">
                                          <p:stCondLst>
                                            <p:cond delay="1312"/>
                                          </p:stCondLst>
                                        </p:cTn>
                                        <p:tgtEl>
                                          <p:spTgt spid="76"/>
                                        </p:tgtEl>
                                      </p:cBhvr>
                                      <p:to x="100000" y="80000"/>
                                    </p:animScale>
                                    <p:animScale>
                                      <p:cBhvr>
                                        <p:cTn id="920" dur="166" decel="50000">
                                          <p:stCondLst>
                                            <p:cond delay="1338"/>
                                          </p:stCondLst>
                                        </p:cTn>
                                        <p:tgtEl>
                                          <p:spTgt spid="76"/>
                                        </p:tgtEl>
                                      </p:cBhvr>
                                      <p:to x="100000" y="100000"/>
                                    </p:animScale>
                                    <p:animScale>
                                      <p:cBhvr>
                                        <p:cTn id="921" dur="26">
                                          <p:stCondLst>
                                            <p:cond delay="1642"/>
                                          </p:stCondLst>
                                        </p:cTn>
                                        <p:tgtEl>
                                          <p:spTgt spid="76"/>
                                        </p:tgtEl>
                                      </p:cBhvr>
                                      <p:to x="100000" y="90000"/>
                                    </p:animScale>
                                    <p:animScale>
                                      <p:cBhvr>
                                        <p:cTn id="922" dur="166" decel="50000">
                                          <p:stCondLst>
                                            <p:cond delay="1668"/>
                                          </p:stCondLst>
                                        </p:cTn>
                                        <p:tgtEl>
                                          <p:spTgt spid="76"/>
                                        </p:tgtEl>
                                      </p:cBhvr>
                                      <p:to x="100000" y="100000"/>
                                    </p:animScale>
                                    <p:animScale>
                                      <p:cBhvr>
                                        <p:cTn id="923" dur="26">
                                          <p:stCondLst>
                                            <p:cond delay="1808"/>
                                          </p:stCondLst>
                                        </p:cTn>
                                        <p:tgtEl>
                                          <p:spTgt spid="76"/>
                                        </p:tgtEl>
                                      </p:cBhvr>
                                      <p:to x="100000" y="95000"/>
                                    </p:animScale>
                                    <p:animScale>
                                      <p:cBhvr>
                                        <p:cTn id="924" dur="166" decel="50000">
                                          <p:stCondLst>
                                            <p:cond delay="1834"/>
                                          </p:stCondLst>
                                        </p:cTn>
                                        <p:tgtEl>
                                          <p:spTgt spid="76"/>
                                        </p:tgtEl>
                                      </p:cBhvr>
                                      <p:to x="100000" y="100000"/>
                                    </p:animScale>
                                  </p:childTnLst>
                                </p:cTn>
                              </p:par>
                              <p:par>
                                <p:cTn id="925" presetID="26" presetClass="entr" presetSubtype="0" fill="hold" grpId="0" nodeType="withEffect">
                                  <p:stCondLst>
                                    <p:cond delay="0"/>
                                  </p:stCondLst>
                                  <p:childTnLst>
                                    <p:set>
                                      <p:cBhvr>
                                        <p:cTn id="926" dur="1" fill="hold">
                                          <p:stCondLst>
                                            <p:cond delay="0"/>
                                          </p:stCondLst>
                                        </p:cTn>
                                        <p:tgtEl>
                                          <p:spTgt spid="77"/>
                                        </p:tgtEl>
                                        <p:attrNameLst>
                                          <p:attrName>style.visibility</p:attrName>
                                        </p:attrNameLst>
                                      </p:cBhvr>
                                      <p:to>
                                        <p:strVal val="visible"/>
                                      </p:to>
                                    </p:set>
                                    <p:animEffect transition="in" filter="wipe(down)">
                                      <p:cBhvr>
                                        <p:cTn id="927" dur="580">
                                          <p:stCondLst>
                                            <p:cond delay="0"/>
                                          </p:stCondLst>
                                        </p:cTn>
                                        <p:tgtEl>
                                          <p:spTgt spid="77"/>
                                        </p:tgtEl>
                                      </p:cBhvr>
                                    </p:animEffect>
                                    <p:anim calcmode="lin" valueType="num">
                                      <p:cBhvr>
                                        <p:cTn id="928" dur="1822" tmFilter="0,0; 0.14,0.36; 0.43,0.73; 0.71,0.91; 1.0,1.0">
                                          <p:stCondLst>
                                            <p:cond delay="0"/>
                                          </p:stCondLst>
                                        </p:cTn>
                                        <p:tgtEl>
                                          <p:spTgt spid="77"/>
                                        </p:tgtEl>
                                        <p:attrNameLst>
                                          <p:attrName>ppt_x</p:attrName>
                                        </p:attrNameLst>
                                      </p:cBhvr>
                                      <p:tavLst>
                                        <p:tav tm="0">
                                          <p:val>
                                            <p:strVal val="#ppt_x-0.25"/>
                                          </p:val>
                                        </p:tav>
                                        <p:tav tm="100000">
                                          <p:val>
                                            <p:strVal val="#ppt_x"/>
                                          </p:val>
                                        </p:tav>
                                      </p:tavLst>
                                    </p:anim>
                                    <p:anim calcmode="lin" valueType="num">
                                      <p:cBhvr>
                                        <p:cTn id="929" dur="664" tmFilter="0.0,0.0; 0.25,0.07; 0.50,0.2; 0.75,0.467; 1.0,1.0">
                                          <p:stCondLst>
                                            <p:cond delay="0"/>
                                          </p:stCondLst>
                                        </p:cTn>
                                        <p:tgtEl>
                                          <p:spTgt spid="77"/>
                                        </p:tgtEl>
                                        <p:attrNameLst>
                                          <p:attrName>ppt_y</p:attrName>
                                        </p:attrNameLst>
                                      </p:cBhvr>
                                      <p:tavLst>
                                        <p:tav tm="0" fmla="#ppt_y-sin(pi*$)/3">
                                          <p:val>
                                            <p:fltVal val="0.5"/>
                                          </p:val>
                                        </p:tav>
                                        <p:tav tm="100000">
                                          <p:val>
                                            <p:fltVal val="1"/>
                                          </p:val>
                                        </p:tav>
                                      </p:tavLst>
                                    </p:anim>
                                    <p:anim calcmode="lin" valueType="num">
                                      <p:cBhvr>
                                        <p:cTn id="930" dur="664" tmFilter="0, 0; 0.125,0.2665; 0.25,0.4; 0.375,0.465; 0.5,0.5;  0.625,0.535; 0.75,0.6; 0.875,0.7335; 1,1">
                                          <p:stCondLst>
                                            <p:cond delay="664"/>
                                          </p:stCondLst>
                                        </p:cTn>
                                        <p:tgtEl>
                                          <p:spTgt spid="77"/>
                                        </p:tgtEl>
                                        <p:attrNameLst>
                                          <p:attrName>ppt_y</p:attrName>
                                        </p:attrNameLst>
                                      </p:cBhvr>
                                      <p:tavLst>
                                        <p:tav tm="0" fmla="#ppt_y-sin(pi*$)/9">
                                          <p:val>
                                            <p:fltVal val="0"/>
                                          </p:val>
                                        </p:tav>
                                        <p:tav tm="100000">
                                          <p:val>
                                            <p:fltVal val="1"/>
                                          </p:val>
                                        </p:tav>
                                      </p:tavLst>
                                    </p:anim>
                                    <p:anim calcmode="lin" valueType="num">
                                      <p:cBhvr>
                                        <p:cTn id="931" dur="332" tmFilter="0, 0; 0.125,0.2665; 0.25,0.4; 0.375,0.465; 0.5,0.5;  0.625,0.535; 0.75,0.6; 0.875,0.7335; 1,1">
                                          <p:stCondLst>
                                            <p:cond delay="1324"/>
                                          </p:stCondLst>
                                        </p:cTn>
                                        <p:tgtEl>
                                          <p:spTgt spid="77"/>
                                        </p:tgtEl>
                                        <p:attrNameLst>
                                          <p:attrName>ppt_y</p:attrName>
                                        </p:attrNameLst>
                                      </p:cBhvr>
                                      <p:tavLst>
                                        <p:tav tm="0" fmla="#ppt_y-sin(pi*$)/27">
                                          <p:val>
                                            <p:fltVal val="0"/>
                                          </p:val>
                                        </p:tav>
                                        <p:tav tm="100000">
                                          <p:val>
                                            <p:fltVal val="1"/>
                                          </p:val>
                                        </p:tav>
                                      </p:tavLst>
                                    </p:anim>
                                    <p:anim calcmode="lin" valueType="num">
                                      <p:cBhvr>
                                        <p:cTn id="932" dur="164" tmFilter="0, 0; 0.125,0.2665; 0.25,0.4; 0.375,0.465; 0.5,0.5;  0.625,0.535; 0.75,0.6; 0.875,0.7335; 1,1">
                                          <p:stCondLst>
                                            <p:cond delay="1656"/>
                                          </p:stCondLst>
                                        </p:cTn>
                                        <p:tgtEl>
                                          <p:spTgt spid="77"/>
                                        </p:tgtEl>
                                        <p:attrNameLst>
                                          <p:attrName>ppt_y</p:attrName>
                                        </p:attrNameLst>
                                      </p:cBhvr>
                                      <p:tavLst>
                                        <p:tav tm="0" fmla="#ppt_y-sin(pi*$)/81">
                                          <p:val>
                                            <p:fltVal val="0"/>
                                          </p:val>
                                        </p:tav>
                                        <p:tav tm="100000">
                                          <p:val>
                                            <p:fltVal val="1"/>
                                          </p:val>
                                        </p:tav>
                                      </p:tavLst>
                                    </p:anim>
                                    <p:animScale>
                                      <p:cBhvr>
                                        <p:cTn id="933" dur="26">
                                          <p:stCondLst>
                                            <p:cond delay="650"/>
                                          </p:stCondLst>
                                        </p:cTn>
                                        <p:tgtEl>
                                          <p:spTgt spid="77"/>
                                        </p:tgtEl>
                                      </p:cBhvr>
                                      <p:to x="100000" y="60000"/>
                                    </p:animScale>
                                    <p:animScale>
                                      <p:cBhvr>
                                        <p:cTn id="934" dur="166" decel="50000">
                                          <p:stCondLst>
                                            <p:cond delay="676"/>
                                          </p:stCondLst>
                                        </p:cTn>
                                        <p:tgtEl>
                                          <p:spTgt spid="77"/>
                                        </p:tgtEl>
                                      </p:cBhvr>
                                      <p:to x="100000" y="100000"/>
                                    </p:animScale>
                                    <p:animScale>
                                      <p:cBhvr>
                                        <p:cTn id="935" dur="26">
                                          <p:stCondLst>
                                            <p:cond delay="1312"/>
                                          </p:stCondLst>
                                        </p:cTn>
                                        <p:tgtEl>
                                          <p:spTgt spid="77"/>
                                        </p:tgtEl>
                                      </p:cBhvr>
                                      <p:to x="100000" y="80000"/>
                                    </p:animScale>
                                    <p:animScale>
                                      <p:cBhvr>
                                        <p:cTn id="936" dur="166" decel="50000">
                                          <p:stCondLst>
                                            <p:cond delay="1338"/>
                                          </p:stCondLst>
                                        </p:cTn>
                                        <p:tgtEl>
                                          <p:spTgt spid="77"/>
                                        </p:tgtEl>
                                      </p:cBhvr>
                                      <p:to x="100000" y="100000"/>
                                    </p:animScale>
                                    <p:animScale>
                                      <p:cBhvr>
                                        <p:cTn id="937" dur="26">
                                          <p:stCondLst>
                                            <p:cond delay="1642"/>
                                          </p:stCondLst>
                                        </p:cTn>
                                        <p:tgtEl>
                                          <p:spTgt spid="77"/>
                                        </p:tgtEl>
                                      </p:cBhvr>
                                      <p:to x="100000" y="90000"/>
                                    </p:animScale>
                                    <p:animScale>
                                      <p:cBhvr>
                                        <p:cTn id="938" dur="166" decel="50000">
                                          <p:stCondLst>
                                            <p:cond delay="1668"/>
                                          </p:stCondLst>
                                        </p:cTn>
                                        <p:tgtEl>
                                          <p:spTgt spid="77"/>
                                        </p:tgtEl>
                                      </p:cBhvr>
                                      <p:to x="100000" y="100000"/>
                                    </p:animScale>
                                    <p:animScale>
                                      <p:cBhvr>
                                        <p:cTn id="939" dur="26">
                                          <p:stCondLst>
                                            <p:cond delay="1808"/>
                                          </p:stCondLst>
                                        </p:cTn>
                                        <p:tgtEl>
                                          <p:spTgt spid="77"/>
                                        </p:tgtEl>
                                      </p:cBhvr>
                                      <p:to x="100000" y="95000"/>
                                    </p:animScale>
                                    <p:animScale>
                                      <p:cBhvr>
                                        <p:cTn id="940" dur="166" decel="50000">
                                          <p:stCondLst>
                                            <p:cond delay="1834"/>
                                          </p:stCondLst>
                                        </p:cTn>
                                        <p:tgtEl>
                                          <p:spTgt spid="77"/>
                                        </p:tgtEl>
                                      </p:cBhvr>
                                      <p:to x="100000" y="100000"/>
                                    </p:animScale>
                                  </p:childTnLst>
                                </p:cTn>
                              </p:par>
                              <p:par>
                                <p:cTn id="941" presetID="26" presetClass="entr" presetSubtype="0" fill="hold" grpId="0" nodeType="withEffect">
                                  <p:stCondLst>
                                    <p:cond delay="0"/>
                                  </p:stCondLst>
                                  <p:childTnLst>
                                    <p:set>
                                      <p:cBhvr>
                                        <p:cTn id="942" dur="1" fill="hold">
                                          <p:stCondLst>
                                            <p:cond delay="0"/>
                                          </p:stCondLst>
                                        </p:cTn>
                                        <p:tgtEl>
                                          <p:spTgt spid="72"/>
                                        </p:tgtEl>
                                        <p:attrNameLst>
                                          <p:attrName>style.visibility</p:attrName>
                                        </p:attrNameLst>
                                      </p:cBhvr>
                                      <p:to>
                                        <p:strVal val="visible"/>
                                      </p:to>
                                    </p:set>
                                    <p:animEffect transition="in" filter="wipe(down)">
                                      <p:cBhvr>
                                        <p:cTn id="943" dur="580">
                                          <p:stCondLst>
                                            <p:cond delay="0"/>
                                          </p:stCondLst>
                                        </p:cTn>
                                        <p:tgtEl>
                                          <p:spTgt spid="72"/>
                                        </p:tgtEl>
                                      </p:cBhvr>
                                    </p:animEffect>
                                    <p:anim calcmode="lin" valueType="num">
                                      <p:cBhvr>
                                        <p:cTn id="944" dur="1822" tmFilter="0,0; 0.14,0.36; 0.43,0.73; 0.71,0.91; 1.0,1.0">
                                          <p:stCondLst>
                                            <p:cond delay="0"/>
                                          </p:stCondLst>
                                        </p:cTn>
                                        <p:tgtEl>
                                          <p:spTgt spid="72"/>
                                        </p:tgtEl>
                                        <p:attrNameLst>
                                          <p:attrName>ppt_x</p:attrName>
                                        </p:attrNameLst>
                                      </p:cBhvr>
                                      <p:tavLst>
                                        <p:tav tm="0">
                                          <p:val>
                                            <p:strVal val="#ppt_x-0.25"/>
                                          </p:val>
                                        </p:tav>
                                        <p:tav tm="100000">
                                          <p:val>
                                            <p:strVal val="#ppt_x"/>
                                          </p:val>
                                        </p:tav>
                                      </p:tavLst>
                                    </p:anim>
                                    <p:anim calcmode="lin" valueType="num">
                                      <p:cBhvr>
                                        <p:cTn id="945" dur="664" tmFilter="0.0,0.0; 0.25,0.07; 0.50,0.2; 0.75,0.467; 1.0,1.0">
                                          <p:stCondLst>
                                            <p:cond delay="0"/>
                                          </p:stCondLst>
                                        </p:cTn>
                                        <p:tgtEl>
                                          <p:spTgt spid="72"/>
                                        </p:tgtEl>
                                        <p:attrNameLst>
                                          <p:attrName>ppt_y</p:attrName>
                                        </p:attrNameLst>
                                      </p:cBhvr>
                                      <p:tavLst>
                                        <p:tav tm="0" fmla="#ppt_y-sin(pi*$)/3">
                                          <p:val>
                                            <p:fltVal val="0.5"/>
                                          </p:val>
                                        </p:tav>
                                        <p:tav tm="100000">
                                          <p:val>
                                            <p:fltVal val="1"/>
                                          </p:val>
                                        </p:tav>
                                      </p:tavLst>
                                    </p:anim>
                                    <p:anim calcmode="lin" valueType="num">
                                      <p:cBhvr>
                                        <p:cTn id="946" dur="664" tmFilter="0, 0; 0.125,0.2665; 0.25,0.4; 0.375,0.465; 0.5,0.5;  0.625,0.535; 0.75,0.6; 0.875,0.7335; 1,1">
                                          <p:stCondLst>
                                            <p:cond delay="664"/>
                                          </p:stCondLst>
                                        </p:cTn>
                                        <p:tgtEl>
                                          <p:spTgt spid="72"/>
                                        </p:tgtEl>
                                        <p:attrNameLst>
                                          <p:attrName>ppt_y</p:attrName>
                                        </p:attrNameLst>
                                      </p:cBhvr>
                                      <p:tavLst>
                                        <p:tav tm="0" fmla="#ppt_y-sin(pi*$)/9">
                                          <p:val>
                                            <p:fltVal val="0"/>
                                          </p:val>
                                        </p:tav>
                                        <p:tav tm="100000">
                                          <p:val>
                                            <p:fltVal val="1"/>
                                          </p:val>
                                        </p:tav>
                                      </p:tavLst>
                                    </p:anim>
                                    <p:anim calcmode="lin" valueType="num">
                                      <p:cBhvr>
                                        <p:cTn id="947" dur="332" tmFilter="0, 0; 0.125,0.2665; 0.25,0.4; 0.375,0.465; 0.5,0.5;  0.625,0.535; 0.75,0.6; 0.875,0.7335; 1,1">
                                          <p:stCondLst>
                                            <p:cond delay="1324"/>
                                          </p:stCondLst>
                                        </p:cTn>
                                        <p:tgtEl>
                                          <p:spTgt spid="72"/>
                                        </p:tgtEl>
                                        <p:attrNameLst>
                                          <p:attrName>ppt_y</p:attrName>
                                        </p:attrNameLst>
                                      </p:cBhvr>
                                      <p:tavLst>
                                        <p:tav tm="0" fmla="#ppt_y-sin(pi*$)/27">
                                          <p:val>
                                            <p:fltVal val="0"/>
                                          </p:val>
                                        </p:tav>
                                        <p:tav tm="100000">
                                          <p:val>
                                            <p:fltVal val="1"/>
                                          </p:val>
                                        </p:tav>
                                      </p:tavLst>
                                    </p:anim>
                                    <p:anim calcmode="lin" valueType="num">
                                      <p:cBhvr>
                                        <p:cTn id="948" dur="164" tmFilter="0, 0; 0.125,0.2665; 0.25,0.4; 0.375,0.465; 0.5,0.5;  0.625,0.535; 0.75,0.6; 0.875,0.7335; 1,1">
                                          <p:stCondLst>
                                            <p:cond delay="1656"/>
                                          </p:stCondLst>
                                        </p:cTn>
                                        <p:tgtEl>
                                          <p:spTgt spid="72"/>
                                        </p:tgtEl>
                                        <p:attrNameLst>
                                          <p:attrName>ppt_y</p:attrName>
                                        </p:attrNameLst>
                                      </p:cBhvr>
                                      <p:tavLst>
                                        <p:tav tm="0" fmla="#ppt_y-sin(pi*$)/81">
                                          <p:val>
                                            <p:fltVal val="0"/>
                                          </p:val>
                                        </p:tav>
                                        <p:tav tm="100000">
                                          <p:val>
                                            <p:fltVal val="1"/>
                                          </p:val>
                                        </p:tav>
                                      </p:tavLst>
                                    </p:anim>
                                    <p:animScale>
                                      <p:cBhvr>
                                        <p:cTn id="949" dur="26">
                                          <p:stCondLst>
                                            <p:cond delay="650"/>
                                          </p:stCondLst>
                                        </p:cTn>
                                        <p:tgtEl>
                                          <p:spTgt spid="72"/>
                                        </p:tgtEl>
                                      </p:cBhvr>
                                      <p:to x="100000" y="60000"/>
                                    </p:animScale>
                                    <p:animScale>
                                      <p:cBhvr>
                                        <p:cTn id="950" dur="166" decel="50000">
                                          <p:stCondLst>
                                            <p:cond delay="676"/>
                                          </p:stCondLst>
                                        </p:cTn>
                                        <p:tgtEl>
                                          <p:spTgt spid="72"/>
                                        </p:tgtEl>
                                      </p:cBhvr>
                                      <p:to x="100000" y="100000"/>
                                    </p:animScale>
                                    <p:animScale>
                                      <p:cBhvr>
                                        <p:cTn id="951" dur="26">
                                          <p:stCondLst>
                                            <p:cond delay="1312"/>
                                          </p:stCondLst>
                                        </p:cTn>
                                        <p:tgtEl>
                                          <p:spTgt spid="72"/>
                                        </p:tgtEl>
                                      </p:cBhvr>
                                      <p:to x="100000" y="80000"/>
                                    </p:animScale>
                                    <p:animScale>
                                      <p:cBhvr>
                                        <p:cTn id="952" dur="166" decel="50000">
                                          <p:stCondLst>
                                            <p:cond delay="1338"/>
                                          </p:stCondLst>
                                        </p:cTn>
                                        <p:tgtEl>
                                          <p:spTgt spid="72"/>
                                        </p:tgtEl>
                                      </p:cBhvr>
                                      <p:to x="100000" y="100000"/>
                                    </p:animScale>
                                    <p:animScale>
                                      <p:cBhvr>
                                        <p:cTn id="953" dur="26">
                                          <p:stCondLst>
                                            <p:cond delay="1642"/>
                                          </p:stCondLst>
                                        </p:cTn>
                                        <p:tgtEl>
                                          <p:spTgt spid="72"/>
                                        </p:tgtEl>
                                      </p:cBhvr>
                                      <p:to x="100000" y="90000"/>
                                    </p:animScale>
                                    <p:animScale>
                                      <p:cBhvr>
                                        <p:cTn id="954" dur="166" decel="50000">
                                          <p:stCondLst>
                                            <p:cond delay="1668"/>
                                          </p:stCondLst>
                                        </p:cTn>
                                        <p:tgtEl>
                                          <p:spTgt spid="72"/>
                                        </p:tgtEl>
                                      </p:cBhvr>
                                      <p:to x="100000" y="100000"/>
                                    </p:animScale>
                                    <p:animScale>
                                      <p:cBhvr>
                                        <p:cTn id="955" dur="26">
                                          <p:stCondLst>
                                            <p:cond delay="1808"/>
                                          </p:stCondLst>
                                        </p:cTn>
                                        <p:tgtEl>
                                          <p:spTgt spid="72"/>
                                        </p:tgtEl>
                                      </p:cBhvr>
                                      <p:to x="100000" y="95000"/>
                                    </p:animScale>
                                    <p:animScale>
                                      <p:cBhvr>
                                        <p:cTn id="956" dur="166" decel="50000">
                                          <p:stCondLst>
                                            <p:cond delay="1834"/>
                                          </p:stCondLst>
                                        </p:cTn>
                                        <p:tgtEl>
                                          <p:spTgt spid="7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animBg="1"/>
      <p:bldP spid="4" grpId="0" animBg="1"/>
      <p:bldP spid="5" grpId="0" animBg="1"/>
      <p:bldP spid="7" grpId="0" animBg="1"/>
      <p:bldP spid="8" grpId="0" animBg="1"/>
      <p:bldP spid="10" grpId="0" animBg="1"/>
      <p:bldP spid="11" grpId="0" animBg="1"/>
      <p:bldP spid="12" grpId="0" animBg="1"/>
      <p:bldP spid="13" grpId="0" animBg="1"/>
      <p:bldP spid="14" grpId="0" animBg="1"/>
      <p:bldP spid="15" grpId="0" animBg="1"/>
      <p:bldP spid="16" grpId="0" animBg="1"/>
      <p:bldP spid="59" grpId="0"/>
      <p:bldP spid="63" grpId="0"/>
      <p:bldP spid="64" grpId="0"/>
      <p:bldP spid="18" grpId="0" animBg="1"/>
      <p:bldP spid="20" grpId="0" animBg="1"/>
      <p:bldP spid="21" grpId="0" animBg="1"/>
      <p:bldP spid="22" grpId="0" animBg="1"/>
      <p:bldP spid="23" grpId="0" animBg="1"/>
      <p:bldP spid="24" grpId="0" animBg="1"/>
      <p:bldP spid="25" grpId="0" animBg="1"/>
      <p:bldP spid="26" grpId="0" animBg="1"/>
      <p:bldP spid="61" grpId="0"/>
      <p:bldP spid="67" grpId="0"/>
      <p:bldP spid="68" grpId="0"/>
      <p:bldP spid="28" grpId="0" animBg="1"/>
      <p:bldP spid="30" grpId="0" animBg="1"/>
      <p:bldP spid="31" grpId="0" animBg="1"/>
      <p:bldP spid="32" grpId="0" animBg="1"/>
      <p:bldP spid="33" grpId="0" animBg="1"/>
      <p:bldP spid="34" grpId="0" animBg="1"/>
      <p:bldP spid="35" grpId="0" animBg="1"/>
      <p:bldP spid="36" grpId="0" animBg="1"/>
      <p:bldP spid="60" grpId="0"/>
      <p:bldP spid="70" grpId="0"/>
      <p:bldP spid="71" grpId="0"/>
      <p:bldP spid="38" grpId="0" animBg="1"/>
      <p:bldP spid="40" grpId="0" animBg="1"/>
      <p:bldP spid="41" grpId="0" animBg="1"/>
      <p:bldP spid="42" grpId="0" animBg="1"/>
      <p:bldP spid="43" grpId="0" animBg="1"/>
      <p:bldP spid="44" grpId="0" animBg="1"/>
      <p:bldP spid="45" grpId="0" animBg="1"/>
      <p:bldP spid="46" grpId="0" animBg="1"/>
      <p:bldP spid="62" grpId="0"/>
      <p:bldP spid="73" grpId="0"/>
      <p:bldP spid="74" grpId="0"/>
      <p:bldP spid="53" grpId="0" animBg="1"/>
      <p:bldP spid="54" grpId="0" animBg="1"/>
      <p:bldP spid="55" grpId="0" animBg="1"/>
      <p:bldP spid="56" grpId="0" animBg="1"/>
      <p:bldP spid="57" grpId="0" animBg="1"/>
      <p:bldP spid="58" grpId="0" animBg="1"/>
      <p:bldP spid="65" grpId="0" animBg="1"/>
      <p:bldP spid="66" grpId="0" animBg="1"/>
      <p:bldP spid="69" grpId="0"/>
      <p:bldP spid="76" grpId="0"/>
      <p:bldP spid="7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pour une image  3">
            <a:extLst>
              <a:ext uri="{FF2B5EF4-FFF2-40B4-BE49-F238E27FC236}">
                <a16:creationId xmlns:a16="http://schemas.microsoft.com/office/drawing/2014/main" id="{C519BB07-CBB8-42B8-409E-6B7424C187E9}"/>
              </a:ext>
            </a:extLst>
          </p:cNvPr>
          <p:cNvSpPr>
            <a:spLocks noGrp="1"/>
          </p:cNvSpPr>
          <p:nvPr>
            <p:ph type="pic" sz="quarter" idx="4294967295"/>
          </p:nvPr>
        </p:nvSpPr>
        <p:spPr>
          <a:xfrm>
            <a:off x="7777234" y="1"/>
            <a:ext cx="4414767" cy="6344211"/>
          </a:xfrm>
          <a:custGeom>
            <a:avLst/>
            <a:gdLst>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2377780 w 3529139"/>
              <a:gd name="connsiteY10" fmla="*/ 0 h 4768732"/>
              <a:gd name="connsiteX11" fmla="*/ 2984988 w 3529139"/>
              <a:gd name="connsiteY11" fmla="*/ 0 h 4768732"/>
              <a:gd name="connsiteX12" fmla="*/ 3059466 w 3529139"/>
              <a:gd name="connsiteY12" fmla="*/ 203489 h 4768732"/>
              <a:gd name="connsiteX13" fmla="*/ 3177784 w 3529139"/>
              <a:gd name="connsiteY13" fmla="*/ 986092 h 4768732"/>
              <a:gd name="connsiteX14" fmla="*/ 546032 w 3529139"/>
              <a:gd name="connsiteY14" fmla="*/ 3617844 h 4768732"/>
              <a:gd name="connsiteX15" fmla="*/ 15642 w 3529139"/>
              <a:gd name="connsiteY15" fmla="*/ 3564376 h 4768732"/>
              <a:gd name="connsiteX16" fmla="*/ 0 w 3529139"/>
              <a:gd name="connsiteY16" fmla="*/ 3560354 h 4768732"/>
              <a:gd name="connsiteX17" fmla="*/ 0 w 3529139"/>
              <a:gd name="connsiteY17" fmla="*/ 3011964 h 4768732"/>
              <a:gd name="connsiteX18" fmla="*/ 49662 w 3529139"/>
              <a:gd name="connsiteY18" fmla="*/ 3024734 h 4768732"/>
              <a:gd name="connsiteX19" fmla="*/ 477654 w 3529139"/>
              <a:gd name="connsiteY19" fmla="*/ 3067879 h 4768732"/>
              <a:gd name="connsiteX20" fmla="*/ 2601315 w 3529139"/>
              <a:gd name="connsiteY20" fmla="*/ 944218 h 4768732"/>
              <a:gd name="connsiteX21" fmla="*/ 2434428 w 3529139"/>
              <a:gd name="connsiteY21" fmla="*/ 117593 h 4768732"/>
              <a:gd name="connsiteX22" fmla="*/ 722152 w 3529139"/>
              <a:gd name="connsiteY22" fmla="*/ 0 h 4768732"/>
              <a:gd name="connsiteX23" fmla="*/ 1745086 w 3529139"/>
              <a:gd name="connsiteY23" fmla="*/ 0 h 4768732"/>
              <a:gd name="connsiteX24" fmla="*/ 1802783 w 3529139"/>
              <a:gd name="connsiteY24" fmla="*/ 77157 h 4768732"/>
              <a:gd name="connsiteX25" fmla="*/ 2071681 w 3529139"/>
              <a:gd name="connsiteY25" fmla="*/ 957470 h 4768732"/>
              <a:gd name="connsiteX26" fmla="*/ 497189 w 3529139"/>
              <a:gd name="connsiteY26" fmla="*/ 2531962 h 4768732"/>
              <a:gd name="connsiteX27" fmla="*/ 28984 w 3529139"/>
              <a:gd name="connsiteY27" fmla="*/ 2461176 h 4768732"/>
              <a:gd name="connsiteX28" fmla="*/ 0 w 3529139"/>
              <a:gd name="connsiteY28" fmla="*/ 2450568 h 4768732"/>
              <a:gd name="connsiteX29" fmla="*/ 0 w 3529139"/>
              <a:gd name="connsiteY29" fmla="*/ 1815994 h 4768732"/>
              <a:gd name="connsiteX30" fmla="*/ 112118 w 3529139"/>
              <a:gd name="connsiteY30" fmla="*/ 1876850 h 4768732"/>
              <a:gd name="connsiteX31" fmla="*/ 497704 w 3529139"/>
              <a:gd name="connsiteY31" fmla="*/ 1954696 h 4768732"/>
              <a:gd name="connsiteX32" fmla="*/ 1488304 w 3529139"/>
              <a:gd name="connsiteY32" fmla="*/ 964096 h 4768732"/>
              <a:gd name="connsiteX33" fmla="*/ 792278 w 3529139"/>
              <a:gd name="connsiteY33" fmla="*/ 18032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15642 w 3529139"/>
              <a:gd name="connsiteY16" fmla="*/ 3564376 h 4768732"/>
              <a:gd name="connsiteX17" fmla="*/ 0 w 3529139"/>
              <a:gd name="connsiteY17" fmla="*/ 3560354 h 4768732"/>
              <a:gd name="connsiteX18" fmla="*/ 0 w 3529139"/>
              <a:gd name="connsiteY18" fmla="*/ 3011964 h 4768732"/>
              <a:gd name="connsiteX19" fmla="*/ 49662 w 3529139"/>
              <a:gd name="connsiteY19" fmla="*/ 3024734 h 4768732"/>
              <a:gd name="connsiteX20" fmla="*/ 477654 w 3529139"/>
              <a:gd name="connsiteY20" fmla="*/ 3067879 h 4768732"/>
              <a:gd name="connsiteX21" fmla="*/ 2601315 w 3529139"/>
              <a:gd name="connsiteY21" fmla="*/ 944218 h 4768732"/>
              <a:gd name="connsiteX22" fmla="*/ 2434428 w 3529139"/>
              <a:gd name="connsiteY22" fmla="*/ 117593 h 4768732"/>
              <a:gd name="connsiteX23" fmla="*/ 2377780 w 3529139"/>
              <a:gd name="connsiteY23" fmla="*/ 0 h 4768732"/>
              <a:gd name="connsiteX24" fmla="*/ 722152 w 3529139"/>
              <a:gd name="connsiteY24" fmla="*/ 0 h 4768732"/>
              <a:gd name="connsiteX25" fmla="*/ 1745086 w 3529139"/>
              <a:gd name="connsiteY25" fmla="*/ 0 h 4768732"/>
              <a:gd name="connsiteX26" fmla="*/ 1802783 w 3529139"/>
              <a:gd name="connsiteY26" fmla="*/ 77157 h 4768732"/>
              <a:gd name="connsiteX27" fmla="*/ 2071681 w 3529139"/>
              <a:gd name="connsiteY27" fmla="*/ 957470 h 4768732"/>
              <a:gd name="connsiteX28" fmla="*/ 497189 w 3529139"/>
              <a:gd name="connsiteY28" fmla="*/ 2531962 h 4768732"/>
              <a:gd name="connsiteX29" fmla="*/ 28984 w 3529139"/>
              <a:gd name="connsiteY29" fmla="*/ 2461176 h 4768732"/>
              <a:gd name="connsiteX30" fmla="*/ 0 w 3529139"/>
              <a:gd name="connsiteY30" fmla="*/ 2450568 h 4768732"/>
              <a:gd name="connsiteX31" fmla="*/ 112118 w 3529139"/>
              <a:gd name="connsiteY31" fmla="*/ 1876850 h 4768732"/>
              <a:gd name="connsiteX32" fmla="*/ 497704 w 3529139"/>
              <a:gd name="connsiteY32" fmla="*/ 1954696 h 4768732"/>
              <a:gd name="connsiteX33" fmla="*/ 1488304 w 3529139"/>
              <a:gd name="connsiteY33" fmla="*/ 964096 h 4768732"/>
              <a:gd name="connsiteX34" fmla="*/ 792278 w 3529139"/>
              <a:gd name="connsiteY34" fmla="*/ 18032 h 4768732"/>
              <a:gd name="connsiteX35" fmla="*/ 722152 w 3529139"/>
              <a:gd name="connsiteY35"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15642 w 3529139"/>
              <a:gd name="connsiteY16" fmla="*/ 3564376 h 4768732"/>
              <a:gd name="connsiteX17" fmla="*/ 0 w 3529139"/>
              <a:gd name="connsiteY17" fmla="*/ 3560354 h 4768732"/>
              <a:gd name="connsiteX18" fmla="*/ 0 w 3529139"/>
              <a:gd name="connsiteY18" fmla="*/ 3011964 h 4768732"/>
              <a:gd name="connsiteX19" fmla="*/ 49662 w 3529139"/>
              <a:gd name="connsiteY19" fmla="*/ 3024734 h 4768732"/>
              <a:gd name="connsiteX20" fmla="*/ 477654 w 3529139"/>
              <a:gd name="connsiteY20" fmla="*/ 3067879 h 4768732"/>
              <a:gd name="connsiteX21" fmla="*/ 2601315 w 3529139"/>
              <a:gd name="connsiteY21" fmla="*/ 944218 h 4768732"/>
              <a:gd name="connsiteX22" fmla="*/ 2434428 w 3529139"/>
              <a:gd name="connsiteY22" fmla="*/ 117593 h 4768732"/>
              <a:gd name="connsiteX23" fmla="*/ 2377780 w 3529139"/>
              <a:gd name="connsiteY23" fmla="*/ 0 h 4768732"/>
              <a:gd name="connsiteX24" fmla="*/ 722152 w 3529139"/>
              <a:gd name="connsiteY24" fmla="*/ 0 h 4768732"/>
              <a:gd name="connsiteX25" fmla="*/ 1745086 w 3529139"/>
              <a:gd name="connsiteY25" fmla="*/ 0 h 4768732"/>
              <a:gd name="connsiteX26" fmla="*/ 1802783 w 3529139"/>
              <a:gd name="connsiteY26" fmla="*/ 77157 h 4768732"/>
              <a:gd name="connsiteX27" fmla="*/ 2071681 w 3529139"/>
              <a:gd name="connsiteY27" fmla="*/ 957470 h 4768732"/>
              <a:gd name="connsiteX28" fmla="*/ 497189 w 3529139"/>
              <a:gd name="connsiteY28" fmla="*/ 2531962 h 4768732"/>
              <a:gd name="connsiteX29" fmla="*/ 28984 w 3529139"/>
              <a:gd name="connsiteY29" fmla="*/ 2461176 h 4768732"/>
              <a:gd name="connsiteX30" fmla="*/ 112118 w 3529139"/>
              <a:gd name="connsiteY30" fmla="*/ 1876850 h 4768732"/>
              <a:gd name="connsiteX31" fmla="*/ 497704 w 3529139"/>
              <a:gd name="connsiteY31" fmla="*/ 1954696 h 4768732"/>
              <a:gd name="connsiteX32" fmla="*/ 1488304 w 3529139"/>
              <a:gd name="connsiteY32" fmla="*/ 964096 h 4768732"/>
              <a:gd name="connsiteX33" fmla="*/ 792278 w 3529139"/>
              <a:gd name="connsiteY33" fmla="*/ 18032 h 4768732"/>
              <a:gd name="connsiteX34" fmla="*/ 722152 w 3529139"/>
              <a:gd name="connsiteY34"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15642 w 3529139"/>
              <a:gd name="connsiteY16" fmla="*/ 3564376 h 4768732"/>
              <a:gd name="connsiteX17" fmla="*/ 0 w 3529139"/>
              <a:gd name="connsiteY17" fmla="*/ 3560354 h 4768732"/>
              <a:gd name="connsiteX18" fmla="*/ 0 w 3529139"/>
              <a:gd name="connsiteY18" fmla="*/ 3011964 h 4768732"/>
              <a:gd name="connsiteX19" fmla="*/ 49662 w 3529139"/>
              <a:gd name="connsiteY19" fmla="*/ 3024734 h 4768732"/>
              <a:gd name="connsiteX20" fmla="*/ 477654 w 3529139"/>
              <a:gd name="connsiteY20" fmla="*/ 3067879 h 4768732"/>
              <a:gd name="connsiteX21" fmla="*/ 2601315 w 3529139"/>
              <a:gd name="connsiteY21" fmla="*/ 944218 h 4768732"/>
              <a:gd name="connsiteX22" fmla="*/ 2434428 w 3529139"/>
              <a:gd name="connsiteY22" fmla="*/ 117593 h 4768732"/>
              <a:gd name="connsiteX23" fmla="*/ 2377780 w 3529139"/>
              <a:gd name="connsiteY23" fmla="*/ 0 h 4768732"/>
              <a:gd name="connsiteX24" fmla="*/ 722152 w 3529139"/>
              <a:gd name="connsiteY24" fmla="*/ 0 h 4768732"/>
              <a:gd name="connsiteX25" fmla="*/ 1745086 w 3529139"/>
              <a:gd name="connsiteY25" fmla="*/ 0 h 4768732"/>
              <a:gd name="connsiteX26" fmla="*/ 1802783 w 3529139"/>
              <a:gd name="connsiteY26" fmla="*/ 77157 h 4768732"/>
              <a:gd name="connsiteX27" fmla="*/ 2071681 w 3529139"/>
              <a:gd name="connsiteY27" fmla="*/ 957470 h 4768732"/>
              <a:gd name="connsiteX28" fmla="*/ 497189 w 3529139"/>
              <a:gd name="connsiteY28" fmla="*/ 2531962 h 4768732"/>
              <a:gd name="connsiteX29" fmla="*/ 28984 w 3529139"/>
              <a:gd name="connsiteY29" fmla="*/ 2461176 h 4768732"/>
              <a:gd name="connsiteX30" fmla="*/ 220068 w 3529139"/>
              <a:gd name="connsiteY30" fmla="*/ 2194350 h 4768732"/>
              <a:gd name="connsiteX31" fmla="*/ 497704 w 3529139"/>
              <a:gd name="connsiteY31" fmla="*/ 1954696 h 4768732"/>
              <a:gd name="connsiteX32" fmla="*/ 1488304 w 3529139"/>
              <a:gd name="connsiteY32" fmla="*/ 964096 h 4768732"/>
              <a:gd name="connsiteX33" fmla="*/ 792278 w 3529139"/>
              <a:gd name="connsiteY33" fmla="*/ 18032 h 4768732"/>
              <a:gd name="connsiteX34" fmla="*/ 722152 w 3529139"/>
              <a:gd name="connsiteY34"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15642 w 3529139"/>
              <a:gd name="connsiteY16" fmla="*/ 3564376 h 4768732"/>
              <a:gd name="connsiteX17" fmla="*/ 0 w 3529139"/>
              <a:gd name="connsiteY17" fmla="*/ 3560354 h 4768732"/>
              <a:gd name="connsiteX18" fmla="*/ 0 w 3529139"/>
              <a:gd name="connsiteY18" fmla="*/ 3011964 h 4768732"/>
              <a:gd name="connsiteX19" fmla="*/ 49662 w 3529139"/>
              <a:gd name="connsiteY19" fmla="*/ 3024734 h 4768732"/>
              <a:gd name="connsiteX20" fmla="*/ 477654 w 3529139"/>
              <a:gd name="connsiteY20" fmla="*/ 3067879 h 4768732"/>
              <a:gd name="connsiteX21" fmla="*/ 2601315 w 3529139"/>
              <a:gd name="connsiteY21" fmla="*/ 944218 h 4768732"/>
              <a:gd name="connsiteX22" fmla="*/ 2434428 w 3529139"/>
              <a:gd name="connsiteY22" fmla="*/ 117593 h 4768732"/>
              <a:gd name="connsiteX23" fmla="*/ 2377780 w 3529139"/>
              <a:gd name="connsiteY23" fmla="*/ 0 h 4768732"/>
              <a:gd name="connsiteX24" fmla="*/ 722152 w 3529139"/>
              <a:gd name="connsiteY24" fmla="*/ 0 h 4768732"/>
              <a:gd name="connsiteX25" fmla="*/ 1745086 w 3529139"/>
              <a:gd name="connsiteY25" fmla="*/ 0 h 4768732"/>
              <a:gd name="connsiteX26" fmla="*/ 1802783 w 3529139"/>
              <a:gd name="connsiteY26" fmla="*/ 77157 h 4768732"/>
              <a:gd name="connsiteX27" fmla="*/ 2071681 w 3529139"/>
              <a:gd name="connsiteY27" fmla="*/ 957470 h 4768732"/>
              <a:gd name="connsiteX28" fmla="*/ 497189 w 3529139"/>
              <a:gd name="connsiteY28" fmla="*/ 2531962 h 4768732"/>
              <a:gd name="connsiteX29" fmla="*/ 220068 w 3529139"/>
              <a:gd name="connsiteY29" fmla="*/ 2194350 h 4768732"/>
              <a:gd name="connsiteX30" fmla="*/ 497704 w 3529139"/>
              <a:gd name="connsiteY30" fmla="*/ 1954696 h 4768732"/>
              <a:gd name="connsiteX31" fmla="*/ 1488304 w 3529139"/>
              <a:gd name="connsiteY31" fmla="*/ 964096 h 4768732"/>
              <a:gd name="connsiteX32" fmla="*/ 792278 w 3529139"/>
              <a:gd name="connsiteY32" fmla="*/ 18032 h 4768732"/>
              <a:gd name="connsiteX33" fmla="*/ 722152 w 3529139"/>
              <a:gd name="connsiteY33"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15642 w 3529139"/>
              <a:gd name="connsiteY16" fmla="*/ 3564376 h 4768732"/>
              <a:gd name="connsiteX17" fmla="*/ 0 w 3529139"/>
              <a:gd name="connsiteY17" fmla="*/ 3560354 h 4768732"/>
              <a:gd name="connsiteX18" fmla="*/ 0 w 3529139"/>
              <a:gd name="connsiteY18" fmla="*/ 3011964 h 4768732"/>
              <a:gd name="connsiteX19" fmla="*/ 49662 w 3529139"/>
              <a:gd name="connsiteY19" fmla="*/ 3024734 h 4768732"/>
              <a:gd name="connsiteX20" fmla="*/ 477654 w 3529139"/>
              <a:gd name="connsiteY20" fmla="*/ 3067879 h 4768732"/>
              <a:gd name="connsiteX21" fmla="*/ 2601315 w 3529139"/>
              <a:gd name="connsiteY21" fmla="*/ 944218 h 4768732"/>
              <a:gd name="connsiteX22" fmla="*/ 2434428 w 3529139"/>
              <a:gd name="connsiteY22" fmla="*/ 117593 h 4768732"/>
              <a:gd name="connsiteX23" fmla="*/ 2377780 w 3529139"/>
              <a:gd name="connsiteY23" fmla="*/ 0 h 4768732"/>
              <a:gd name="connsiteX24" fmla="*/ 722152 w 3529139"/>
              <a:gd name="connsiteY24" fmla="*/ 0 h 4768732"/>
              <a:gd name="connsiteX25" fmla="*/ 1745086 w 3529139"/>
              <a:gd name="connsiteY25" fmla="*/ 0 h 4768732"/>
              <a:gd name="connsiteX26" fmla="*/ 1802783 w 3529139"/>
              <a:gd name="connsiteY26" fmla="*/ 77157 h 4768732"/>
              <a:gd name="connsiteX27" fmla="*/ 2071681 w 3529139"/>
              <a:gd name="connsiteY27" fmla="*/ 957470 h 4768732"/>
              <a:gd name="connsiteX28" fmla="*/ 497189 w 3529139"/>
              <a:gd name="connsiteY28" fmla="*/ 2531962 h 4768732"/>
              <a:gd name="connsiteX29" fmla="*/ 220068 w 3529139"/>
              <a:gd name="connsiteY29" fmla="*/ 2194350 h 4768732"/>
              <a:gd name="connsiteX30" fmla="*/ 497704 w 3529139"/>
              <a:gd name="connsiteY30" fmla="*/ 1954696 h 4768732"/>
              <a:gd name="connsiteX31" fmla="*/ 1488304 w 3529139"/>
              <a:gd name="connsiteY31" fmla="*/ 964096 h 4768732"/>
              <a:gd name="connsiteX32" fmla="*/ 792278 w 3529139"/>
              <a:gd name="connsiteY32" fmla="*/ 18032 h 4768732"/>
              <a:gd name="connsiteX33" fmla="*/ 722152 w 3529139"/>
              <a:gd name="connsiteY33"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15642 w 3529139"/>
              <a:gd name="connsiteY16" fmla="*/ 3564376 h 4768732"/>
              <a:gd name="connsiteX17" fmla="*/ 0 w 3529139"/>
              <a:gd name="connsiteY17" fmla="*/ 3560354 h 4768732"/>
              <a:gd name="connsiteX18" fmla="*/ 0 w 3529139"/>
              <a:gd name="connsiteY18" fmla="*/ 3011964 h 4768732"/>
              <a:gd name="connsiteX19" fmla="*/ 49662 w 3529139"/>
              <a:gd name="connsiteY19" fmla="*/ 3024734 h 4768732"/>
              <a:gd name="connsiteX20" fmla="*/ 477654 w 3529139"/>
              <a:gd name="connsiteY20" fmla="*/ 3067879 h 4768732"/>
              <a:gd name="connsiteX21" fmla="*/ 2601315 w 3529139"/>
              <a:gd name="connsiteY21" fmla="*/ 944218 h 4768732"/>
              <a:gd name="connsiteX22" fmla="*/ 2434428 w 3529139"/>
              <a:gd name="connsiteY22" fmla="*/ 117593 h 4768732"/>
              <a:gd name="connsiteX23" fmla="*/ 2377780 w 3529139"/>
              <a:gd name="connsiteY23" fmla="*/ 0 h 4768732"/>
              <a:gd name="connsiteX24" fmla="*/ 722152 w 3529139"/>
              <a:gd name="connsiteY24" fmla="*/ 0 h 4768732"/>
              <a:gd name="connsiteX25" fmla="*/ 1745086 w 3529139"/>
              <a:gd name="connsiteY25" fmla="*/ 0 h 4768732"/>
              <a:gd name="connsiteX26" fmla="*/ 1802783 w 3529139"/>
              <a:gd name="connsiteY26" fmla="*/ 77157 h 4768732"/>
              <a:gd name="connsiteX27" fmla="*/ 2071681 w 3529139"/>
              <a:gd name="connsiteY27" fmla="*/ 957470 h 4768732"/>
              <a:gd name="connsiteX28" fmla="*/ 497189 w 3529139"/>
              <a:gd name="connsiteY28" fmla="*/ 2531962 h 4768732"/>
              <a:gd name="connsiteX29" fmla="*/ 220068 w 3529139"/>
              <a:gd name="connsiteY29" fmla="*/ 2194350 h 4768732"/>
              <a:gd name="connsiteX30" fmla="*/ 497704 w 3529139"/>
              <a:gd name="connsiteY30" fmla="*/ 1954696 h 4768732"/>
              <a:gd name="connsiteX31" fmla="*/ 1488304 w 3529139"/>
              <a:gd name="connsiteY31" fmla="*/ 964096 h 4768732"/>
              <a:gd name="connsiteX32" fmla="*/ 792278 w 3529139"/>
              <a:gd name="connsiteY32" fmla="*/ 18032 h 4768732"/>
              <a:gd name="connsiteX33" fmla="*/ 722152 w 3529139"/>
              <a:gd name="connsiteY33"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15642 w 3529139"/>
              <a:gd name="connsiteY16" fmla="*/ 3564376 h 4768732"/>
              <a:gd name="connsiteX17" fmla="*/ 0 w 3529139"/>
              <a:gd name="connsiteY17" fmla="*/ 3560354 h 4768732"/>
              <a:gd name="connsiteX18" fmla="*/ 0 w 3529139"/>
              <a:gd name="connsiteY18" fmla="*/ 3011964 h 4768732"/>
              <a:gd name="connsiteX19" fmla="*/ 49662 w 3529139"/>
              <a:gd name="connsiteY19" fmla="*/ 3024734 h 4768732"/>
              <a:gd name="connsiteX20" fmla="*/ 477654 w 3529139"/>
              <a:gd name="connsiteY20" fmla="*/ 3067879 h 4768732"/>
              <a:gd name="connsiteX21" fmla="*/ 2601315 w 3529139"/>
              <a:gd name="connsiteY21" fmla="*/ 944218 h 4768732"/>
              <a:gd name="connsiteX22" fmla="*/ 2434428 w 3529139"/>
              <a:gd name="connsiteY22" fmla="*/ 117593 h 4768732"/>
              <a:gd name="connsiteX23" fmla="*/ 2377780 w 3529139"/>
              <a:gd name="connsiteY23" fmla="*/ 0 h 4768732"/>
              <a:gd name="connsiteX24" fmla="*/ 722152 w 3529139"/>
              <a:gd name="connsiteY24" fmla="*/ 0 h 4768732"/>
              <a:gd name="connsiteX25" fmla="*/ 1745086 w 3529139"/>
              <a:gd name="connsiteY25" fmla="*/ 0 h 4768732"/>
              <a:gd name="connsiteX26" fmla="*/ 1802783 w 3529139"/>
              <a:gd name="connsiteY26" fmla="*/ 77157 h 4768732"/>
              <a:gd name="connsiteX27" fmla="*/ 2071681 w 3529139"/>
              <a:gd name="connsiteY27" fmla="*/ 957470 h 4768732"/>
              <a:gd name="connsiteX28" fmla="*/ 497189 w 3529139"/>
              <a:gd name="connsiteY28" fmla="*/ 2531962 h 4768732"/>
              <a:gd name="connsiteX29" fmla="*/ 220068 w 3529139"/>
              <a:gd name="connsiteY29" fmla="*/ 2245150 h 4768732"/>
              <a:gd name="connsiteX30" fmla="*/ 497704 w 3529139"/>
              <a:gd name="connsiteY30" fmla="*/ 1954696 h 4768732"/>
              <a:gd name="connsiteX31" fmla="*/ 1488304 w 3529139"/>
              <a:gd name="connsiteY31" fmla="*/ 964096 h 4768732"/>
              <a:gd name="connsiteX32" fmla="*/ 792278 w 3529139"/>
              <a:gd name="connsiteY32" fmla="*/ 18032 h 4768732"/>
              <a:gd name="connsiteX33" fmla="*/ 722152 w 3529139"/>
              <a:gd name="connsiteY33"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15642 w 3529139"/>
              <a:gd name="connsiteY16" fmla="*/ 3564376 h 4768732"/>
              <a:gd name="connsiteX17" fmla="*/ 0 w 3529139"/>
              <a:gd name="connsiteY17" fmla="*/ 3560354 h 4768732"/>
              <a:gd name="connsiteX18" fmla="*/ 0 w 3529139"/>
              <a:gd name="connsiteY18" fmla="*/ 3011964 h 4768732"/>
              <a:gd name="connsiteX19" fmla="*/ 49662 w 3529139"/>
              <a:gd name="connsiteY19" fmla="*/ 3024734 h 4768732"/>
              <a:gd name="connsiteX20" fmla="*/ 477654 w 3529139"/>
              <a:gd name="connsiteY20" fmla="*/ 3067879 h 4768732"/>
              <a:gd name="connsiteX21" fmla="*/ 2601315 w 3529139"/>
              <a:gd name="connsiteY21" fmla="*/ 944218 h 4768732"/>
              <a:gd name="connsiteX22" fmla="*/ 2434428 w 3529139"/>
              <a:gd name="connsiteY22" fmla="*/ 117593 h 4768732"/>
              <a:gd name="connsiteX23" fmla="*/ 2377780 w 3529139"/>
              <a:gd name="connsiteY23" fmla="*/ 0 h 4768732"/>
              <a:gd name="connsiteX24" fmla="*/ 722152 w 3529139"/>
              <a:gd name="connsiteY24" fmla="*/ 0 h 4768732"/>
              <a:gd name="connsiteX25" fmla="*/ 1745086 w 3529139"/>
              <a:gd name="connsiteY25" fmla="*/ 0 h 4768732"/>
              <a:gd name="connsiteX26" fmla="*/ 1802783 w 3529139"/>
              <a:gd name="connsiteY26" fmla="*/ 77157 h 4768732"/>
              <a:gd name="connsiteX27" fmla="*/ 2071681 w 3529139"/>
              <a:gd name="connsiteY27" fmla="*/ 957470 h 4768732"/>
              <a:gd name="connsiteX28" fmla="*/ 497189 w 3529139"/>
              <a:gd name="connsiteY28" fmla="*/ 2531962 h 4768732"/>
              <a:gd name="connsiteX29" fmla="*/ 220068 w 3529139"/>
              <a:gd name="connsiteY29" fmla="*/ 2245150 h 4768732"/>
              <a:gd name="connsiteX30" fmla="*/ 497704 w 3529139"/>
              <a:gd name="connsiteY30" fmla="*/ 1954696 h 4768732"/>
              <a:gd name="connsiteX31" fmla="*/ 1488304 w 3529139"/>
              <a:gd name="connsiteY31" fmla="*/ 964096 h 4768732"/>
              <a:gd name="connsiteX32" fmla="*/ 792278 w 3529139"/>
              <a:gd name="connsiteY32" fmla="*/ 18032 h 4768732"/>
              <a:gd name="connsiteX33" fmla="*/ 722152 w 3529139"/>
              <a:gd name="connsiteY33"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15642 w 3529139"/>
              <a:gd name="connsiteY16" fmla="*/ 3564376 h 4768732"/>
              <a:gd name="connsiteX17" fmla="*/ 0 w 3529139"/>
              <a:gd name="connsiteY17" fmla="*/ 3560354 h 4768732"/>
              <a:gd name="connsiteX18" fmla="*/ 0 w 3529139"/>
              <a:gd name="connsiteY18" fmla="*/ 3011964 h 4768732"/>
              <a:gd name="connsiteX19" fmla="*/ 49662 w 3529139"/>
              <a:gd name="connsiteY19" fmla="*/ 3024734 h 4768732"/>
              <a:gd name="connsiteX20" fmla="*/ 477654 w 3529139"/>
              <a:gd name="connsiteY20" fmla="*/ 3067879 h 4768732"/>
              <a:gd name="connsiteX21" fmla="*/ 2601315 w 3529139"/>
              <a:gd name="connsiteY21" fmla="*/ 944218 h 4768732"/>
              <a:gd name="connsiteX22" fmla="*/ 2434428 w 3529139"/>
              <a:gd name="connsiteY22" fmla="*/ 117593 h 4768732"/>
              <a:gd name="connsiteX23" fmla="*/ 2377780 w 3529139"/>
              <a:gd name="connsiteY23" fmla="*/ 0 h 4768732"/>
              <a:gd name="connsiteX24" fmla="*/ 722152 w 3529139"/>
              <a:gd name="connsiteY24" fmla="*/ 0 h 4768732"/>
              <a:gd name="connsiteX25" fmla="*/ 1745086 w 3529139"/>
              <a:gd name="connsiteY25" fmla="*/ 0 h 4768732"/>
              <a:gd name="connsiteX26" fmla="*/ 1802783 w 3529139"/>
              <a:gd name="connsiteY26" fmla="*/ 77157 h 4768732"/>
              <a:gd name="connsiteX27" fmla="*/ 2071681 w 3529139"/>
              <a:gd name="connsiteY27" fmla="*/ 957470 h 4768732"/>
              <a:gd name="connsiteX28" fmla="*/ 497189 w 3529139"/>
              <a:gd name="connsiteY28" fmla="*/ 2531962 h 4768732"/>
              <a:gd name="connsiteX29" fmla="*/ 220068 w 3529139"/>
              <a:gd name="connsiteY29" fmla="*/ 2245150 h 4768732"/>
              <a:gd name="connsiteX30" fmla="*/ 497704 w 3529139"/>
              <a:gd name="connsiteY30" fmla="*/ 1954696 h 4768732"/>
              <a:gd name="connsiteX31" fmla="*/ 1488304 w 3529139"/>
              <a:gd name="connsiteY31" fmla="*/ 964096 h 4768732"/>
              <a:gd name="connsiteX32" fmla="*/ 792278 w 3529139"/>
              <a:gd name="connsiteY32" fmla="*/ 18032 h 4768732"/>
              <a:gd name="connsiteX33" fmla="*/ 722152 w 3529139"/>
              <a:gd name="connsiteY33"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15642 w 3529139"/>
              <a:gd name="connsiteY16" fmla="*/ 3564376 h 4768732"/>
              <a:gd name="connsiteX17" fmla="*/ 0 w 3529139"/>
              <a:gd name="connsiteY17" fmla="*/ 3560354 h 4768732"/>
              <a:gd name="connsiteX18" fmla="*/ 0 w 3529139"/>
              <a:gd name="connsiteY18" fmla="*/ 3011964 h 4768732"/>
              <a:gd name="connsiteX19" fmla="*/ 49662 w 3529139"/>
              <a:gd name="connsiteY19" fmla="*/ 3024734 h 4768732"/>
              <a:gd name="connsiteX20" fmla="*/ 477654 w 3529139"/>
              <a:gd name="connsiteY20" fmla="*/ 3067879 h 4768732"/>
              <a:gd name="connsiteX21" fmla="*/ 2601315 w 3529139"/>
              <a:gd name="connsiteY21" fmla="*/ 944218 h 4768732"/>
              <a:gd name="connsiteX22" fmla="*/ 2434428 w 3529139"/>
              <a:gd name="connsiteY22" fmla="*/ 117593 h 4768732"/>
              <a:gd name="connsiteX23" fmla="*/ 2377780 w 3529139"/>
              <a:gd name="connsiteY23" fmla="*/ 0 h 4768732"/>
              <a:gd name="connsiteX24" fmla="*/ 722152 w 3529139"/>
              <a:gd name="connsiteY24" fmla="*/ 0 h 4768732"/>
              <a:gd name="connsiteX25" fmla="*/ 1745086 w 3529139"/>
              <a:gd name="connsiteY25" fmla="*/ 0 h 4768732"/>
              <a:gd name="connsiteX26" fmla="*/ 1802783 w 3529139"/>
              <a:gd name="connsiteY26" fmla="*/ 77157 h 4768732"/>
              <a:gd name="connsiteX27" fmla="*/ 2071681 w 3529139"/>
              <a:gd name="connsiteY27" fmla="*/ 957470 h 4768732"/>
              <a:gd name="connsiteX28" fmla="*/ 497189 w 3529139"/>
              <a:gd name="connsiteY28" fmla="*/ 2531962 h 4768732"/>
              <a:gd name="connsiteX29" fmla="*/ 220068 w 3529139"/>
              <a:gd name="connsiteY29" fmla="*/ 2245150 h 4768732"/>
              <a:gd name="connsiteX30" fmla="*/ 497704 w 3529139"/>
              <a:gd name="connsiteY30" fmla="*/ 1954696 h 4768732"/>
              <a:gd name="connsiteX31" fmla="*/ 1488304 w 3529139"/>
              <a:gd name="connsiteY31" fmla="*/ 964096 h 4768732"/>
              <a:gd name="connsiteX32" fmla="*/ 792278 w 3529139"/>
              <a:gd name="connsiteY32" fmla="*/ 18032 h 4768732"/>
              <a:gd name="connsiteX33" fmla="*/ 722152 w 3529139"/>
              <a:gd name="connsiteY33"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15642 w 3529139"/>
              <a:gd name="connsiteY16" fmla="*/ 3564376 h 4768732"/>
              <a:gd name="connsiteX17" fmla="*/ 0 w 3529139"/>
              <a:gd name="connsiteY17" fmla="*/ 3560354 h 4768732"/>
              <a:gd name="connsiteX18" fmla="*/ 0 w 3529139"/>
              <a:gd name="connsiteY18" fmla="*/ 3011964 h 4768732"/>
              <a:gd name="connsiteX19" fmla="*/ 49662 w 3529139"/>
              <a:gd name="connsiteY19" fmla="*/ 3024734 h 4768732"/>
              <a:gd name="connsiteX20" fmla="*/ 477654 w 3529139"/>
              <a:gd name="connsiteY20" fmla="*/ 3067879 h 4768732"/>
              <a:gd name="connsiteX21" fmla="*/ 2601315 w 3529139"/>
              <a:gd name="connsiteY21" fmla="*/ 944218 h 4768732"/>
              <a:gd name="connsiteX22" fmla="*/ 2434428 w 3529139"/>
              <a:gd name="connsiteY22" fmla="*/ 117593 h 4768732"/>
              <a:gd name="connsiteX23" fmla="*/ 2377780 w 3529139"/>
              <a:gd name="connsiteY23" fmla="*/ 0 h 4768732"/>
              <a:gd name="connsiteX24" fmla="*/ 722152 w 3529139"/>
              <a:gd name="connsiteY24" fmla="*/ 0 h 4768732"/>
              <a:gd name="connsiteX25" fmla="*/ 1745086 w 3529139"/>
              <a:gd name="connsiteY25" fmla="*/ 0 h 4768732"/>
              <a:gd name="connsiteX26" fmla="*/ 1802783 w 3529139"/>
              <a:gd name="connsiteY26" fmla="*/ 77157 h 4768732"/>
              <a:gd name="connsiteX27" fmla="*/ 2071681 w 3529139"/>
              <a:gd name="connsiteY27" fmla="*/ 957470 h 4768732"/>
              <a:gd name="connsiteX28" fmla="*/ 497189 w 3529139"/>
              <a:gd name="connsiteY28" fmla="*/ 2531962 h 4768732"/>
              <a:gd name="connsiteX29" fmla="*/ 220068 w 3529139"/>
              <a:gd name="connsiteY29" fmla="*/ 2245150 h 4768732"/>
              <a:gd name="connsiteX30" fmla="*/ 497704 w 3529139"/>
              <a:gd name="connsiteY30" fmla="*/ 1954696 h 4768732"/>
              <a:gd name="connsiteX31" fmla="*/ 1488304 w 3529139"/>
              <a:gd name="connsiteY31" fmla="*/ 964096 h 4768732"/>
              <a:gd name="connsiteX32" fmla="*/ 792278 w 3529139"/>
              <a:gd name="connsiteY32" fmla="*/ 18032 h 4768732"/>
              <a:gd name="connsiteX33" fmla="*/ 722152 w 3529139"/>
              <a:gd name="connsiteY33"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15642 w 3529139"/>
              <a:gd name="connsiteY16" fmla="*/ 3564376 h 4768732"/>
              <a:gd name="connsiteX17" fmla="*/ 0 w 3529139"/>
              <a:gd name="connsiteY17" fmla="*/ 3560354 h 4768732"/>
              <a:gd name="connsiteX18" fmla="*/ 49662 w 3529139"/>
              <a:gd name="connsiteY18" fmla="*/ 3024734 h 4768732"/>
              <a:gd name="connsiteX19" fmla="*/ 477654 w 3529139"/>
              <a:gd name="connsiteY19" fmla="*/ 3067879 h 4768732"/>
              <a:gd name="connsiteX20" fmla="*/ 2601315 w 3529139"/>
              <a:gd name="connsiteY20" fmla="*/ 944218 h 4768732"/>
              <a:gd name="connsiteX21" fmla="*/ 2434428 w 3529139"/>
              <a:gd name="connsiteY21" fmla="*/ 117593 h 4768732"/>
              <a:gd name="connsiteX22" fmla="*/ 2377780 w 3529139"/>
              <a:gd name="connsiteY22" fmla="*/ 0 h 4768732"/>
              <a:gd name="connsiteX23" fmla="*/ 722152 w 3529139"/>
              <a:gd name="connsiteY23" fmla="*/ 0 h 4768732"/>
              <a:gd name="connsiteX24" fmla="*/ 1745086 w 3529139"/>
              <a:gd name="connsiteY24" fmla="*/ 0 h 4768732"/>
              <a:gd name="connsiteX25" fmla="*/ 1802783 w 3529139"/>
              <a:gd name="connsiteY25" fmla="*/ 77157 h 4768732"/>
              <a:gd name="connsiteX26" fmla="*/ 2071681 w 3529139"/>
              <a:gd name="connsiteY26" fmla="*/ 957470 h 4768732"/>
              <a:gd name="connsiteX27" fmla="*/ 497189 w 3529139"/>
              <a:gd name="connsiteY27" fmla="*/ 2531962 h 4768732"/>
              <a:gd name="connsiteX28" fmla="*/ 220068 w 3529139"/>
              <a:gd name="connsiteY28" fmla="*/ 2245150 h 4768732"/>
              <a:gd name="connsiteX29" fmla="*/ 497704 w 3529139"/>
              <a:gd name="connsiteY29" fmla="*/ 1954696 h 4768732"/>
              <a:gd name="connsiteX30" fmla="*/ 1488304 w 3529139"/>
              <a:gd name="connsiteY30" fmla="*/ 964096 h 4768732"/>
              <a:gd name="connsiteX31" fmla="*/ 792278 w 3529139"/>
              <a:gd name="connsiteY31" fmla="*/ 18032 h 4768732"/>
              <a:gd name="connsiteX32" fmla="*/ 722152 w 3529139"/>
              <a:gd name="connsiteY32"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15642 w 3529139"/>
              <a:gd name="connsiteY16" fmla="*/ 3564376 h 4768732"/>
              <a:gd name="connsiteX17" fmla="*/ 49662 w 3529139"/>
              <a:gd name="connsiteY17" fmla="*/ 3024734 h 4768732"/>
              <a:gd name="connsiteX18" fmla="*/ 477654 w 3529139"/>
              <a:gd name="connsiteY18" fmla="*/ 3067879 h 4768732"/>
              <a:gd name="connsiteX19" fmla="*/ 2601315 w 3529139"/>
              <a:gd name="connsiteY19" fmla="*/ 944218 h 4768732"/>
              <a:gd name="connsiteX20" fmla="*/ 2434428 w 3529139"/>
              <a:gd name="connsiteY20" fmla="*/ 117593 h 4768732"/>
              <a:gd name="connsiteX21" fmla="*/ 2377780 w 3529139"/>
              <a:gd name="connsiteY21" fmla="*/ 0 h 4768732"/>
              <a:gd name="connsiteX22" fmla="*/ 722152 w 3529139"/>
              <a:gd name="connsiteY22" fmla="*/ 0 h 4768732"/>
              <a:gd name="connsiteX23" fmla="*/ 1745086 w 3529139"/>
              <a:gd name="connsiteY23" fmla="*/ 0 h 4768732"/>
              <a:gd name="connsiteX24" fmla="*/ 1802783 w 3529139"/>
              <a:gd name="connsiteY24" fmla="*/ 77157 h 4768732"/>
              <a:gd name="connsiteX25" fmla="*/ 2071681 w 3529139"/>
              <a:gd name="connsiteY25" fmla="*/ 957470 h 4768732"/>
              <a:gd name="connsiteX26" fmla="*/ 497189 w 3529139"/>
              <a:gd name="connsiteY26" fmla="*/ 2531962 h 4768732"/>
              <a:gd name="connsiteX27" fmla="*/ 220068 w 3529139"/>
              <a:gd name="connsiteY27" fmla="*/ 2245150 h 4768732"/>
              <a:gd name="connsiteX28" fmla="*/ 497704 w 3529139"/>
              <a:gd name="connsiteY28" fmla="*/ 1954696 h 4768732"/>
              <a:gd name="connsiteX29" fmla="*/ 1488304 w 3529139"/>
              <a:gd name="connsiteY29" fmla="*/ 964096 h 4768732"/>
              <a:gd name="connsiteX30" fmla="*/ 792278 w 3529139"/>
              <a:gd name="connsiteY30" fmla="*/ 18032 h 4768732"/>
              <a:gd name="connsiteX31" fmla="*/ 722152 w 3529139"/>
              <a:gd name="connsiteY31"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49662 w 3529139"/>
              <a:gd name="connsiteY16" fmla="*/ 3024734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2174 w 3529139"/>
              <a:gd name="connsiteY15" fmla="*/ 364099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2174 w 3529139"/>
              <a:gd name="connsiteY15" fmla="*/ 364099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2174 w 3529139"/>
              <a:gd name="connsiteY15" fmla="*/ 364099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2174 w 3529139"/>
              <a:gd name="connsiteY15" fmla="*/ 364099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80982 w 3529139"/>
              <a:gd name="connsiteY13" fmla="*/ 225005 h 4768732"/>
              <a:gd name="connsiteX14" fmla="*/ 3177784 w 3529139"/>
              <a:gd name="connsiteY14" fmla="*/ 986092 h 4768732"/>
              <a:gd name="connsiteX15" fmla="*/ 542174 w 3529139"/>
              <a:gd name="connsiteY15" fmla="*/ 364099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80982 w 3529139"/>
              <a:gd name="connsiteY13" fmla="*/ 225005 h 4768732"/>
              <a:gd name="connsiteX14" fmla="*/ 3177784 w 3529139"/>
              <a:gd name="connsiteY14" fmla="*/ 986092 h 4768732"/>
              <a:gd name="connsiteX15" fmla="*/ 542174 w 3529139"/>
              <a:gd name="connsiteY15" fmla="*/ 364099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80982 w 3529139"/>
              <a:gd name="connsiteY13" fmla="*/ 225005 h 4768732"/>
              <a:gd name="connsiteX14" fmla="*/ 3177784 w 3529139"/>
              <a:gd name="connsiteY14" fmla="*/ 986092 h 4768732"/>
              <a:gd name="connsiteX15" fmla="*/ 542174 w 3529139"/>
              <a:gd name="connsiteY15" fmla="*/ 364099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80982 w 3529139"/>
              <a:gd name="connsiteY13" fmla="*/ 225005 h 4768732"/>
              <a:gd name="connsiteX14" fmla="*/ 3177784 w 3529139"/>
              <a:gd name="connsiteY14" fmla="*/ 986092 h 4768732"/>
              <a:gd name="connsiteX15" fmla="*/ 542174 w 3529139"/>
              <a:gd name="connsiteY15" fmla="*/ 364099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80982 w 3529139"/>
              <a:gd name="connsiteY13" fmla="*/ 225005 h 4768732"/>
              <a:gd name="connsiteX14" fmla="*/ 3177784 w 3529139"/>
              <a:gd name="connsiteY14" fmla="*/ 986092 h 4768732"/>
              <a:gd name="connsiteX15" fmla="*/ 542174 w 3529139"/>
              <a:gd name="connsiteY15" fmla="*/ 364099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80982 w 3529139"/>
              <a:gd name="connsiteY13" fmla="*/ 225005 h 4768732"/>
              <a:gd name="connsiteX14" fmla="*/ 3177784 w 3529139"/>
              <a:gd name="connsiteY14" fmla="*/ 986092 h 4768732"/>
              <a:gd name="connsiteX15" fmla="*/ 542174 w 3529139"/>
              <a:gd name="connsiteY15" fmla="*/ 364099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80982 w 3529139"/>
              <a:gd name="connsiteY13" fmla="*/ 225005 h 4768732"/>
              <a:gd name="connsiteX14" fmla="*/ 3177784 w 3529139"/>
              <a:gd name="connsiteY14" fmla="*/ 986092 h 4768732"/>
              <a:gd name="connsiteX15" fmla="*/ 542174 w 3529139"/>
              <a:gd name="connsiteY15" fmla="*/ 364099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80982 w 3529139"/>
              <a:gd name="connsiteY13" fmla="*/ 225005 h 4768732"/>
              <a:gd name="connsiteX14" fmla="*/ 3177784 w 3529139"/>
              <a:gd name="connsiteY14" fmla="*/ 986092 h 4768732"/>
              <a:gd name="connsiteX15" fmla="*/ 542174 w 3529139"/>
              <a:gd name="connsiteY15" fmla="*/ 364099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177784 w 3529139"/>
              <a:gd name="connsiteY13" fmla="*/ 986092 h 4768732"/>
              <a:gd name="connsiteX14" fmla="*/ 542174 w 3529139"/>
              <a:gd name="connsiteY14" fmla="*/ 3640994 h 4768732"/>
              <a:gd name="connsiteX15" fmla="*/ 219424 w 3529139"/>
              <a:gd name="connsiteY15" fmla="*/ 3371975 h 4768732"/>
              <a:gd name="connsiteX16" fmla="*/ 477654 w 3529139"/>
              <a:gd name="connsiteY16" fmla="*/ 3067879 h 4768732"/>
              <a:gd name="connsiteX17" fmla="*/ 2601315 w 3529139"/>
              <a:gd name="connsiteY17" fmla="*/ 944218 h 4768732"/>
              <a:gd name="connsiteX18" fmla="*/ 2434428 w 3529139"/>
              <a:gd name="connsiteY18" fmla="*/ 117593 h 4768732"/>
              <a:gd name="connsiteX19" fmla="*/ 2377780 w 3529139"/>
              <a:gd name="connsiteY19" fmla="*/ 0 h 4768732"/>
              <a:gd name="connsiteX20" fmla="*/ 722152 w 3529139"/>
              <a:gd name="connsiteY20" fmla="*/ 0 h 4768732"/>
              <a:gd name="connsiteX21" fmla="*/ 1745086 w 3529139"/>
              <a:gd name="connsiteY21" fmla="*/ 0 h 4768732"/>
              <a:gd name="connsiteX22" fmla="*/ 1802783 w 3529139"/>
              <a:gd name="connsiteY22" fmla="*/ 77157 h 4768732"/>
              <a:gd name="connsiteX23" fmla="*/ 2071681 w 3529139"/>
              <a:gd name="connsiteY23" fmla="*/ 957470 h 4768732"/>
              <a:gd name="connsiteX24" fmla="*/ 497189 w 3529139"/>
              <a:gd name="connsiteY24" fmla="*/ 2531962 h 4768732"/>
              <a:gd name="connsiteX25" fmla="*/ 220068 w 3529139"/>
              <a:gd name="connsiteY25" fmla="*/ 2245150 h 4768732"/>
              <a:gd name="connsiteX26" fmla="*/ 497704 w 3529139"/>
              <a:gd name="connsiteY26" fmla="*/ 1954696 h 4768732"/>
              <a:gd name="connsiteX27" fmla="*/ 1488304 w 3529139"/>
              <a:gd name="connsiteY27" fmla="*/ 964096 h 4768732"/>
              <a:gd name="connsiteX28" fmla="*/ 792278 w 3529139"/>
              <a:gd name="connsiteY28" fmla="*/ 18032 h 4768732"/>
              <a:gd name="connsiteX29" fmla="*/ 722152 w 3529139"/>
              <a:gd name="connsiteY29"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177784 w 3529139"/>
              <a:gd name="connsiteY13" fmla="*/ 986092 h 4768732"/>
              <a:gd name="connsiteX14" fmla="*/ 542174 w 3529139"/>
              <a:gd name="connsiteY14" fmla="*/ 3640994 h 4768732"/>
              <a:gd name="connsiteX15" fmla="*/ 219424 w 3529139"/>
              <a:gd name="connsiteY15" fmla="*/ 3371975 h 4768732"/>
              <a:gd name="connsiteX16" fmla="*/ 477654 w 3529139"/>
              <a:gd name="connsiteY16" fmla="*/ 3067879 h 4768732"/>
              <a:gd name="connsiteX17" fmla="*/ 2601315 w 3529139"/>
              <a:gd name="connsiteY17" fmla="*/ 944218 h 4768732"/>
              <a:gd name="connsiteX18" fmla="*/ 2434428 w 3529139"/>
              <a:gd name="connsiteY18" fmla="*/ 117593 h 4768732"/>
              <a:gd name="connsiteX19" fmla="*/ 2377780 w 3529139"/>
              <a:gd name="connsiteY19" fmla="*/ 0 h 4768732"/>
              <a:gd name="connsiteX20" fmla="*/ 722152 w 3529139"/>
              <a:gd name="connsiteY20" fmla="*/ 0 h 4768732"/>
              <a:gd name="connsiteX21" fmla="*/ 1745086 w 3529139"/>
              <a:gd name="connsiteY21" fmla="*/ 0 h 4768732"/>
              <a:gd name="connsiteX22" fmla="*/ 1802783 w 3529139"/>
              <a:gd name="connsiteY22" fmla="*/ 77157 h 4768732"/>
              <a:gd name="connsiteX23" fmla="*/ 2071681 w 3529139"/>
              <a:gd name="connsiteY23" fmla="*/ 957470 h 4768732"/>
              <a:gd name="connsiteX24" fmla="*/ 497189 w 3529139"/>
              <a:gd name="connsiteY24" fmla="*/ 2531962 h 4768732"/>
              <a:gd name="connsiteX25" fmla="*/ 220068 w 3529139"/>
              <a:gd name="connsiteY25" fmla="*/ 2245150 h 4768732"/>
              <a:gd name="connsiteX26" fmla="*/ 497704 w 3529139"/>
              <a:gd name="connsiteY26" fmla="*/ 1954696 h 4768732"/>
              <a:gd name="connsiteX27" fmla="*/ 1488304 w 3529139"/>
              <a:gd name="connsiteY27" fmla="*/ 964096 h 4768732"/>
              <a:gd name="connsiteX28" fmla="*/ 792278 w 3529139"/>
              <a:gd name="connsiteY28" fmla="*/ 18032 h 4768732"/>
              <a:gd name="connsiteX29" fmla="*/ 722152 w 3529139"/>
              <a:gd name="connsiteY29"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177784 w 3529139"/>
              <a:gd name="connsiteY13" fmla="*/ 986092 h 4768732"/>
              <a:gd name="connsiteX14" fmla="*/ 542174 w 3529139"/>
              <a:gd name="connsiteY14" fmla="*/ 3640994 h 4768732"/>
              <a:gd name="connsiteX15" fmla="*/ 219424 w 3529139"/>
              <a:gd name="connsiteY15" fmla="*/ 3371975 h 4768732"/>
              <a:gd name="connsiteX16" fmla="*/ 477654 w 3529139"/>
              <a:gd name="connsiteY16" fmla="*/ 3067879 h 4768732"/>
              <a:gd name="connsiteX17" fmla="*/ 2601315 w 3529139"/>
              <a:gd name="connsiteY17" fmla="*/ 944218 h 4768732"/>
              <a:gd name="connsiteX18" fmla="*/ 2434428 w 3529139"/>
              <a:gd name="connsiteY18" fmla="*/ 117593 h 4768732"/>
              <a:gd name="connsiteX19" fmla="*/ 2377780 w 3529139"/>
              <a:gd name="connsiteY19" fmla="*/ 0 h 4768732"/>
              <a:gd name="connsiteX20" fmla="*/ 722152 w 3529139"/>
              <a:gd name="connsiteY20" fmla="*/ 0 h 4768732"/>
              <a:gd name="connsiteX21" fmla="*/ 1745086 w 3529139"/>
              <a:gd name="connsiteY21" fmla="*/ 0 h 4768732"/>
              <a:gd name="connsiteX22" fmla="*/ 1802783 w 3529139"/>
              <a:gd name="connsiteY22" fmla="*/ 77157 h 4768732"/>
              <a:gd name="connsiteX23" fmla="*/ 2071681 w 3529139"/>
              <a:gd name="connsiteY23" fmla="*/ 957470 h 4768732"/>
              <a:gd name="connsiteX24" fmla="*/ 497189 w 3529139"/>
              <a:gd name="connsiteY24" fmla="*/ 2531962 h 4768732"/>
              <a:gd name="connsiteX25" fmla="*/ 220068 w 3529139"/>
              <a:gd name="connsiteY25" fmla="*/ 2245150 h 4768732"/>
              <a:gd name="connsiteX26" fmla="*/ 497704 w 3529139"/>
              <a:gd name="connsiteY26" fmla="*/ 1954696 h 4768732"/>
              <a:gd name="connsiteX27" fmla="*/ 1488304 w 3529139"/>
              <a:gd name="connsiteY27" fmla="*/ 964096 h 4768732"/>
              <a:gd name="connsiteX28" fmla="*/ 792278 w 3529139"/>
              <a:gd name="connsiteY28" fmla="*/ 18032 h 4768732"/>
              <a:gd name="connsiteX29" fmla="*/ 722152 w 3529139"/>
              <a:gd name="connsiteY29"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177784 w 3529139"/>
              <a:gd name="connsiteY13" fmla="*/ 986092 h 4768732"/>
              <a:gd name="connsiteX14" fmla="*/ 542174 w 3529139"/>
              <a:gd name="connsiteY14" fmla="*/ 3640994 h 4768732"/>
              <a:gd name="connsiteX15" fmla="*/ 219424 w 3529139"/>
              <a:gd name="connsiteY15" fmla="*/ 3371975 h 4768732"/>
              <a:gd name="connsiteX16" fmla="*/ 477654 w 3529139"/>
              <a:gd name="connsiteY16" fmla="*/ 3067879 h 4768732"/>
              <a:gd name="connsiteX17" fmla="*/ 2601315 w 3529139"/>
              <a:gd name="connsiteY17" fmla="*/ 944218 h 4768732"/>
              <a:gd name="connsiteX18" fmla="*/ 2434428 w 3529139"/>
              <a:gd name="connsiteY18" fmla="*/ 117593 h 4768732"/>
              <a:gd name="connsiteX19" fmla="*/ 2377780 w 3529139"/>
              <a:gd name="connsiteY19" fmla="*/ 0 h 4768732"/>
              <a:gd name="connsiteX20" fmla="*/ 722152 w 3529139"/>
              <a:gd name="connsiteY20" fmla="*/ 0 h 4768732"/>
              <a:gd name="connsiteX21" fmla="*/ 1745086 w 3529139"/>
              <a:gd name="connsiteY21" fmla="*/ 0 h 4768732"/>
              <a:gd name="connsiteX22" fmla="*/ 1802783 w 3529139"/>
              <a:gd name="connsiteY22" fmla="*/ 77157 h 4768732"/>
              <a:gd name="connsiteX23" fmla="*/ 2071681 w 3529139"/>
              <a:gd name="connsiteY23" fmla="*/ 957470 h 4768732"/>
              <a:gd name="connsiteX24" fmla="*/ 497189 w 3529139"/>
              <a:gd name="connsiteY24" fmla="*/ 2531962 h 4768732"/>
              <a:gd name="connsiteX25" fmla="*/ 220068 w 3529139"/>
              <a:gd name="connsiteY25" fmla="*/ 2245150 h 4768732"/>
              <a:gd name="connsiteX26" fmla="*/ 497704 w 3529139"/>
              <a:gd name="connsiteY26" fmla="*/ 1954696 h 4768732"/>
              <a:gd name="connsiteX27" fmla="*/ 1488304 w 3529139"/>
              <a:gd name="connsiteY27" fmla="*/ 964096 h 4768732"/>
              <a:gd name="connsiteX28" fmla="*/ 792278 w 3529139"/>
              <a:gd name="connsiteY28" fmla="*/ 18032 h 4768732"/>
              <a:gd name="connsiteX29" fmla="*/ 722152 w 3529139"/>
              <a:gd name="connsiteY29"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177784 w 3529139"/>
              <a:gd name="connsiteY13" fmla="*/ 986092 h 4768732"/>
              <a:gd name="connsiteX14" fmla="*/ 542174 w 3529139"/>
              <a:gd name="connsiteY14" fmla="*/ 3640994 h 4768732"/>
              <a:gd name="connsiteX15" fmla="*/ 219424 w 3529139"/>
              <a:gd name="connsiteY15" fmla="*/ 3371975 h 4768732"/>
              <a:gd name="connsiteX16" fmla="*/ 477654 w 3529139"/>
              <a:gd name="connsiteY16" fmla="*/ 3067879 h 4768732"/>
              <a:gd name="connsiteX17" fmla="*/ 2601315 w 3529139"/>
              <a:gd name="connsiteY17" fmla="*/ 944218 h 4768732"/>
              <a:gd name="connsiteX18" fmla="*/ 2434428 w 3529139"/>
              <a:gd name="connsiteY18" fmla="*/ 117593 h 4768732"/>
              <a:gd name="connsiteX19" fmla="*/ 2377780 w 3529139"/>
              <a:gd name="connsiteY19" fmla="*/ 0 h 4768732"/>
              <a:gd name="connsiteX20" fmla="*/ 722152 w 3529139"/>
              <a:gd name="connsiteY20" fmla="*/ 0 h 4768732"/>
              <a:gd name="connsiteX21" fmla="*/ 1745086 w 3529139"/>
              <a:gd name="connsiteY21" fmla="*/ 0 h 4768732"/>
              <a:gd name="connsiteX22" fmla="*/ 1802783 w 3529139"/>
              <a:gd name="connsiteY22" fmla="*/ 77157 h 4768732"/>
              <a:gd name="connsiteX23" fmla="*/ 2071681 w 3529139"/>
              <a:gd name="connsiteY23" fmla="*/ 957470 h 4768732"/>
              <a:gd name="connsiteX24" fmla="*/ 497189 w 3529139"/>
              <a:gd name="connsiteY24" fmla="*/ 2531962 h 4768732"/>
              <a:gd name="connsiteX25" fmla="*/ 220068 w 3529139"/>
              <a:gd name="connsiteY25" fmla="*/ 2245150 h 4768732"/>
              <a:gd name="connsiteX26" fmla="*/ 497704 w 3529139"/>
              <a:gd name="connsiteY26" fmla="*/ 1954696 h 4768732"/>
              <a:gd name="connsiteX27" fmla="*/ 1488304 w 3529139"/>
              <a:gd name="connsiteY27" fmla="*/ 964096 h 4768732"/>
              <a:gd name="connsiteX28" fmla="*/ 792278 w 3529139"/>
              <a:gd name="connsiteY28" fmla="*/ 18032 h 4768732"/>
              <a:gd name="connsiteX29" fmla="*/ 722152 w 3529139"/>
              <a:gd name="connsiteY29"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257447 w 3529139"/>
              <a:gd name="connsiteY6" fmla="*/ 4151665 h 4768732"/>
              <a:gd name="connsiteX7" fmla="*/ 573821 w 3529139"/>
              <a:gd name="connsiteY7" fmla="*/ 4167640 h 4768732"/>
              <a:gd name="connsiteX8" fmla="*/ 3529005 w 3529139"/>
              <a:gd name="connsiteY8" fmla="*/ 1993493 h 4768732"/>
              <a:gd name="connsiteX9" fmla="*/ 3529139 w 3529139"/>
              <a:gd name="connsiteY9" fmla="*/ 1992970 h 4768732"/>
              <a:gd name="connsiteX10" fmla="*/ 2377780 w 3529139"/>
              <a:gd name="connsiteY10" fmla="*/ 0 h 4768732"/>
              <a:gd name="connsiteX11" fmla="*/ 2984988 w 3529139"/>
              <a:gd name="connsiteY11" fmla="*/ 0 h 4768732"/>
              <a:gd name="connsiteX12" fmla="*/ 3177784 w 3529139"/>
              <a:gd name="connsiteY12" fmla="*/ 986092 h 4768732"/>
              <a:gd name="connsiteX13" fmla="*/ 542174 w 3529139"/>
              <a:gd name="connsiteY13" fmla="*/ 3640994 h 4768732"/>
              <a:gd name="connsiteX14" fmla="*/ 219424 w 3529139"/>
              <a:gd name="connsiteY14" fmla="*/ 3371975 h 4768732"/>
              <a:gd name="connsiteX15" fmla="*/ 477654 w 3529139"/>
              <a:gd name="connsiteY15" fmla="*/ 3067879 h 4768732"/>
              <a:gd name="connsiteX16" fmla="*/ 2601315 w 3529139"/>
              <a:gd name="connsiteY16" fmla="*/ 944218 h 4768732"/>
              <a:gd name="connsiteX17" fmla="*/ 2434428 w 3529139"/>
              <a:gd name="connsiteY17" fmla="*/ 117593 h 4768732"/>
              <a:gd name="connsiteX18" fmla="*/ 2377780 w 3529139"/>
              <a:gd name="connsiteY18" fmla="*/ 0 h 4768732"/>
              <a:gd name="connsiteX19" fmla="*/ 722152 w 3529139"/>
              <a:gd name="connsiteY19" fmla="*/ 0 h 4768732"/>
              <a:gd name="connsiteX20" fmla="*/ 1745086 w 3529139"/>
              <a:gd name="connsiteY20" fmla="*/ 0 h 4768732"/>
              <a:gd name="connsiteX21" fmla="*/ 1802783 w 3529139"/>
              <a:gd name="connsiteY21" fmla="*/ 77157 h 4768732"/>
              <a:gd name="connsiteX22" fmla="*/ 2071681 w 3529139"/>
              <a:gd name="connsiteY22" fmla="*/ 957470 h 4768732"/>
              <a:gd name="connsiteX23" fmla="*/ 497189 w 3529139"/>
              <a:gd name="connsiteY23" fmla="*/ 2531962 h 4768732"/>
              <a:gd name="connsiteX24" fmla="*/ 220068 w 3529139"/>
              <a:gd name="connsiteY24" fmla="*/ 2245150 h 4768732"/>
              <a:gd name="connsiteX25" fmla="*/ 497704 w 3529139"/>
              <a:gd name="connsiteY25" fmla="*/ 1954696 h 4768732"/>
              <a:gd name="connsiteX26" fmla="*/ 1488304 w 3529139"/>
              <a:gd name="connsiteY26" fmla="*/ 964096 h 4768732"/>
              <a:gd name="connsiteX27" fmla="*/ 792278 w 3529139"/>
              <a:gd name="connsiteY27" fmla="*/ 18032 h 4768732"/>
              <a:gd name="connsiteX28" fmla="*/ 722152 w 3529139"/>
              <a:gd name="connsiteY28" fmla="*/ 0 h 4768732"/>
              <a:gd name="connsiteX0" fmla="*/ 3551389 w 3551389"/>
              <a:gd name="connsiteY0" fmla="*/ 1992970 h 4768732"/>
              <a:gd name="connsiteX1" fmla="*/ 3551389 w 3551389"/>
              <a:gd name="connsiteY1" fmla="*/ 3300726 h 4768732"/>
              <a:gd name="connsiteX2" fmla="*/ 3469973 w 3551389"/>
              <a:gd name="connsiteY2" fmla="*/ 3409602 h 4768732"/>
              <a:gd name="connsiteX3" fmla="*/ 587998 w 3551389"/>
              <a:gd name="connsiteY3" fmla="*/ 4768732 h 4768732"/>
              <a:gd name="connsiteX4" fmla="*/ 206134 w 3551389"/>
              <a:gd name="connsiteY4" fmla="*/ 4749450 h 4768732"/>
              <a:gd name="connsiteX5" fmla="*/ 22250 w 3551389"/>
              <a:gd name="connsiteY5" fmla="*/ 4726084 h 4768732"/>
              <a:gd name="connsiteX6" fmla="*/ 279697 w 3551389"/>
              <a:gd name="connsiteY6" fmla="*/ 4151665 h 4768732"/>
              <a:gd name="connsiteX7" fmla="*/ 596071 w 3551389"/>
              <a:gd name="connsiteY7" fmla="*/ 4167640 h 4768732"/>
              <a:gd name="connsiteX8" fmla="*/ 3551255 w 3551389"/>
              <a:gd name="connsiteY8" fmla="*/ 1993493 h 4768732"/>
              <a:gd name="connsiteX9" fmla="*/ 3551389 w 3551389"/>
              <a:gd name="connsiteY9" fmla="*/ 1992970 h 4768732"/>
              <a:gd name="connsiteX10" fmla="*/ 2400030 w 3551389"/>
              <a:gd name="connsiteY10" fmla="*/ 0 h 4768732"/>
              <a:gd name="connsiteX11" fmla="*/ 3007238 w 3551389"/>
              <a:gd name="connsiteY11" fmla="*/ 0 h 4768732"/>
              <a:gd name="connsiteX12" fmla="*/ 3200034 w 3551389"/>
              <a:gd name="connsiteY12" fmla="*/ 986092 h 4768732"/>
              <a:gd name="connsiteX13" fmla="*/ 564424 w 3551389"/>
              <a:gd name="connsiteY13" fmla="*/ 3640994 h 4768732"/>
              <a:gd name="connsiteX14" fmla="*/ 241674 w 3551389"/>
              <a:gd name="connsiteY14" fmla="*/ 3371975 h 4768732"/>
              <a:gd name="connsiteX15" fmla="*/ 499904 w 3551389"/>
              <a:gd name="connsiteY15" fmla="*/ 3067879 h 4768732"/>
              <a:gd name="connsiteX16" fmla="*/ 2623565 w 3551389"/>
              <a:gd name="connsiteY16" fmla="*/ 944218 h 4768732"/>
              <a:gd name="connsiteX17" fmla="*/ 2456678 w 3551389"/>
              <a:gd name="connsiteY17" fmla="*/ 117593 h 4768732"/>
              <a:gd name="connsiteX18" fmla="*/ 2400030 w 3551389"/>
              <a:gd name="connsiteY18" fmla="*/ 0 h 4768732"/>
              <a:gd name="connsiteX19" fmla="*/ 744402 w 3551389"/>
              <a:gd name="connsiteY19" fmla="*/ 0 h 4768732"/>
              <a:gd name="connsiteX20" fmla="*/ 1767336 w 3551389"/>
              <a:gd name="connsiteY20" fmla="*/ 0 h 4768732"/>
              <a:gd name="connsiteX21" fmla="*/ 1825033 w 3551389"/>
              <a:gd name="connsiteY21" fmla="*/ 77157 h 4768732"/>
              <a:gd name="connsiteX22" fmla="*/ 2093931 w 3551389"/>
              <a:gd name="connsiteY22" fmla="*/ 957470 h 4768732"/>
              <a:gd name="connsiteX23" fmla="*/ 519439 w 3551389"/>
              <a:gd name="connsiteY23" fmla="*/ 2531962 h 4768732"/>
              <a:gd name="connsiteX24" fmla="*/ 242318 w 3551389"/>
              <a:gd name="connsiteY24" fmla="*/ 2245150 h 4768732"/>
              <a:gd name="connsiteX25" fmla="*/ 519954 w 3551389"/>
              <a:gd name="connsiteY25" fmla="*/ 1954696 h 4768732"/>
              <a:gd name="connsiteX26" fmla="*/ 1510554 w 3551389"/>
              <a:gd name="connsiteY26" fmla="*/ 964096 h 4768732"/>
              <a:gd name="connsiteX27" fmla="*/ 814528 w 3551389"/>
              <a:gd name="connsiteY27" fmla="*/ 18032 h 4768732"/>
              <a:gd name="connsiteX28" fmla="*/ 744402 w 3551389"/>
              <a:gd name="connsiteY28" fmla="*/ 0 h 4768732"/>
              <a:gd name="connsiteX0" fmla="*/ 3345255 w 3345255"/>
              <a:gd name="connsiteY0" fmla="*/ 1992970 h 4768732"/>
              <a:gd name="connsiteX1" fmla="*/ 3345255 w 3345255"/>
              <a:gd name="connsiteY1" fmla="*/ 3300726 h 4768732"/>
              <a:gd name="connsiteX2" fmla="*/ 3263839 w 3345255"/>
              <a:gd name="connsiteY2" fmla="*/ 3409602 h 4768732"/>
              <a:gd name="connsiteX3" fmla="*/ 381864 w 3345255"/>
              <a:gd name="connsiteY3" fmla="*/ 4768732 h 4768732"/>
              <a:gd name="connsiteX4" fmla="*/ 0 w 3345255"/>
              <a:gd name="connsiteY4" fmla="*/ 4749450 h 4768732"/>
              <a:gd name="connsiteX5" fmla="*/ 73563 w 3345255"/>
              <a:gd name="connsiteY5" fmla="*/ 4151665 h 4768732"/>
              <a:gd name="connsiteX6" fmla="*/ 389937 w 3345255"/>
              <a:gd name="connsiteY6" fmla="*/ 4167640 h 4768732"/>
              <a:gd name="connsiteX7" fmla="*/ 3345121 w 3345255"/>
              <a:gd name="connsiteY7" fmla="*/ 1993493 h 4768732"/>
              <a:gd name="connsiteX8" fmla="*/ 3345255 w 3345255"/>
              <a:gd name="connsiteY8" fmla="*/ 1992970 h 4768732"/>
              <a:gd name="connsiteX9" fmla="*/ 2193896 w 3345255"/>
              <a:gd name="connsiteY9" fmla="*/ 0 h 4768732"/>
              <a:gd name="connsiteX10" fmla="*/ 2801104 w 3345255"/>
              <a:gd name="connsiteY10" fmla="*/ 0 h 4768732"/>
              <a:gd name="connsiteX11" fmla="*/ 2993900 w 3345255"/>
              <a:gd name="connsiteY11" fmla="*/ 986092 h 4768732"/>
              <a:gd name="connsiteX12" fmla="*/ 358290 w 3345255"/>
              <a:gd name="connsiteY12" fmla="*/ 3640994 h 4768732"/>
              <a:gd name="connsiteX13" fmla="*/ 35540 w 3345255"/>
              <a:gd name="connsiteY13" fmla="*/ 3371975 h 4768732"/>
              <a:gd name="connsiteX14" fmla="*/ 293770 w 3345255"/>
              <a:gd name="connsiteY14" fmla="*/ 3067879 h 4768732"/>
              <a:gd name="connsiteX15" fmla="*/ 2417431 w 3345255"/>
              <a:gd name="connsiteY15" fmla="*/ 944218 h 4768732"/>
              <a:gd name="connsiteX16" fmla="*/ 2250544 w 3345255"/>
              <a:gd name="connsiteY16" fmla="*/ 117593 h 4768732"/>
              <a:gd name="connsiteX17" fmla="*/ 2193896 w 3345255"/>
              <a:gd name="connsiteY17" fmla="*/ 0 h 4768732"/>
              <a:gd name="connsiteX18" fmla="*/ 538268 w 3345255"/>
              <a:gd name="connsiteY18" fmla="*/ 0 h 4768732"/>
              <a:gd name="connsiteX19" fmla="*/ 1561202 w 3345255"/>
              <a:gd name="connsiteY19" fmla="*/ 0 h 4768732"/>
              <a:gd name="connsiteX20" fmla="*/ 1618899 w 3345255"/>
              <a:gd name="connsiteY20" fmla="*/ 77157 h 4768732"/>
              <a:gd name="connsiteX21" fmla="*/ 1887797 w 3345255"/>
              <a:gd name="connsiteY21" fmla="*/ 957470 h 4768732"/>
              <a:gd name="connsiteX22" fmla="*/ 313305 w 3345255"/>
              <a:gd name="connsiteY22" fmla="*/ 2531962 h 4768732"/>
              <a:gd name="connsiteX23" fmla="*/ 36184 w 3345255"/>
              <a:gd name="connsiteY23" fmla="*/ 2245150 h 4768732"/>
              <a:gd name="connsiteX24" fmla="*/ 313820 w 3345255"/>
              <a:gd name="connsiteY24" fmla="*/ 1954696 h 4768732"/>
              <a:gd name="connsiteX25" fmla="*/ 1304420 w 3345255"/>
              <a:gd name="connsiteY25" fmla="*/ 964096 h 4768732"/>
              <a:gd name="connsiteX26" fmla="*/ 608394 w 3345255"/>
              <a:gd name="connsiteY26" fmla="*/ 18032 h 4768732"/>
              <a:gd name="connsiteX27" fmla="*/ 538268 w 3345255"/>
              <a:gd name="connsiteY27" fmla="*/ 0 h 4768732"/>
              <a:gd name="connsiteX0" fmla="*/ 3318819 w 3318819"/>
              <a:gd name="connsiteY0" fmla="*/ 1992970 h 4784517"/>
              <a:gd name="connsiteX1" fmla="*/ 3318819 w 3318819"/>
              <a:gd name="connsiteY1" fmla="*/ 3300726 h 4784517"/>
              <a:gd name="connsiteX2" fmla="*/ 3237403 w 3318819"/>
              <a:gd name="connsiteY2" fmla="*/ 3409602 h 4784517"/>
              <a:gd name="connsiteX3" fmla="*/ 355428 w 3318819"/>
              <a:gd name="connsiteY3" fmla="*/ 4768732 h 4784517"/>
              <a:gd name="connsiteX4" fmla="*/ 47127 w 3318819"/>
              <a:gd name="connsiteY4" fmla="*/ 4151665 h 4784517"/>
              <a:gd name="connsiteX5" fmla="*/ 363501 w 3318819"/>
              <a:gd name="connsiteY5" fmla="*/ 4167640 h 4784517"/>
              <a:gd name="connsiteX6" fmla="*/ 3318685 w 3318819"/>
              <a:gd name="connsiteY6" fmla="*/ 1993493 h 4784517"/>
              <a:gd name="connsiteX7" fmla="*/ 3318819 w 3318819"/>
              <a:gd name="connsiteY7" fmla="*/ 1992970 h 4784517"/>
              <a:gd name="connsiteX8" fmla="*/ 2167460 w 3318819"/>
              <a:gd name="connsiteY8" fmla="*/ 0 h 4784517"/>
              <a:gd name="connsiteX9" fmla="*/ 2774668 w 3318819"/>
              <a:gd name="connsiteY9" fmla="*/ 0 h 4784517"/>
              <a:gd name="connsiteX10" fmla="*/ 2967464 w 3318819"/>
              <a:gd name="connsiteY10" fmla="*/ 986092 h 4784517"/>
              <a:gd name="connsiteX11" fmla="*/ 331854 w 3318819"/>
              <a:gd name="connsiteY11" fmla="*/ 3640994 h 4784517"/>
              <a:gd name="connsiteX12" fmla="*/ 9104 w 3318819"/>
              <a:gd name="connsiteY12" fmla="*/ 3371975 h 4784517"/>
              <a:gd name="connsiteX13" fmla="*/ 267334 w 3318819"/>
              <a:gd name="connsiteY13" fmla="*/ 3067879 h 4784517"/>
              <a:gd name="connsiteX14" fmla="*/ 2390995 w 3318819"/>
              <a:gd name="connsiteY14" fmla="*/ 944218 h 4784517"/>
              <a:gd name="connsiteX15" fmla="*/ 2224108 w 3318819"/>
              <a:gd name="connsiteY15" fmla="*/ 117593 h 4784517"/>
              <a:gd name="connsiteX16" fmla="*/ 2167460 w 3318819"/>
              <a:gd name="connsiteY16" fmla="*/ 0 h 4784517"/>
              <a:gd name="connsiteX17" fmla="*/ 511832 w 3318819"/>
              <a:gd name="connsiteY17" fmla="*/ 0 h 4784517"/>
              <a:gd name="connsiteX18" fmla="*/ 1534766 w 3318819"/>
              <a:gd name="connsiteY18" fmla="*/ 0 h 4784517"/>
              <a:gd name="connsiteX19" fmla="*/ 1592463 w 3318819"/>
              <a:gd name="connsiteY19" fmla="*/ 77157 h 4784517"/>
              <a:gd name="connsiteX20" fmla="*/ 1861361 w 3318819"/>
              <a:gd name="connsiteY20" fmla="*/ 957470 h 4784517"/>
              <a:gd name="connsiteX21" fmla="*/ 286869 w 3318819"/>
              <a:gd name="connsiteY21" fmla="*/ 2531962 h 4784517"/>
              <a:gd name="connsiteX22" fmla="*/ 9748 w 3318819"/>
              <a:gd name="connsiteY22" fmla="*/ 2245150 h 4784517"/>
              <a:gd name="connsiteX23" fmla="*/ 287384 w 3318819"/>
              <a:gd name="connsiteY23" fmla="*/ 1954696 h 4784517"/>
              <a:gd name="connsiteX24" fmla="*/ 1277984 w 3318819"/>
              <a:gd name="connsiteY24" fmla="*/ 964096 h 4784517"/>
              <a:gd name="connsiteX25" fmla="*/ 581958 w 3318819"/>
              <a:gd name="connsiteY25" fmla="*/ 18032 h 4784517"/>
              <a:gd name="connsiteX26" fmla="*/ 511832 w 3318819"/>
              <a:gd name="connsiteY26" fmla="*/ 0 h 4784517"/>
              <a:gd name="connsiteX0" fmla="*/ 3336053 w 3336053"/>
              <a:gd name="connsiteY0" fmla="*/ 1992970 h 4812068"/>
              <a:gd name="connsiteX1" fmla="*/ 3336053 w 3336053"/>
              <a:gd name="connsiteY1" fmla="*/ 3300726 h 4812068"/>
              <a:gd name="connsiteX2" fmla="*/ 3254637 w 3336053"/>
              <a:gd name="connsiteY2" fmla="*/ 3409602 h 4812068"/>
              <a:gd name="connsiteX3" fmla="*/ 372662 w 3336053"/>
              <a:gd name="connsiteY3" fmla="*/ 4768732 h 4812068"/>
              <a:gd name="connsiteX4" fmla="*/ 37467 w 3336053"/>
              <a:gd name="connsiteY4" fmla="*/ 4447500 h 4812068"/>
              <a:gd name="connsiteX5" fmla="*/ 380735 w 3336053"/>
              <a:gd name="connsiteY5" fmla="*/ 4167640 h 4812068"/>
              <a:gd name="connsiteX6" fmla="*/ 3335919 w 3336053"/>
              <a:gd name="connsiteY6" fmla="*/ 1993493 h 4812068"/>
              <a:gd name="connsiteX7" fmla="*/ 3336053 w 3336053"/>
              <a:gd name="connsiteY7" fmla="*/ 1992970 h 4812068"/>
              <a:gd name="connsiteX8" fmla="*/ 2184694 w 3336053"/>
              <a:gd name="connsiteY8" fmla="*/ 0 h 4812068"/>
              <a:gd name="connsiteX9" fmla="*/ 2791902 w 3336053"/>
              <a:gd name="connsiteY9" fmla="*/ 0 h 4812068"/>
              <a:gd name="connsiteX10" fmla="*/ 2984698 w 3336053"/>
              <a:gd name="connsiteY10" fmla="*/ 986092 h 4812068"/>
              <a:gd name="connsiteX11" fmla="*/ 349088 w 3336053"/>
              <a:gd name="connsiteY11" fmla="*/ 3640994 h 4812068"/>
              <a:gd name="connsiteX12" fmla="*/ 26338 w 3336053"/>
              <a:gd name="connsiteY12" fmla="*/ 3371975 h 4812068"/>
              <a:gd name="connsiteX13" fmla="*/ 284568 w 3336053"/>
              <a:gd name="connsiteY13" fmla="*/ 3067879 h 4812068"/>
              <a:gd name="connsiteX14" fmla="*/ 2408229 w 3336053"/>
              <a:gd name="connsiteY14" fmla="*/ 944218 h 4812068"/>
              <a:gd name="connsiteX15" fmla="*/ 2241342 w 3336053"/>
              <a:gd name="connsiteY15" fmla="*/ 117593 h 4812068"/>
              <a:gd name="connsiteX16" fmla="*/ 2184694 w 3336053"/>
              <a:gd name="connsiteY16" fmla="*/ 0 h 4812068"/>
              <a:gd name="connsiteX17" fmla="*/ 529066 w 3336053"/>
              <a:gd name="connsiteY17" fmla="*/ 0 h 4812068"/>
              <a:gd name="connsiteX18" fmla="*/ 1552000 w 3336053"/>
              <a:gd name="connsiteY18" fmla="*/ 0 h 4812068"/>
              <a:gd name="connsiteX19" fmla="*/ 1609697 w 3336053"/>
              <a:gd name="connsiteY19" fmla="*/ 77157 h 4812068"/>
              <a:gd name="connsiteX20" fmla="*/ 1878595 w 3336053"/>
              <a:gd name="connsiteY20" fmla="*/ 957470 h 4812068"/>
              <a:gd name="connsiteX21" fmla="*/ 304103 w 3336053"/>
              <a:gd name="connsiteY21" fmla="*/ 2531962 h 4812068"/>
              <a:gd name="connsiteX22" fmla="*/ 26982 w 3336053"/>
              <a:gd name="connsiteY22" fmla="*/ 2245150 h 4812068"/>
              <a:gd name="connsiteX23" fmla="*/ 304618 w 3336053"/>
              <a:gd name="connsiteY23" fmla="*/ 1954696 h 4812068"/>
              <a:gd name="connsiteX24" fmla="*/ 1295218 w 3336053"/>
              <a:gd name="connsiteY24" fmla="*/ 964096 h 4812068"/>
              <a:gd name="connsiteX25" fmla="*/ 599192 w 3336053"/>
              <a:gd name="connsiteY25" fmla="*/ 18032 h 4812068"/>
              <a:gd name="connsiteX26" fmla="*/ 529066 w 3336053"/>
              <a:gd name="connsiteY26" fmla="*/ 0 h 4812068"/>
              <a:gd name="connsiteX0" fmla="*/ 3378087 w 3378087"/>
              <a:gd name="connsiteY0" fmla="*/ 1992970 h 4804894"/>
              <a:gd name="connsiteX1" fmla="*/ 3378087 w 3378087"/>
              <a:gd name="connsiteY1" fmla="*/ 3300726 h 4804894"/>
              <a:gd name="connsiteX2" fmla="*/ 3296671 w 3378087"/>
              <a:gd name="connsiteY2" fmla="*/ 3409602 h 4804894"/>
              <a:gd name="connsiteX3" fmla="*/ 414696 w 3378087"/>
              <a:gd name="connsiteY3" fmla="*/ 4768732 h 4804894"/>
              <a:gd name="connsiteX4" fmla="*/ 79501 w 3378087"/>
              <a:gd name="connsiteY4" fmla="*/ 4447500 h 4804894"/>
              <a:gd name="connsiteX5" fmla="*/ 422769 w 3378087"/>
              <a:gd name="connsiteY5" fmla="*/ 4167640 h 4804894"/>
              <a:gd name="connsiteX6" fmla="*/ 3377953 w 3378087"/>
              <a:gd name="connsiteY6" fmla="*/ 1993493 h 4804894"/>
              <a:gd name="connsiteX7" fmla="*/ 3378087 w 3378087"/>
              <a:gd name="connsiteY7" fmla="*/ 1992970 h 4804894"/>
              <a:gd name="connsiteX8" fmla="*/ 2226728 w 3378087"/>
              <a:gd name="connsiteY8" fmla="*/ 0 h 4804894"/>
              <a:gd name="connsiteX9" fmla="*/ 2833936 w 3378087"/>
              <a:gd name="connsiteY9" fmla="*/ 0 h 4804894"/>
              <a:gd name="connsiteX10" fmla="*/ 3026732 w 3378087"/>
              <a:gd name="connsiteY10" fmla="*/ 986092 h 4804894"/>
              <a:gd name="connsiteX11" fmla="*/ 391122 w 3378087"/>
              <a:gd name="connsiteY11" fmla="*/ 3640994 h 4804894"/>
              <a:gd name="connsiteX12" fmla="*/ 68372 w 3378087"/>
              <a:gd name="connsiteY12" fmla="*/ 3371975 h 4804894"/>
              <a:gd name="connsiteX13" fmla="*/ 326602 w 3378087"/>
              <a:gd name="connsiteY13" fmla="*/ 3067879 h 4804894"/>
              <a:gd name="connsiteX14" fmla="*/ 2450263 w 3378087"/>
              <a:gd name="connsiteY14" fmla="*/ 944218 h 4804894"/>
              <a:gd name="connsiteX15" fmla="*/ 2283376 w 3378087"/>
              <a:gd name="connsiteY15" fmla="*/ 117593 h 4804894"/>
              <a:gd name="connsiteX16" fmla="*/ 2226728 w 3378087"/>
              <a:gd name="connsiteY16" fmla="*/ 0 h 4804894"/>
              <a:gd name="connsiteX17" fmla="*/ 571100 w 3378087"/>
              <a:gd name="connsiteY17" fmla="*/ 0 h 4804894"/>
              <a:gd name="connsiteX18" fmla="*/ 1594034 w 3378087"/>
              <a:gd name="connsiteY18" fmla="*/ 0 h 4804894"/>
              <a:gd name="connsiteX19" fmla="*/ 1651731 w 3378087"/>
              <a:gd name="connsiteY19" fmla="*/ 77157 h 4804894"/>
              <a:gd name="connsiteX20" fmla="*/ 1920629 w 3378087"/>
              <a:gd name="connsiteY20" fmla="*/ 957470 h 4804894"/>
              <a:gd name="connsiteX21" fmla="*/ 346137 w 3378087"/>
              <a:gd name="connsiteY21" fmla="*/ 2531962 h 4804894"/>
              <a:gd name="connsiteX22" fmla="*/ 69016 w 3378087"/>
              <a:gd name="connsiteY22" fmla="*/ 2245150 h 4804894"/>
              <a:gd name="connsiteX23" fmla="*/ 346652 w 3378087"/>
              <a:gd name="connsiteY23" fmla="*/ 1954696 h 4804894"/>
              <a:gd name="connsiteX24" fmla="*/ 1337252 w 3378087"/>
              <a:gd name="connsiteY24" fmla="*/ 964096 h 4804894"/>
              <a:gd name="connsiteX25" fmla="*/ 641226 w 3378087"/>
              <a:gd name="connsiteY25" fmla="*/ 18032 h 4804894"/>
              <a:gd name="connsiteX26" fmla="*/ 571100 w 3378087"/>
              <a:gd name="connsiteY26" fmla="*/ 0 h 4804894"/>
              <a:gd name="connsiteX0" fmla="*/ 3339248 w 3339248"/>
              <a:gd name="connsiteY0" fmla="*/ 1992970 h 4814442"/>
              <a:gd name="connsiteX1" fmla="*/ 3339248 w 3339248"/>
              <a:gd name="connsiteY1" fmla="*/ 3300726 h 4814442"/>
              <a:gd name="connsiteX2" fmla="*/ 3257832 w 3339248"/>
              <a:gd name="connsiteY2" fmla="*/ 3409602 h 4814442"/>
              <a:gd name="connsiteX3" fmla="*/ 375857 w 3339248"/>
              <a:gd name="connsiteY3" fmla="*/ 4768732 h 4814442"/>
              <a:gd name="connsiteX4" fmla="*/ 40662 w 3339248"/>
              <a:gd name="connsiteY4" fmla="*/ 4447500 h 4814442"/>
              <a:gd name="connsiteX5" fmla="*/ 383930 w 3339248"/>
              <a:gd name="connsiteY5" fmla="*/ 4167640 h 4814442"/>
              <a:gd name="connsiteX6" fmla="*/ 3339114 w 3339248"/>
              <a:gd name="connsiteY6" fmla="*/ 1993493 h 4814442"/>
              <a:gd name="connsiteX7" fmla="*/ 3339248 w 3339248"/>
              <a:gd name="connsiteY7" fmla="*/ 1992970 h 4814442"/>
              <a:gd name="connsiteX8" fmla="*/ 2187889 w 3339248"/>
              <a:gd name="connsiteY8" fmla="*/ 0 h 4814442"/>
              <a:gd name="connsiteX9" fmla="*/ 2795097 w 3339248"/>
              <a:gd name="connsiteY9" fmla="*/ 0 h 4814442"/>
              <a:gd name="connsiteX10" fmla="*/ 2987893 w 3339248"/>
              <a:gd name="connsiteY10" fmla="*/ 986092 h 4814442"/>
              <a:gd name="connsiteX11" fmla="*/ 352283 w 3339248"/>
              <a:gd name="connsiteY11" fmla="*/ 3640994 h 4814442"/>
              <a:gd name="connsiteX12" fmla="*/ 29533 w 3339248"/>
              <a:gd name="connsiteY12" fmla="*/ 3371975 h 4814442"/>
              <a:gd name="connsiteX13" fmla="*/ 287763 w 3339248"/>
              <a:gd name="connsiteY13" fmla="*/ 3067879 h 4814442"/>
              <a:gd name="connsiteX14" fmla="*/ 2411424 w 3339248"/>
              <a:gd name="connsiteY14" fmla="*/ 944218 h 4814442"/>
              <a:gd name="connsiteX15" fmla="*/ 2244537 w 3339248"/>
              <a:gd name="connsiteY15" fmla="*/ 117593 h 4814442"/>
              <a:gd name="connsiteX16" fmla="*/ 2187889 w 3339248"/>
              <a:gd name="connsiteY16" fmla="*/ 0 h 4814442"/>
              <a:gd name="connsiteX17" fmla="*/ 532261 w 3339248"/>
              <a:gd name="connsiteY17" fmla="*/ 0 h 4814442"/>
              <a:gd name="connsiteX18" fmla="*/ 1555195 w 3339248"/>
              <a:gd name="connsiteY18" fmla="*/ 0 h 4814442"/>
              <a:gd name="connsiteX19" fmla="*/ 1612892 w 3339248"/>
              <a:gd name="connsiteY19" fmla="*/ 77157 h 4814442"/>
              <a:gd name="connsiteX20" fmla="*/ 1881790 w 3339248"/>
              <a:gd name="connsiteY20" fmla="*/ 957470 h 4814442"/>
              <a:gd name="connsiteX21" fmla="*/ 307298 w 3339248"/>
              <a:gd name="connsiteY21" fmla="*/ 2531962 h 4814442"/>
              <a:gd name="connsiteX22" fmla="*/ 30177 w 3339248"/>
              <a:gd name="connsiteY22" fmla="*/ 2245150 h 4814442"/>
              <a:gd name="connsiteX23" fmla="*/ 307813 w 3339248"/>
              <a:gd name="connsiteY23" fmla="*/ 1954696 h 4814442"/>
              <a:gd name="connsiteX24" fmla="*/ 1298413 w 3339248"/>
              <a:gd name="connsiteY24" fmla="*/ 964096 h 4814442"/>
              <a:gd name="connsiteX25" fmla="*/ 602387 w 3339248"/>
              <a:gd name="connsiteY25" fmla="*/ 18032 h 4814442"/>
              <a:gd name="connsiteX26" fmla="*/ 532261 w 3339248"/>
              <a:gd name="connsiteY26" fmla="*/ 0 h 4814442"/>
              <a:gd name="connsiteX0" fmla="*/ 3339248 w 3339248"/>
              <a:gd name="connsiteY0" fmla="*/ 1992970 h 4814442"/>
              <a:gd name="connsiteX1" fmla="*/ 3339248 w 3339248"/>
              <a:gd name="connsiteY1" fmla="*/ 3300726 h 4814442"/>
              <a:gd name="connsiteX2" fmla="*/ 3257832 w 3339248"/>
              <a:gd name="connsiteY2" fmla="*/ 3409602 h 4814442"/>
              <a:gd name="connsiteX3" fmla="*/ 375857 w 3339248"/>
              <a:gd name="connsiteY3" fmla="*/ 4768732 h 4814442"/>
              <a:gd name="connsiteX4" fmla="*/ 40662 w 3339248"/>
              <a:gd name="connsiteY4" fmla="*/ 4447500 h 4814442"/>
              <a:gd name="connsiteX5" fmla="*/ 383930 w 3339248"/>
              <a:gd name="connsiteY5" fmla="*/ 4167640 h 4814442"/>
              <a:gd name="connsiteX6" fmla="*/ 3339114 w 3339248"/>
              <a:gd name="connsiteY6" fmla="*/ 1993493 h 4814442"/>
              <a:gd name="connsiteX7" fmla="*/ 3339248 w 3339248"/>
              <a:gd name="connsiteY7" fmla="*/ 1992970 h 4814442"/>
              <a:gd name="connsiteX8" fmla="*/ 2187889 w 3339248"/>
              <a:gd name="connsiteY8" fmla="*/ 0 h 4814442"/>
              <a:gd name="connsiteX9" fmla="*/ 2795097 w 3339248"/>
              <a:gd name="connsiteY9" fmla="*/ 0 h 4814442"/>
              <a:gd name="connsiteX10" fmla="*/ 2987893 w 3339248"/>
              <a:gd name="connsiteY10" fmla="*/ 986092 h 4814442"/>
              <a:gd name="connsiteX11" fmla="*/ 352283 w 3339248"/>
              <a:gd name="connsiteY11" fmla="*/ 3640994 h 4814442"/>
              <a:gd name="connsiteX12" fmla="*/ 29533 w 3339248"/>
              <a:gd name="connsiteY12" fmla="*/ 3371975 h 4814442"/>
              <a:gd name="connsiteX13" fmla="*/ 287763 w 3339248"/>
              <a:gd name="connsiteY13" fmla="*/ 3067879 h 4814442"/>
              <a:gd name="connsiteX14" fmla="*/ 2411424 w 3339248"/>
              <a:gd name="connsiteY14" fmla="*/ 944218 h 4814442"/>
              <a:gd name="connsiteX15" fmla="*/ 2244537 w 3339248"/>
              <a:gd name="connsiteY15" fmla="*/ 117593 h 4814442"/>
              <a:gd name="connsiteX16" fmla="*/ 2187889 w 3339248"/>
              <a:gd name="connsiteY16" fmla="*/ 0 h 4814442"/>
              <a:gd name="connsiteX17" fmla="*/ 532261 w 3339248"/>
              <a:gd name="connsiteY17" fmla="*/ 0 h 4814442"/>
              <a:gd name="connsiteX18" fmla="*/ 1555195 w 3339248"/>
              <a:gd name="connsiteY18" fmla="*/ 0 h 4814442"/>
              <a:gd name="connsiteX19" fmla="*/ 1612892 w 3339248"/>
              <a:gd name="connsiteY19" fmla="*/ 77157 h 4814442"/>
              <a:gd name="connsiteX20" fmla="*/ 1881790 w 3339248"/>
              <a:gd name="connsiteY20" fmla="*/ 957470 h 4814442"/>
              <a:gd name="connsiteX21" fmla="*/ 307298 w 3339248"/>
              <a:gd name="connsiteY21" fmla="*/ 2531962 h 4814442"/>
              <a:gd name="connsiteX22" fmla="*/ 30177 w 3339248"/>
              <a:gd name="connsiteY22" fmla="*/ 2245150 h 4814442"/>
              <a:gd name="connsiteX23" fmla="*/ 307813 w 3339248"/>
              <a:gd name="connsiteY23" fmla="*/ 1954696 h 4814442"/>
              <a:gd name="connsiteX24" fmla="*/ 1298413 w 3339248"/>
              <a:gd name="connsiteY24" fmla="*/ 964096 h 4814442"/>
              <a:gd name="connsiteX25" fmla="*/ 602387 w 3339248"/>
              <a:gd name="connsiteY25" fmla="*/ 18032 h 4814442"/>
              <a:gd name="connsiteX26" fmla="*/ 532261 w 3339248"/>
              <a:gd name="connsiteY26" fmla="*/ 0 h 4814442"/>
              <a:gd name="connsiteX0" fmla="*/ 3332179 w 3332179"/>
              <a:gd name="connsiteY0" fmla="*/ 1992970 h 4814442"/>
              <a:gd name="connsiteX1" fmla="*/ 3332179 w 3332179"/>
              <a:gd name="connsiteY1" fmla="*/ 3300726 h 4814442"/>
              <a:gd name="connsiteX2" fmla="*/ 3250763 w 3332179"/>
              <a:gd name="connsiteY2" fmla="*/ 3409602 h 4814442"/>
              <a:gd name="connsiteX3" fmla="*/ 368788 w 3332179"/>
              <a:gd name="connsiteY3" fmla="*/ 4768732 h 4814442"/>
              <a:gd name="connsiteX4" fmla="*/ 33593 w 3332179"/>
              <a:gd name="connsiteY4" fmla="*/ 4447500 h 4814442"/>
              <a:gd name="connsiteX5" fmla="*/ 376861 w 3332179"/>
              <a:gd name="connsiteY5" fmla="*/ 4167640 h 4814442"/>
              <a:gd name="connsiteX6" fmla="*/ 3332045 w 3332179"/>
              <a:gd name="connsiteY6" fmla="*/ 1993493 h 4814442"/>
              <a:gd name="connsiteX7" fmla="*/ 3332179 w 3332179"/>
              <a:gd name="connsiteY7" fmla="*/ 1992970 h 4814442"/>
              <a:gd name="connsiteX8" fmla="*/ 2180820 w 3332179"/>
              <a:gd name="connsiteY8" fmla="*/ 0 h 4814442"/>
              <a:gd name="connsiteX9" fmla="*/ 2788028 w 3332179"/>
              <a:gd name="connsiteY9" fmla="*/ 0 h 4814442"/>
              <a:gd name="connsiteX10" fmla="*/ 2980824 w 3332179"/>
              <a:gd name="connsiteY10" fmla="*/ 986092 h 4814442"/>
              <a:gd name="connsiteX11" fmla="*/ 345214 w 3332179"/>
              <a:gd name="connsiteY11" fmla="*/ 3640994 h 4814442"/>
              <a:gd name="connsiteX12" fmla="*/ 22464 w 3332179"/>
              <a:gd name="connsiteY12" fmla="*/ 3371975 h 4814442"/>
              <a:gd name="connsiteX13" fmla="*/ 280694 w 3332179"/>
              <a:gd name="connsiteY13" fmla="*/ 3067879 h 4814442"/>
              <a:gd name="connsiteX14" fmla="*/ 2404355 w 3332179"/>
              <a:gd name="connsiteY14" fmla="*/ 944218 h 4814442"/>
              <a:gd name="connsiteX15" fmla="*/ 2237468 w 3332179"/>
              <a:gd name="connsiteY15" fmla="*/ 117593 h 4814442"/>
              <a:gd name="connsiteX16" fmla="*/ 2180820 w 3332179"/>
              <a:gd name="connsiteY16" fmla="*/ 0 h 4814442"/>
              <a:gd name="connsiteX17" fmla="*/ 525192 w 3332179"/>
              <a:gd name="connsiteY17" fmla="*/ 0 h 4814442"/>
              <a:gd name="connsiteX18" fmla="*/ 1548126 w 3332179"/>
              <a:gd name="connsiteY18" fmla="*/ 0 h 4814442"/>
              <a:gd name="connsiteX19" fmla="*/ 1605823 w 3332179"/>
              <a:gd name="connsiteY19" fmla="*/ 77157 h 4814442"/>
              <a:gd name="connsiteX20" fmla="*/ 1874721 w 3332179"/>
              <a:gd name="connsiteY20" fmla="*/ 957470 h 4814442"/>
              <a:gd name="connsiteX21" fmla="*/ 300229 w 3332179"/>
              <a:gd name="connsiteY21" fmla="*/ 2531962 h 4814442"/>
              <a:gd name="connsiteX22" fmla="*/ 23108 w 3332179"/>
              <a:gd name="connsiteY22" fmla="*/ 2245150 h 4814442"/>
              <a:gd name="connsiteX23" fmla="*/ 300744 w 3332179"/>
              <a:gd name="connsiteY23" fmla="*/ 1954696 h 4814442"/>
              <a:gd name="connsiteX24" fmla="*/ 1291344 w 3332179"/>
              <a:gd name="connsiteY24" fmla="*/ 964096 h 4814442"/>
              <a:gd name="connsiteX25" fmla="*/ 595318 w 3332179"/>
              <a:gd name="connsiteY25" fmla="*/ 18032 h 4814442"/>
              <a:gd name="connsiteX26" fmla="*/ 525192 w 3332179"/>
              <a:gd name="connsiteY26" fmla="*/ 0 h 4814442"/>
              <a:gd name="connsiteX0" fmla="*/ 3332179 w 3332179"/>
              <a:gd name="connsiteY0" fmla="*/ 1992970 h 4814442"/>
              <a:gd name="connsiteX1" fmla="*/ 3332179 w 3332179"/>
              <a:gd name="connsiteY1" fmla="*/ 3300726 h 4814442"/>
              <a:gd name="connsiteX2" fmla="*/ 3250763 w 3332179"/>
              <a:gd name="connsiteY2" fmla="*/ 3409602 h 4814442"/>
              <a:gd name="connsiteX3" fmla="*/ 368788 w 3332179"/>
              <a:gd name="connsiteY3" fmla="*/ 4768732 h 4814442"/>
              <a:gd name="connsiteX4" fmla="*/ 33593 w 3332179"/>
              <a:gd name="connsiteY4" fmla="*/ 4447500 h 4814442"/>
              <a:gd name="connsiteX5" fmla="*/ 376861 w 3332179"/>
              <a:gd name="connsiteY5" fmla="*/ 4167640 h 4814442"/>
              <a:gd name="connsiteX6" fmla="*/ 3332045 w 3332179"/>
              <a:gd name="connsiteY6" fmla="*/ 1993493 h 4814442"/>
              <a:gd name="connsiteX7" fmla="*/ 3332179 w 3332179"/>
              <a:gd name="connsiteY7" fmla="*/ 1992970 h 4814442"/>
              <a:gd name="connsiteX8" fmla="*/ 2180820 w 3332179"/>
              <a:gd name="connsiteY8" fmla="*/ 0 h 4814442"/>
              <a:gd name="connsiteX9" fmla="*/ 2788028 w 3332179"/>
              <a:gd name="connsiteY9" fmla="*/ 0 h 4814442"/>
              <a:gd name="connsiteX10" fmla="*/ 2980824 w 3332179"/>
              <a:gd name="connsiteY10" fmla="*/ 986092 h 4814442"/>
              <a:gd name="connsiteX11" fmla="*/ 345214 w 3332179"/>
              <a:gd name="connsiteY11" fmla="*/ 3640994 h 4814442"/>
              <a:gd name="connsiteX12" fmla="*/ 22464 w 3332179"/>
              <a:gd name="connsiteY12" fmla="*/ 3371975 h 4814442"/>
              <a:gd name="connsiteX13" fmla="*/ 280694 w 3332179"/>
              <a:gd name="connsiteY13" fmla="*/ 3067879 h 4814442"/>
              <a:gd name="connsiteX14" fmla="*/ 2404355 w 3332179"/>
              <a:gd name="connsiteY14" fmla="*/ 944218 h 4814442"/>
              <a:gd name="connsiteX15" fmla="*/ 2237468 w 3332179"/>
              <a:gd name="connsiteY15" fmla="*/ 117593 h 4814442"/>
              <a:gd name="connsiteX16" fmla="*/ 2180820 w 3332179"/>
              <a:gd name="connsiteY16" fmla="*/ 0 h 4814442"/>
              <a:gd name="connsiteX17" fmla="*/ 525192 w 3332179"/>
              <a:gd name="connsiteY17" fmla="*/ 0 h 4814442"/>
              <a:gd name="connsiteX18" fmla="*/ 1548126 w 3332179"/>
              <a:gd name="connsiteY18" fmla="*/ 0 h 4814442"/>
              <a:gd name="connsiteX19" fmla="*/ 1605823 w 3332179"/>
              <a:gd name="connsiteY19" fmla="*/ 77157 h 4814442"/>
              <a:gd name="connsiteX20" fmla="*/ 1874721 w 3332179"/>
              <a:gd name="connsiteY20" fmla="*/ 957470 h 4814442"/>
              <a:gd name="connsiteX21" fmla="*/ 300229 w 3332179"/>
              <a:gd name="connsiteY21" fmla="*/ 2531962 h 4814442"/>
              <a:gd name="connsiteX22" fmla="*/ 23108 w 3332179"/>
              <a:gd name="connsiteY22" fmla="*/ 2245150 h 4814442"/>
              <a:gd name="connsiteX23" fmla="*/ 300744 w 3332179"/>
              <a:gd name="connsiteY23" fmla="*/ 1954696 h 4814442"/>
              <a:gd name="connsiteX24" fmla="*/ 1291344 w 3332179"/>
              <a:gd name="connsiteY24" fmla="*/ 964096 h 4814442"/>
              <a:gd name="connsiteX25" fmla="*/ 595318 w 3332179"/>
              <a:gd name="connsiteY25" fmla="*/ 18032 h 4814442"/>
              <a:gd name="connsiteX26" fmla="*/ 525192 w 3332179"/>
              <a:gd name="connsiteY26" fmla="*/ 0 h 4814442"/>
              <a:gd name="connsiteX0" fmla="*/ 3341060 w 3341060"/>
              <a:gd name="connsiteY0" fmla="*/ 1992970 h 4768822"/>
              <a:gd name="connsiteX1" fmla="*/ 3341060 w 3341060"/>
              <a:gd name="connsiteY1" fmla="*/ 3300726 h 4768822"/>
              <a:gd name="connsiteX2" fmla="*/ 3259644 w 3341060"/>
              <a:gd name="connsiteY2" fmla="*/ 3409602 h 4768822"/>
              <a:gd name="connsiteX3" fmla="*/ 377669 w 3341060"/>
              <a:gd name="connsiteY3" fmla="*/ 4768732 h 4768822"/>
              <a:gd name="connsiteX4" fmla="*/ 42474 w 3341060"/>
              <a:gd name="connsiteY4" fmla="*/ 4447500 h 4768822"/>
              <a:gd name="connsiteX5" fmla="*/ 385742 w 3341060"/>
              <a:gd name="connsiteY5" fmla="*/ 4167640 h 4768822"/>
              <a:gd name="connsiteX6" fmla="*/ 3340926 w 3341060"/>
              <a:gd name="connsiteY6" fmla="*/ 1993493 h 4768822"/>
              <a:gd name="connsiteX7" fmla="*/ 3341060 w 3341060"/>
              <a:gd name="connsiteY7" fmla="*/ 1992970 h 4768822"/>
              <a:gd name="connsiteX8" fmla="*/ 2189701 w 3341060"/>
              <a:gd name="connsiteY8" fmla="*/ 0 h 4768822"/>
              <a:gd name="connsiteX9" fmla="*/ 2796909 w 3341060"/>
              <a:gd name="connsiteY9" fmla="*/ 0 h 4768822"/>
              <a:gd name="connsiteX10" fmla="*/ 2989705 w 3341060"/>
              <a:gd name="connsiteY10" fmla="*/ 986092 h 4768822"/>
              <a:gd name="connsiteX11" fmla="*/ 354095 w 3341060"/>
              <a:gd name="connsiteY11" fmla="*/ 3640994 h 4768822"/>
              <a:gd name="connsiteX12" fmla="*/ 31345 w 3341060"/>
              <a:gd name="connsiteY12" fmla="*/ 3371975 h 4768822"/>
              <a:gd name="connsiteX13" fmla="*/ 289575 w 3341060"/>
              <a:gd name="connsiteY13" fmla="*/ 3067879 h 4768822"/>
              <a:gd name="connsiteX14" fmla="*/ 2413236 w 3341060"/>
              <a:gd name="connsiteY14" fmla="*/ 944218 h 4768822"/>
              <a:gd name="connsiteX15" fmla="*/ 2246349 w 3341060"/>
              <a:gd name="connsiteY15" fmla="*/ 117593 h 4768822"/>
              <a:gd name="connsiteX16" fmla="*/ 2189701 w 3341060"/>
              <a:gd name="connsiteY16" fmla="*/ 0 h 4768822"/>
              <a:gd name="connsiteX17" fmla="*/ 534073 w 3341060"/>
              <a:gd name="connsiteY17" fmla="*/ 0 h 4768822"/>
              <a:gd name="connsiteX18" fmla="*/ 1557007 w 3341060"/>
              <a:gd name="connsiteY18" fmla="*/ 0 h 4768822"/>
              <a:gd name="connsiteX19" fmla="*/ 1614704 w 3341060"/>
              <a:gd name="connsiteY19" fmla="*/ 77157 h 4768822"/>
              <a:gd name="connsiteX20" fmla="*/ 1883602 w 3341060"/>
              <a:gd name="connsiteY20" fmla="*/ 957470 h 4768822"/>
              <a:gd name="connsiteX21" fmla="*/ 309110 w 3341060"/>
              <a:gd name="connsiteY21" fmla="*/ 2531962 h 4768822"/>
              <a:gd name="connsiteX22" fmla="*/ 31989 w 3341060"/>
              <a:gd name="connsiteY22" fmla="*/ 2245150 h 4768822"/>
              <a:gd name="connsiteX23" fmla="*/ 309625 w 3341060"/>
              <a:gd name="connsiteY23" fmla="*/ 1954696 h 4768822"/>
              <a:gd name="connsiteX24" fmla="*/ 1300225 w 3341060"/>
              <a:gd name="connsiteY24" fmla="*/ 964096 h 4768822"/>
              <a:gd name="connsiteX25" fmla="*/ 604199 w 3341060"/>
              <a:gd name="connsiteY25" fmla="*/ 18032 h 4768822"/>
              <a:gd name="connsiteX26" fmla="*/ 534073 w 3341060"/>
              <a:gd name="connsiteY26" fmla="*/ 0 h 4768822"/>
              <a:gd name="connsiteX0" fmla="*/ 3311075 w 3311075"/>
              <a:gd name="connsiteY0" fmla="*/ 1992970 h 4768822"/>
              <a:gd name="connsiteX1" fmla="*/ 3311075 w 3311075"/>
              <a:gd name="connsiteY1" fmla="*/ 3300726 h 4768822"/>
              <a:gd name="connsiteX2" fmla="*/ 3229659 w 3311075"/>
              <a:gd name="connsiteY2" fmla="*/ 3409602 h 4768822"/>
              <a:gd name="connsiteX3" fmla="*/ 347684 w 3311075"/>
              <a:gd name="connsiteY3" fmla="*/ 4768732 h 4768822"/>
              <a:gd name="connsiteX4" fmla="*/ 12489 w 3311075"/>
              <a:gd name="connsiteY4" fmla="*/ 4447500 h 4768822"/>
              <a:gd name="connsiteX5" fmla="*/ 355757 w 3311075"/>
              <a:gd name="connsiteY5" fmla="*/ 4167640 h 4768822"/>
              <a:gd name="connsiteX6" fmla="*/ 3310941 w 3311075"/>
              <a:gd name="connsiteY6" fmla="*/ 1993493 h 4768822"/>
              <a:gd name="connsiteX7" fmla="*/ 3311075 w 3311075"/>
              <a:gd name="connsiteY7" fmla="*/ 1992970 h 4768822"/>
              <a:gd name="connsiteX8" fmla="*/ 2159716 w 3311075"/>
              <a:gd name="connsiteY8" fmla="*/ 0 h 4768822"/>
              <a:gd name="connsiteX9" fmla="*/ 2766924 w 3311075"/>
              <a:gd name="connsiteY9" fmla="*/ 0 h 4768822"/>
              <a:gd name="connsiteX10" fmla="*/ 2959720 w 3311075"/>
              <a:gd name="connsiteY10" fmla="*/ 986092 h 4768822"/>
              <a:gd name="connsiteX11" fmla="*/ 324110 w 3311075"/>
              <a:gd name="connsiteY11" fmla="*/ 3640994 h 4768822"/>
              <a:gd name="connsiteX12" fmla="*/ 1360 w 3311075"/>
              <a:gd name="connsiteY12" fmla="*/ 3371975 h 4768822"/>
              <a:gd name="connsiteX13" fmla="*/ 259590 w 3311075"/>
              <a:gd name="connsiteY13" fmla="*/ 3067879 h 4768822"/>
              <a:gd name="connsiteX14" fmla="*/ 2383251 w 3311075"/>
              <a:gd name="connsiteY14" fmla="*/ 944218 h 4768822"/>
              <a:gd name="connsiteX15" fmla="*/ 2216364 w 3311075"/>
              <a:gd name="connsiteY15" fmla="*/ 117593 h 4768822"/>
              <a:gd name="connsiteX16" fmla="*/ 2159716 w 3311075"/>
              <a:gd name="connsiteY16" fmla="*/ 0 h 4768822"/>
              <a:gd name="connsiteX17" fmla="*/ 504088 w 3311075"/>
              <a:gd name="connsiteY17" fmla="*/ 0 h 4768822"/>
              <a:gd name="connsiteX18" fmla="*/ 1527022 w 3311075"/>
              <a:gd name="connsiteY18" fmla="*/ 0 h 4768822"/>
              <a:gd name="connsiteX19" fmla="*/ 1584719 w 3311075"/>
              <a:gd name="connsiteY19" fmla="*/ 77157 h 4768822"/>
              <a:gd name="connsiteX20" fmla="*/ 1853617 w 3311075"/>
              <a:gd name="connsiteY20" fmla="*/ 957470 h 4768822"/>
              <a:gd name="connsiteX21" fmla="*/ 279125 w 3311075"/>
              <a:gd name="connsiteY21" fmla="*/ 2531962 h 4768822"/>
              <a:gd name="connsiteX22" fmla="*/ 2004 w 3311075"/>
              <a:gd name="connsiteY22" fmla="*/ 2245150 h 4768822"/>
              <a:gd name="connsiteX23" fmla="*/ 279640 w 3311075"/>
              <a:gd name="connsiteY23" fmla="*/ 1954696 h 4768822"/>
              <a:gd name="connsiteX24" fmla="*/ 1270240 w 3311075"/>
              <a:gd name="connsiteY24" fmla="*/ 964096 h 4768822"/>
              <a:gd name="connsiteX25" fmla="*/ 574214 w 3311075"/>
              <a:gd name="connsiteY25" fmla="*/ 18032 h 4768822"/>
              <a:gd name="connsiteX26" fmla="*/ 504088 w 3311075"/>
              <a:gd name="connsiteY26" fmla="*/ 0 h 4768822"/>
              <a:gd name="connsiteX0" fmla="*/ 3342827 w 3342827"/>
              <a:gd name="connsiteY0" fmla="*/ 1992970 h 4816965"/>
              <a:gd name="connsiteX1" fmla="*/ 3342827 w 3342827"/>
              <a:gd name="connsiteY1" fmla="*/ 3300726 h 4816965"/>
              <a:gd name="connsiteX2" fmla="*/ 3261411 w 3342827"/>
              <a:gd name="connsiteY2" fmla="*/ 3409602 h 4816965"/>
              <a:gd name="connsiteX3" fmla="*/ 379436 w 3342827"/>
              <a:gd name="connsiteY3" fmla="*/ 4768732 h 4816965"/>
              <a:gd name="connsiteX4" fmla="*/ 38862 w 3342827"/>
              <a:gd name="connsiteY4" fmla="*/ 4463637 h 4816965"/>
              <a:gd name="connsiteX5" fmla="*/ 387509 w 3342827"/>
              <a:gd name="connsiteY5" fmla="*/ 4167640 h 4816965"/>
              <a:gd name="connsiteX6" fmla="*/ 3342693 w 3342827"/>
              <a:gd name="connsiteY6" fmla="*/ 1993493 h 4816965"/>
              <a:gd name="connsiteX7" fmla="*/ 3342827 w 3342827"/>
              <a:gd name="connsiteY7" fmla="*/ 1992970 h 4816965"/>
              <a:gd name="connsiteX8" fmla="*/ 2191468 w 3342827"/>
              <a:gd name="connsiteY8" fmla="*/ 0 h 4816965"/>
              <a:gd name="connsiteX9" fmla="*/ 2798676 w 3342827"/>
              <a:gd name="connsiteY9" fmla="*/ 0 h 4816965"/>
              <a:gd name="connsiteX10" fmla="*/ 2991472 w 3342827"/>
              <a:gd name="connsiteY10" fmla="*/ 986092 h 4816965"/>
              <a:gd name="connsiteX11" fmla="*/ 355862 w 3342827"/>
              <a:gd name="connsiteY11" fmla="*/ 3640994 h 4816965"/>
              <a:gd name="connsiteX12" fmla="*/ 33112 w 3342827"/>
              <a:gd name="connsiteY12" fmla="*/ 3371975 h 4816965"/>
              <a:gd name="connsiteX13" fmla="*/ 291342 w 3342827"/>
              <a:gd name="connsiteY13" fmla="*/ 3067879 h 4816965"/>
              <a:gd name="connsiteX14" fmla="*/ 2415003 w 3342827"/>
              <a:gd name="connsiteY14" fmla="*/ 944218 h 4816965"/>
              <a:gd name="connsiteX15" fmla="*/ 2248116 w 3342827"/>
              <a:gd name="connsiteY15" fmla="*/ 117593 h 4816965"/>
              <a:gd name="connsiteX16" fmla="*/ 2191468 w 3342827"/>
              <a:gd name="connsiteY16" fmla="*/ 0 h 4816965"/>
              <a:gd name="connsiteX17" fmla="*/ 535840 w 3342827"/>
              <a:gd name="connsiteY17" fmla="*/ 0 h 4816965"/>
              <a:gd name="connsiteX18" fmla="*/ 1558774 w 3342827"/>
              <a:gd name="connsiteY18" fmla="*/ 0 h 4816965"/>
              <a:gd name="connsiteX19" fmla="*/ 1616471 w 3342827"/>
              <a:gd name="connsiteY19" fmla="*/ 77157 h 4816965"/>
              <a:gd name="connsiteX20" fmla="*/ 1885369 w 3342827"/>
              <a:gd name="connsiteY20" fmla="*/ 957470 h 4816965"/>
              <a:gd name="connsiteX21" fmla="*/ 310877 w 3342827"/>
              <a:gd name="connsiteY21" fmla="*/ 2531962 h 4816965"/>
              <a:gd name="connsiteX22" fmla="*/ 33756 w 3342827"/>
              <a:gd name="connsiteY22" fmla="*/ 2245150 h 4816965"/>
              <a:gd name="connsiteX23" fmla="*/ 311392 w 3342827"/>
              <a:gd name="connsiteY23" fmla="*/ 1954696 h 4816965"/>
              <a:gd name="connsiteX24" fmla="*/ 1301992 w 3342827"/>
              <a:gd name="connsiteY24" fmla="*/ 964096 h 4816965"/>
              <a:gd name="connsiteX25" fmla="*/ 605966 w 3342827"/>
              <a:gd name="connsiteY25" fmla="*/ 18032 h 4816965"/>
              <a:gd name="connsiteX26" fmla="*/ 535840 w 3342827"/>
              <a:gd name="connsiteY26" fmla="*/ 0 h 4816965"/>
              <a:gd name="connsiteX0" fmla="*/ 3389840 w 3389840"/>
              <a:gd name="connsiteY0" fmla="*/ 1992970 h 4816965"/>
              <a:gd name="connsiteX1" fmla="*/ 3389840 w 3389840"/>
              <a:gd name="connsiteY1" fmla="*/ 3300726 h 4816965"/>
              <a:gd name="connsiteX2" fmla="*/ 3308424 w 3389840"/>
              <a:gd name="connsiteY2" fmla="*/ 3409602 h 4816965"/>
              <a:gd name="connsiteX3" fmla="*/ 426449 w 3389840"/>
              <a:gd name="connsiteY3" fmla="*/ 4768732 h 4816965"/>
              <a:gd name="connsiteX4" fmla="*/ 85875 w 3389840"/>
              <a:gd name="connsiteY4" fmla="*/ 4463637 h 4816965"/>
              <a:gd name="connsiteX5" fmla="*/ 434522 w 3389840"/>
              <a:gd name="connsiteY5" fmla="*/ 4167640 h 4816965"/>
              <a:gd name="connsiteX6" fmla="*/ 3389706 w 3389840"/>
              <a:gd name="connsiteY6" fmla="*/ 1993493 h 4816965"/>
              <a:gd name="connsiteX7" fmla="*/ 3389840 w 3389840"/>
              <a:gd name="connsiteY7" fmla="*/ 1992970 h 4816965"/>
              <a:gd name="connsiteX8" fmla="*/ 2238481 w 3389840"/>
              <a:gd name="connsiteY8" fmla="*/ 0 h 4816965"/>
              <a:gd name="connsiteX9" fmla="*/ 2845689 w 3389840"/>
              <a:gd name="connsiteY9" fmla="*/ 0 h 4816965"/>
              <a:gd name="connsiteX10" fmla="*/ 3038485 w 3389840"/>
              <a:gd name="connsiteY10" fmla="*/ 986092 h 4816965"/>
              <a:gd name="connsiteX11" fmla="*/ 402875 w 3389840"/>
              <a:gd name="connsiteY11" fmla="*/ 3640994 h 4816965"/>
              <a:gd name="connsiteX12" fmla="*/ 80125 w 3389840"/>
              <a:gd name="connsiteY12" fmla="*/ 3371975 h 4816965"/>
              <a:gd name="connsiteX13" fmla="*/ 338355 w 3389840"/>
              <a:gd name="connsiteY13" fmla="*/ 3067879 h 4816965"/>
              <a:gd name="connsiteX14" fmla="*/ 2462016 w 3389840"/>
              <a:gd name="connsiteY14" fmla="*/ 944218 h 4816965"/>
              <a:gd name="connsiteX15" fmla="*/ 2295129 w 3389840"/>
              <a:gd name="connsiteY15" fmla="*/ 117593 h 4816965"/>
              <a:gd name="connsiteX16" fmla="*/ 2238481 w 3389840"/>
              <a:gd name="connsiteY16" fmla="*/ 0 h 4816965"/>
              <a:gd name="connsiteX17" fmla="*/ 582853 w 3389840"/>
              <a:gd name="connsiteY17" fmla="*/ 0 h 4816965"/>
              <a:gd name="connsiteX18" fmla="*/ 1605787 w 3389840"/>
              <a:gd name="connsiteY18" fmla="*/ 0 h 4816965"/>
              <a:gd name="connsiteX19" fmla="*/ 1663484 w 3389840"/>
              <a:gd name="connsiteY19" fmla="*/ 77157 h 4816965"/>
              <a:gd name="connsiteX20" fmla="*/ 1932382 w 3389840"/>
              <a:gd name="connsiteY20" fmla="*/ 957470 h 4816965"/>
              <a:gd name="connsiteX21" fmla="*/ 357890 w 3389840"/>
              <a:gd name="connsiteY21" fmla="*/ 2531962 h 4816965"/>
              <a:gd name="connsiteX22" fmla="*/ 80769 w 3389840"/>
              <a:gd name="connsiteY22" fmla="*/ 2245150 h 4816965"/>
              <a:gd name="connsiteX23" fmla="*/ 358405 w 3389840"/>
              <a:gd name="connsiteY23" fmla="*/ 1954696 h 4816965"/>
              <a:gd name="connsiteX24" fmla="*/ 1349005 w 3389840"/>
              <a:gd name="connsiteY24" fmla="*/ 964096 h 4816965"/>
              <a:gd name="connsiteX25" fmla="*/ 652979 w 3389840"/>
              <a:gd name="connsiteY25" fmla="*/ 18032 h 4816965"/>
              <a:gd name="connsiteX26" fmla="*/ 582853 w 3389840"/>
              <a:gd name="connsiteY26" fmla="*/ 0 h 4816965"/>
              <a:gd name="connsiteX0" fmla="*/ 3335722 w 3335722"/>
              <a:gd name="connsiteY0" fmla="*/ 1992970 h 4816965"/>
              <a:gd name="connsiteX1" fmla="*/ 3335722 w 3335722"/>
              <a:gd name="connsiteY1" fmla="*/ 3300726 h 4816965"/>
              <a:gd name="connsiteX2" fmla="*/ 3254306 w 3335722"/>
              <a:gd name="connsiteY2" fmla="*/ 3409602 h 4816965"/>
              <a:gd name="connsiteX3" fmla="*/ 372331 w 3335722"/>
              <a:gd name="connsiteY3" fmla="*/ 4768732 h 4816965"/>
              <a:gd name="connsiteX4" fmla="*/ 31757 w 3335722"/>
              <a:gd name="connsiteY4" fmla="*/ 4463637 h 4816965"/>
              <a:gd name="connsiteX5" fmla="*/ 380404 w 3335722"/>
              <a:gd name="connsiteY5" fmla="*/ 4167640 h 4816965"/>
              <a:gd name="connsiteX6" fmla="*/ 3335588 w 3335722"/>
              <a:gd name="connsiteY6" fmla="*/ 1993493 h 4816965"/>
              <a:gd name="connsiteX7" fmla="*/ 3335722 w 3335722"/>
              <a:gd name="connsiteY7" fmla="*/ 1992970 h 4816965"/>
              <a:gd name="connsiteX8" fmla="*/ 2184363 w 3335722"/>
              <a:gd name="connsiteY8" fmla="*/ 0 h 4816965"/>
              <a:gd name="connsiteX9" fmla="*/ 2791571 w 3335722"/>
              <a:gd name="connsiteY9" fmla="*/ 0 h 4816965"/>
              <a:gd name="connsiteX10" fmla="*/ 2984367 w 3335722"/>
              <a:gd name="connsiteY10" fmla="*/ 986092 h 4816965"/>
              <a:gd name="connsiteX11" fmla="*/ 348757 w 3335722"/>
              <a:gd name="connsiteY11" fmla="*/ 3640994 h 4816965"/>
              <a:gd name="connsiteX12" fmla="*/ 26007 w 3335722"/>
              <a:gd name="connsiteY12" fmla="*/ 3371975 h 4816965"/>
              <a:gd name="connsiteX13" fmla="*/ 284237 w 3335722"/>
              <a:gd name="connsiteY13" fmla="*/ 3067879 h 4816965"/>
              <a:gd name="connsiteX14" fmla="*/ 2407898 w 3335722"/>
              <a:gd name="connsiteY14" fmla="*/ 944218 h 4816965"/>
              <a:gd name="connsiteX15" fmla="*/ 2241011 w 3335722"/>
              <a:gd name="connsiteY15" fmla="*/ 117593 h 4816965"/>
              <a:gd name="connsiteX16" fmla="*/ 2184363 w 3335722"/>
              <a:gd name="connsiteY16" fmla="*/ 0 h 4816965"/>
              <a:gd name="connsiteX17" fmla="*/ 528735 w 3335722"/>
              <a:gd name="connsiteY17" fmla="*/ 0 h 4816965"/>
              <a:gd name="connsiteX18" fmla="*/ 1551669 w 3335722"/>
              <a:gd name="connsiteY18" fmla="*/ 0 h 4816965"/>
              <a:gd name="connsiteX19" fmla="*/ 1609366 w 3335722"/>
              <a:gd name="connsiteY19" fmla="*/ 77157 h 4816965"/>
              <a:gd name="connsiteX20" fmla="*/ 1878264 w 3335722"/>
              <a:gd name="connsiteY20" fmla="*/ 957470 h 4816965"/>
              <a:gd name="connsiteX21" fmla="*/ 303772 w 3335722"/>
              <a:gd name="connsiteY21" fmla="*/ 2531962 h 4816965"/>
              <a:gd name="connsiteX22" fmla="*/ 26651 w 3335722"/>
              <a:gd name="connsiteY22" fmla="*/ 2245150 h 4816965"/>
              <a:gd name="connsiteX23" fmla="*/ 304287 w 3335722"/>
              <a:gd name="connsiteY23" fmla="*/ 1954696 h 4816965"/>
              <a:gd name="connsiteX24" fmla="*/ 1294887 w 3335722"/>
              <a:gd name="connsiteY24" fmla="*/ 964096 h 4816965"/>
              <a:gd name="connsiteX25" fmla="*/ 598861 w 3335722"/>
              <a:gd name="connsiteY25" fmla="*/ 18032 h 4816965"/>
              <a:gd name="connsiteX26" fmla="*/ 528735 w 3335722"/>
              <a:gd name="connsiteY26" fmla="*/ 0 h 4816965"/>
              <a:gd name="connsiteX0" fmla="*/ 3344573 w 3344573"/>
              <a:gd name="connsiteY0" fmla="*/ 1992970 h 4770606"/>
              <a:gd name="connsiteX1" fmla="*/ 3344573 w 3344573"/>
              <a:gd name="connsiteY1" fmla="*/ 3300726 h 4770606"/>
              <a:gd name="connsiteX2" fmla="*/ 3263157 w 3344573"/>
              <a:gd name="connsiteY2" fmla="*/ 3409602 h 4770606"/>
              <a:gd name="connsiteX3" fmla="*/ 381182 w 3344573"/>
              <a:gd name="connsiteY3" fmla="*/ 4768732 h 4770606"/>
              <a:gd name="connsiteX4" fmla="*/ 40608 w 3344573"/>
              <a:gd name="connsiteY4" fmla="*/ 4463637 h 4770606"/>
              <a:gd name="connsiteX5" fmla="*/ 389255 w 3344573"/>
              <a:gd name="connsiteY5" fmla="*/ 4167640 h 4770606"/>
              <a:gd name="connsiteX6" fmla="*/ 3344439 w 3344573"/>
              <a:gd name="connsiteY6" fmla="*/ 1993493 h 4770606"/>
              <a:gd name="connsiteX7" fmla="*/ 3344573 w 3344573"/>
              <a:gd name="connsiteY7" fmla="*/ 1992970 h 4770606"/>
              <a:gd name="connsiteX8" fmla="*/ 2193214 w 3344573"/>
              <a:gd name="connsiteY8" fmla="*/ 0 h 4770606"/>
              <a:gd name="connsiteX9" fmla="*/ 2800422 w 3344573"/>
              <a:gd name="connsiteY9" fmla="*/ 0 h 4770606"/>
              <a:gd name="connsiteX10" fmla="*/ 2993218 w 3344573"/>
              <a:gd name="connsiteY10" fmla="*/ 986092 h 4770606"/>
              <a:gd name="connsiteX11" fmla="*/ 357608 w 3344573"/>
              <a:gd name="connsiteY11" fmla="*/ 3640994 h 4770606"/>
              <a:gd name="connsiteX12" fmla="*/ 34858 w 3344573"/>
              <a:gd name="connsiteY12" fmla="*/ 3371975 h 4770606"/>
              <a:gd name="connsiteX13" fmla="*/ 293088 w 3344573"/>
              <a:gd name="connsiteY13" fmla="*/ 3067879 h 4770606"/>
              <a:gd name="connsiteX14" fmla="*/ 2416749 w 3344573"/>
              <a:gd name="connsiteY14" fmla="*/ 944218 h 4770606"/>
              <a:gd name="connsiteX15" fmla="*/ 2249862 w 3344573"/>
              <a:gd name="connsiteY15" fmla="*/ 117593 h 4770606"/>
              <a:gd name="connsiteX16" fmla="*/ 2193214 w 3344573"/>
              <a:gd name="connsiteY16" fmla="*/ 0 h 4770606"/>
              <a:gd name="connsiteX17" fmla="*/ 537586 w 3344573"/>
              <a:gd name="connsiteY17" fmla="*/ 0 h 4770606"/>
              <a:gd name="connsiteX18" fmla="*/ 1560520 w 3344573"/>
              <a:gd name="connsiteY18" fmla="*/ 0 h 4770606"/>
              <a:gd name="connsiteX19" fmla="*/ 1618217 w 3344573"/>
              <a:gd name="connsiteY19" fmla="*/ 77157 h 4770606"/>
              <a:gd name="connsiteX20" fmla="*/ 1887115 w 3344573"/>
              <a:gd name="connsiteY20" fmla="*/ 957470 h 4770606"/>
              <a:gd name="connsiteX21" fmla="*/ 312623 w 3344573"/>
              <a:gd name="connsiteY21" fmla="*/ 2531962 h 4770606"/>
              <a:gd name="connsiteX22" fmla="*/ 35502 w 3344573"/>
              <a:gd name="connsiteY22" fmla="*/ 2245150 h 4770606"/>
              <a:gd name="connsiteX23" fmla="*/ 313138 w 3344573"/>
              <a:gd name="connsiteY23" fmla="*/ 1954696 h 4770606"/>
              <a:gd name="connsiteX24" fmla="*/ 1303738 w 3344573"/>
              <a:gd name="connsiteY24" fmla="*/ 964096 h 4770606"/>
              <a:gd name="connsiteX25" fmla="*/ 607712 w 3344573"/>
              <a:gd name="connsiteY25" fmla="*/ 18032 h 4770606"/>
              <a:gd name="connsiteX26" fmla="*/ 537586 w 3344573"/>
              <a:gd name="connsiteY26" fmla="*/ 0 h 4770606"/>
              <a:gd name="connsiteX0" fmla="*/ 3311075 w 3311075"/>
              <a:gd name="connsiteY0" fmla="*/ 1992970 h 4768934"/>
              <a:gd name="connsiteX1" fmla="*/ 3311075 w 3311075"/>
              <a:gd name="connsiteY1" fmla="*/ 3300726 h 4768934"/>
              <a:gd name="connsiteX2" fmla="*/ 3229659 w 3311075"/>
              <a:gd name="connsiteY2" fmla="*/ 3409602 h 4768934"/>
              <a:gd name="connsiteX3" fmla="*/ 347684 w 3311075"/>
              <a:gd name="connsiteY3" fmla="*/ 4768732 h 4768934"/>
              <a:gd name="connsiteX4" fmla="*/ 7110 w 3311075"/>
              <a:gd name="connsiteY4" fmla="*/ 4463637 h 4768934"/>
              <a:gd name="connsiteX5" fmla="*/ 355757 w 3311075"/>
              <a:gd name="connsiteY5" fmla="*/ 4167640 h 4768934"/>
              <a:gd name="connsiteX6" fmla="*/ 3310941 w 3311075"/>
              <a:gd name="connsiteY6" fmla="*/ 1993493 h 4768934"/>
              <a:gd name="connsiteX7" fmla="*/ 3311075 w 3311075"/>
              <a:gd name="connsiteY7" fmla="*/ 1992970 h 4768934"/>
              <a:gd name="connsiteX8" fmla="*/ 2159716 w 3311075"/>
              <a:gd name="connsiteY8" fmla="*/ 0 h 4768934"/>
              <a:gd name="connsiteX9" fmla="*/ 2766924 w 3311075"/>
              <a:gd name="connsiteY9" fmla="*/ 0 h 4768934"/>
              <a:gd name="connsiteX10" fmla="*/ 2959720 w 3311075"/>
              <a:gd name="connsiteY10" fmla="*/ 986092 h 4768934"/>
              <a:gd name="connsiteX11" fmla="*/ 324110 w 3311075"/>
              <a:gd name="connsiteY11" fmla="*/ 3640994 h 4768934"/>
              <a:gd name="connsiteX12" fmla="*/ 1360 w 3311075"/>
              <a:gd name="connsiteY12" fmla="*/ 3371975 h 4768934"/>
              <a:gd name="connsiteX13" fmla="*/ 259590 w 3311075"/>
              <a:gd name="connsiteY13" fmla="*/ 3067879 h 4768934"/>
              <a:gd name="connsiteX14" fmla="*/ 2383251 w 3311075"/>
              <a:gd name="connsiteY14" fmla="*/ 944218 h 4768934"/>
              <a:gd name="connsiteX15" fmla="*/ 2216364 w 3311075"/>
              <a:gd name="connsiteY15" fmla="*/ 117593 h 4768934"/>
              <a:gd name="connsiteX16" fmla="*/ 2159716 w 3311075"/>
              <a:gd name="connsiteY16" fmla="*/ 0 h 4768934"/>
              <a:gd name="connsiteX17" fmla="*/ 504088 w 3311075"/>
              <a:gd name="connsiteY17" fmla="*/ 0 h 4768934"/>
              <a:gd name="connsiteX18" fmla="*/ 1527022 w 3311075"/>
              <a:gd name="connsiteY18" fmla="*/ 0 h 4768934"/>
              <a:gd name="connsiteX19" fmla="*/ 1584719 w 3311075"/>
              <a:gd name="connsiteY19" fmla="*/ 77157 h 4768934"/>
              <a:gd name="connsiteX20" fmla="*/ 1853617 w 3311075"/>
              <a:gd name="connsiteY20" fmla="*/ 957470 h 4768934"/>
              <a:gd name="connsiteX21" fmla="*/ 279125 w 3311075"/>
              <a:gd name="connsiteY21" fmla="*/ 2531962 h 4768934"/>
              <a:gd name="connsiteX22" fmla="*/ 2004 w 3311075"/>
              <a:gd name="connsiteY22" fmla="*/ 2245150 h 4768934"/>
              <a:gd name="connsiteX23" fmla="*/ 279640 w 3311075"/>
              <a:gd name="connsiteY23" fmla="*/ 1954696 h 4768934"/>
              <a:gd name="connsiteX24" fmla="*/ 1270240 w 3311075"/>
              <a:gd name="connsiteY24" fmla="*/ 964096 h 4768934"/>
              <a:gd name="connsiteX25" fmla="*/ 574214 w 3311075"/>
              <a:gd name="connsiteY25" fmla="*/ 18032 h 4768934"/>
              <a:gd name="connsiteX26" fmla="*/ 504088 w 3311075"/>
              <a:gd name="connsiteY26" fmla="*/ 0 h 4768934"/>
              <a:gd name="connsiteX0" fmla="*/ 3311075 w 3311075"/>
              <a:gd name="connsiteY0" fmla="*/ 1992970 h 4768934"/>
              <a:gd name="connsiteX1" fmla="*/ 3311075 w 3311075"/>
              <a:gd name="connsiteY1" fmla="*/ 3300726 h 4768934"/>
              <a:gd name="connsiteX2" fmla="*/ 3229659 w 3311075"/>
              <a:gd name="connsiteY2" fmla="*/ 3409602 h 4768934"/>
              <a:gd name="connsiteX3" fmla="*/ 347684 w 3311075"/>
              <a:gd name="connsiteY3" fmla="*/ 4768732 h 4768934"/>
              <a:gd name="connsiteX4" fmla="*/ 7110 w 3311075"/>
              <a:gd name="connsiteY4" fmla="*/ 4463637 h 4768934"/>
              <a:gd name="connsiteX5" fmla="*/ 355757 w 3311075"/>
              <a:gd name="connsiteY5" fmla="*/ 4167640 h 4768934"/>
              <a:gd name="connsiteX6" fmla="*/ 3310941 w 3311075"/>
              <a:gd name="connsiteY6" fmla="*/ 1993493 h 4768934"/>
              <a:gd name="connsiteX7" fmla="*/ 3311075 w 3311075"/>
              <a:gd name="connsiteY7" fmla="*/ 1992970 h 4768934"/>
              <a:gd name="connsiteX8" fmla="*/ 2159716 w 3311075"/>
              <a:gd name="connsiteY8" fmla="*/ 0 h 4768934"/>
              <a:gd name="connsiteX9" fmla="*/ 2766924 w 3311075"/>
              <a:gd name="connsiteY9" fmla="*/ 0 h 4768934"/>
              <a:gd name="connsiteX10" fmla="*/ 2959720 w 3311075"/>
              <a:gd name="connsiteY10" fmla="*/ 986092 h 4768934"/>
              <a:gd name="connsiteX11" fmla="*/ 324110 w 3311075"/>
              <a:gd name="connsiteY11" fmla="*/ 3640994 h 4768934"/>
              <a:gd name="connsiteX12" fmla="*/ 1360 w 3311075"/>
              <a:gd name="connsiteY12" fmla="*/ 3371975 h 4768934"/>
              <a:gd name="connsiteX13" fmla="*/ 259590 w 3311075"/>
              <a:gd name="connsiteY13" fmla="*/ 3067879 h 4768934"/>
              <a:gd name="connsiteX14" fmla="*/ 2383251 w 3311075"/>
              <a:gd name="connsiteY14" fmla="*/ 944218 h 4768934"/>
              <a:gd name="connsiteX15" fmla="*/ 2216364 w 3311075"/>
              <a:gd name="connsiteY15" fmla="*/ 117593 h 4768934"/>
              <a:gd name="connsiteX16" fmla="*/ 2159716 w 3311075"/>
              <a:gd name="connsiteY16" fmla="*/ 0 h 4768934"/>
              <a:gd name="connsiteX17" fmla="*/ 504088 w 3311075"/>
              <a:gd name="connsiteY17" fmla="*/ 0 h 4768934"/>
              <a:gd name="connsiteX18" fmla="*/ 1527022 w 3311075"/>
              <a:gd name="connsiteY18" fmla="*/ 0 h 4768934"/>
              <a:gd name="connsiteX19" fmla="*/ 1584719 w 3311075"/>
              <a:gd name="connsiteY19" fmla="*/ 77157 h 4768934"/>
              <a:gd name="connsiteX20" fmla="*/ 1853617 w 3311075"/>
              <a:gd name="connsiteY20" fmla="*/ 957470 h 4768934"/>
              <a:gd name="connsiteX21" fmla="*/ 279125 w 3311075"/>
              <a:gd name="connsiteY21" fmla="*/ 2531962 h 4768934"/>
              <a:gd name="connsiteX22" fmla="*/ 2004 w 3311075"/>
              <a:gd name="connsiteY22" fmla="*/ 2245150 h 4768934"/>
              <a:gd name="connsiteX23" fmla="*/ 279640 w 3311075"/>
              <a:gd name="connsiteY23" fmla="*/ 1954696 h 4768934"/>
              <a:gd name="connsiteX24" fmla="*/ 1270240 w 3311075"/>
              <a:gd name="connsiteY24" fmla="*/ 964096 h 4768934"/>
              <a:gd name="connsiteX25" fmla="*/ 574214 w 3311075"/>
              <a:gd name="connsiteY25" fmla="*/ 18032 h 4768934"/>
              <a:gd name="connsiteX26" fmla="*/ 504088 w 3311075"/>
              <a:gd name="connsiteY26" fmla="*/ 0 h 4768934"/>
              <a:gd name="connsiteX0" fmla="*/ 3311075 w 3311075"/>
              <a:gd name="connsiteY0" fmla="*/ 1992970 h 4758158"/>
              <a:gd name="connsiteX1" fmla="*/ 3311075 w 3311075"/>
              <a:gd name="connsiteY1" fmla="*/ 3300726 h 4758158"/>
              <a:gd name="connsiteX2" fmla="*/ 3229659 w 3311075"/>
              <a:gd name="connsiteY2" fmla="*/ 3409602 h 4758158"/>
              <a:gd name="connsiteX3" fmla="*/ 363821 w 3311075"/>
              <a:gd name="connsiteY3" fmla="*/ 4757975 h 4758158"/>
              <a:gd name="connsiteX4" fmla="*/ 7110 w 3311075"/>
              <a:gd name="connsiteY4" fmla="*/ 4463637 h 4758158"/>
              <a:gd name="connsiteX5" fmla="*/ 355757 w 3311075"/>
              <a:gd name="connsiteY5" fmla="*/ 4167640 h 4758158"/>
              <a:gd name="connsiteX6" fmla="*/ 3310941 w 3311075"/>
              <a:gd name="connsiteY6" fmla="*/ 1993493 h 4758158"/>
              <a:gd name="connsiteX7" fmla="*/ 3311075 w 3311075"/>
              <a:gd name="connsiteY7" fmla="*/ 1992970 h 4758158"/>
              <a:gd name="connsiteX8" fmla="*/ 2159716 w 3311075"/>
              <a:gd name="connsiteY8" fmla="*/ 0 h 4758158"/>
              <a:gd name="connsiteX9" fmla="*/ 2766924 w 3311075"/>
              <a:gd name="connsiteY9" fmla="*/ 0 h 4758158"/>
              <a:gd name="connsiteX10" fmla="*/ 2959720 w 3311075"/>
              <a:gd name="connsiteY10" fmla="*/ 986092 h 4758158"/>
              <a:gd name="connsiteX11" fmla="*/ 324110 w 3311075"/>
              <a:gd name="connsiteY11" fmla="*/ 3640994 h 4758158"/>
              <a:gd name="connsiteX12" fmla="*/ 1360 w 3311075"/>
              <a:gd name="connsiteY12" fmla="*/ 3371975 h 4758158"/>
              <a:gd name="connsiteX13" fmla="*/ 259590 w 3311075"/>
              <a:gd name="connsiteY13" fmla="*/ 3067879 h 4758158"/>
              <a:gd name="connsiteX14" fmla="*/ 2383251 w 3311075"/>
              <a:gd name="connsiteY14" fmla="*/ 944218 h 4758158"/>
              <a:gd name="connsiteX15" fmla="*/ 2216364 w 3311075"/>
              <a:gd name="connsiteY15" fmla="*/ 117593 h 4758158"/>
              <a:gd name="connsiteX16" fmla="*/ 2159716 w 3311075"/>
              <a:gd name="connsiteY16" fmla="*/ 0 h 4758158"/>
              <a:gd name="connsiteX17" fmla="*/ 504088 w 3311075"/>
              <a:gd name="connsiteY17" fmla="*/ 0 h 4758158"/>
              <a:gd name="connsiteX18" fmla="*/ 1527022 w 3311075"/>
              <a:gd name="connsiteY18" fmla="*/ 0 h 4758158"/>
              <a:gd name="connsiteX19" fmla="*/ 1584719 w 3311075"/>
              <a:gd name="connsiteY19" fmla="*/ 77157 h 4758158"/>
              <a:gd name="connsiteX20" fmla="*/ 1853617 w 3311075"/>
              <a:gd name="connsiteY20" fmla="*/ 957470 h 4758158"/>
              <a:gd name="connsiteX21" fmla="*/ 279125 w 3311075"/>
              <a:gd name="connsiteY21" fmla="*/ 2531962 h 4758158"/>
              <a:gd name="connsiteX22" fmla="*/ 2004 w 3311075"/>
              <a:gd name="connsiteY22" fmla="*/ 2245150 h 4758158"/>
              <a:gd name="connsiteX23" fmla="*/ 279640 w 3311075"/>
              <a:gd name="connsiteY23" fmla="*/ 1954696 h 4758158"/>
              <a:gd name="connsiteX24" fmla="*/ 1270240 w 3311075"/>
              <a:gd name="connsiteY24" fmla="*/ 964096 h 4758158"/>
              <a:gd name="connsiteX25" fmla="*/ 574214 w 3311075"/>
              <a:gd name="connsiteY25" fmla="*/ 18032 h 4758158"/>
              <a:gd name="connsiteX26" fmla="*/ 504088 w 3311075"/>
              <a:gd name="connsiteY26" fmla="*/ 0 h 4758158"/>
              <a:gd name="connsiteX0" fmla="*/ 3311075 w 3311075"/>
              <a:gd name="connsiteY0" fmla="*/ 1992970 h 4758158"/>
              <a:gd name="connsiteX1" fmla="*/ 3311075 w 3311075"/>
              <a:gd name="connsiteY1" fmla="*/ 3300726 h 4758158"/>
              <a:gd name="connsiteX2" fmla="*/ 3229659 w 3311075"/>
              <a:gd name="connsiteY2" fmla="*/ 3409602 h 4758158"/>
              <a:gd name="connsiteX3" fmla="*/ 363821 w 3311075"/>
              <a:gd name="connsiteY3" fmla="*/ 4757975 h 4758158"/>
              <a:gd name="connsiteX4" fmla="*/ 7110 w 3311075"/>
              <a:gd name="connsiteY4" fmla="*/ 4463637 h 4758158"/>
              <a:gd name="connsiteX5" fmla="*/ 355757 w 3311075"/>
              <a:gd name="connsiteY5" fmla="*/ 4167640 h 4758158"/>
              <a:gd name="connsiteX6" fmla="*/ 3310941 w 3311075"/>
              <a:gd name="connsiteY6" fmla="*/ 1993493 h 4758158"/>
              <a:gd name="connsiteX7" fmla="*/ 3311075 w 3311075"/>
              <a:gd name="connsiteY7" fmla="*/ 1992970 h 4758158"/>
              <a:gd name="connsiteX8" fmla="*/ 2159716 w 3311075"/>
              <a:gd name="connsiteY8" fmla="*/ 0 h 4758158"/>
              <a:gd name="connsiteX9" fmla="*/ 2766924 w 3311075"/>
              <a:gd name="connsiteY9" fmla="*/ 0 h 4758158"/>
              <a:gd name="connsiteX10" fmla="*/ 2959720 w 3311075"/>
              <a:gd name="connsiteY10" fmla="*/ 986092 h 4758158"/>
              <a:gd name="connsiteX11" fmla="*/ 324110 w 3311075"/>
              <a:gd name="connsiteY11" fmla="*/ 3640994 h 4758158"/>
              <a:gd name="connsiteX12" fmla="*/ 1360 w 3311075"/>
              <a:gd name="connsiteY12" fmla="*/ 3371975 h 4758158"/>
              <a:gd name="connsiteX13" fmla="*/ 259590 w 3311075"/>
              <a:gd name="connsiteY13" fmla="*/ 3067879 h 4758158"/>
              <a:gd name="connsiteX14" fmla="*/ 2383251 w 3311075"/>
              <a:gd name="connsiteY14" fmla="*/ 944218 h 4758158"/>
              <a:gd name="connsiteX15" fmla="*/ 2216364 w 3311075"/>
              <a:gd name="connsiteY15" fmla="*/ 117593 h 4758158"/>
              <a:gd name="connsiteX16" fmla="*/ 2159716 w 3311075"/>
              <a:gd name="connsiteY16" fmla="*/ 0 h 4758158"/>
              <a:gd name="connsiteX17" fmla="*/ 504088 w 3311075"/>
              <a:gd name="connsiteY17" fmla="*/ 0 h 4758158"/>
              <a:gd name="connsiteX18" fmla="*/ 1527022 w 3311075"/>
              <a:gd name="connsiteY18" fmla="*/ 0 h 4758158"/>
              <a:gd name="connsiteX19" fmla="*/ 1584719 w 3311075"/>
              <a:gd name="connsiteY19" fmla="*/ 77157 h 4758158"/>
              <a:gd name="connsiteX20" fmla="*/ 1853617 w 3311075"/>
              <a:gd name="connsiteY20" fmla="*/ 957470 h 4758158"/>
              <a:gd name="connsiteX21" fmla="*/ 279125 w 3311075"/>
              <a:gd name="connsiteY21" fmla="*/ 2531962 h 4758158"/>
              <a:gd name="connsiteX22" fmla="*/ 2004 w 3311075"/>
              <a:gd name="connsiteY22" fmla="*/ 2245150 h 4758158"/>
              <a:gd name="connsiteX23" fmla="*/ 279640 w 3311075"/>
              <a:gd name="connsiteY23" fmla="*/ 1954696 h 4758158"/>
              <a:gd name="connsiteX24" fmla="*/ 1270240 w 3311075"/>
              <a:gd name="connsiteY24" fmla="*/ 964096 h 4758158"/>
              <a:gd name="connsiteX25" fmla="*/ 574214 w 3311075"/>
              <a:gd name="connsiteY25" fmla="*/ 18032 h 4758158"/>
              <a:gd name="connsiteX26" fmla="*/ 504088 w 3311075"/>
              <a:gd name="connsiteY26" fmla="*/ 0 h 4758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311075" h="4758158">
                <a:moveTo>
                  <a:pt x="3311075" y="1992970"/>
                </a:moveTo>
                <a:lnTo>
                  <a:pt x="3311075" y="3300726"/>
                </a:lnTo>
                <a:lnTo>
                  <a:pt x="3229659" y="3409602"/>
                </a:lnTo>
                <a:cubicBezTo>
                  <a:pt x="2544637" y="4239657"/>
                  <a:pt x="1363988" y="4731428"/>
                  <a:pt x="363821" y="4757975"/>
                </a:cubicBezTo>
                <a:cubicBezTo>
                  <a:pt x="95045" y="4765109"/>
                  <a:pt x="8454" y="4562026"/>
                  <a:pt x="7110" y="4463637"/>
                </a:cubicBezTo>
                <a:cubicBezTo>
                  <a:pt x="5766" y="4365248"/>
                  <a:pt x="50240" y="4174774"/>
                  <a:pt x="355757" y="4167640"/>
                </a:cubicBezTo>
                <a:cubicBezTo>
                  <a:pt x="1696940" y="4136323"/>
                  <a:pt x="2919167" y="3253084"/>
                  <a:pt x="3310941" y="1993493"/>
                </a:cubicBezTo>
                <a:cubicBezTo>
                  <a:pt x="3310986" y="1993319"/>
                  <a:pt x="3311030" y="1993144"/>
                  <a:pt x="3311075" y="1992970"/>
                </a:cubicBezTo>
                <a:close/>
                <a:moveTo>
                  <a:pt x="2159716" y="0"/>
                </a:moveTo>
                <a:lnTo>
                  <a:pt x="2766924" y="0"/>
                </a:lnTo>
                <a:cubicBezTo>
                  <a:pt x="2857228" y="250410"/>
                  <a:pt x="2936911" y="467189"/>
                  <a:pt x="2959720" y="986092"/>
                </a:cubicBezTo>
                <a:cubicBezTo>
                  <a:pt x="2998288" y="1863516"/>
                  <a:pt x="2261502" y="3622639"/>
                  <a:pt x="324110" y="3640994"/>
                </a:cubicBezTo>
                <a:cubicBezTo>
                  <a:pt x="54011" y="3643553"/>
                  <a:pt x="12113" y="3467494"/>
                  <a:pt x="1360" y="3371975"/>
                </a:cubicBezTo>
                <a:cubicBezTo>
                  <a:pt x="-9393" y="3276456"/>
                  <a:pt x="40629" y="3083384"/>
                  <a:pt x="259590" y="3067879"/>
                </a:cubicBezTo>
                <a:cubicBezTo>
                  <a:pt x="1538368" y="2977327"/>
                  <a:pt x="2383251" y="2117084"/>
                  <a:pt x="2383251" y="944218"/>
                </a:cubicBezTo>
                <a:cubicBezTo>
                  <a:pt x="2383251" y="651002"/>
                  <a:pt x="2323827" y="371665"/>
                  <a:pt x="2216364" y="117593"/>
                </a:cubicBezTo>
                <a:lnTo>
                  <a:pt x="2159716" y="0"/>
                </a:lnTo>
                <a:close/>
                <a:moveTo>
                  <a:pt x="504088" y="0"/>
                </a:moveTo>
                <a:lnTo>
                  <a:pt x="1527022" y="0"/>
                </a:lnTo>
                <a:lnTo>
                  <a:pt x="1584719" y="77157"/>
                </a:lnTo>
                <a:cubicBezTo>
                  <a:pt x="1754487" y="328447"/>
                  <a:pt x="1853617" y="631382"/>
                  <a:pt x="1853617" y="957470"/>
                </a:cubicBezTo>
                <a:cubicBezTo>
                  <a:pt x="1853617" y="1827038"/>
                  <a:pt x="1082820" y="2575364"/>
                  <a:pt x="279125" y="2531962"/>
                </a:cubicBezTo>
                <a:cubicBezTo>
                  <a:pt x="56084" y="2519917"/>
                  <a:pt x="8643" y="2328321"/>
                  <a:pt x="2004" y="2245150"/>
                </a:cubicBezTo>
                <a:cubicBezTo>
                  <a:pt x="-8235" y="2116879"/>
                  <a:pt x="114292" y="1954696"/>
                  <a:pt x="279640" y="1954696"/>
                </a:cubicBezTo>
                <a:cubicBezTo>
                  <a:pt x="826733" y="1954696"/>
                  <a:pt x="1270240" y="1511189"/>
                  <a:pt x="1270240" y="964096"/>
                </a:cubicBezTo>
                <a:cubicBezTo>
                  <a:pt x="1270240" y="519583"/>
                  <a:pt x="977456" y="143453"/>
                  <a:pt x="574214" y="18032"/>
                </a:cubicBezTo>
                <a:lnTo>
                  <a:pt x="504088" y="0"/>
                </a:lnTo>
                <a:close/>
              </a:path>
            </a:pathLst>
          </a:custGeom>
        </p:spPr>
        <p:txBody>
          <a:bodyPr/>
          <a:lstStyle/>
          <a:p>
            <a:endParaRPr lang="fr-FR"/>
          </a:p>
        </p:txBody>
      </p:sp>
      <p:sp>
        <p:nvSpPr>
          <p:cNvPr id="2" name="Titre 1">
            <a:extLst>
              <a:ext uri="{FF2B5EF4-FFF2-40B4-BE49-F238E27FC236}">
                <a16:creationId xmlns:a16="http://schemas.microsoft.com/office/drawing/2014/main" id="{842A8B9C-93EB-F4D9-5D88-FD33DFCBF1EE}"/>
              </a:ext>
            </a:extLst>
          </p:cNvPr>
          <p:cNvSpPr>
            <a:spLocks noGrp="1"/>
          </p:cNvSpPr>
          <p:nvPr>
            <p:ph type="ctrTitle" idx="4294967295"/>
          </p:nvPr>
        </p:nvSpPr>
        <p:spPr>
          <a:xfrm>
            <a:off x="764210" y="549718"/>
            <a:ext cx="8574156" cy="1225353"/>
          </a:xfrm>
          <a:prstGeom prst="rect">
            <a:avLst/>
          </a:prstGeom>
        </p:spPr>
        <p:txBody>
          <a:bodyPr/>
          <a:lstStyle/>
          <a:p>
            <a:r>
              <a:rPr lang="fr-FR" dirty="0"/>
              <a:t>Suez EAU FRANCE</a:t>
            </a:r>
            <a:br>
              <a:rPr lang="fr-FR" dirty="0"/>
            </a:br>
            <a:r>
              <a:rPr lang="fr-FR" dirty="0" err="1"/>
              <a:t>proJET</a:t>
            </a:r>
            <a:r>
              <a:rPr lang="fr-FR" dirty="0"/>
              <a:t> </a:t>
            </a:r>
            <a:r>
              <a:rPr lang="fr-FR" dirty="0" err="1"/>
              <a:t>é-volution</a:t>
            </a:r>
            <a:endParaRPr lang="fr-FR" dirty="0"/>
          </a:p>
        </p:txBody>
      </p:sp>
      <p:sp>
        <p:nvSpPr>
          <p:cNvPr id="3" name="Sous-titre 2">
            <a:extLst>
              <a:ext uri="{FF2B5EF4-FFF2-40B4-BE49-F238E27FC236}">
                <a16:creationId xmlns:a16="http://schemas.microsoft.com/office/drawing/2014/main" id="{253523DA-B3DB-7CA1-CB4B-23587F1BB7F6}"/>
              </a:ext>
            </a:extLst>
          </p:cNvPr>
          <p:cNvSpPr>
            <a:spLocks noGrp="1"/>
          </p:cNvSpPr>
          <p:nvPr>
            <p:ph type="subTitle" idx="4294967295"/>
          </p:nvPr>
        </p:nvSpPr>
        <p:spPr>
          <a:xfrm>
            <a:off x="764209" y="2206509"/>
            <a:ext cx="6640107" cy="977519"/>
          </a:xfrm>
          <a:prstGeom prst="rect">
            <a:avLst/>
          </a:prstGeom>
        </p:spPr>
        <p:txBody>
          <a:bodyPr>
            <a:normAutofit fontScale="32500" lnSpcReduction="20000"/>
          </a:bodyPr>
          <a:lstStyle/>
          <a:p>
            <a:r>
              <a:rPr lang="fr-FR" sz="9600" dirty="0"/>
              <a:t>La politique digitale déclinée sur le processus intervention</a:t>
            </a:r>
          </a:p>
        </p:txBody>
      </p:sp>
      <p:sp>
        <p:nvSpPr>
          <p:cNvPr id="5" name="Espace réservé de la date 4">
            <a:extLst>
              <a:ext uri="{FF2B5EF4-FFF2-40B4-BE49-F238E27FC236}">
                <a16:creationId xmlns:a16="http://schemas.microsoft.com/office/drawing/2014/main" id="{19378385-D377-7CAD-6B52-43DAAB074E9C}"/>
              </a:ext>
            </a:extLst>
          </p:cNvPr>
          <p:cNvSpPr>
            <a:spLocks noGrp="1"/>
          </p:cNvSpPr>
          <p:nvPr>
            <p:ph type="dt" sz="half" idx="4294967295"/>
          </p:nvPr>
        </p:nvSpPr>
        <p:spPr>
          <a:xfrm>
            <a:off x="764209" y="6031474"/>
            <a:ext cx="2743200" cy="365125"/>
          </a:xfrm>
          <a:prstGeom prst="rect">
            <a:avLst/>
          </a:prstGeom>
        </p:spPr>
        <p:txBody>
          <a:bodyPr/>
          <a:lstStyle/>
          <a:p>
            <a:endParaRPr lang="fr-FR"/>
          </a:p>
        </p:txBody>
      </p:sp>
      <p:pic>
        <p:nvPicPr>
          <p:cNvPr id="6" name="Image 5">
            <a:extLst>
              <a:ext uri="{FF2B5EF4-FFF2-40B4-BE49-F238E27FC236}">
                <a16:creationId xmlns:a16="http://schemas.microsoft.com/office/drawing/2014/main" id="{FF3C00F9-6DC1-D905-30BC-708493B5A751}"/>
              </a:ext>
            </a:extLst>
          </p:cNvPr>
          <p:cNvPicPr>
            <a:picLocks noChangeAspect="1"/>
          </p:cNvPicPr>
          <p:nvPr/>
        </p:nvPicPr>
        <p:blipFill>
          <a:blip r:embed="rId3"/>
          <a:stretch>
            <a:fillRect/>
          </a:stretch>
        </p:blipFill>
        <p:spPr>
          <a:xfrm>
            <a:off x="10652761" y="-1"/>
            <a:ext cx="1539240" cy="1472319"/>
          </a:xfrm>
          <a:prstGeom prst="rect">
            <a:avLst/>
          </a:prstGeom>
        </p:spPr>
      </p:pic>
    </p:spTree>
    <p:extLst>
      <p:ext uri="{BB962C8B-B14F-4D97-AF65-F5344CB8AC3E}">
        <p14:creationId xmlns:p14="http://schemas.microsoft.com/office/powerpoint/2010/main" val="403375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a:extLst>
              <a:ext uri="{FF2B5EF4-FFF2-40B4-BE49-F238E27FC236}">
                <a16:creationId xmlns:a16="http://schemas.microsoft.com/office/drawing/2014/main" id="{CBC8DACD-5E18-294B-89E0-C53C6F868B8A}"/>
              </a:ext>
            </a:extLst>
          </p:cNvPr>
          <p:cNvSpPr txBox="1"/>
          <p:nvPr/>
        </p:nvSpPr>
        <p:spPr>
          <a:xfrm>
            <a:off x="3995120" y="306186"/>
            <a:ext cx="4201792" cy="553998"/>
          </a:xfrm>
          <a:prstGeom prst="rect">
            <a:avLst/>
          </a:prstGeom>
          <a:noFill/>
        </p:spPr>
        <p:txBody>
          <a:bodyPr wrap="none" rtlCol="0">
            <a:spAutoFit/>
          </a:bodyPr>
          <a:lstStyle/>
          <a:p>
            <a:pPr algn="ctr"/>
            <a:r>
              <a:rPr lang="fr-FR" sz="3000" b="1">
                <a:solidFill>
                  <a:schemeClr val="tx2"/>
                </a:solidFill>
                <a:latin typeface="Poppins" pitchFamily="2" charset="77"/>
                <a:cs typeface="Poppins" pitchFamily="2" charset="77"/>
              </a:rPr>
              <a:t>PROJET E-VOLUTION </a:t>
            </a:r>
            <a:endParaRPr lang="fr-FR" sz="3000" b="1" dirty="0">
              <a:solidFill>
                <a:schemeClr val="tx2"/>
              </a:solidFill>
              <a:latin typeface="Poppins" pitchFamily="2" charset="77"/>
              <a:cs typeface="Poppins" pitchFamily="2" charset="77"/>
            </a:endParaRPr>
          </a:p>
        </p:txBody>
      </p:sp>
      <p:sp>
        <p:nvSpPr>
          <p:cNvPr id="56" name="TextBox 55">
            <a:extLst>
              <a:ext uri="{FF2B5EF4-FFF2-40B4-BE49-F238E27FC236}">
                <a16:creationId xmlns:a16="http://schemas.microsoft.com/office/drawing/2014/main" id="{64D1BE8D-0231-9247-B71D-195C6003FBFE}"/>
              </a:ext>
            </a:extLst>
          </p:cNvPr>
          <p:cNvSpPr txBox="1"/>
          <p:nvPr/>
        </p:nvSpPr>
        <p:spPr>
          <a:xfrm>
            <a:off x="2664724" y="839698"/>
            <a:ext cx="6125395" cy="461665"/>
          </a:xfrm>
          <a:prstGeom prst="rect">
            <a:avLst/>
          </a:prstGeom>
          <a:noFill/>
        </p:spPr>
        <p:txBody>
          <a:bodyPr wrap="none" rtlCol="0">
            <a:spAutoFit/>
          </a:bodyPr>
          <a:lstStyle/>
          <a:p>
            <a:pPr algn="ctr"/>
            <a:r>
              <a:rPr lang="fr-FR" sz="2400" b="1" spc="150">
                <a:solidFill>
                  <a:schemeClr val="bg1">
                    <a:lumMod val="65000"/>
                  </a:schemeClr>
                </a:solidFill>
                <a:latin typeface="Poppins Light" pitchFamily="2" charset="77"/>
                <a:cs typeface="Poppins Light" pitchFamily="2" charset="77"/>
              </a:rPr>
              <a:t>Déclinaison de la politique digitale</a:t>
            </a:r>
            <a:endParaRPr lang="fr-FR" sz="2400" b="1" spc="150" dirty="0">
              <a:solidFill>
                <a:schemeClr val="bg1">
                  <a:lumMod val="65000"/>
                </a:schemeClr>
              </a:solidFill>
              <a:latin typeface="Poppins Light" pitchFamily="2" charset="77"/>
              <a:cs typeface="Poppins Light" pitchFamily="2" charset="77"/>
            </a:endParaRPr>
          </a:p>
        </p:txBody>
      </p:sp>
      <p:sp>
        <p:nvSpPr>
          <p:cNvPr id="11" name="TextBox 10">
            <a:extLst>
              <a:ext uri="{FF2B5EF4-FFF2-40B4-BE49-F238E27FC236}">
                <a16:creationId xmlns:a16="http://schemas.microsoft.com/office/drawing/2014/main" id="{F6A821A8-4487-6B41-93D0-FEE1C96491B0}"/>
              </a:ext>
            </a:extLst>
          </p:cNvPr>
          <p:cNvSpPr txBox="1"/>
          <p:nvPr/>
        </p:nvSpPr>
        <p:spPr>
          <a:xfrm>
            <a:off x="2683631" y="1779931"/>
            <a:ext cx="7001248" cy="338554"/>
          </a:xfrm>
          <a:prstGeom prst="rect">
            <a:avLst/>
          </a:prstGeom>
          <a:noFill/>
        </p:spPr>
        <p:txBody>
          <a:bodyPr wrap="square" rtlCol="0" anchor="b" anchorCtr="0">
            <a:spAutoFit/>
          </a:bodyPr>
          <a:lstStyle/>
          <a:p>
            <a:r>
              <a:rPr lang="fr-FR" sz="1600" b="1">
                <a:solidFill>
                  <a:schemeClr val="tx2"/>
                </a:solidFill>
                <a:latin typeface="Poppins" pitchFamily="2" charset="77"/>
                <a:ea typeface="League Spartan" charset="0"/>
                <a:cs typeface="Poppins" pitchFamily="2" charset="77"/>
              </a:rPr>
              <a:t>Une politique digitale pour assurer la qualité des entrants</a:t>
            </a:r>
            <a:endParaRPr lang="fr-FR" sz="1600" b="1" dirty="0">
              <a:solidFill>
                <a:schemeClr val="tx2"/>
              </a:solidFill>
              <a:latin typeface="Poppins" pitchFamily="2" charset="77"/>
              <a:ea typeface="League Spartan" charset="0"/>
              <a:cs typeface="Poppins" pitchFamily="2" charset="77"/>
            </a:endParaRPr>
          </a:p>
        </p:txBody>
      </p:sp>
      <p:sp>
        <p:nvSpPr>
          <p:cNvPr id="22" name="Freeform 4">
            <a:extLst>
              <a:ext uri="{FF2B5EF4-FFF2-40B4-BE49-F238E27FC236}">
                <a16:creationId xmlns:a16="http://schemas.microsoft.com/office/drawing/2014/main" id="{8000D584-550E-5E4A-A5C7-88DCFF5EAAFE}"/>
              </a:ext>
            </a:extLst>
          </p:cNvPr>
          <p:cNvSpPr>
            <a:spLocks noChangeArrowheads="1"/>
          </p:cNvSpPr>
          <p:nvPr/>
        </p:nvSpPr>
        <p:spPr bwMode="auto">
          <a:xfrm>
            <a:off x="560499" y="1368869"/>
            <a:ext cx="1863092" cy="1167111"/>
          </a:xfrm>
          <a:custGeom>
            <a:avLst/>
            <a:gdLst>
              <a:gd name="T0" fmla="*/ 0 w 2300"/>
              <a:gd name="T1" fmla="*/ 1119 h 1443"/>
              <a:gd name="T2" fmla="*/ 0 w 2300"/>
              <a:gd name="T3" fmla="*/ 326 h 1443"/>
              <a:gd name="T4" fmla="*/ 0 w 2300"/>
              <a:gd name="T5" fmla="*/ 326 h 1443"/>
              <a:gd name="T6" fmla="*/ 71 w 2300"/>
              <a:gd name="T7" fmla="*/ 255 h 1443"/>
              <a:gd name="T8" fmla="*/ 1151 w 2300"/>
              <a:gd name="T9" fmla="*/ 255 h 1443"/>
              <a:gd name="T10" fmla="*/ 1151 w 2300"/>
              <a:gd name="T11" fmla="*/ 255 h 1443"/>
              <a:gd name="T12" fmla="*/ 1223 w 2300"/>
              <a:gd name="T13" fmla="*/ 184 h 1443"/>
              <a:gd name="T14" fmla="*/ 1223 w 2300"/>
              <a:gd name="T15" fmla="*/ 91 h 1443"/>
              <a:gd name="T16" fmla="*/ 1223 w 2300"/>
              <a:gd name="T17" fmla="*/ 91 h 1443"/>
              <a:gd name="T18" fmla="*/ 1334 w 2300"/>
              <a:gd name="T19" fmla="*/ 33 h 1443"/>
              <a:gd name="T20" fmla="*/ 2257 w 2300"/>
              <a:gd name="T21" fmla="*/ 662 h 1443"/>
              <a:gd name="T22" fmla="*/ 2257 w 2300"/>
              <a:gd name="T23" fmla="*/ 662 h 1443"/>
              <a:gd name="T24" fmla="*/ 2257 w 2300"/>
              <a:gd name="T25" fmla="*/ 780 h 1443"/>
              <a:gd name="T26" fmla="*/ 1334 w 2300"/>
              <a:gd name="T27" fmla="*/ 1409 h 1443"/>
              <a:gd name="T28" fmla="*/ 1334 w 2300"/>
              <a:gd name="T29" fmla="*/ 1409 h 1443"/>
              <a:gd name="T30" fmla="*/ 1223 w 2300"/>
              <a:gd name="T31" fmla="*/ 1350 h 1443"/>
              <a:gd name="T32" fmla="*/ 1223 w 2300"/>
              <a:gd name="T33" fmla="*/ 1261 h 1443"/>
              <a:gd name="T34" fmla="*/ 1223 w 2300"/>
              <a:gd name="T35" fmla="*/ 1261 h 1443"/>
              <a:gd name="T36" fmla="*/ 1151 w 2300"/>
              <a:gd name="T37" fmla="*/ 1190 h 1443"/>
              <a:gd name="T38" fmla="*/ 71 w 2300"/>
              <a:gd name="T39" fmla="*/ 1190 h 1443"/>
              <a:gd name="T40" fmla="*/ 71 w 2300"/>
              <a:gd name="T41" fmla="*/ 1190 h 1443"/>
              <a:gd name="T42" fmla="*/ 0 w 2300"/>
              <a:gd name="T43" fmla="*/ 1119 h 1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00" h="1443">
                <a:moveTo>
                  <a:pt x="0" y="1119"/>
                </a:moveTo>
                <a:lnTo>
                  <a:pt x="0" y="326"/>
                </a:lnTo>
                <a:lnTo>
                  <a:pt x="0" y="326"/>
                </a:lnTo>
                <a:cubicBezTo>
                  <a:pt x="0" y="287"/>
                  <a:pt x="33" y="255"/>
                  <a:pt x="71" y="255"/>
                </a:cubicBezTo>
                <a:lnTo>
                  <a:pt x="1151" y="255"/>
                </a:lnTo>
                <a:lnTo>
                  <a:pt x="1151" y="255"/>
                </a:lnTo>
                <a:cubicBezTo>
                  <a:pt x="1190" y="255"/>
                  <a:pt x="1223" y="223"/>
                  <a:pt x="1223" y="184"/>
                </a:cubicBezTo>
                <a:lnTo>
                  <a:pt x="1223" y="91"/>
                </a:lnTo>
                <a:lnTo>
                  <a:pt x="1223" y="91"/>
                </a:lnTo>
                <a:cubicBezTo>
                  <a:pt x="1223" y="34"/>
                  <a:pt x="1287" y="0"/>
                  <a:pt x="1334" y="33"/>
                </a:cubicBezTo>
                <a:lnTo>
                  <a:pt x="2257" y="662"/>
                </a:lnTo>
                <a:lnTo>
                  <a:pt x="2257" y="662"/>
                </a:lnTo>
                <a:cubicBezTo>
                  <a:pt x="2299" y="690"/>
                  <a:pt x="2299" y="751"/>
                  <a:pt x="2257" y="780"/>
                </a:cubicBezTo>
                <a:lnTo>
                  <a:pt x="1334" y="1409"/>
                </a:lnTo>
                <a:lnTo>
                  <a:pt x="1334" y="1409"/>
                </a:lnTo>
                <a:cubicBezTo>
                  <a:pt x="1287" y="1442"/>
                  <a:pt x="1223" y="1407"/>
                  <a:pt x="1223" y="1350"/>
                </a:cubicBezTo>
                <a:lnTo>
                  <a:pt x="1223" y="1261"/>
                </a:lnTo>
                <a:lnTo>
                  <a:pt x="1223" y="1261"/>
                </a:lnTo>
                <a:cubicBezTo>
                  <a:pt x="1223" y="1221"/>
                  <a:pt x="1190" y="1190"/>
                  <a:pt x="1151" y="1190"/>
                </a:cubicBezTo>
                <a:lnTo>
                  <a:pt x="71" y="1190"/>
                </a:lnTo>
                <a:lnTo>
                  <a:pt x="71" y="1190"/>
                </a:lnTo>
                <a:cubicBezTo>
                  <a:pt x="33" y="1190"/>
                  <a:pt x="0" y="1158"/>
                  <a:pt x="0" y="1119"/>
                </a:cubicBezTo>
              </a:path>
            </a:pathLst>
          </a:custGeom>
          <a:solidFill>
            <a:schemeClr val="accent1"/>
          </a:solidFill>
          <a:ln>
            <a:noFill/>
          </a:ln>
          <a:effectLst/>
        </p:spPr>
        <p:txBody>
          <a:bodyPr wrap="none" anchor="ctr"/>
          <a:lstStyle/>
          <a:p>
            <a:endParaRPr lang="en-US" sz="3266"/>
          </a:p>
        </p:txBody>
      </p:sp>
      <p:sp>
        <p:nvSpPr>
          <p:cNvPr id="39" name="TextBox 38">
            <a:extLst>
              <a:ext uri="{FF2B5EF4-FFF2-40B4-BE49-F238E27FC236}">
                <a16:creationId xmlns:a16="http://schemas.microsoft.com/office/drawing/2014/main" id="{E0D9AD38-A339-3543-BB3E-3490E91ED80C}"/>
              </a:ext>
            </a:extLst>
          </p:cNvPr>
          <p:cNvSpPr txBox="1"/>
          <p:nvPr/>
        </p:nvSpPr>
        <p:spPr>
          <a:xfrm>
            <a:off x="1083193" y="1752369"/>
            <a:ext cx="946092" cy="400110"/>
          </a:xfrm>
          <a:prstGeom prst="rect">
            <a:avLst/>
          </a:prstGeom>
          <a:noFill/>
        </p:spPr>
        <p:txBody>
          <a:bodyPr wrap="none" rtlCol="0" anchor="ctr">
            <a:spAutoFit/>
          </a:bodyPr>
          <a:lstStyle/>
          <a:p>
            <a:pPr algn="r"/>
            <a:r>
              <a:rPr lang="fr-FR" sz="2000" b="1">
                <a:solidFill>
                  <a:schemeClr val="bg1"/>
                </a:solidFill>
                <a:latin typeface="Poppins" pitchFamily="2" charset="77"/>
                <a:cs typeface="Poppins" pitchFamily="2" charset="77"/>
              </a:rPr>
              <a:t>INPUT</a:t>
            </a:r>
            <a:endParaRPr lang="fr-FR" sz="2000" b="1" dirty="0">
              <a:solidFill>
                <a:schemeClr val="bg1"/>
              </a:solidFill>
              <a:latin typeface="Poppins" pitchFamily="2" charset="77"/>
              <a:cs typeface="Poppins" pitchFamily="2" charset="77"/>
            </a:endParaRPr>
          </a:p>
        </p:txBody>
      </p:sp>
      <p:sp>
        <p:nvSpPr>
          <p:cNvPr id="40" name="TextBox 39">
            <a:extLst>
              <a:ext uri="{FF2B5EF4-FFF2-40B4-BE49-F238E27FC236}">
                <a16:creationId xmlns:a16="http://schemas.microsoft.com/office/drawing/2014/main" id="{EE33AF07-9AFA-FB44-859C-9473A5992ED8}"/>
              </a:ext>
            </a:extLst>
          </p:cNvPr>
          <p:cNvSpPr txBox="1"/>
          <p:nvPr/>
        </p:nvSpPr>
        <p:spPr>
          <a:xfrm>
            <a:off x="1042988" y="3038796"/>
            <a:ext cx="1640643" cy="1015663"/>
          </a:xfrm>
          <a:prstGeom prst="rect">
            <a:avLst/>
          </a:prstGeom>
          <a:noFill/>
        </p:spPr>
        <p:txBody>
          <a:bodyPr wrap="square" rtlCol="0" anchor="ctr">
            <a:spAutoFit/>
          </a:bodyPr>
          <a:lstStyle/>
          <a:p>
            <a:pPr algn="r"/>
            <a:r>
              <a:rPr lang="fr-FR" sz="3000" b="1">
                <a:solidFill>
                  <a:schemeClr val="bg1"/>
                </a:solidFill>
                <a:latin typeface="Poppins" pitchFamily="2" charset="77"/>
                <a:cs typeface="Poppins" pitchFamily="2" charset="77"/>
              </a:rPr>
              <a:t>02Ffdfddddd</a:t>
            </a:r>
            <a:endParaRPr lang="fr-FR" sz="3000" b="1" dirty="0">
              <a:solidFill>
                <a:schemeClr val="bg1"/>
              </a:solidFill>
              <a:latin typeface="Poppins" pitchFamily="2" charset="77"/>
              <a:cs typeface="Poppins" pitchFamily="2" charset="77"/>
            </a:endParaRPr>
          </a:p>
        </p:txBody>
      </p:sp>
      <p:sp>
        <p:nvSpPr>
          <p:cNvPr id="41" name="TextBox 40">
            <a:extLst>
              <a:ext uri="{FF2B5EF4-FFF2-40B4-BE49-F238E27FC236}">
                <a16:creationId xmlns:a16="http://schemas.microsoft.com/office/drawing/2014/main" id="{866DED9F-819C-904C-8058-D1463A190AA4}"/>
              </a:ext>
            </a:extLst>
          </p:cNvPr>
          <p:cNvSpPr txBox="1"/>
          <p:nvPr/>
        </p:nvSpPr>
        <p:spPr>
          <a:xfrm>
            <a:off x="2683631" y="5337999"/>
            <a:ext cx="667170" cy="553998"/>
          </a:xfrm>
          <a:prstGeom prst="rect">
            <a:avLst/>
          </a:prstGeom>
          <a:noFill/>
        </p:spPr>
        <p:txBody>
          <a:bodyPr wrap="none" rtlCol="0" anchor="ctr">
            <a:spAutoFit/>
          </a:bodyPr>
          <a:lstStyle/>
          <a:p>
            <a:pPr algn="r"/>
            <a:r>
              <a:rPr lang="fr-FR" sz="3000" b="1">
                <a:solidFill>
                  <a:schemeClr val="bg1"/>
                </a:solidFill>
                <a:latin typeface="Poppins" pitchFamily="2" charset="77"/>
                <a:cs typeface="Poppins" pitchFamily="2" charset="77"/>
              </a:rPr>
              <a:t>03</a:t>
            </a:r>
            <a:endParaRPr lang="fr-FR" sz="3000" b="1" dirty="0">
              <a:solidFill>
                <a:schemeClr val="bg1"/>
              </a:solidFill>
              <a:latin typeface="Poppins" pitchFamily="2" charset="77"/>
              <a:cs typeface="Poppins" pitchFamily="2" charset="77"/>
            </a:endParaRPr>
          </a:p>
        </p:txBody>
      </p:sp>
      <p:sp>
        <p:nvSpPr>
          <p:cNvPr id="2" name="Subtitle 2">
            <a:extLst>
              <a:ext uri="{FF2B5EF4-FFF2-40B4-BE49-F238E27FC236}">
                <a16:creationId xmlns:a16="http://schemas.microsoft.com/office/drawing/2014/main" id="{DD9F0C10-4716-B3D0-4F6D-E56AD464A513}"/>
              </a:ext>
            </a:extLst>
          </p:cNvPr>
          <p:cNvSpPr txBox="1">
            <a:spLocks/>
          </p:cNvSpPr>
          <p:nvPr/>
        </p:nvSpPr>
        <p:spPr>
          <a:xfrm>
            <a:off x="2029285" y="2773071"/>
            <a:ext cx="7940253" cy="2196114"/>
          </a:xfrm>
          <a:prstGeom prst="rect">
            <a:avLst/>
          </a:prstGeom>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342900" indent="-342900" algn="l">
              <a:lnSpc>
                <a:spcPts val="1750"/>
              </a:lnSpc>
              <a:buFont typeface="Arial" panose="020B0604020202020204" pitchFamily="34" charset="0"/>
              <a:buChar char="•"/>
            </a:pPr>
            <a:r>
              <a:rPr lang="fr-FR"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Revue des entrants (sources, enjeux, …)</a:t>
            </a:r>
          </a:p>
          <a:p>
            <a:pPr algn="l">
              <a:lnSpc>
                <a:spcPts val="1750"/>
              </a:lnSpc>
            </a:pPr>
            <a:endParaRPr lang="fr-FR" dirty="0">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a:p>
            <a:pPr marL="342900" indent="-342900" algn="l">
              <a:lnSpc>
                <a:spcPts val="1750"/>
              </a:lnSpc>
              <a:buFont typeface="Arial" panose="020B0604020202020204" pitchFamily="34" charset="0"/>
              <a:buChar char="•"/>
            </a:pPr>
            <a:r>
              <a:rPr lang="fr-FR"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Ateliers sur les formulaires métiers et mise en </a:t>
            </a:r>
            <a:r>
              <a:rPr lang="fr-FR" dirty="0" err="1">
                <a:solidFill>
                  <a:schemeClr val="tx1"/>
                </a:solidFill>
                <a:latin typeface="Lato Light" panose="020F0502020204030203" pitchFamily="34" charset="0"/>
                <a:ea typeface="Lato Light" panose="020F0502020204030203" pitchFamily="34" charset="0"/>
                <a:cs typeface="Mukta ExtraLight" panose="020B0000000000000000" pitchFamily="34" charset="77"/>
              </a:rPr>
              <a:t>oeuvre</a:t>
            </a:r>
            <a:r>
              <a:rPr lang="fr-FR"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 des premiers formulaires spécifiques, par exemple sur les diagnostics des fuites</a:t>
            </a:r>
          </a:p>
          <a:p>
            <a:pPr marL="342900" indent="-342900" algn="l">
              <a:lnSpc>
                <a:spcPts val="1750"/>
              </a:lnSpc>
              <a:buFont typeface="Arial" panose="020B0604020202020204" pitchFamily="34" charset="0"/>
              <a:buChar char="•"/>
            </a:pPr>
            <a:endParaRPr lang="fr-FR" dirty="0">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a:p>
            <a:pPr marL="342900" indent="-342900" algn="l">
              <a:lnSpc>
                <a:spcPts val="1750"/>
              </a:lnSpc>
              <a:buFont typeface="Arial" panose="020B0604020202020204" pitchFamily="34" charset="0"/>
              <a:buChar char="•"/>
            </a:pPr>
            <a:r>
              <a:rPr lang="fr-FR"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Définition d’un programme et d’un calendrier de mise en </a:t>
            </a:r>
            <a:r>
              <a:rPr lang="fr-FR" dirty="0" err="1">
                <a:solidFill>
                  <a:schemeClr val="tx1"/>
                </a:solidFill>
                <a:latin typeface="Lato Light" panose="020F0502020204030203" pitchFamily="34" charset="0"/>
                <a:ea typeface="Lato Light" panose="020F0502020204030203" pitchFamily="34" charset="0"/>
                <a:cs typeface="Mukta ExtraLight" panose="020B0000000000000000" pitchFamily="34" charset="77"/>
              </a:rPr>
              <a:t>oeuvre</a:t>
            </a:r>
            <a:endParaRPr lang="fr-FR" dirty="0">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p:txBody>
      </p:sp>
      <p:pic>
        <p:nvPicPr>
          <p:cNvPr id="4" name="Image 3">
            <a:extLst>
              <a:ext uri="{FF2B5EF4-FFF2-40B4-BE49-F238E27FC236}">
                <a16:creationId xmlns:a16="http://schemas.microsoft.com/office/drawing/2014/main" id="{15AA7EB3-E515-4C8C-058B-4F1622A00F70}"/>
              </a:ext>
            </a:extLst>
          </p:cNvPr>
          <p:cNvPicPr>
            <a:picLocks noChangeAspect="1"/>
          </p:cNvPicPr>
          <p:nvPr/>
        </p:nvPicPr>
        <p:blipFill>
          <a:blip r:embed="rId3"/>
          <a:stretch>
            <a:fillRect/>
          </a:stretch>
        </p:blipFill>
        <p:spPr>
          <a:xfrm>
            <a:off x="11262361" y="0"/>
            <a:ext cx="929640" cy="889222"/>
          </a:xfrm>
          <a:prstGeom prst="rect">
            <a:avLst/>
          </a:prstGeom>
        </p:spPr>
      </p:pic>
    </p:spTree>
    <p:extLst>
      <p:ext uri="{BB962C8B-B14F-4D97-AF65-F5344CB8AC3E}">
        <p14:creationId xmlns:p14="http://schemas.microsoft.com/office/powerpoint/2010/main" val="3038862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 calcmode="lin" valueType="num">
                                      <p:cBhvr additive="base">
                                        <p:cTn id="19"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6">
            <a:extLst>
              <a:ext uri="{FF2B5EF4-FFF2-40B4-BE49-F238E27FC236}">
                <a16:creationId xmlns:a16="http://schemas.microsoft.com/office/drawing/2014/main" id="{780B5731-3243-064A-8224-C5088B0A05CA}"/>
              </a:ext>
            </a:extLst>
          </p:cNvPr>
          <p:cNvSpPr>
            <a:spLocks noChangeArrowheads="1"/>
          </p:cNvSpPr>
          <p:nvPr/>
        </p:nvSpPr>
        <p:spPr bwMode="auto">
          <a:xfrm>
            <a:off x="2992453" y="2205884"/>
            <a:ext cx="6358972" cy="273327"/>
          </a:xfrm>
          <a:prstGeom prst="roundRect">
            <a:avLst>
              <a:gd name="adj" fmla="val 50000"/>
            </a:avLst>
          </a:prstGeom>
          <a:solidFill>
            <a:schemeClr val="bg1">
              <a:lumMod val="95000"/>
            </a:schemeClr>
          </a:solidFill>
          <a:ln>
            <a:noFill/>
          </a:ln>
          <a:effectLst/>
        </p:spPr>
        <p:txBody>
          <a:bodyPr wrap="none" anchor="ctr"/>
          <a:lstStyle/>
          <a:p>
            <a:endParaRPr lang="en-US" sz="3265"/>
          </a:p>
        </p:txBody>
      </p:sp>
      <p:sp>
        <p:nvSpPr>
          <p:cNvPr id="3" name="Freeform 17">
            <a:hlinkClick r:id="rId3"/>
            <a:extLst>
              <a:ext uri="{FF2B5EF4-FFF2-40B4-BE49-F238E27FC236}">
                <a16:creationId xmlns:a16="http://schemas.microsoft.com/office/drawing/2014/main" id="{85D03256-B6FC-D44F-A3B7-DDA11B06E746}"/>
              </a:ext>
            </a:extLst>
          </p:cNvPr>
          <p:cNvSpPr>
            <a:spLocks noChangeArrowheads="1"/>
          </p:cNvSpPr>
          <p:nvPr/>
        </p:nvSpPr>
        <p:spPr bwMode="auto">
          <a:xfrm>
            <a:off x="2992454" y="2213444"/>
            <a:ext cx="4885885" cy="297380"/>
          </a:xfrm>
          <a:prstGeom prst="roundRect">
            <a:avLst>
              <a:gd name="adj" fmla="val 50000"/>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a:effectLst/>
        </p:spPr>
        <p:txBody>
          <a:bodyPr wrap="none" anchor="ctr"/>
          <a:lstStyle/>
          <a:p>
            <a:pPr algn="r"/>
            <a:r>
              <a:rPr lang="fr-FR" sz="2400" dirty="0">
                <a:solidFill>
                  <a:schemeClr val="accent6">
                    <a:lumMod val="75000"/>
                  </a:schemeClr>
                </a:solidFill>
              </a:rPr>
              <a:t>80 %</a:t>
            </a:r>
          </a:p>
        </p:txBody>
      </p:sp>
      <p:sp>
        <p:nvSpPr>
          <p:cNvPr id="4" name="Freeform 19">
            <a:extLst>
              <a:ext uri="{FF2B5EF4-FFF2-40B4-BE49-F238E27FC236}">
                <a16:creationId xmlns:a16="http://schemas.microsoft.com/office/drawing/2014/main" id="{14D559FB-0EF8-C947-AAFC-A8F5B75EBF84}"/>
              </a:ext>
            </a:extLst>
          </p:cNvPr>
          <p:cNvSpPr>
            <a:spLocks noChangeArrowheads="1"/>
          </p:cNvSpPr>
          <p:nvPr/>
        </p:nvSpPr>
        <p:spPr bwMode="auto">
          <a:xfrm>
            <a:off x="3014157" y="3115390"/>
            <a:ext cx="6358972" cy="273327"/>
          </a:xfrm>
          <a:prstGeom prst="roundRect">
            <a:avLst>
              <a:gd name="adj" fmla="val 50000"/>
            </a:avLst>
          </a:prstGeom>
          <a:solidFill>
            <a:schemeClr val="bg1">
              <a:lumMod val="95000"/>
            </a:schemeClr>
          </a:solidFill>
          <a:ln>
            <a:noFill/>
          </a:ln>
          <a:effectLst/>
        </p:spPr>
        <p:txBody>
          <a:bodyPr wrap="none" anchor="ctr"/>
          <a:lstStyle/>
          <a:p>
            <a:endParaRPr lang="en-US" sz="3265"/>
          </a:p>
        </p:txBody>
      </p:sp>
      <p:sp>
        <p:nvSpPr>
          <p:cNvPr id="6" name="Freeform 25">
            <a:extLst>
              <a:ext uri="{FF2B5EF4-FFF2-40B4-BE49-F238E27FC236}">
                <a16:creationId xmlns:a16="http://schemas.microsoft.com/office/drawing/2014/main" id="{48220888-C27B-E444-AEB7-020D08E19BAF}"/>
              </a:ext>
            </a:extLst>
          </p:cNvPr>
          <p:cNvSpPr>
            <a:spLocks noChangeArrowheads="1"/>
          </p:cNvSpPr>
          <p:nvPr/>
        </p:nvSpPr>
        <p:spPr bwMode="auto">
          <a:xfrm>
            <a:off x="2992454" y="4102951"/>
            <a:ext cx="6358972" cy="273327"/>
          </a:xfrm>
          <a:prstGeom prst="roundRect">
            <a:avLst>
              <a:gd name="adj" fmla="val 50000"/>
            </a:avLst>
          </a:prstGeom>
          <a:solidFill>
            <a:schemeClr val="bg1">
              <a:lumMod val="95000"/>
            </a:schemeClr>
          </a:solidFill>
          <a:ln>
            <a:noFill/>
          </a:ln>
          <a:effectLst/>
        </p:spPr>
        <p:txBody>
          <a:bodyPr wrap="none" anchor="ctr"/>
          <a:lstStyle/>
          <a:p>
            <a:endParaRPr lang="en-US" sz="3265"/>
          </a:p>
        </p:txBody>
      </p:sp>
      <p:sp>
        <p:nvSpPr>
          <p:cNvPr id="8" name="Freeform 29">
            <a:extLst>
              <a:ext uri="{FF2B5EF4-FFF2-40B4-BE49-F238E27FC236}">
                <a16:creationId xmlns:a16="http://schemas.microsoft.com/office/drawing/2014/main" id="{5AF3205A-F070-B444-9CF8-8F2FA4A3B062}"/>
              </a:ext>
            </a:extLst>
          </p:cNvPr>
          <p:cNvSpPr>
            <a:spLocks noChangeArrowheads="1"/>
          </p:cNvSpPr>
          <p:nvPr/>
        </p:nvSpPr>
        <p:spPr bwMode="auto">
          <a:xfrm>
            <a:off x="2992454" y="5160725"/>
            <a:ext cx="6358972" cy="273325"/>
          </a:xfrm>
          <a:prstGeom prst="roundRect">
            <a:avLst>
              <a:gd name="adj" fmla="val 50000"/>
            </a:avLst>
          </a:prstGeom>
          <a:solidFill>
            <a:schemeClr val="bg1">
              <a:lumMod val="95000"/>
            </a:schemeClr>
          </a:solidFill>
          <a:ln>
            <a:noFill/>
          </a:ln>
          <a:effectLst/>
        </p:spPr>
        <p:txBody>
          <a:bodyPr wrap="none" anchor="ctr"/>
          <a:lstStyle/>
          <a:p>
            <a:endParaRPr lang="en-US" sz="3265"/>
          </a:p>
        </p:txBody>
      </p:sp>
      <p:sp>
        <p:nvSpPr>
          <p:cNvPr id="19" name="TextBox 18">
            <a:extLst>
              <a:ext uri="{FF2B5EF4-FFF2-40B4-BE49-F238E27FC236}">
                <a16:creationId xmlns:a16="http://schemas.microsoft.com/office/drawing/2014/main" id="{9DBDB55A-CA2F-C445-916E-1B15DB6EC7DA}"/>
              </a:ext>
            </a:extLst>
          </p:cNvPr>
          <p:cNvSpPr txBox="1"/>
          <p:nvPr/>
        </p:nvSpPr>
        <p:spPr>
          <a:xfrm>
            <a:off x="2206756" y="2124895"/>
            <a:ext cx="500458" cy="460800"/>
          </a:xfrm>
          <a:prstGeom prst="rect">
            <a:avLst/>
          </a:prstGeom>
          <a:noFill/>
        </p:spPr>
        <p:txBody>
          <a:bodyPr wrap="none" rtlCol="0" anchor="ctr">
            <a:spAutoFit/>
          </a:bodyPr>
          <a:lstStyle/>
          <a:p>
            <a:pPr algn="r"/>
            <a:r>
              <a:rPr lang="fr-FR" sz="2400" b="1" dirty="0">
                <a:solidFill>
                  <a:schemeClr val="tx2"/>
                </a:solidFill>
                <a:latin typeface="Poppins" pitchFamily="2" charset="77"/>
                <a:cs typeface="Poppins" pitchFamily="2" charset="77"/>
              </a:rPr>
              <a:t>01</a:t>
            </a:r>
          </a:p>
        </p:txBody>
      </p:sp>
      <p:sp>
        <p:nvSpPr>
          <p:cNvPr id="20" name="TextBox 19">
            <a:extLst>
              <a:ext uri="{FF2B5EF4-FFF2-40B4-BE49-F238E27FC236}">
                <a16:creationId xmlns:a16="http://schemas.microsoft.com/office/drawing/2014/main" id="{D7D9C60F-5AB7-334B-98E5-E4510EF0D59B}"/>
              </a:ext>
            </a:extLst>
          </p:cNvPr>
          <p:cNvSpPr txBox="1"/>
          <p:nvPr/>
        </p:nvSpPr>
        <p:spPr>
          <a:xfrm>
            <a:off x="2176300" y="3049890"/>
            <a:ext cx="561371" cy="460800"/>
          </a:xfrm>
          <a:prstGeom prst="rect">
            <a:avLst/>
          </a:prstGeom>
          <a:noFill/>
        </p:spPr>
        <p:txBody>
          <a:bodyPr wrap="none" rtlCol="0" anchor="ctr">
            <a:spAutoFit/>
          </a:bodyPr>
          <a:lstStyle/>
          <a:p>
            <a:pPr algn="r"/>
            <a:r>
              <a:rPr lang="fr-FR" sz="2400" b="1" dirty="0">
                <a:solidFill>
                  <a:schemeClr val="tx2"/>
                </a:solidFill>
                <a:latin typeface="Poppins" pitchFamily="2" charset="77"/>
                <a:cs typeface="Poppins" pitchFamily="2" charset="77"/>
              </a:rPr>
              <a:t>02</a:t>
            </a:r>
          </a:p>
        </p:txBody>
      </p:sp>
      <p:sp>
        <p:nvSpPr>
          <p:cNvPr id="21" name="TextBox 20">
            <a:extLst>
              <a:ext uri="{FF2B5EF4-FFF2-40B4-BE49-F238E27FC236}">
                <a16:creationId xmlns:a16="http://schemas.microsoft.com/office/drawing/2014/main" id="{5B015FC0-DB73-F448-98A5-17BA27A28042}"/>
              </a:ext>
            </a:extLst>
          </p:cNvPr>
          <p:cNvSpPr txBox="1"/>
          <p:nvPr/>
        </p:nvSpPr>
        <p:spPr>
          <a:xfrm>
            <a:off x="2171491" y="3985782"/>
            <a:ext cx="570989" cy="460800"/>
          </a:xfrm>
          <a:prstGeom prst="rect">
            <a:avLst/>
          </a:prstGeom>
          <a:noFill/>
        </p:spPr>
        <p:txBody>
          <a:bodyPr wrap="none" rtlCol="0" anchor="ctr">
            <a:spAutoFit/>
          </a:bodyPr>
          <a:lstStyle/>
          <a:p>
            <a:pPr algn="r"/>
            <a:r>
              <a:rPr lang="fr-FR" sz="2400" b="1" dirty="0">
                <a:solidFill>
                  <a:schemeClr val="tx2"/>
                </a:solidFill>
                <a:latin typeface="Poppins" pitchFamily="2" charset="77"/>
                <a:cs typeface="Poppins" pitchFamily="2" charset="77"/>
              </a:rPr>
              <a:t>03</a:t>
            </a:r>
          </a:p>
        </p:txBody>
      </p:sp>
      <p:sp>
        <p:nvSpPr>
          <p:cNvPr id="22" name="TextBox 21">
            <a:extLst>
              <a:ext uri="{FF2B5EF4-FFF2-40B4-BE49-F238E27FC236}">
                <a16:creationId xmlns:a16="http://schemas.microsoft.com/office/drawing/2014/main" id="{471F74F1-1B97-B84E-AD00-F08BB0D71D96}"/>
              </a:ext>
            </a:extLst>
          </p:cNvPr>
          <p:cNvSpPr txBox="1"/>
          <p:nvPr/>
        </p:nvSpPr>
        <p:spPr>
          <a:xfrm>
            <a:off x="2160269" y="5066557"/>
            <a:ext cx="593432" cy="460800"/>
          </a:xfrm>
          <a:prstGeom prst="rect">
            <a:avLst/>
          </a:prstGeom>
          <a:noFill/>
        </p:spPr>
        <p:txBody>
          <a:bodyPr wrap="none" rtlCol="0" anchor="ctr">
            <a:spAutoFit/>
          </a:bodyPr>
          <a:lstStyle/>
          <a:p>
            <a:pPr algn="r"/>
            <a:r>
              <a:rPr lang="fr-FR" sz="2400" b="1" dirty="0">
                <a:solidFill>
                  <a:schemeClr val="tx2"/>
                </a:solidFill>
                <a:latin typeface="Poppins" pitchFamily="2" charset="77"/>
                <a:cs typeface="Poppins" pitchFamily="2" charset="77"/>
              </a:rPr>
              <a:t>04</a:t>
            </a:r>
          </a:p>
        </p:txBody>
      </p:sp>
      <p:sp>
        <p:nvSpPr>
          <p:cNvPr id="23" name="TextBox 22">
            <a:extLst>
              <a:ext uri="{FF2B5EF4-FFF2-40B4-BE49-F238E27FC236}">
                <a16:creationId xmlns:a16="http://schemas.microsoft.com/office/drawing/2014/main" id="{6ADB7AF4-66E5-4D48-AA78-5D6C8B612AA6}"/>
              </a:ext>
            </a:extLst>
          </p:cNvPr>
          <p:cNvSpPr txBox="1"/>
          <p:nvPr/>
        </p:nvSpPr>
        <p:spPr>
          <a:xfrm>
            <a:off x="2992454" y="1809424"/>
            <a:ext cx="1249060" cy="338554"/>
          </a:xfrm>
          <a:prstGeom prst="rect">
            <a:avLst/>
          </a:prstGeom>
          <a:noFill/>
        </p:spPr>
        <p:txBody>
          <a:bodyPr wrap="none" rtlCol="0" anchor="b" anchorCtr="0">
            <a:spAutoFit/>
          </a:bodyPr>
          <a:lstStyle/>
          <a:p>
            <a:r>
              <a:rPr lang="fr-FR" sz="1600" b="1" dirty="0">
                <a:latin typeface="Poppins" pitchFamily="2" charset="77"/>
                <a:ea typeface="League Spartan" charset="0"/>
                <a:cs typeface="Poppins" pitchFamily="2" charset="77"/>
              </a:rPr>
              <a:t>Sortie SAS</a:t>
            </a:r>
          </a:p>
        </p:txBody>
      </p:sp>
      <p:sp>
        <p:nvSpPr>
          <p:cNvPr id="24" name="TextBox 23">
            <a:extLst>
              <a:ext uri="{FF2B5EF4-FFF2-40B4-BE49-F238E27FC236}">
                <a16:creationId xmlns:a16="http://schemas.microsoft.com/office/drawing/2014/main" id="{CDB3F765-237A-A94A-8B6E-F94035A40564}"/>
              </a:ext>
            </a:extLst>
          </p:cNvPr>
          <p:cNvSpPr txBox="1"/>
          <p:nvPr/>
        </p:nvSpPr>
        <p:spPr>
          <a:xfrm>
            <a:off x="2992454" y="2734419"/>
            <a:ext cx="2997937" cy="338554"/>
          </a:xfrm>
          <a:prstGeom prst="rect">
            <a:avLst/>
          </a:prstGeom>
          <a:noFill/>
        </p:spPr>
        <p:txBody>
          <a:bodyPr wrap="none" rtlCol="0" anchor="b" anchorCtr="0">
            <a:spAutoFit/>
          </a:bodyPr>
          <a:lstStyle/>
          <a:p>
            <a:r>
              <a:rPr lang="fr-FR" sz="1600" b="1" dirty="0">
                <a:latin typeface="Poppins" pitchFamily="2" charset="77"/>
                <a:ea typeface="League Spartan" charset="0"/>
                <a:cs typeface="Poppins" pitchFamily="2" charset="77"/>
              </a:rPr>
              <a:t>Qualification automatique</a:t>
            </a:r>
          </a:p>
        </p:txBody>
      </p:sp>
      <p:sp>
        <p:nvSpPr>
          <p:cNvPr id="25" name="TextBox 24">
            <a:extLst>
              <a:ext uri="{FF2B5EF4-FFF2-40B4-BE49-F238E27FC236}">
                <a16:creationId xmlns:a16="http://schemas.microsoft.com/office/drawing/2014/main" id="{3C6BAEEE-FAE8-714D-92C3-41019AFB7F4F}"/>
              </a:ext>
            </a:extLst>
          </p:cNvPr>
          <p:cNvSpPr txBox="1"/>
          <p:nvPr/>
        </p:nvSpPr>
        <p:spPr>
          <a:xfrm>
            <a:off x="2992454" y="3670311"/>
            <a:ext cx="1523174" cy="338554"/>
          </a:xfrm>
          <a:prstGeom prst="rect">
            <a:avLst/>
          </a:prstGeom>
          <a:noFill/>
        </p:spPr>
        <p:txBody>
          <a:bodyPr wrap="none" rtlCol="0" anchor="b" anchorCtr="0">
            <a:spAutoFit/>
          </a:bodyPr>
          <a:lstStyle/>
          <a:p>
            <a:r>
              <a:rPr lang="fr-FR" sz="1600" b="1" dirty="0">
                <a:latin typeface="Poppins" pitchFamily="2" charset="77"/>
                <a:ea typeface="League Spartan" charset="0"/>
                <a:cs typeface="Poppins" pitchFamily="2" charset="77"/>
              </a:rPr>
              <a:t>Planification</a:t>
            </a:r>
          </a:p>
        </p:txBody>
      </p:sp>
      <p:sp>
        <p:nvSpPr>
          <p:cNvPr id="26" name="TextBox 25">
            <a:extLst>
              <a:ext uri="{FF2B5EF4-FFF2-40B4-BE49-F238E27FC236}">
                <a16:creationId xmlns:a16="http://schemas.microsoft.com/office/drawing/2014/main" id="{EED3D7CE-055D-3442-B076-77F9B6DEDA3A}"/>
              </a:ext>
            </a:extLst>
          </p:cNvPr>
          <p:cNvSpPr txBox="1"/>
          <p:nvPr/>
        </p:nvSpPr>
        <p:spPr>
          <a:xfrm>
            <a:off x="2992454" y="4751086"/>
            <a:ext cx="1372492" cy="338554"/>
          </a:xfrm>
          <a:prstGeom prst="rect">
            <a:avLst/>
          </a:prstGeom>
          <a:noFill/>
        </p:spPr>
        <p:txBody>
          <a:bodyPr wrap="none" rtlCol="0" anchor="b" anchorCtr="0">
            <a:spAutoFit/>
          </a:bodyPr>
          <a:lstStyle/>
          <a:p>
            <a:r>
              <a:rPr lang="fr-FR" sz="1600" b="1" dirty="0">
                <a:latin typeface="Poppins" pitchFamily="2" charset="77"/>
                <a:ea typeface="League Spartan" charset="0"/>
                <a:cs typeface="Poppins" pitchFamily="2" charset="77"/>
              </a:rPr>
              <a:t>Réalisation</a:t>
            </a:r>
          </a:p>
        </p:txBody>
      </p:sp>
      <p:sp>
        <p:nvSpPr>
          <p:cNvPr id="30" name="TextBox 29">
            <a:extLst>
              <a:ext uri="{FF2B5EF4-FFF2-40B4-BE49-F238E27FC236}">
                <a16:creationId xmlns:a16="http://schemas.microsoft.com/office/drawing/2014/main" id="{9305DB9A-EFC9-FA41-86DE-F946BDC41CB6}"/>
              </a:ext>
            </a:extLst>
          </p:cNvPr>
          <p:cNvSpPr txBox="1"/>
          <p:nvPr/>
        </p:nvSpPr>
        <p:spPr>
          <a:xfrm>
            <a:off x="8645782" y="4859347"/>
            <a:ext cx="705642" cy="338554"/>
          </a:xfrm>
          <a:prstGeom prst="rect">
            <a:avLst/>
          </a:prstGeom>
          <a:noFill/>
        </p:spPr>
        <p:txBody>
          <a:bodyPr wrap="none" rtlCol="0" anchor="b" anchorCtr="0">
            <a:spAutoFit/>
          </a:bodyPr>
          <a:lstStyle/>
          <a:p>
            <a:pPr algn="r"/>
            <a:r>
              <a:rPr lang="fr-FR" sz="1600" b="1" dirty="0">
                <a:latin typeface="Poppins" pitchFamily="2" charset="77"/>
                <a:ea typeface="League Spartan" charset="0"/>
                <a:cs typeface="Poppins" pitchFamily="2" charset="77"/>
              </a:rPr>
              <a:t>100%</a:t>
            </a:r>
          </a:p>
        </p:txBody>
      </p:sp>
      <p:sp>
        <p:nvSpPr>
          <p:cNvPr id="13" name="TextBox 29">
            <a:extLst>
              <a:ext uri="{FF2B5EF4-FFF2-40B4-BE49-F238E27FC236}">
                <a16:creationId xmlns:a16="http://schemas.microsoft.com/office/drawing/2014/main" id="{35480DBD-EBF4-8063-EF5E-2832D859547E}"/>
              </a:ext>
            </a:extLst>
          </p:cNvPr>
          <p:cNvSpPr txBox="1"/>
          <p:nvPr/>
        </p:nvSpPr>
        <p:spPr>
          <a:xfrm>
            <a:off x="8645782" y="1820190"/>
            <a:ext cx="705642" cy="338554"/>
          </a:xfrm>
          <a:prstGeom prst="rect">
            <a:avLst/>
          </a:prstGeom>
          <a:noFill/>
        </p:spPr>
        <p:txBody>
          <a:bodyPr wrap="none" rtlCol="0" anchor="b" anchorCtr="0">
            <a:spAutoFit/>
          </a:bodyPr>
          <a:lstStyle/>
          <a:p>
            <a:pPr algn="r"/>
            <a:r>
              <a:rPr lang="fr-FR" sz="1600" b="1" dirty="0">
                <a:latin typeface="Poppins" pitchFamily="2" charset="77"/>
                <a:ea typeface="League Spartan" charset="0"/>
                <a:cs typeface="Poppins" pitchFamily="2" charset="77"/>
              </a:rPr>
              <a:t>100%</a:t>
            </a:r>
          </a:p>
        </p:txBody>
      </p:sp>
      <p:sp>
        <p:nvSpPr>
          <p:cNvPr id="14" name="TextBox 29">
            <a:extLst>
              <a:ext uri="{FF2B5EF4-FFF2-40B4-BE49-F238E27FC236}">
                <a16:creationId xmlns:a16="http://schemas.microsoft.com/office/drawing/2014/main" id="{BCCC2DEC-2418-8F25-A168-5E8A611989EB}"/>
              </a:ext>
            </a:extLst>
          </p:cNvPr>
          <p:cNvSpPr txBox="1"/>
          <p:nvPr/>
        </p:nvSpPr>
        <p:spPr>
          <a:xfrm>
            <a:off x="8653110" y="2734720"/>
            <a:ext cx="705642" cy="338554"/>
          </a:xfrm>
          <a:prstGeom prst="rect">
            <a:avLst/>
          </a:prstGeom>
          <a:noFill/>
        </p:spPr>
        <p:txBody>
          <a:bodyPr wrap="none" rtlCol="0" anchor="b" anchorCtr="0">
            <a:spAutoFit/>
          </a:bodyPr>
          <a:lstStyle/>
          <a:p>
            <a:pPr algn="r"/>
            <a:r>
              <a:rPr lang="fr-FR" sz="1600" b="1" dirty="0">
                <a:latin typeface="Poppins" pitchFamily="2" charset="77"/>
                <a:ea typeface="League Spartan" charset="0"/>
                <a:cs typeface="Poppins" pitchFamily="2" charset="77"/>
              </a:rPr>
              <a:t>100%</a:t>
            </a:r>
          </a:p>
        </p:txBody>
      </p:sp>
      <p:sp>
        <p:nvSpPr>
          <p:cNvPr id="15" name="TextBox 29">
            <a:extLst>
              <a:ext uri="{FF2B5EF4-FFF2-40B4-BE49-F238E27FC236}">
                <a16:creationId xmlns:a16="http://schemas.microsoft.com/office/drawing/2014/main" id="{017124D6-BE85-840D-FEC6-E22607F19B5C}"/>
              </a:ext>
            </a:extLst>
          </p:cNvPr>
          <p:cNvSpPr txBox="1"/>
          <p:nvPr/>
        </p:nvSpPr>
        <p:spPr>
          <a:xfrm>
            <a:off x="8664656" y="3741396"/>
            <a:ext cx="705642" cy="338554"/>
          </a:xfrm>
          <a:prstGeom prst="rect">
            <a:avLst/>
          </a:prstGeom>
          <a:noFill/>
        </p:spPr>
        <p:txBody>
          <a:bodyPr wrap="none" rtlCol="0" anchor="b" anchorCtr="0">
            <a:spAutoFit/>
          </a:bodyPr>
          <a:lstStyle/>
          <a:p>
            <a:pPr algn="r"/>
            <a:r>
              <a:rPr lang="fr-FR" sz="1600" b="1" dirty="0">
                <a:latin typeface="Poppins" pitchFamily="2" charset="77"/>
                <a:ea typeface="League Spartan" charset="0"/>
                <a:cs typeface="Poppins" pitchFamily="2" charset="77"/>
              </a:rPr>
              <a:t>100%</a:t>
            </a:r>
          </a:p>
        </p:txBody>
      </p:sp>
      <p:sp>
        <p:nvSpPr>
          <p:cNvPr id="16" name="Freeform 17">
            <a:hlinkClick r:id="rId4"/>
            <a:extLst>
              <a:ext uri="{FF2B5EF4-FFF2-40B4-BE49-F238E27FC236}">
                <a16:creationId xmlns:a16="http://schemas.microsoft.com/office/drawing/2014/main" id="{661D9C6A-6584-FF53-014B-7D2BACD666C6}"/>
              </a:ext>
            </a:extLst>
          </p:cNvPr>
          <p:cNvSpPr>
            <a:spLocks noChangeArrowheads="1"/>
          </p:cNvSpPr>
          <p:nvPr/>
        </p:nvSpPr>
        <p:spPr bwMode="auto">
          <a:xfrm>
            <a:off x="2992454" y="4111450"/>
            <a:ext cx="1233892" cy="264392"/>
          </a:xfrm>
          <a:prstGeom prst="roundRect">
            <a:avLst>
              <a:gd name="adj" fmla="val 50000"/>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a:effectLst/>
        </p:spPr>
        <p:txBody>
          <a:bodyPr wrap="none" anchor="ctr"/>
          <a:lstStyle/>
          <a:p>
            <a:pPr algn="r"/>
            <a:r>
              <a:rPr lang="fr-FR" sz="2400" dirty="0">
                <a:solidFill>
                  <a:schemeClr val="accent6">
                    <a:lumMod val="75000"/>
                  </a:schemeClr>
                </a:solidFill>
              </a:rPr>
              <a:t>10 %</a:t>
            </a:r>
          </a:p>
        </p:txBody>
      </p:sp>
      <p:sp>
        <p:nvSpPr>
          <p:cNvPr id="5" name="Freeform 29">
            <a:extLst>
              <a:ext uri="{FF2B5EF4-FFF2-40B4-BE49-F238E27FC236}">
                <a16:creationId xmlns:a16="http://schemas.microsoft.com/office/drawing/2014/main" id="{EB568675-CBBB-ECA8-47D9-900ACDCC898A}"/>
              </a:ext>
            </a:extLst>
          </p:cNvPr>
          <p:cNvSpPr>
            <a:spLocks noChangeArrowheads="1"/>
          </p:cNvSpPr>
          <p:nvPr/>
        </p:nvSpPr>
        <p:spPr bwMode="auto">
          <a:xfrm>
            <a:off x="2992454" y="6188139"/>
            <a:ext cx="6358972" cy="273325"/>
          </a:xfrm>
          <a:prstGeom prst="roundRect">
            <a:avLst>
              <a:gd name="adj" fmla="val 50000"/>
            </a:avLst>
          </a:prstGeom>
          <a:solidFill>
            <a:schemeClr val="bg1">
              <a:lumMod val="95000"/>
            </a:schemeClr>
          </a:solidFill>
          <a:ln>
            <a:noFill/>
          </a:ln>
          <a:effectLst/>
        </p:spPr>
        <p:txBody>
          <a:bodyPr wrap="none" anchor="ctr"/>
          <a:lstStyle/>
          <a:p>
            <a:endParaRPr lang="en-US" sz="3265"/>
          </a:p>
        </p:txBody>
      </p:sp>
      <p:sp>
        <p:nvSpPr>
          <p:cNvPr id="7" name="TextBox 21">
            <a:extLst>
              <a:ext uri="{FF2B5EF4-FFF2-40B4-BE49-F238E27FC236}">
                <a16:creationId xmlns:a16="http://schemas.microsoft.com/office/drawing/2014/main" id="{9E36996F-4423-BD22-B8D2-0FF3D744C26B}"/>
              </a:ext>
            </a:extLst>
          </p:cNvPr>
          <p:cNvSpPr txBox="1"/>
          <p:nvPr/>
        </p:nvSpPr>
        <p:spPr>
          <a:xfrm>
            <a:off x="2160269" y="6093971"/>
            <a:ext cx="593432" cy="460800"/>
          </a:xfrm>
          <a:prstGeom prst="rect">
            <a:avLst/>
          </a:prstGeom>
          <a:noFill/>
        </p:spPr>
        <p:txBody>
          <a:bodyPr wrap="none" rtlCol="0" anchor="ctr">
            <a:spAutoFit/>
          </a:bodyPr>
          <a:lstStyle/>
          <a:p>
            <a:pPr algn="r"/>
            <a:r>
              <a:rPr lang="fr-FR" sz="2400" b="1" dirty="0">
                <a:solidFill>
                  <a:schemeClr val="tx2"/>
                </a:solidFill>
                <a:latin typeface="Poppins" pitchFamily="2" charset="77"/>
                <a:cs typeface="Poppins" pitchFamily="2" charset="77"/>
              </a:rPr>
              <a:t>05</a:t>
            </a:r>
          </a:p>
        </p:txBody>
      </p:sp>
      <p:sp>
        <p:nvSpPr>
          <p:cNvPr id="9" name="TextBox 25">
            <a:extLst>
              <a:ext uri="{FF2B5EF4-FFF2-40B4-BE49-F238E27FC236}">
                <a16:creationId xmlns:a16="http://schemas.microsoft.com/office/drawing/2014/main" id="{41CFCECB-C9A4-A03F-ABA7-31FFCD0EEFA6}"/>
              </a:ext>
            </a:extLst>
          </p:cNvPr>
          <p:cNvSpPr txBox="1"/>
          <p:nvPr/>
        </p:nvSpPr>
        <p:spPr>
          <a:xfrm>
            <a:off x="2992454" y="5778500"/>
            <a:ext cx="2411238" cy="338554"/>
          </a:xfrm>
          <a:prstGeom prst="rect">
            <a:avLst/>
          </a:prstGeom>
          <a:noFill/>
        </p:spPr>
        <p:txBody>
          <a:bodyPr wrap="none" rtlCol="0" anchor="b" anchorCtr="0">
            <a:spAutoFit/>
          </a:bodyPr>
          <a:lstStyle/>
          <a:p>
            <a:r>
              <a:rPr lang="fr-FR" sz="1600" b="1" dirty="0">
                <a:latin typeface="Poppins" pitchFamily="2" charset="77"/>
                <a:ea typeface="League Spartan" charset="0"/>
                <a:cs typeface="Poppins" pitchFamily="2" charset="77"/>
              </a:rPr>
              <a:t>Clôture automatique</a:t>
            </a:r>
          </a:p>
        </p:txBody>
      </p:sp>
      <p:sp>
        <p:nvSpPr>
          <p:cNvPr id="12" name="TextBox 29">
            <a:extLst>
              <a:ext uri="{FF2B5EF4-FFF2-40B4-BE49-F238E27FC236}">
                <a16:creationId xmlns:a16="http://schemas.microsoft.com/office/drawing/2014/main" id="{3B470B50-A621-F1DB-AAAF-FDEC13721198}"/>
              </a:ext>
            </a:extLst>
          </p:cNvPr>
          <p:cNvSpPr txBox="1"/>
          <p:nvPr/>
        </p:nvSpPr>
        <p:spPr>
          <a:xfrm>
            <a:off x="8667486" y="5886761"/>
            <a:ext cx="705642" cy="338554"/>
          </a:xfrm>
          <a:prstGeom prst="rect">
            <a:avLst/>
          </a:prstGeom>
          <a:noFill/>
        </p:spPr>
        <p:txBody>
          <a:bodyPr wrap="none" rtlCol="0" anchor="b" anchorCtr="0">
            <a:spAutoFit/>
          </a:bodyPr>
          <a:lstStyle/>
          <a:p>
            <a:pPr algn="r"/>
            <a:r>
              <a:rPr lang="fr-FR" sz="1600" b="1" dirty="0">
                <a:latin typeface="Poppins" pitchFamily="2" charset="77"/>
                <a:ea typeface="League Spartan" charset="0"/>
                <a:cs typeface="Poppins" pitchFamily="2" charset="77"/>
              </a:rPr>
              <a:t>100%</a:t>
            </a:r>
          </a:p>
        </p:txBody>
      </p:sp>
      <p:sp>
        <p:nvSpPr>
          <p:cNvPr id="18" name="Freeform 17">
            <a:hlinkClick r:id="rId5"/>
            <a:extLst>
              <a:ext uri="{FF2B5EF4-FFF2-40B4-BE49-F238E27FC236}">
                <a16:creationId xmlns:a16="http://schemas.microsoft.com/office/drawing/2014/main" id="{12563153-19A1-20D7-AAF9-D994D6E0AC1D}"/>
              </a:ext>
            </a:extLst>
          </p:cNvPr>
          <p:cNvSpPr>
            <a:spLocks noChangeArrowheads="1"/>
          </p:cNvSpPr>
          <p:nvPr/>
        </p:nvSpPr>
        <p:spPr bwMode="auto">
          <a:xfrm>
            <a:off x="2992454" y="6166366"/>
            <a:ext cx="3092913" cy="287781"/>
          </a:xfrm>
          <a:prstGeom prst="roundRect">
            <a:avLst>
              <a:gd name="adj" fmla="val 50000"/>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a:effectLst/>
        </p:spPr>
        <p:txBody>
          <a:bodyPr wrap="none" anchor="ctr"/>
          <a:lstStyle/>
          <a:p>
            <a:pPr algn="r"/>
            <a:r>
              <a:rPr lang="fr-FR" sz="2400" dirty="0">
                <a:solidFill>
                  <a:schemeClr val="accent6">
                    <a:lumMod val="75000"/>
                  </a:schemeClr>
                </a:solidFill>
              </a:rPr>
              <a:t>50 %</a:t>
            </a:r>
          </a:p>
        </p:txBody>
      </p:sp>
      <p:sp>
        <p:nvSpPr>
          <p:cNvPr id="27" name="Freeform 17">
            <a:extLst>
              <a:ext uri="{FF2B5EF4-FFF2-40B4-BE49-F238E27FC236}">
                <a16:creationId xmlns:a16="http://schemas.microsoft.com/office/drawing/2014/main" id="{B549BB64-D462-AFE9-4CDA-1EEBE972D745}"/>
              </a:ext>
            </a:extLst>
          </p:cNvPr>
          <p:cNvSpPr>
            <a:spLocks noChangeArrowheads="1"/>
          </p:cNvSpPr>
          <p:nvPr/>
        </p:nvSpPr>
        <p:spPr bwMode="auto">
          <a:xfrm>
            <a:off x="7900042" y="2192896"/>
            <a:ext cx="846491" cy="325258"/>
          </a:xfrm>
          <a:prstGeom prst="roundRect">
            <a:avLst>
              <a:gd name="adj" fmla="val 50000"/>
            </a:avLst>
          </a:prstGeom>
          <a:solidFill>
            <a:schemeClr val="accent1"/>
          </a:solidFill>
          <a:ln>
            <a:noFill/>
          </a:ln>
          <a:effectLst/>
        </p:spPr>
        <p:txBody>
          <a:bodyPr wrap="none" anchor="ctr"/>
          <a:lstStyle/>
          <a:p>
            <a:pPr algn="ctr"/>
            <a:r>
              <a:rPr lang="fr-FR" sz="2400" dirty="0">
                <a:solidFill>
                  <a:schemeClr val="bg1"/>
                </a:solidFill>
              </a:rPr>
              <a:t>+10%</a:t>
            </a:r>
          </a:p>
        </p:txBody>
      </p:sp>
      <p:sp>
        <p:nvSpPr>
          <p:cNvPr id="29" name="Freeform 17">
            <a:extLst>
              <a:ext uri="{FF2B5EF4-FFF2-40B4-BE49-F238E27FC236}">
                <a16:creationId xmlns:a16="http://schemas.microsoft.com/office/drawing/2014/main" id="{047A4789-A251-A31A-5097-EC82D2FC8BA7}"/>
              </a:ext>
            </a:extLst>
          </p:cNvPr>
          <p:cNvSpPr>
            <a:spLocks noChangeArrowheads="1"/>
          </p:cNvSpPr>
          <p:nvPr/>
        </p:nvSpPr>
        <p:spPr bwMode="auto">
          <a:xfrm>
            <a:off x="2992454" y="3115390"/>
            <a:ext cx="4595209" cy="273327"/>
          </a:xfrm>
          <a:prstGeom prst="roundRect">
            <a:avLst>
              <a:gd name="adj" fmla="val 50000"/>
            </a:avLst>
          </a:prstGeom>
          <a:solidFill>
            <a:schemeClr val="accent1"/>
          </a:solidFill>
          <a:ln>
            <a:solidFill>
              <a:schemeClr val="accent1"/>
            </a:solidFill>
          </a:ln>
          <a:effectLst/>
        </p:spPr>
        <p:txBody>
          <a:bodyPr wrap="none" anchor="ctr"/>
          <a:lstStyle/>
          <a:p>
            <a:pPr algn="r"/>
            <a:r>
              <a:rPr lang="fr-FR" sz="2400" dirty="0">
                <a:solidFill>
                  <a:schemeClr val="bg1"/>
                </a:solidFill>
              </a:rPr>
              <a:t>+80%</a:t>
            </a:r>
          </a:p>
        </p:txBody>
      </p:sp>
      <p:sp>
        <p:nvSpPr>
          <p:cNvPr id="31" name="Freeform 17">
            <a:extLst>
              <a:ext uri="{FF2B5EF4-FFF2-40B4-BE49-F238E27FC236}">
                <a16:creationId xmlns:a16="http://schemas.microsoft.com/office/drawing/2014/main" id="{B643C565-D589-A77E-9EAB-DF5896BA7B13}"/>
              </a:ext>
            </a:extLst>
          </p:cNvPr>
          <p:cNvSpPr>
            <a:spLocks noChangeArrowheads="1"/>
          </p:cNvSpPr>
          <p:nvPr/>
        </p:nvSpPr>
        <p:spPr bwMode="auto">
          <a:xfrm>
            <a:off x="2999780" y="5168619"/>
            <a:ext cx="6358972" cy="272787"/>
          </a:xfrm>
          <a:prstGeom prst="roundRect">
            <a:avLst>
              <a:gd name="adj" fmla="val 50000"/>
            </a:avLst>
          </a:prstGeom>
          <a:solidFill>
            <a:schemeClr val="accent1"/>
          </a:solidFill>
          <a:ln>
            <a:noFill/>
          </a:ln>
          <a:effectLst/>
        </p:spPr>
        <p:txBody>
          <a:bodyPr wrap="none" anchor="ctr"/>
          <a:lstStyle/>
          <a:p>
            <a:pPr algn="ctr"/>
            <a:r>
              <a:rPr lang="fr-FR" sz="2400" dirty="0">
                <a:solidFill>
                  <a:schemeClr val="bg1"/>
                </a:solidFill>
              </a:rPr>
              <a:t>Choc de simplification +100% </a:t>
            </a:r>
          </a:p>
        </p:txBody>
      </p:sp>
      <p:sp>
        <p:nvSpPr>
          <p:cNvPr id="32" name="Freeform 17">
            <a:extLst>
              <a:ext uri="{FF2B5EF4-FFF2-40B4-BE49-F238E27FC236}">
                <a16:creationId xmlns:a16="http://schemas.microsoft.com/office/drawing/2014/main" id="{FFA417A7-A878-5482-989E-F95F783E15EC}"/>
              </a:ext>
            </a:extLst>
          </p:cNvPr>
          <p:cNvSpPr>
            <a:spLocks noChangeArrowheads="1"/>
          </p:cNvSpPr>
          <p:nvPr/>
        </p:nvSpPr>
        <p:spPr bwMode="auto">
          <a:xfrm>
            <a:off x="6085367" y="6138826"/>
            <a:ext cx="2560415" cy="315321"/>
          </a:xfrm>
          <a:prstGeom prst="roundRect">
            <a:avLst>
              <a:gd name="adj" fmla="val 50000"/>
            </a:avLst>
          </a:prstGeom>
          <a:solidFill>
            <a:schemeClr val="accent1"/>
          </a:solidFill>
          <a:ln>
            <a:noFill/>
          </a:ln>
          <a:effectLst/>
        </p:spPr>
        <p:txBody>
          <a:bodyPr wrap="none" anchor="ctr"/>
          <a:lstStyle/>
          <a:p>
            <a:pPr algn="r"/>
            <a:r>
              <a:rPr lang="fr-FR" sz="2400" dirty="0">
                <a:solidFill>
                  <a:schemeClr val="bg1"/>
                </a:solidFill>
              </a:rPr>
              <a:t>+40%</a:t>
            </a:r>
          </a:p>
        </p:txBody>
      </p:sp>
      <p:sp>
        <p:nvSpPr>
          <p:cNvPr id="17" name="Freeform 17">
            <a:extLst>
              <a:ext uri="{FF2B5EF4-FFF2-40B4-BE49-F238E27FC236}">
                <a16:creationId xmlns:a16="http://schemas.microsoft.com/office/drawing/2014/main" id="{255D7830-E904-008B-3DF8-F912ABF7B322}"/>
              </a:ext>
            </a:extLst>
          </p:cNvPr>
          <p:cNvSpPr>
            <a:spLocks noChangeArrowheads="1"/>
          </p:cNvSpPr>
          <p:nvPr/>
        </p:nvSpPr>
        <p:spPr bwMode="auto">
          <a:xfrm>
            <a:off x="4226346" y="4103387"/>
            <a:ext cx="3361316" cy="273327"/>
          </a:xfrm>
          <a:prstGeom prst="roundRect">
            <a:avLst>
              <a:gd name="adj" fmla="val 50000"/>
            </a:avLst>
          </a:prstGeom>
          <a:solidFill>
            <a:schemeClr val="accent1"/>
          </a:solidFill>
          <a:ln>
            <a:noFill/>
          </a:ln>
          <a:effectLst/>
        </p:spPr>
        <p:txBody>
          <a:bodyPr wrap="none" anchor="ctr"/>
          <a:lstStyle/>
          <a:p>
            <a:pPr algn="r"/>
            <a:r>
              <a:rPr lang="fr-FR" sz="2400" dirty="0">
                <a:solidFill>
                  <a:schemeClr val="bg1"/>
                </a:solidFill>
              </a:rPr>
              <a:t>+70%</a:t>
            </a:r>
          </a:p>
        </p:txBody>
      </p:sp>
      <p:sp>
        <p:nvSpPr>
          <p:cNvPr id="33" name="TextBox 54">
            <a:extLst>
              <a:ext uri="{FF2B5EF4-FFF2-40B4-BE49-F238E27FC236}">
                <a16:creationId xmlns:a16="http://schemas.microsoft.com/office/drawing/2014/main" id="{CB9A697E-0034-9777-E076-C483FF8DA5AF}"/>
              </a:ext>
            </a:extLst>
          </p:cNvPr>
          <p:cNvSpPr txBox="1"/>
          <p:nvPr/>
        </p:nvSpPr>
        <p:spPr>
          <a:xfrm>
            <a:off x="4031499" y="34085"/>
            <a:ext cx="4201792" cy="553998"/>
          </a:xfrm>
          <a:prstGeom prst="rect">
            <a:avLst/>
          </a:prstGeom>
          <a:noFill/>
        </p:spPr>
        <p:txBody>
          <a:bodyPr wrap="none" rtlCol="0">
            <a:spAutoFit/>
          </a:bodyPr>
          <a:lstStyle/>
          <a:p>
            <a:pPr algn="ctr"/>
            <a:r>
              <a:rPr lang="fr-FR" sz="3000" b="1">
                <a:solidFill>
                  <a:schemeClr val="tx2"/>
                </a:solidFill>
                <a:latin typeface="Poppins" pitchFamily="2" charset="77"/>
                <a:cs typeface="Poppins" pitchFamily="2" charset="77"/>
              </a:rPr>
              <a:t>PROJET E-VOLUTION </a:t>
            </a:r>
            <a:endParaRPr lang="fr-FR" sz="3000" b="1" dirty="0">
              <a:solidFill>
                <a:schemeClr val="tx2"/>
              </a:solidFill>
              <a:latin typeface="Poppins" pitchFamily="2" charset="77"/>
              <a:cs typeface="Poppins" pitchFamily="2" charset="77"/>
            </a:endParaRPr>
          </a:p>
        </p:txBody>
      </p:sp>
      <p:sp>
        <p:nvSpPr>
          <p:cNvPr id="34" name="TextBox 55">
            <a:extLst>
              <a:ext uri="{FF2B5EF4-FFF2-40B4-BE49-F238E27FC236}">
                <a16:creationId xmlns:a16="http://schemas.microsoft.com/office/drawing/2014/main" id="{9F23E659-EDC6-1B25-01DF-611C2729C685}"/>
              </a:ext>
            </a:extLst>
          </p:cNvPr>
          <p:cNvSpPr txBox="1"/>
          <p:nvPr/>
        </p:nvSpPr>
        <p:spPr>
          <a:xfrm>
            <a:off x="2753701" y="455756"/>
            <a:ext cx="6125395" cy="461665"/>
          </a:xfrm>
          <a:prstGeom prst="rect">
            <a:avLst/>
          </a:prstGeom>
          <a:noFill/>
        </p:spPr>
        <p:txBody>
          <a:bodyPr wrap="none" rtlCol="0">
            <a:spAutoFit/>
          </a:bodyPr>
          <a:lstStyle/>
          <a:p>
            <a:pPr algn="ctr"/>
            <a:r>
              <a:rPr lang="fr-FR" sz="2400" b="1" spc="150">
                <a:solidFill>
                  <a:schemeClr val="bg1">
                    <a:lumMod val="65000"/>
                  </a:schemeClr>
                </a:solidFill>
                <a:latin typeface="Poppins Light" pitchFamily="2" charset="77"/>
                <a:cs typeface="Poppins Light" pitchFamily="2" charset="77"/>
              </a:rPr>
              <a:t>Déclinaison de la politique digitale</a:t>
            </a:r>
            <a:endParaRPr lang="fr-FR" sz="2400" b="1" spc="150" dirty="0">
              <a:solidFill>
                <a:schemeClr val="bg1">
                  <a:lumMod val="65000"/>
                </a:schemeClr>
              </a:solidFill>
              <a:latin typeface="Poppins Light" pitchFamily="2" charset="77"/>
              <a:cs typeface="Poppins Light" pitchFamily="2" charset="77"/>
            </a:endParaRPr>
          </a:p>
        </p:txBody>
      </p:sp>
      <p:sp>
        <p:nvSpPr>
          <p:cNvPr id="35" name="TextBox 16">
            <a:extLst>
              <a:ext uri="{FF2B5EF4-FFF2-40B4-BE49-F238E27FC236}">
                <a16:creationId xmlns:a16="http://schemas.microsoft.com/office/drawing/2014/main" id="{CD301BBE-CB26-BD8A-B400-C957CE2347CC}"/>
              </a:ext>
            </a:extLst>
          </p:cNvPr>
          <p:cNvSpPr txBox="1"/>
          <p:nvPr/>
        </p:nvSpPr>
        <p:spPr>
          <a:xfrm>
            <a:off x="3161593" y="841589"/>
            <a:ext cx="6293848" cy="584775"/>
          </a:xfrm>
          <a:prstGeom prst="rect">
            <a:avLst/>
          </a:prstGeom>
          <a:noFill/>
        </p:spPr>
        <p:txBody>
          <a:bodyPr wrap="square" rtlCol="0" anchor="b" anchorCtr="0">
            <a:spAutoFit/>
          </a:bodyPr>
          <a:lstStyle/>
          <a:p>
            <a:r>
              <a:rPr lang="fr-FR" sz="1600" b="1">
                <a:solidFill>
                  <a:schemeClr val="tx2"/>
                </a:solidFill>
                <a:latin typeface="Poppins" pitchFamily="2" charset="77"/>
                <a:ea typeface="League Spartan" charset="0"/>
                <a:cs typeface="Poppins" pitchFamily="2" charset="77"/>
              </a:rPr>
              <a:t>Une politique digitale pour mettre en oeuvre de l’AI à toutes les étapes du processus </a:t>
            </a:r>
            <a:endParaRPr lang="fr-FR" sz="1600" b="1" dirty="0">
              <a:solidFill>
                <a:schemeClr val="tx2"/>
              </a:solidFill>
              <a:latin typeface="Poppins" pitchFamily="2" charset="77"/>
              <a:ea typeface="League Spartan" charset="0"/>
              <a:cs typeface="Poppins" pitchFamily="2" charset="77"/>
            </a:endParaRPr>
          </a:p>
        </p:txBody>
      </p:sp>
      <p:sp>
        <p:nvSpPr>
          <p:cNvPr id="36" name="Freeform 5">
            <a:extLst>
              <a:ext uri="{FF2B5EF4-FFF2-40B4-BE49-F238E27FC236}">
                <a16:creationId xmlns:a16="http://schemas.microsoft.com/office/drawing/2014/main" id="{D07B6E4A-CA7E-AA3A-8DB2-88FBE3ECA14E}"/>
              </a:ext>
            </a:extLst>
          </p:cNvPr>
          <p:cNvSpPr>
            <a:spLocks noChangeArrowheads="1"/>
          </p:cNvSpPr>
          <p:nvPr/>
        </p:nvSpPr>
        <p:spPr bwMode="auto">
          <a:xfrm>
            <a:off x="890609" y="546030"/>
            <a:ext cx="1863092" cy="1167111"/>
          </a:xfrm>
          <a:custGeom>
            <a:avLst/>
            <a:gdLst>
              <a:gd name="T0" fmla="*/ 0 w 2300"/>
              <a:gd name="T1" fmla="*/ 1117 h 1441"/>
              <a:gd name="T2" fmla="*/ 0 w 2300"/>
              <a:gd name="T3" fmla="*/ 326 h 1441"/>
              <a:gd name="T4" fmla="*/ 0 w 2300"/>
              <a:gd name="T5" fmla="*/ 326 h 1441"/>
              <a:gd name="T6" fmla="*/ 71 w 2300"/>
              <a:gd name="T7" fmla="*/ 254 h 1441"/>
              <a:gd name="T8" fmla="*/ 1152 w 2300"/>
              <a:gd name="T9" fmla="*/ 254 h 1441"/>
              <a:gd name="T10" fmla="*/ 1152 w 2300"/>
              <a:gd name="T11" fmla="*/ 254 h 1441"/>
              <a:gd name="T12" fmla="*/ 1223 w 2300"/>
              <a:gd name="T13" fmla="*/ 183 h 1441"/>
              <a:gd name="T14" fmla="*/ 1223 w 2300"/>
              <a:gd name="T15" fmla="*/ 91 h 1441"/>
              <a:gd name="T16" fmla="*/ 1223 w 2300"/>
              <a:gd name="T17" fmla="*/ 91 h 1441"/>
              <a:gd name="T18" fmla="*/ 1335 w 2300"/>
              <a:gd name="T19" fmla="*/ 32 h 1441"/>
              <a:gd name="T20" fmla="*/ 2258 w 2300"/>
              <a:gd name="T21" fmla="*/ 662 h 1441"/>
              <a:gd name="T22" fmla="*/ 2258 w 2300"/>
              <a:gd name="T23" fmla="*/ 662 h 1441"/>
              <a:gd name="T24" fmla="*/ 2258 w 2300"/>
              <a:gd name="T25" fmla="*/ 779 h 1441"/>
              <a:gd name="T26" fmla="*/ 1335 w 2300"/>
              <a:gd name="T27" fmla="*/ 1408 h 1441"/>
              <a:gd name="T28" fmla="*/ 1335 w 2300"/>
              <a:gd name="T29" fmla="*/ 1408 h 1441"/>
              <a:gd name="T30" fmla="*/ 1223 w 2300"/>
              <a:gd name="T31" fmla="*/ 1349 h 1441"/>
              <a:gd name="T32" fmla="*/ 1223 w 2300"/>
              <a:gd name="T33" fmla="*/ 1260 h 1441"/>
              <a:gd name="T34" fmla="*/ 1223 w 2300"/>
              <a:gd name="T35" fmla="*/ 1260 h 1441"/>
              <a:gd name="T36" fmla="*/ 1152 w 2300"/>
              <a:gd name="T37" fmla="*/ 1189 h 1441"/>
              <a:gd name="T38" fmla="*/ 71 w 2300"/>
              <a:gd name="T39" fmla="*/ 1189 h 1441"/>
              <a:gd name="T40" fmla="*/ 71 w 2300"/>
              <a:gd name="T41" fmla="*/ 1189 h 1441"/>
              <a:gd name="T42" fmla="*/ 0 w 2300"/>
              <a:gd name="T43" fmla="*/ 1117 h 1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00" h="1441">
                <a:moveTo>
                  <a:pt x="0" y="1117"/>
                </a:moveTo>
                <a:lnTo>
                  <a:pt x="0" y="326"/>
                </a:lnTo>
                <a:lnTo>
                  <a:pt x="0" y="326"/>
                </a:lnTo>
                <a:cubicBezTo>
                  <a:pt x="0" y="286"/>
                  <a:pt x="31" y="254"/>
                  <a:pt x="71" y="254"/>
                </a:cubicBezTo>
                <a:lnTo>
                  <a:pt x="1152" y="254"/>
                </a:lnTo>
                <a:lnTo>
                  <a:pt x="1152" y="254"/>
                </a:lnTo>
                <a:cubicBezTo>
                  <a:pt x="1191" y="254"/>
                  <a:pt x="1223" y="223"/>
                  <a:pt x="1223" y="183"/>
                </a:cubicBezTo>
                <a:lnTo>
                  <a:pt x="1223" y="91"/>
                </a:lnTo>
                <a:lnTo>
                  <a:pt x="1223" y="91"/>
                </a:lnTo>
                <a:cubicBezTo>
                  <a:pt x="1223" y="34"/>
                  <a:pt x="1287" y="0"/>
                  <a:pt x="1335" y="32"/>
                </a:cubicBezTo>
                <a:lnTo>
                  <a:pt x="2258" y="662"/>
                </a:lnTo>
                <a:lnTo>
                  <a:pt x="2258" y="662"/>
                </a:lnTo>
                <a:cubicBezTo>
                  <a:pt x="2299" y="690"/>
                  <a:pt x="2299" y="751"/>
                  <a:pt x="2258" y="779"/>
                </a:cubicBezTo>
                <a:lnTo>
                  <a:pt x="1335" y="1408"/>
                </a:lnTo>
                <a:lnTo>
                  <a:pt x="1335" y="1408"/>
                </a:lnTo>
                <a:cubicBezTo>
                  <a:pt x="1287" y="1440"/>
                  <a:pt x="1223" y="1406"/>
                  <a:pt x="1223" y="1349"/>
                </a:cubicBezTo>
                <a:lnTo>
                  <a:pt x="1223" y="1260"/>
                </a:lnTo>
                <a:lnTo>
                  <a:pt x="1223" y="1260"/>
                </a:lnTo>
                <a:cubicBezTo>
                  <a:pt x="1223" y="1221"/>
                  <a:pt x="1191" y="1189"/>
                  <a:pt x="1152" y="1189"/>
                </a:cubicBezTo>
                <a:lnTo>
                  <a:pt x="71" y="1189"/>
                </a:lnTo>
                <a:lnTo>
                  <a:pt x="71" y="1189"/>
                </a:lnTo>
                <a:cubicBezTo>
                  <a:pt x="31" y="1189"/>
                  <a:pt x="0" y="1157"/>
                  <a:pt x="0" y="1117"/>
                </a:cubicBezTo>
              </a:path>
            </a:pathLst>
          </a:custGeom>
          <a:solidFill>
            <a:schemeClr val="accent2"/>
          </a:solidFill>
          <a:ln>
            <a:noFill/>
          </a:ln>
          <a:effectLst/>
        </p:spPr>
        <p:txBody>
          <a:bodyPr wrap="none" anchor="ctr"/>
          <a:lstStyle/>
          <a:p>
            <a:endParaRPr lang="en-US" sz="3266"/>
          </a:p>
        </p:txBody>
      </p:sp>
      <p:sp>
        <p:nvSpPr>
          <p:cNvPr id="37" name="TextBox 38">
            <a:extLst>
              <a:ext uri="{FF2B5EF4-FFF2-40B4-BE49-F238E27FC236}">
                <a16:creationId xmlns:a16="http://schemas.microsoft.com/office/drawing/2014/main" id="{6CE55100-5DBD-4375-D2F5-6DE6BB751958}"/>
              </a:ext>
            </a:extLst>
          </p:cNvPr>
          <p:cNvSpPr txBox="1"/>
          <p:nvPr/>
        </p:nvSpPr>
        <p:spPr>
          <a:xfrm>
            <a:off x="1809076" y="892658"/>
            <a:ext cx="582212" cy="553998"/>
          </a:xfrm>
          <a:prstGeom prst="rect">
            <a:avLst/>
          </a:prstGeom>
          <a:noFill/>
        </p:spPr>
        <p:txBody>
          <a:bodyPr wrap="none" rtlCol="0" anchor="ctr">
            <a:spAutoFit/>
          </a:bodyPr>
          <a:lstStyle/>
          <a:p>
            <a:pPr algn="r"/>
            <a:r>
              <a:rPr lang="fr-FR" sz="3000" b="1">
                <a:solidFill>
                  <a:schemeClr val="bg1"/>
                </a:solidFill>
                <a:latin typeface="Poppins" pitchFamily="2" charset="77"/>
                <a:cs typeface="Poppins" pitchFamily="2" charset="77"/>
              </a:rPr>
              <a:t>AI</a:t>
            </a:r>
            <a:endParaRPr lang="fr-FR" sz="3000" b="1" dirty="0">
              <a:solidFill>
                <a:schemeClr val="bg1"/>
              </a:solidFill>
              <a:latin typeface="Poppins" pitchFamily="2" charset="77"/>
              <a:cs typeface="Poppins" pitchFamily="2" charset="77"/>
            </a:endParaRPr>
          </a:p>
        </p:txBody>
      </p:sp>
      <p:pic>
        <p:nvPicPr>
          <p:cNvPr id="10" name="Image 9">
            <a:extLst>
              <a:ext uri="{FF2B5EF4-FFF2-40B4-BE49-F238E27FC236}">
                <a16:creationId xmlns:a16="http://schemas.microsoft.com/office/drawing/2014/main" id="{51B57909-CF9D-4EC6-0F5D-A6EBCFF9E405}"/>
              </a:ext>
            </a:extLst>
          </p:cNvPr>
          <p:cNvPicPr>
            <a:picLocks noChangeAspect="1"/>
          </p:cNvPicPr>
          <p:nvPr/>
        </p:nvPicPr>
        <p:blipFill>
          <a:blip r:embed="rId6"/>
          <a:stretch>
            <a:fillRect/>
          </a:stretch>
        </p:blipFill>
        <p:spPr>
          <a:xfrm>
            <a:off x="11262361" y="0"/>
            <a:ext cx="929640" cy="889222"/>
          </a:xfrm>
          <a:prstGeom prst="rect">
            <a:avLst/>
          </a:prstGeom>
        </p:spPr>
      </p:pic>
    </p:spTree>
    <p:extLst>
      <p:ext uri="{BB962C8B-B14F-4D97-AF65-F5344CB8AC3E}">
        <p14:creationId xmlns:p14="http://schemas.microsoft.com/office/powerpoint/2010/main" val="1714918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down)">
                                      <p:cBhvr>
                                        <p:cTn id="7" dur="580">
                                          <p:stCondLst>
                                            <p:cond delay="0"/>
                                          </p:stCondLst>
                                        </p:cTn>
                                        <p:tgtEl>
                                          <p:spTgt spid="23"/>
                                        </p:tgtEl>
                                      </p:cBhvr>
                                    </p:animEffect>
                                    <p:anim calcmode="lin" valueType="num">
                                      <p:cBhvr>
                                        <p:cTn id="8" dur="1822" tmFilter="0,0; 0.14,0.36; 0.43,0.73; 0.71,0.91; 1.0,1.0">
                                          <p:stCondLst>
                                            <p:cond delay="0"/>
                                          </p:stCondLst>
                                        </p:cTn>
                                        <p:tgtEl>
                                          <p:spTgt spid="2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3"/>
                                        </p:tgtEl>
                                        <p:attrNameLst>
                                          <p:attrName>ppt_y</p:attrName>
                                        </p:attrNameLst>
                                      </p:cBhvr>
                                      <p:tavLst>
                                        <p:tav tm="0" fmla="#ppt_y-sin(pi*$)/81">
                                          <p:val>
                                            <p:fltVal val="0"/>
                                          </p:val>
                                        </p:tav>
                                        <p:tav tm="100000">
                                          <p:val>
                                            <p:fltVal val="1"/>
                                          </p:val>
                                        </p:tav>
                                      </p:tavLst>
                                    </p:anim>
                                    <p:animScale>
                                      <p:cBhvr>
                                        <p:cTn id="13" dur="26">
                                          <p:stCondLst>
                                            <p:cond delay="650"/>
                                          </p:stCondLst>
                                        </p:cTn>
                                        <p:tgtEl>
                                          <p:spTgt spid="23"/>
                                        </p:tgtEl>
                                      </p:cBhvr>
                                      <p:to x="100000" y="60000"/>
                                    </p:animScale>
                                    <p:animScale>
                                      <p:cBhvr>
                                        <p:cTn id="14" dur="166" decel="50000">
                                          <p:stCondLst>
                                            <p:cond delay="676"/>
                                          </p:stCondLst>
                                        </p:cTn>
                                        <p:tgtEl>
                                          <p:spTgt spid="23"/>
                                        </p:tgtEl>
                                      </p:cBhvr>
                                      <p:to x="100000" y="100000"/>
                                    </p:animScale>
                                    <p:animScale>
                                      <p:cBhvr>
                                        <p:cTn id="15" dur="26">
                                          <p:stCondLst>
                                            <p:cond delay="1312"/>
                                          </p:stCondLst>
                                        </p:cTn>
                                        <p:tgtEl>
                                          <p:spTgt spid="23"/>
                                        </p:tgtEl>
                                      </p:cBhvr>
                                      <p:to x="100000" y="80000"/>
                                    </p:animScale>
                                    <p:animScale>
                                      <p:cBhvr>
                                        <p:cTn id="16" dur="166" decel="50000">
                                          <p:stCondLst>
                                            <p:cond delay="1338"/>
                                          </p:stCondLst>
                                        </p:cTn>
                                        <p:tgtEl>
                                          <p:spTgt spid="23"/>
                                        </p:tgtEl>
                                      </p:cBhvr>
                                      <p:to x="100000" y="100000"/>
                                    </p:animScale>
                                    <p:animScale>
                                      <p:cBhvr>
                                        <p:cTn id="17" dur="26">
                                          <p:stCondLst>
                                            <p:cond delay="1642"/>
                                          </p:stCondLst>
                                        </p:cTn>
                                        <p:tgtEl>
                                          <p:spTgt spid="23"/>
                                        </p:tgtEl>
                                      </p:cBhvr>
                                      <p:to x="100000" y="90000"/>
                                    </p:animScale>
                                    <p:animScale>
                                      <p:cBhvr>
                                        <p:cTn id="18" dur="166" decel="50000">
                                          <p:stCondLst>
                                            <p:cond delay="1668"/>
                                          </p:stCondLst>
                                        </p:cTn>
                                        <p:tgtEl>
                                          <p:spTgt spid="23"/>
                                        </p:tgtEl>
                                      </p:cBhvr>
                                      <p:to x="100000" y="100000"/>
                                    </p:animScale>
                                    <p:animScale>
                                      <p:cBhvr>
                                        <p:cTn id="19" dur="26">
                                          <p:stCondLst>
                                            <p:cond delay="1808"/>
                                          </p:stCondLst>
                                        </p:cTn>
                                        <p:tgtEl>
                                          <p:spTgt spid="23"/>
                                        </p:tgtEl>
                                      </p:cBhvr>
                                      <p:to x="100000" y="95000"/>
                                    </p:animScale>
                                    <p:animScale>
                                      <p:cBhvr>
                                        <p:cTn id="20" dur="166" decel="50000">
                                          <p:stCondLst>
                                            <p:cond delay="1834"/>
                                          </p:stCondLst>
                                        </p:cTn>
                                        <p:tgtEl>
                                          <p:spTgt spid="23"/>
                                        </p:tgtEl>
                                      </p:cBhvr>
                                      <p:to x="100000" y="100000"/>
                                    </p:animScale>
                                  </p:childTnLst>
                                </p:cTn>
                              </p:par>
                              <p:par>
                                <p:cTn id="21" presetID="26"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wipe(down)">
                                      <p:cBhvr>
                                        <p:cTn id="23" dur="580">
                                          <p:stCondLst>
                                            <p:cond delay="0"/>
                                          </p:stCondLst>
                                        </p:cTn>
                                        <p:tgtEl>
                                          <p:spTgt spid="19"/>
                                        </p:tgtEl>
                                      </p:cBhvr>
                                    </p:animEffect>
                                    <p:anim calcmode="lin" valueType="num">
                                      <p:cBhvr>
                                        <p:cTn id="24" dur="1822" tmFilter="0,0; 0.14,0.36; 0.43,0.73; 0.71,0.91; 1.0,1.0">
                                          <p:stCondLst>
                                            <p:cond delay="0"/>
                                          </p:stCondLst>
                                        </p:cTn>
                                        <p:tgtEl>
                                          <p:spTgt spid="19"/>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19"/>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19"/>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19"/>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19"/>
                                        </p:tgtEl>
                                        <p:attrNameLst>
                                          <p:attrName>ppt_y</p:attrName>
                                        </p:attrNameLst>
                                      </p:cBhvr>
                                      <p:tavLst>
                                        <p:tav tm="0" fmla="#ppt_y-sin(pi*$)/81">
                                          <p:val>
                                            <p:fltVal val="0"/>
                                          </p:val>
                                        </p:tav>
                                        <p:tav tm="100000">
                                          <p:val>
                                            <p:fltVal val="1"/>
                                          </p:val>
                                        </p:tav>
                                      </p:tavLst>
                                    </p:anim>
                                    <p:animScale>
                                      <p:cBhvr>
                                        <p:cTn id="29" dur="26">
                                          <p:stCondLst>
                                            <p:cond delay="650"/>
                                          </p:stCondLst>
                                        </p:cTn>
                                        <p:tgtEl>
                                          <p:spTgt spid="19"/>
                                        </p:tgtEl>
                                      </p:cBhvr>
                                      <p:to x="100000" y="60000"/>
                                    </p:animScale>
                                    <p:animScale>
                                      <p:cBhvr>
                                        <p:cTn id="30" dur="166" decel="50000">
                                          <p:stCondLst>
                                            <p:cond delay="676"/>
                                          </p:stCondLst>
                                        </p:cTn>
                                        <p:tgtEl>
                                          <p:spTgt spid="19"/>
                                        </p:tgtEl>
                                      </p:cBhvr>
                                      <p:to x="100000" y="100000"/>
                                    </p:animScale>
                                    <p:animScale>
                                      <p:cBhvr>
                                        <p:cTn id="31" dur="26">
                                          <p:stCondLst>
                                            <p:cond delay="1312"/>
                                          </p:stCondLst>
                                        </p:cTn>
                                        <p:tgtEl>
                                          <p:spTgt spid="19"/>
                                        </p:tgtEl>
                                      </p:cBhvr>
                                      <p:to x="100000" y="80000"/>
                                    </p:animScale>
                                    <p:animScale>
                                      <p:cBhvr>
                                        <p:cTn id="32" dur="166" decel="50000">
                                          <p:stCondLst>
                                            <p:cond delay="1338"/>
                                          </p:stCondLst>
                                        </p:cTn>
                                        <p:tgtEl>
                                          <p:spTgt spid="19"/>
                                        </p:tgtEl>
                                      </p:cBhvr>
                                      <p:to x="100000" y="100000"/>
                                    </p:animScale>
                                    <p:animScale>
                                      <p:cBhvr>
                                        <p:cTn id="33" dur="26">
                                          <p:stCondLst>
                                            <p:cond delay="1642"/>
                                          </p:stCondLst>
                                        </p:cTn>
                                        <p:tgtEl>
                                          <p:spTgt spid="19"/>
                                        </p:tgtEl>
                                      </p:cBhvr>
                                      <p:to x="100000" y="90000"/>
                                    </p:animScale>
                                    <p:animScale>
                                      <p:cBhvr>
                                        <p:cTn id="34" dur="166" decel="50000">
                                          <p:stCondLst>
                                            <p:cond delay="1668"/>
                                          </p:stCondLst>
                                        </p:cTn>
                                        <p:tgtEl>
                                          <p:spTgt spid="19"/>
                                        </p:tgtEl>
                                      </p:cBhvr>
                                      <p:to x="100000" y="100000"/>
                                    </p:animScale>
                                    <p:animScale>
                                      <p:cBhvr>
                                        <p:cTn id="35" dur="26">
                                          <p:stCondLst>
                                            <p:cond delay="1808"/>
                                          </p:stCondLst>
                                        </p:cTn>
                                        <p:tgtEl>
                                          <p:spTgt spid="19"/>
                                        </p:tgtEl>
                                      </p:cBhvr>
                                      <p:to x="100000" y="95000"/>
                                    </p:animScale>
                                    <p:animScale>
                                      <p:cBhvr>
                                        <p:cTn id="36" dur="166" decel="50000">
                                          <p:stCondLst>
                                            <p:cond delay="1834"/>
                                          </p:stCondLst>
                                        </p:cTn>
                                        <p:tgtEl>
                                          <p:spTgt spid="19"/>
                                        </p:tgtEl>
                                      </p:cBhvr>
                                      <p:to x="100000" y="100000"/>
                                    </p:animScale>
                                  </p:childTnLst>
                                </p:cTn>
                              </p:par>
                              <p:par>
                                <p:cTn id="37" presetID="26" presetClass="entr" presetSubtype="0" fill="hold" grpId="0" nodeType="withEffect">
                                  <p:stCondLst>
                                    <p:cond delay="0"/>
                                  </p:stCondLst>
                                  <p:childTnLst>
                                    <p:set>
                                      <p:cBhvr>
                                        <p:cTn id="38" dur="1" fill="hold">
                                          <p:stCondLst>
                                            <p:cond delay="0"/>
                                          </p:stCondLst>
                                        </p:cTn>
                                        <p:tgtEl>
                                          <p:spTgt spid="3"/>
                                        </p:tgtEl>
                                        <p:attrNameLst>
                                          <p:attrName>style.visibility</p:attrName>
                                        </p:attrNameLst>
                                      </p:cBhvr>
                                      <p:to>
                                        <p:strVal val="visible"/>
                                      </p:to>
                                    </p:set>
                                    <p:animEffect transition="in" filter="wipe(down)">
                                      <p:cBhvr>
                                        <p:cTn id="39" dur="580">
                                          <p:stCondLst>
                                            <p:cond delay="0"/>
                                          </p:stCondLst>
                                        </p:cTn>
                                        <p:tgtEl>
                                          <p:spTgt spid="3"/>
                                        </p:tgtEl>
                                      </p:cBhvr>
                                    </p:animEffect>
                                    <p:anim calcmode="lin" valueType="num">
                                      <p:cBhvr>
                                        <p:cTn id="40"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45" dur="26">
                                          <p:stCondLst>
                                            <p:cond delay="650"/>
                                          </p:stCondLst>
                                        </p:cTn>
                                        <p:tgtEl>
                                          <p:spTgt spid="3"/>
                                        </p:tgtEl>
                                      </p:cBhvr>
                                      <p:to x="100000" y="60000"/>
                                    </p:animScale>
                                    <p:animScale>
                                      <p:cBhvr>
                                        <p:cTn id="46" dur="166" decel="50000">
                                          <p:stCondLst>
                                            <p:cond delay="676"/>
                                          </p:stCondLst>
                                        </p:cTn>
                                        <p:tgtEl>
                                          <p:spTgt spid="3"/>
                                        </p:tgtEl>
                                      </p:cBhvr>
                                      <p:to x="100000" y="100000"/>
                                    </p:animScale>
                                    <p:animScale>
                                      <p:cBhvr>
                                        <p:cTn id="47" dur="26">
                                          <p:stCondLst>
                                            <p:cond delay="1312"/>
                                          </p:stCondLst>
                                        </p:cTn>
                                        <p:tgtEl>
                                          <p:spTgt spid="3"/>
                                        </p:tgtEl>
                                      </p:cBhvr>
                                      <p:to x="100000" y="80000"/>
                                    </p:animScale>
                                    <p:animScale>
                                      <p:cBhvr>
                                        <p:cTn id="48" dur="166" decel="50000">
                                          <p:stCondLst>
                                            <p:cond delay="1338"/>
                                          </p:stCondLst>
                                        </p:cTn>
                                        <p:tgtEl>
                                          <p:spTgt spid="3"/>
                                        </p:tgtEl>
                                      </p:cBhvr>
                                      <p:to x="100000" y="100000"/>
                                    </p:animScale>
                                    <p:animScale>
                                      <p:cBhvr>
                                        <p:cTn id="49" dur="26">
                                          <p:stCondLst>
                                            <p:cond delay="1642"/>
                                          </p:stCondLst>
                                        </p:cTn>
                                        <p:tgtEl>
                                          <p:spTgt spid="3"/>
                                        </p:tgtEl>
                                      </p:cBhvr>
                                      <p:to x="100000" y="90000"/>
                                    </p:animScale>
                                    <p:animScale>
                                      <p:cBhvr>
                                        <p:cTn id="50" dur="166" decel="50000">
                                          <p:stCondLst>
                                            <p:cond delay="1668"/>
                                          </p:stCondLst>
                                        </p:cTn>
                                        <p:tgtEl>
                                          <p:spTgt spid="3"/>
                                        </p:tgtEl>
                                      </p:cBhvr>
                                      <p:to x="100000" y="100000"/>
                                    </p:animScale>
                                    <p:animScale>
                                      <p:cBhvr>
                                        <p:cTn id="51" dur="26">
                                          <p:stCondLst>
                                            <p:cond delay="1808"/>
                                          </p:stCondLst>
                                        </p:cTn>
                                        <p:tgtEl>
                                          <p:spTgt spid="3"/>
                                        </p:tgtEl>
                                      </p:cBhvr>
                                      <p:to x="100000" y="95000"/>
                                    </p:animScale>
                                    <p:animScale>
                                      <p:cBhvr>
                                        <p:cTn id="52" dur="166" decel="50000">
                                          <p:stCondLst>
                                            <p:cond delay="1834"/>
                                          </p:stCondLst>
                                        </p:cTn>
                                        <p:tgtEl>
                                          <p:spTgt spid="3"/>
                                        </p:tgtEl>
                                      </p:cBhvr>
                                      <p:to x="100000" y="100000"/>
                                    </p:animScale>
                                  </p:childTnLst>
                                </p:cTn>
                              </p:par>
                              <p:par>
                                <p:cTn id="53" presetID="26" presetClass="entr" presetSubtype="0" fill="hold" grpId="0" nodeType="withEffect">
                                  <p:stCondLst>
                                    <p:cond delay="0"/>
                                  </p:stCondLst>
                                  <p:childTnLst>
                                    <p:set>
                                      <p:cBhvr>
                                        <p:cTn id="54" dur="1" fill="hold">
                                          <p:stCondLst>
                                            <p:cond delay="0"/>
                                          </p:stCondLst>
                                        </p:cTn>
                                        <p:tgtEl>
                                          <p:spTgt spid="13"/>
                                        </p:tgtEl>
                                        <p:attrNameLst>
                                          <p:attrName>style.visibility</p:attrName>
                                        </p:attrNameLst>
                                      </p:cBhvr>
                                      <p:to>
                                        <p:strVal val="visible"/>
                                      </p:to>
                                    </p:set>
                                    <p:animEffect transition="in" filter="wipe(down)">
                                      <p:cBhvr>
                                        <p:cTn id="55" dur="580">
                                          <p:stCondLst>
                                            <p:cond delay="0"/>
                                          </p:stCondLst>
                                        </p:cTn>
                                        <p:tgtEl>
                                          <p:spTgt spid="13"/>
                                        </p:tgtEl>
                                      </p:cBhvr>
                                    </p:animEffect>
                                    <p:anim calcmode="lin" valueType="num">
                                      <p:cBhvr>
                                        <p:cTn id="56" dur="1822" tmFilter="0,0; 0.14,0.36; 0.43,0.73; 0.71,0.91; 1.0,1.0">
                                          <p:stCondLst>
                                            <p:cond delay="0"/>
                                          </p:stCondLst>
                                        </p:cTn>
                                        <p:tgtEl>
                                          <p:spTgt spid="13"/>
                                        </p:tgtEl>
                                        <p:attrNameLst>
                                          <p:attrName>ppt_x</p:attrName>
                                        </p:attrNameLst>
                                      </p:cBhvr>
                                      <p:tavLst>
                                        <p:tav tm="0">
                                          <p:val>
                                            <p:strVal val="#ppt_x-0.25"/>
                                          </p:val>
                                        </p:tav>
                                        <p:tav tm="100000">
                                          <p:val>
                                            <p:strVal val="#ppt_x"/>
                                          </p:val>
                                        </p:tav>
                                      </p:tavLst>
                                    </p:anim>
                                    <p:anim calcmode="lin" valueType="num">
                                      <p:cBhvr>
                                        <p:cTn id="57" dur="664" tmFilter="0.0,0.0; 0.25,0.07; 0.50,0.2; 0.75,0.467; 1.0,1.0">
                                          <p:stCondLst>
                                            <p:cond delay="0"/>
                                          </p:stCondLst>
                                        </p:cTn>
                                        <p:tgtEl>
                                          <p:spTgt spid="13"/>
                                        </p:tgtEl>
                                        <p:attrNameLst>
                                          <p:attrName>ppt_y</p:attrName>
                                        </p:attrNameLst>
                                      </p:cBhvr>
                                      <p:tavLst>
                                        <p:tav tm="0" fmla="#ppt_y-sin(pi*$)/3">
                                          <p:val>
                                            <p:fltVal val="0.5"/>
                                          </p:val>
                                        </p:tav>
                                        <p:tav tm="100000">
                                          <p:val>
                                            <p:fltVal val="1"/>
                                          </p:val>
                                        </p:tav>
                                      </p:tavLst>
                                    </p:anim>
                                    <p:anim calcmode="lin" valueType="num">
                                      <p:cBhvr>
                                        <p:cTn id="58" dur="664" tmFilter="0, 0; 0.125,0.2665; 0.25,0.4; 0.375,0.465; 0.5,0.5;  0.625,0.535; 0.75,0.6; 0.875,0.7335; 1,1">
                                          <p:stCondLst>
                                            <p:cond delay="664"/>
                                          </p:stCondLst>
                                        </p:cTn>
                                        <p:tgtEl>
                                          <p:spTgt spid="13"/>
                                        </p:tgtEl>
                                        <p:attrNameLst>
                                          <p:attrName>ppt_y</p:attrName>
                                        </p:attrNameLst>
                                      </p:cBhvr>
                                      <p:tavLst>
                                        <p:tav tm="0" fmla="#ppt_y-sin(pi*$)/9">
                                          <p:val>
                                            <p:fltVal val="0"/>
                                          </p:val>
                                        </p:tav>
                                        <p:tav tm="100000">
                                          <p:val>
                                            <p:fltVal val="1"/>
                                          </p:val>
                                        </p:tav>
                                      </p:tavLst>
                                    </p:anim>
                                    <p:anim calcmode="lin" valueType="num">
                                      <p:cBhvr>
                                        <p:cTn id="59" dur="332" tmFilter="0, 0; 0.125,0.2665; 0.25,0.4; 0.375,0.465; 0.5,0.5;  0.625,0.535; 0.75,0.6; 0.875,0.7335; 1,1">
                                          <p:stCondLst>
                                            <p:cond delay="1324"/>
                                          </p:stCondLst>
                                        </p:cTn>
                                        <p:tgtEl>
                                          <p:spTgt spid="13"/>
                                        </p:tgtEl>
                                        <p:attrNameLst>
                                          <p:attrName>ppt_y</p:attrName>
                                        </p:attrNameLst>
                                      </p:cBhvr>
                                      <p:tavLst>
                                        <p:tav tm="0" fmla="#ppt_y-sin(pi*$)/27">
                                          <p:val>
                                            <p:fltVal val="0"/>
                                          </p:val>
                                        </p:tav>
                                        <p:tav tm="100000">
                                          <p:val>
                                            <p:fltVal val="1"/>
                                          </p:val>
                                        </p:tav>
                                      </p:tavLst>
                                    </p:anim>
                                    <p:anim calcmode="lin" valueType="num">
                                      <p:cBhvr>
                                        <p:cTn id="60" dur="164" tmFilter="0, 0; 0.125,0.2665; 0.25,0.4; 0.375,0.465; 0.5,0.5;  0.625,0.535; 0.75,0.6; 0.875,0.7335; 1,1">
                                          <p:stCondLst>
                                            <p:cond delay="1656"/>
                                          </p:stCondLst>
                                        </p:cTn>
                                        <p:tgtEl>
                                          <p:spTgt spid="13"/>
                                        </p:tgtEl>
                                        <p:attrNameLst>
                                          <p:attrName>ppt_y</p:attrName>
                                        </p:attrNameLst>
                                      </p:cBhvr>
                                      <p:tavLst>
                                        <p:tav tm="0" fmla="#ppt_y-sin(pi*$)/81">
                                          <p:val>
                                            <p:fltVal val="0"/>
                                          </p:val>
                                        </p:tav>
                                        <p:tav tm="100000">
                                          <p:val>
                                            <p:fltVal val="1"/>
                                          </p:val>
                                        </p:tav>
                                      </p:tavLst>
                                    </p:anim>
                                    <p:animScale>
                                      <p:cBhvr>
                                        <p:cTn id="61" dur="26">
                                          <p:stCondLst>
                                            <p:cond delay="650"/>
                                          </p:stCondLst>
                                        </p:cTn>
                                        <p:tgtEl>
                                          <p:spTgt spid="13"/>
                                        </p:tgtEl>
                                      </p:cBhvr>
                                      <p:to x="100000" y="60000"/>
                                    </p:animScale>
                                    <p:animScale>
                                      <p:cBhvr>
                                        <p:cTn id="62" dur="166" decel="50000">
                                          <p:stCondLst>
                                            <p:cond delay="676"/>
                                          </p:stCondLst>
                                        </p:cTn>
                                        <p:tgtEl>
                                          <p:spTgt spid="13"/>
                                        </p:tgtEl>
                                      </p:cBhvr>
                                      <p:to x="100000" y="100000"/>
                                    </p:animScale>
                                    <p:animScale>
                                      <p:cBhvr>
                                        <p:cTn id="63" dur="26">
                                          <p:stCondLst>
                                            <p:cond delay="1312"/>
                                          </p:stCondLst>
                                        </p:cTn>
                                        <p:tgtEl>
                                          <p:spTgt spid="13"/>
                                        </p:tgtEl>
                                      </p:cBhvr>
                                      <p:to x="100000" y="80000"/>
                                    </p:animScale>
                                    <p:animScale>
                                      <p:cBhvr>
                                        <p:cTn id="64" dur="166" decel="50000">
                                          <p:stCondLst>
                                            <p:cond delay="1338"/>
                                          </p:stCondLst>
                                        </p:cTn>
                                        <p:tgtEl>
                                          <p:spTgt spid="13"/>
                                        </p:tgtEl>
                                      </p:cBhvr>
                                      <p:to x="100000" y="100000"/>
                                    </p:animScale>
                                    <p:animScale>
                                      <p:cBhvr>
                                        <p:cTn id="65" dur="26">
                                          <p:stCondLst>
                                            <p:cond delay="1642"/>
                                          </p:stCondLst>
                                        </p:cTn>
                                        <p:tgtEl>
                                          <p:spTgt spid="13"/>
                                        </p:tgtEl>
                                      </p:cBhvr>
                                      <p:to x="100000" y="90000"/>
                                    </p:animScale>
                                    <p:animScale>
                                      <p:cBhvr>
                                        <p:cTn id="66" dur="166" decel="50000">
                                          <p:stCondLst>
                                            <p:cond delay="1668"/>
                                          </p:stCondLst>
                                        </p:cTn>
                                        <p:tgtEl>
                                          <p:spTgt spid="13"/>
                                        </p:tgtEl>
                                      </p:cBhvr>
                                      <p:to x="100000" y="100000"/>
                                    </p:animScale>
                                    <p:animScale>
                                      <p:cBhvr>
                                        <p:cTn id="67" dur="26">
                                          <p:stCondLst>
                                            <p:cond delay="1808"/>
                                          </p:stCondLst>
                                        </p:cTn>
                                        <p:tgtEl>
                                          <p:spTgt spid="13"/>
                                        </p:tgtEl>
                                      </p:cBhvr>
                                      <p:to x="100000" y="95000"/>
                                    </p:animScale>
                                    <p:animScale>
                                      <p:cBhvr>
                                        <p:cTn id="68" dur="166" decel="50000">
                                          <p:stCondLst>
                                            <p:cond delay="1834"/>
                                          </p:stCondLst>
                                        </p:cTn>
                                        <p:tgtEl>
                                          <p:spTgt spid="13"/>
                                        </p:tgtEl>
                                      </p:cBhvr>
                                      <p:to x="100000" y="100000"/>
                                    </p:animScale>
                                  </p:childTnLst>
                                </p:cTn>
                              </p:par>
                              <p:par>
                                <p:cTn id="69" presetID="26" presetClass="entr" presetSubtype="0" fill="hold" grpId="0" nodeType="withEffect">
                                  <p:stCondLst>
                                    <p:cond delay="0"/>
                                  </p:stCondLst>
                                  <p:childTnLst>
                                    <p:set>
                                      <p:cBhvr>
                                        <p:cTn id="70" dur="1" fill="hold">
                                          <p:stCondLst>
                                            <p:cond delay="0"/>
                                          </p:stCondLst>
                                        </p:cTn>
                                        <p:tgtEl>
                                          <p:spTgt spid="2"/>
                                        </p:tgtEl>
                                        <p:attrNameLst>
                                          <p:attrName>style.visibility</p:attrName>
                                        </p:attrNameLst>
                                      </p:cBhvr>
                                      <p:to>
                                        <p:strVal val="visible"/>
                                      </p:to>
                                    </p:set>
                                    <p:animEffect transition="in" filter="wipe(down)">
                                      <p:cBhvr>
                                        <p:cTn id="71" dur="580">
                                          <p:stCondLst>
                                            <p:cond delay="0"/>
                                          </p:stCondLst>
                                        </p:cTn>
                                        <p:tgtEl>
                                          <p:spTgt spid="2"/>
                                        </p:tgtEl>
                                      </p:cBhvr>
                                    </p:animEffect>
                                    <p:anim calcmode="lin" valueType="num">
                                      <p:cBhvr>
                                        <p:cTn id="72"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73"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74"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75"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76"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77" dur="26">
                                          <p:stCondLst>
                                            <p:cond delay="650"/>
                                          </p:stCondLst>
                                        </p:cTn>
                                        <p:tgtEl>
                                          <p:spTgt spid="2"/>
                                        </p:tgtEl>
                                      </p:cBhvr>
                                      <p:to x="100000" y="60000"/>
                                    </p:animScale>
                                    <p:animScale>
                                      <p:cBhvr>
                                        <p:cTn id="78" dur="166" decel="50000">
                                          <p:stCondLst>
                                            <p:cond delay="676"/>
                                          </p:stCondLst>
                                        </p:cTn>
                                        <p:tgtEl>
                                          <p:spTgt spid="2"/>
                                        </p:tgtEl>
                                      </p:cBhvr>
                                      <p:to x="100000" y="100000"/>
                                    </p:animScale>
                                    <p:animScale>
                                      <p:cBhvr>
                                        <p:cTn id="79" dur="26">
                                          <p:stCondLst>
                                            <p:cond delay="1312"/>
                                          </p:stCondLst>
                                        </p:cTn>
                                        <p:tgtEl>
                                          <p:spTgt spid="2"/>
                                        </p:tgtEl>
                                      </p:cBhvr>
                                      <p:to x="100000" y="80000"/>
                                    </p:animScale>
                                    <p:animScale>
                                      <p:cBhvr>
                                        <p:cTn id="80" dur="166" decel="50000">
                                          <p:stCondLst>
                                            <p:cond delay="1338"/>
                                          </p:stCondLst>
                                        </p:cTn>
                                        <p:tgtEl>
                                          <p:spTgt spid="2"/>
                                        </p:tgtEl>
                                      </p:cBhvr>
                                      <p:to x="100000" y="100000"/>
                                    </p:animScale>
                                    <p:animScale>
                                      <p:cBhvr>
                                        <p:cTn id="81" dur="26">
                                          <p:stCondLst>
                                            <p:cond delay="1642"/>
                                          </p:stCondLst>
                                        </p:cTn>
                                        <p:tgtEl>
                                          <p:spTgt spid="2"/>
                                        </p:tgtEl>
                                      </p:cBhvr>
                                      <p:to x="100000" y="90000"/>
                                    </p:animScale>
                                    <p:animScale>
                                      <p:cBhvr>
                                        <p:cTn id="82" dur="166" decel="50000">
                                          <p:stCondLst>
                                            <p:cond delay="1668"/>
                                          </p:stCondLst>
                                        </p:cTn>
                                        <p:tgtEl>
                                          <p:spTgt spid="2"/>
                                        </p:tgtEl>
                                      </p:cBhvr>
                                      <p:to x="100000" y="100000"/>
                                    </p:animScale>
                                    <p:animScale>
                                      <p:cBhvr>
                                        <p:cTn id="83" dur="26">
                                          <p:stCondLst>
                                            <p:cond delay="1808"/>
                                          </p:stCondLst>
                                        </p:cTn>
                                        <p:tgtEl>
                                          <p:spTgt spid="2"/>
                                        </p:tgtEl>
                                      </p:cBhvr>
                                      <p:to x="100000" y="95000"/>
                                    </p:animScale>
                                    <p:animScale>
                                      <p:cBhvr>
                                        <p:cTn id="84" dur="166" decel="50000">
                                          <p:stCondLst>
                                            <p:cond delay="1834"/>
                                          </p:stCondLst>
                                        </p:cTn>
                                        <p:tgtEl>
                                          <p:spTgt spid="2"/>
                                        </p:tgtEl>
                                      </p:cBhvr>
                                      <p:to x="100000" y="100000"/>
                                    </p:animScale>
                                  </p:childTnLst>
                                </p:cTn>
                              </p:par>
                              <p:par>
                                <p:cTn id="85" presetID="26" presetClass="entr" presetSubtype="0" fill="hold" grpId="0" nodeType="withEffect">
                                  <p:stCondLst>
                                    <p:cond delay="0"/>
                                  </p:stCondLst>
                                  <p:childTnLst>
                                    <p:set>
                                      <p:cBhvr>
                                        <p:cTn id="86" dur="1" fill="hold">
                                          <p:stCondLst>
                                            <p:cond delay="0"/>
                                          </p:stCondLst>
                                        </p:cTn>
                                        <p:tgtEl>
                                          <p:spTgt spid="20"/>
                                        </p:tgtEl>
                                        <p:attrNameLst>
                                          <p:attrName>style.visibility</p:attrName>
                                        </p:attrNameLst>
                                      </p:cBhvr>
                                      <p:to>
                                        <p:strVal val="visible"/>
                                      </p:to>
                                    </p:set>
                                    <p:animEffect transition="in" filter="wipe(down)">
                                      <p:cBhvr>
                                        <p:cTn id="87" dur="580">
                                          <p:stCondLst>
                                            <p:cond delay="0"/>
                                          </p:stCondLst>
                                        </p:cTn>
                                        <p:tgtEl>
                                          <p:spTgt spid="20"/>
                                        </p:tgtEl>
                                      </p:cBhvr>
                                    </p:animEffect>
                                    <p:anim calcmode="lin" valueType="num">
                                      <p:cBhvr>
                                        <p:cTn id="88" dur="1822" tmFilter="0,0; 0.14,0.36; 0.43,0.73; 0.71,0.91; 1.0,1.0">
                                          <p:stCondLst>
                                            <p:cond delay="0"/>
                                          </p:stCondLst>
                                        </p:cTn>
                                        <p:tgtEl>
                                          <p:spTgt spid="20"/>
                                        </p:tgtEl>
                                        <p:attrNameLst>
                                          <p:attrName>ppt_x</p:attrName>
                                        </p:attrNameLst>
                                      </p:cBhvr>
                                      <p:tavLst>
                                        <p:tav tm="0">
                                          <p:val>
                                            <p:strVal val="#ppt_x-0.25"/>
                                          </p:val>
                                        </p:tav>
                                        <p:tav tm="100000">
                                          <p:val>
                                            <p:strVal val="#ppt_x"/>
                                          </p:val>
                                        </p:tav>
                                      </p:tavLst>
                                    </p:anim>
                                    <p:anim calcmode="lin" valueType="num">
                                      <p:cBhvr>
                                        <p:cTn id="89" dur="664" tmFilter="0.0,0.0; 0.25,0.07; 0.50,0.2; 0.75,0.467; 1.0,1.0">
                                          <p:stCondLst>
                                            <p:cond delay="0"/>
                                          </p:stCondLst>
                                        </p:cTn>
                                        <p:tgtEl>
                                          <p:spTgt spid="20"/>
                                        </p:tgtEl>
                                        <p:attrNameLst>
                                          <p:attrName>ppt_y</p:attrName>
                                        </p:attrNameLst>
                                      </p:cBhvr>
                                      <p:tavLst>
                                        <p:tav tm="0" fmla="#ppt_y-sin(pi*$)/3">
                                          <p:val>
                                            <p:fltVal val="0.5"/>
                                          </p:val>
                                        </p:tav>
                                        <p:tav tm="100000">
                                          <p:val>
                                            <p:fltVal val="1"/>
                                          </p:val>
                                        </p:tav>
                                      </p:tavLst>
                                    </p:anim>
                                    <p:anim calcmode="lin" valueType="num">
                                      <p:cBhvr>
                                        <p:cTn id="90" dur="664" tmFilter="0, 0; 0.125,0.2665; 0.25,0.4; 0.375,0.465; 0.5,0.5;  0.625,0.535; 0.75,0.6; 0.875,0.7335; 1,1">
                                          <p:stCondLst>
                                            <p:cond delay="664"/>
                                          </p:stCondLst>
                                        </p:cTn>
                                        <p:tgtEl>
                                          <p:spTgt spid="20"/>
                                        </p:tgtEl>
                                        <p:attrNameLst>
                                          <p:attrName>ppt_y</p:attrName>
                                        </p:attrNameLst>
                                      </p:cBhvr>
                                      <p:tavLst>
                                        <p:tav tm="0" fmla="#ppt_y-sin(pi*$)/9">
                                          <p:val>
                                            <p:fltVal val="0"/>
                                          </p:val>
                                        </p:tav>
                                        <p:tav tm="100000">
                                          <p:val>
                                            <p:fltVal val="1"/>
                                          </p:val>
                                        </p:tav>
                                      </p:tavLst>
                                    </p:anim>
                                    <p:anim calcmode="lin" valueType="num">
                                      <p:cBhvr>
                                        <p:cTn id="91" dur="332" tmFilter="0, 0; 0.125,0.2665; 0.25,0.4; 0.375,0.465; 0.5,0.5;  0.625,0.535; 0.75,0.6; 0.875,0.7335; 1,1">
                                          <p:stCondLst>
                                            <p:cond delay="1324"/>
                                          </p:stCondLst>
                                        </p:cTn>
                                        <p:tgtEl>
                                          <p:spTgt spid="20"/>
                                        </p:tgtEl>
                                        <p:attrNameLst>
                                          <p:attrName>ppt_y</p:attrName>
                                        </p:attrNameLst>
                                      </p:cBhvr>
                                      <p:tavLst>
                                        <p:tav tm="0" fmla="#ppt_y-sin(pi*$)/27">
                                          <p:val>
                                            <p:fltVal val="0"/>
                                          </p:val>
                                        </p:tav>
                                        <p:tav tm="100000">
                                          <p:val>
                                            <p:fltVal val="1"/>
                                          </p:val>
                                        </p:tav>
                                      </p:tavLst>
                                    </p:anim>
                                    <p:anim calcmode="lin" valueType="num">
                                      <p:cBhvr>
                                        <p:cTn id="92" dur="164" tmFilter="0, 0; 0.125,0.2665; 0.25,0.4; 0.375,0.465; 0.5,0.5;  0.625,0.535; 0.75,0.6; 0.875,0.7335; 1,1">
                                          <p:stCondLst>
                                            <p:cond delay="1656"/>
                                          </p:stCondLst>
                                        </p:cTn>
                                        <p:tgtEl>
                                          <p:spTgt spid="20"/>
                                        </p:tgtEl>
                                        <p:attrNameLst>
                                          <p:attrName>ppt_y</p:attrName>
                                        </p:attrNameLst>
                                      </p:cBhvr>
                                      <p:tavLst>
                                        <p:tav tm="0" fmla="#ppt_y-sin(pi*$)/81">
                                          <p:val>
                                            <p:fltVal val="0"/>
                                          </p:val>
                                        </p:tav>
                                        <p:tav tm="100000">
                                          <p:val>
                                            <p:fltVal val="1"/>
                                          </p:val>
                                        </p:tav>
                                      </p:tavLst>
                                    </p:anim>
                                    <p:animScale>
                                      <p:cBhvr>
                                        <p:cTn id="93" dur="26">
                                          <p:stCondLst>
                                            <p:cond delay="650"/>
                                          </p:stCondLst>
                                        </p:cTn>
                                        <p:tgtEl>
                                          <p:spTgt spid="20"/>
                                        </p:tgtEl>
                                      </p:cBhvr>
                                      <p:to x="100000" y="60000"/>
                                    </p:animScale>
                                    <p:animScale>
                                      <p:cBhvr>
                                        <p:cTn id="94" dur="166" decel="50000">
                                          <p:stCondLst>
                                            <p:cond delay="676"/>
                                          </p:stCondLst>
                                        </p:cTn>
                                        <p:tgtEl>
                                          <p:spTgt spid="20"/>
                                        </p:tgtEl>
                                      </p:cBhvr>
                                      <p:to x="100000" y="100000"/>
                                    </p:animScale>
                                    <p:animScale>
                                      <p:cBhvr>
                                        <p:cTn id="95" dur="26">
                                          <p:stCondLst>
                                            <p:cond delay="1312"/>
                                          </p:stCondLst>
                                        </p:cTn>
                                        <p:tgtEl>
                                          <p:spTgt spid="20"/>
                                        </p:tgtEl>
                                      </p:cBhvr>
                                      <p:to x="100000" y="80000"/>
                                    </p:animScale>
                                    <p:animScale>
                                      <p:cBhvr>
                                        <p:cTn id="96" dur="166" decel="50000">
                                          <p:stCondLst>
                                            <p:cond delay="1338"/>
                                          </p:stCondLst>
                                        </p:cTn>
                                        <p:tgtEl>
                                          <p:spTgt spid="20"/>
                                        </p:tgtEl>
                                      </p:cBhvr>
                                      <p:to x="100000" y="100000"/>
                                    </p:animScale>
                                    <p:animScale>
                                      <p:cBhvr>
                                        <p:cTn id="97" dur="26">
                                          <p:stCondLst>
                                            <p:cond delay="1642"/>
                                          </p:stCondLst>
                                        </p:cTn>
                                        <p:tgtEl>
                                          <p:spTgt spid="20"/>
                                        </p:tgtEl>
                                      </p:cBhvr>
                                      <p:to x="100000" y="90000"/>
                                    </p:animScale>
                                    <p:animScale>
                                      <p:cBhvr>
                                        <p:cTn id="98" dur="166" decel="50000">
                                          <p:stCondLst>
                                            <p:cond delay="1668"/>
                                          </p:stCondLst>
                                        </p:cTn>
                                        <p:tgtEl>
                                          <p:spTgt spid="20"/>
                                        </p:tgtEl>
                                      </p:cBhvr>
                                      <p:to x="100000" y="100000"/>
                                    </p:animScale>
                                    <p:animScale>
                                      <p:cBhvr>
                                        <p:cTn id="99" dur="26">
                                          <p:stCondLst>
                                            <p:cond delay="1808"/>
                                          </p:stCondLst>
                                        </p:cTn>
                                        <p:tgtEl>
                                          <p:spTgt spid="20"/>
                                        </p:tgtEl>
                                      </p:cBhvr>
                                      <p:to x="100000" y="95000"/>
                                    </p:animScale>
                                    <p:animScale>
                                      <p:cBhvr>
                                        <p:cTn id="100" dur="166" decel="50000">
                                          <p:stCondLst>
                                            <p:cond delay="1834"/>
                                          </p:stCondLst>
                                        </p:cTn>
                                        <p:tgtEl>
                                          <p:spTgt spid="20"/>
                                        </p:tgtEl>
                                      </p:cBhvr>
                                      <p:to x="100000" y="100000"/>
                                    </p:animScale>
                                  </p:childTnLst>
                                </p:cTn>
                              </p:par>
                              <p:par>
                                <p:cTn id="101" presetID="26" presetClass="entr" presetSubtype="0" fill="hold" grpId="0" nodeType="withEffect">
                                  <p:stCondLst>
                                    <p:cond delay="0"/>
                                  </p:stCondLst>
                                  <p:childTnLst>
                                    <p:set>
                                      <p:cBhvr>
                                        <p:cTn id="102" dur="1" fill="hold">
                                          <p:stCondLst>
                                            <p:cond delay="0"/>
                                          </p:stCondLst>
                                        </p:cTn>
                                        <p:tgtEl>
                                          <p:spTgt spid="4"/>
                                        </p:tgtEl>
                                        <p:attrNameLst>
                                          <p:attrName>style.visibility</p:attrName>
                                        </p:attrNameLst>
                                      </p:cBhvr>
                                      <p:to>
                                        <p:strVal val="visible"/>
                                      </p:to>
                                    </p:set>
                                    <p:animEffect transition="in" filter="wipe(down)">
                                      <p:cBhvr>
                                        <p:cTn id="103" dur="580">
                                          <p:stCondLst>
                                            <p:cond delay="0"/>
                                          </p:stCondLst>
                                        </p:cTn>
                                        <p:tgtEl>
                                          <p:spTgt spid="4"/>
                                        </p:tgtEl>
                                      </p:cBhvr>
                                    </p:animEffect>
                                    <p:anim calcmode="lin" valueType="num">
                                      <p:cBhvr>
                                        <p:cTn id="104"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105"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6"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07"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08"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09" dur="26">
                                          <p:stCondLst>
                                            <p:cond delay="650"/>
                                          </p:stCondLst>
                                        </p:cTn>
                                        <p:tgtEl>
                                          <p:spTgt spid="4"/>
                                        </p:tgtEl>
                                      </p:cBhvr>
                                      <p:to x="100000" y="60000"/>
                                    </p:animScale>
                                    <p:animScale>
                                      <p:cBhvr>
                                        <p:cTn id="110" dur="166" decel="50000">
                                          <p:stCondLst>
                                            <p:cond delay="676"/>
                                          </p:stCondLst>
                                        </p:cTn>
                                        <p:tgtEl>
                                          <p:spTgt spid="4"/>
                                        </p:tgtEl>
                                      </p:cBhvr>
                                      <p:to x="100000" y="100000"/>
                                    </p:animScale>
                                    <p:animScale>
                                      <p:cBhvr>
                                        <p:cTn id="111" dur="26">
                                          <p:stCondLst>
                                            <p:cond delay="1312"/>
                                          </p:stCondLst>
                                        </p:cTn>
                                        <p:tgtEl>
                                          <p:spTgt spid="4"/>
                                        </p:tgtEl>
                                      </p:cBhvr>
                                      <p:to x="100000" y="80000"/>
                                    </p:animScale>
                                    <p:animScale>
                                      <p:cBhvr>
                                        <p:cTn id="112" dur="166" decel="50000">
                                          <p:stCondLst>
                                            <p:cond delay="1338"/>
                                          </p:stCondLst>
                                        </p:cTn>
                                        <p:tgtEl>
                                          <p:spTgt spid="4"/>
                                        </p:tgtEl>
                                      </p:cBhvr>
                                      <p:to x="100000" y="100000"/>
                                    </p:animScale>
                                    <p:animScale>
                                      <p:cBhvr>
                                        <p:cTn id="113" dur="26">
                                          <p:stCondLst>
                                            <p:cond delay="1642"/>
                                          </p:stCondLst>
                                        </p:cTn>
                                        <p:tgtEl>
                                          <p:spTgt spid="4"/>
                                        </p:tgtEl>
                                      </p:cBhvr>
                                      <p:to x="100000" y="90000"/>
                                    </p:animScale>
                                    <p:animScale>
                                      <p:cBhvr>
                                        <p:cTn id="114" dur="166" decel="50000">
                                          <p:stCondLst>
                                            <p:cond delay="1668"/>
                                          </p:stCondLst>
                                        </p:cTn>
                                        <p:tgtEl>
                                          <p:spTgt spid="4"/>
                                        </p:tgtEl>
                                      </p:cBhvr>
                                      <p:to x="100000" y="100000"/>
                                    </p:animScale>
                                    <p:animScale>
                                      <p:cBhvr>
                                        <p:cTn id="115" dur="26">
                                          <p:stCondLst>
                                            <p:cond delay="1808"/>
                                          </p:stCondLst>
                                        </p:cTn>
                                        <p:tgtEl>
                                          <p:spTgt spid="4"/>
                                        </p:tgtEl>
                                      </p:cBhvr>
                                      <p:to x="100000" y="95000"/>
                                    </p:animScale>
                                    <p:animScale>
                                      <p:cBhvr>
                                        <p:cTn id="116" dur="166" decel="50000">
                                          <p:stCondLst>
                                            <p:cond delay="1834"/>
                                          </p:stCondLst>
                                        </p:cTn>
                                        <p:tgtEl>
                                          <p:spTgt spid="4"/>
                                        </p:tgtEl>
                                      </p:cBhvr>
                                      <p:to x="100000" y="100000"/>
                                    </p:animScale>
                                  </p:childTnLst>
                                </p:cTn>
                              </p:par>
                              <p:par>
                                <p:cTn id="117" presetID="26" presetClass="entr" presetSubtype="0" fill="hold" grpId="0" nodeType="withEffect">
                                  <p:stCondLst>
                                    <p:cond delay="0"/>
                                  </p:stCondLst>
                                  <p:childTnLst>
                                    <p:set>
                                      <p:cBhvr>
                                        <p:cTn id="118" dur="1" fill="hold">
                                          <p:stCondLst>
                                            <p:cond delay="0"/>
                                          </p:stCondLst>
                                        </p:cTn>
                                        <p:tgtEl>
                                          <p:spTgt spid="14"/>
                                        </p:tgtEl>
                                        <p:attrNameLst>
                                          <p:attrName>style.visibility</p:attrName>
                                        </p:attrNameLst>
                                      </p:cBhvr>
                                      <p:to>
                                        <p:strVal val="visible"/>
                                      </p:to>
                                    </p:set>
                                    <p:animEffect transition="in" filter="wipe(down)">
                                      <p:cBhvr>
                                        <p:cTn id="119" dur="580">
                                          <p:stCondLst>
                                            <p:cond delay="0"/>
                                          </p:stCondLst>
                                        </p:cTn>
                                        <p:tgtEl>
                                          <p:spTgt spid="14"/>
                                        </p:tgtEl>
                                      </p:cBhvr>
                                    </p:animEffect>
                                    <p:anim calcmode="lin" valueType="num">
                                      <p:cBhvr>
                                        <p:cTn id="120" dur="1822" tmFilter="0,0; 0.14,0.36; 0.43,0.73; 0.71,0.91; 1.0,1.0">
                                          <p:stCondLst>
                                            <p:cond delay="0"/>
                                          </p:stCondLst>
                                        </p:cTn>
                                        <p:tgtEl>
                                          <p:spTgt spid="14"/>
                                        </p:tgtEl>
                                        <p:attrNameLst>
                                          <p:attrName>ppt_x</p:attrName>
                                        </p:attrNameLst>
                                      </p:cBhvr>
                                      <p:tavLst>
                                        <p:tav tm="0">
                                          <p:val>
                                            <p:strVal val="#ppt_x-0.25"/>
                                          </p:val>
                                        </p:tav>
                                        <p:tav tm="100000">
                                          <p:val>
                                            <p:strVal val="#ppt_x"/>
                                          </p:val>
                                        </p:tav>
                                      </p:tavLst>
                                    </p:anim>
                                    <p:anim calcmode="lin" valueType="num">
                                      <p:cBhvr>
                                        <p:cTn id="121" dur="664" tmFilter="0.0,0.0; 0.25,0.07; 0.50,0.2; 0.75,0.467; 1.0,1.0">
                                          <p:stCondLst>
                                            <p:cond delay="0"/>
                                          </p:stCondLst>
                                        </p:cTn>
                                        <p:tgtEl>
                                          <p:spTgt spid="14"/>
                                        </p:tgtEl>
                                        <p:attrNameLst>
                                          <p:attrName>ppt_y</p:attrName>
                                        </p:attrNameLst>
                                      </p:cBhvr>
                                      <p:tavLst>
                                        <p:tav tm="0" fmla="#ppt_y-sin(pi*$)/3">
                                          <p:val>
                                            <p:fltVal val="0.5"/>
                                          </p:val>
                                        </p:tav>
                                        <p:tav tm="100000">
                                          <p:val>
                                            <p:fltVal val="1"/>
                                          </p:val>
                                        </p:tav>
                                      </p:tavLst>
                                    </p:anim>
                                    <p:anim calcmode="lin" valueType="num">
                                      <p:cBhvr>
                                        <p:cTn id="122" dur="664" tmFilter="0, 0; 0.125,0.2665; 0.25,0.4; 0.375,0.465; 0.5,0.5;  0.625,0.535; 0.75,0.6; 0.875,0.7335; 1,1">
                                          <p:stCondLst>
                                            <p:cond delay="664"/>
                                          </p:stCondLst>
                                        </p:cTn>
                                        <p:tgtEl>
                                          <p:spTgt spid="14"/>
                                        </p:tgtEl>
                                        <p:attrNameLst>
                                          <p:attrName>ppt_y</p:attrName>
                                        </p:attrNameLst>
                                      </p:cBhvr>
                                      <p:tavLst>
                                        <p:tav tm="0" fmla="#ppt_y-sin(pi*$)/9">
                                          <p:val>
                                            <p:fltVal val="0"/>
                                          </p:val>
                                        </p:tav>
                                        <p:tav tm="100000">
                                          <p:val>
                                            <p:fltVal val="1"/>
                                          </p:val>
                                        </p:tav>
                                      </p:tavLst>
                                    </p:anim>
                                    <p:anim calcmode="lin" valueType="num">
                                      <p:cBhvr>
                                        <p:cTn id="123" dur="332" tmFilter="0, 0; 0.125,0.2665; 0.25,0.4; 0.375,0.465; 0.5,0.5;  0.625,0.535; 0.75,0.6; 0.875,0.7335; 1,1">
                                          <p:stCondLst>
                                            <p:cond delay="1324"/>
                                          </p:stCondLst>
                                        </p:cTn>
                                        <p:tgtEl>
                                          <p:spTgt spid="14"/>
                                        </p:tgtEl>
                                        <p:attrNameLst>
                                          <p:attrName>ppt_y</p:attrName>
                                        </p:attrNameLst>
                                      </p:cBhvr>
                                      <p:tavLst>
                                        <p:tav tm="0" fmla="#ppt_y-sin(pi*$)/27">
                                          <p:val>
                                            <p:fltVal val="0"/>
                                          </p:val>
                                        </p:tav>
                                        <p:tav tm="100000">
                                          <p:val>
                                            <p:fltVal val="1"/>
                                          </p:val>
                                        </p:tav>
                                      </p:tavLst>
                                    </p:anim>
                                    <p:anim calcmode="lin" valueType="num">
                                      <p:cBhvr>
                                        <p:cTn id="124" dur="164" tmFilter="0, 0; 0.125,0.2665; 0.25,0.4; 0.375,0.465; 0.5,0.5;  0.625,0.535; 0.75,0.6; 0.875,0.7335; 1,1">
                                          <p:stCondLst>
                                            <p:cond delay="1656"/>
                                          </p:stCondLst>
                                        </p:cTn>
                                        <p:tgtEl>
                                          <p:spTgt spid="14"/>
                                        </p:tgtEl>
                                        <p:attrNameLst>
                                          <p:attrName>ppt_y</p:attrName>
                                        </p:attrNameLst>
                                      </p:cBhvr>
                                      <p:tavLst>
                                        <p:tav tm="0" fmla="#ppt_y-sin(pi*$)/81">
                                          <p:val>
                                            <p:fltVal val="0"/>
                                          </p:val>
                                        </p:tav>
                                        <p:tav tm="100000">
                                          <p:val>
                                            <p:fltVal val="1"/>
                                          </p:val>
                                        </p:tav>
                                      </p:tavLst>
                                    </p:anim>
                                    <p:animScale>
                                      <p:cBhvr>
                                        <p:cTn id="125" dur="26">
                                          <p:stCondLst>
                                            <p:cond delay="650"/>
                                          </p:stCondLst>
                                        </p:cTn>
                                        <p:tgtEl>
                                          <p:spTgt spid="14"/>
                                        </p:tgtEl>
                                      </p:cBhvr>
                                      <p:to x="100000" y="60000"/>
                                    </p:animScale>
                                    <p:animScale>
                                      <p:cBhvr>
                                        <p:cTn id="126" dur="166" decel="50000">
                                          <p:stCondLst>
                                            <p:cond delay="676"/>
                                          </p:stCondLst>
                                        </p:cTn>
                                        <p:tgtEl>
                                          <p:spTgt spid="14"/>
                                        </p:tgtEl>
                                      </p:cBhvr>
                                      <p:to x="100000" y="100000"/>
                                    </p:animScale>
                                    <p:animScale>
                                      <p:cBhvr>
                                        <p:cTn id="127" dur="26">
                                          <p:stCondLst>
                                            <p:cond delay="1312"/>
                                          </p:stCondLst>
                                        </p:cTn>
                                        <p:tgtEl>
                                          <p:spTgt spid="14"/>
                                        </p:tgtEl>
                                      </p:cBhvr>
                                      <p:to x="100000" y="80000"/>
                                    </p:animScale>
                                    <p:animScale>
                                      <p:cBhvr>
                                        <p:cTn id="128" dur="166" decel="50000">
                                          <p:stCondLst>
                                            <p:cond delay="1338"/>
                                          </p:stCondLst>
                                        </p:cTn>
                                        <p:tgtEl>
                                          <p:spTgt spid="14"/>
                                        </p:tgtEl>
                                      </p:cBhvr>
                                      <p:to x="100000" y="100000"/>
                                    </p:animScale>
                                    <p:animScale>
                                      <p:cBhvr>
                                        <p:cTn id="129" dur="26">
                                          <p:stCondLst>
                                            <p:cond delay="1642"/>
                                          </p:stCondLst>
                                        </p:cTn>
                                        <p:tgtEl>
                                          <p:spTgt spid="14"/>
                                        </p:tgtEl>
                                      </p:cBhvr>
                                      <p:to x="100000" y="90000"/>
                                    </p:animScale>
                                    <p:animScale>
                                      <p:cBhvr>
                                        <p:cTn id="130" dur="166" decel="50000">
                                          <p:stCondLst>
                                            <p:cond delay="1668"/>
                                          </p:stCondLst>
                                        </p:cTn>
                                        <p:tgtEl>
                                          <p:spTgt spid="14"/>
                                        </p:tgtEl>
                                      </p:cBhvr>
                                      <p:to x="100000" y="100000"/>
                                    </p:animScale>
                                    <p:animScale>
                                      <p:cBhvr>
                                        <p:cTn id="131" dur="26">
                                          <p:stCondLst>
                                            <p:cond delay="1808"/>
                                          </p:stCondLst>
                                        </p:cTn>
                                        <p:tgtEl>
                                          <p:spTgt spid="14"/>
                                        </p:tgtEl>
                                      </p:cBhvr>
                                      <p:to x="100000" y="95000"/>
                                    </p:animScale>
                                    <p:animScale>
                                      <p:cBhvr>
                                        <p:cTn id="132" dur="166" decel="50000">
                                          <p:stCondLst>
                                            <p:cond delay="1834"/>
                                          </p:stCondLst>
                                        </p:cTn>
                                        <p:tgtEl>
                                          <p:spTgt spid="14"/>
                                        </p:tgtEl>
                                      </p:cBhvr>
                                      <p:to x="100000" y="100000"/>
                                    </p:animScale>
                                  </p:childTnLst>
                                </p:cTn>
                              </p:par>
                              <p:par>
                                <p:cTn id="133" presetID="26" presetClass="entr" presetSubtype="0" fill="hold" grpId="0" nodeType="withEffect">
                                  <p:stCondLst>
                                    <p:cond delay="0"/>
                                  </p:stCondLst>
                                  <p:childTnLst>
                                    <p:set>
                                      <p:cBhvr>
                                        <p:cTn id="134" dur="1" fill="hold">
                                          <p:stCondLst>
                                            <p:cond delay="0"/>
                                          </p:stCondLst>
                                        </p:cTn>
                                        <p:tgtEl>
                                          <p:spTgt spid="24"/>
                                        </p:tgtEl>
                                        <p:attrNameLst>
                                          <p:attrName>style.visibility</p:attrName>
                                        </p:attrNameLst>
                                      </p:cBhvr>
                                      <p:to>
                                        <p:strVal val="visible"/>
                                      </p:to>
                                    </p:set>
                                    <p:animEffect transition="in" filter="wipe(down)">
                                      <p:cBhvr>
                                        <p:cTn id="135" dur="580">
                                          <p:stCondLst>
                                            <p:cond delay="0"/>
                                          </p:stCondLst>
                                        </p:cTn>
                                        <p:tgtEl>
                                          <p:spTgt spid="24"/>
                                        </p:tgtEl>
                                      </p:cBhvr>
                                    </p:animEffect>
                                    <p:anim calcmode="lin" valueType="num">
                                      <p:cBhvr>
                                        <p:cTn id="136" dur="1822" tmFilter="0,0; 0.14,0.36; 0.43,0.73; 0.71,0.91; 1.0,1.0">
                                          <p:stCondLst>
                                            <p:cond delay="0"/>
                                          </p:stCondLst>
                                        </p:cTn>
                                        <p:tgtEl>
                                          <p:spTgt spid="24"/>
                                        </p:tgtEl>
                                        <p:attrNameLst>
                                          <p:attrName>ppt_x</p:attrName>
                                        </p:attrNameLst>
                                      </p:cBhvr>
                                      <p:tavLst>
                                        <p:tav tm="0">
                                          <p:val>
                                            <p:strVal val="#ppt_x-0.25"/>
                                          </p:val>
                                        </p:tav>
                                        <p:tav tm="100000">
                                          <p:val>
                                            <p:strVal val="#ppt_x"/>
                                          </p:val>
                                        </p:tav>
                                      </p:tavLst>
                                    </p:anim>
                                    <p:anim calcmode="lin" valueType="num">
                                      <p:cBhvr>
                                        <p:cTn id="137" dur="664" tmFilter="0.0,0.0; 0.25,0.07; 0.50,0.2; 0.75,0.467; 1.0,1.0">
                                          <p:stCondLst>
                                            <p:cond delay="0"/>
                                          </p:stCondLst>
                                        </p:cTn>
                                        <p:tgtEl>
                                          <p:spTgt spid="24"/>
                                        </p:tgtEl>
                                        <p:attrNameLst>
                                          <p:attrName>ppt_y</p:attrName>
                                        </p:attrNameLst>
                                      </p:cBhvr>
                                      <p:tavLst>
                                        <p:tav tm="0" fmla="#ppt_y-sin(pi*$)/3">
                                          <p:val>
                                            <p:fltVal val="0.5"/>
                                          </p:val>
                                        </p:tav>
                                        <p:tav tm="100000">
                                          <p:val>
                                            <p:fltVal val="1"/>
                                          </p:val>
                                        </p:tav>
                                      </p:tavLst>
                                    </p:anim>
                                    <p:anim calcmode="lin" valueType="num">
                                      <p:cBhvr>
                                        <p:cTn id="138" dur="664" tmFilter="0, 0; 0.125,0.2665; 0.25,0.4; 0.375,0.465; 0.5,0.5;  0.625,0.535; 0.75,0.6; 0.875,0.7335; 1,1">
                                          <p:stCondLst>
                                            <p:cond delay="664"/>
                                          </p:stCondLst>
                                        </p:cTn>
                                        <p:tgtEl>
                                          <p:spTgt spid="24"/>
                                        </p:tgtEl>
                                        <p:attrNameLst>
                                          <p:attrName>ppt_y</p:attrName>
                                        </p:attrNameLst>
                                      </p:cBhvr>
                                      <p:tavLst>
                                        <p:tav tm="0" fmla="#ppt_y-sin(pi*$)/9">
                                          <p:val>
                                            <p:fltVal val="0"/>
                                          </p:val>
                                        </p:tav>
                                        <p:tav tm="100000">
                                          <p:val>
                                            <p:fltVal val="1"/>
                                          </p:val>
                                        </p:tav>
                                      </p:tavLst>
                                    </p:anim>
                                    <p:anim calcmode="lin" valueType="num">
                                      <p:cBhvr>
                                        <p:cTn id="139" dur="332" tmFilter="0, 0; 0.125,0.2665; 0.25,0.4; 0.375,0.465; 0.5,0.5;  0.625,0.535; 0.75,0.6; 0.875,0.7335; 1,1">
                                          <p:stCondLst>
                                            <p:cond delay="1324"/>
                                          </p:stCondLst>
                                        </p:cTn>
                                        <p:tgtEl>
                                          <p:spTgt spid="24"/>
                                        </p:tgtEl>
                                        <p:attrNameLst>
                                          <p:attrName>ppt_y</p:attrName>
                                        </p:attrNameLst>
                                      </p:cBhvr>
                                      <p:tavLst>
                                        <p:tav tm="0" fmla="#ppt_y-sin(pi*$)/27">
                                          <p:val>
                                            <p:fltVal val="0"/>
                                          </p:val>
                                        </p:tav>
                                        <p:tav tm="100000">
                                          <p:val>
                                            <p:fltVal val="1"/>
                                          </p:val>
                                        </p:tav>
                                      </p:tavLst>
                                    </p:anim>
                                    <p:anim calcmode="lin" valueType="num">
                                      <p:cBhvr>
                                        <p:cTn id="140" dur="164" tmFilter="0, 0; 0.125,0.2665; 0.25,0.4; 0.375,0.465; 0.5,0.5;  0.625,0.535; 0.75,0.6; 0.875,0.7335; 1,1">
                                          <p:stCondLst>
                                            <p:cond delay="1656"/>
                                          </p:stCondLst>
                                        </p:cTn>
                                        <p:tgtEl>
                                          <p:spTgt spid="24"/>
                                        </p:tgtEl>
                                        <p:attrNameLst>
                                          <p:attrName>ppt_y</p:attrName>
                                        </p:attrNameLst>
                                      </p:cBhvr>
                                      <p:tavLst>
                                        <p:tav tm="0" fmla="#ppt_y-sin(pi*$)/81">
                                          <p:val>
                                            <p:fltVal val="0"/>
                                          </p:val>
                                        </p:tav>
                                        <p:tav tm="100000">
                                          <p:val>
                                            <p:fltVal val="1"/>
                                          </p:val>
                                        </p:tav>
                                      </p:tavLst>
                                    </p:anim>
                                    <p:animScale>
                                      <p:cBhvr>
                                        <p:cTn id="141" dur="26">
                                          <p:stCondLst>
                                            <p:cond delay="650"/>
                                          </p:stCondLst>
                                        </p:cTn>
                                        <p:tgtEl>
                                          <p:spTgt spid="24"/>
                                        </p:tgtEl>
                                      </p:cBhvr>
                                      <p:to x="100000" y="60000"/>
                                    </p:animScale>
                                    <p:animScale>
                                      <p:cBhvr>
                                        <p:cTn id="142" dur="166" decel="50000">
                                          <p:stCondLst>
                                            <p:cond delay="676"/>
                                          </p:stCondLst>
                                        </p:cTn>
                                        <p:tgtEl>
                                          <p:spTgt spid="24"/>
                                        </p:tgtEl>
                                      </p:cBhvr>
                                      <p:to x="100000" y="100000"/>
                                    </p:animScale>
                                    <p:animScale>
                                      <p:cBhvr>
                                        <p:cTn id="143" dur="26">
                                          <p:stCondLst>
                                            <p:cond delay="1312"/>
                                          </p:stCondLst>
                                        </p:cTn>
                                        <p:tgtEl>
                                          <p:spTgt spid="24"/>
                                        </p:tgtEl>
                                      </p:cBhvr>
                                      <p:to x="100000" y="80000"/>
                                    </p:animScale>
                                    <p:animScale>
                                      <p:cBhvr>
                                        <p:cTn id="144" dur="166" decel="50000">
                                          <p:stCondLst>
                                            <p:cond delay="1338"/>
                                          </p:stCondLst>
                                        </p:cTn>
                                        <p:tgtEl>
                                          <p:spTgt spid="24"/>
                                        </p:tgtEl>
                                      </p:cBhvr>
                                      <p:to x="100000" y="100000"/>
                                    </p:animScale>
                                    <p:animScale>
                                      <p:cBhvr>
                                        <p:cTn id="145" dur="26">
                                          <p:stCondLst>
                                            <p:cond delay="1642"/>
                                          </p:stCondLst>
                                        </p:cTn>
                                        <p:tgtEl>
                                          <p:spTgt spid="24"/>
                                        </p:tgtEl>
                                      </p:cBhvr>
                                      <p:to x="100000" y="90000"/>
                                    </p:animScale>
                                    <p:animScale>
                                      <p:cBhvr>
                                        <p:cTn id="146" dur="166" decel="50000">
                                          <p:stCondLst>
                                            <p:cond delay="1668"/>
                                          </p:stCondLst>
                                        </p:cTn>
                                        <p:tgtEl>
                                          <p:spTgt spid="24"/>
                                        </p:tgtEl>
                                      </p:cBhvr>
                                      <p:to x="100000" y="100000"/>
                                    </p:animScale>
                                    <p:animScale>
                                      <p:cBhvr>
                                        <p:cTn id="147" dur="26">
                                          <p:stCondLst>
                                            <p:cond delay="1808"/>
                                          </p:stCondLst>
                                        </p:cTn>
                                        <p:tgtEl>
                                          <p:spTgt spid="24"/>
                                        </p:tgtEl>
                                      </p:cBhvr>
                                      <p:to x="100000" y="95000"/>
                                    </p:animScale>
                                    <p:animScale>
                                      <p:cBhvr>
                                        <p:cTn id="148" dur="166" decel="50000">
                                          <p:stCondLst>
                                            <p:cond delay="1834"/>
                                          </p:stCondLst>
                                        </p:cTn>
                                        <p:tgtEl>
                                          <p:spTgt spid="24"/>
                                        </p:tgtEl>
                                      </p:cBhvr>
                                      <p:to x="100000" y="100000"/>
                                    </p:animScale>
                                  </p:childTnLst>
                                </p:cTn>
                              </p:par>
                              <p:par>
                                <p:cTn id="149" presetID="26" presetClass="entr" presetSubtype="0" fill="hold" grpId="0" nodeType="withEffect">
                                  <p:stCondLst>
                                    <p:cond delay="0"/>
                                  </p:stCondLst>
                                  <p:childTnLst>
                                    <p:set>
                                      <p:cBhvr>
                                        <p:cTn id="150" dur="1" fill="hold">
                                          <p:stCondLst>
                                            <p:cond delay="0"/>
                                          </p:stCondLst>
                                        </p:cTn>
                                        <p:tgtEl>
                                          <p:spTgt spid="21"/>
                                        </p:tgtEl>
                                        <p:attrNameLst>
                                          <p:attrName>style.visibility</p:attrName>
                                        </p:attrNameLst>
                                      </p:cBhvr>
                                      <p:to>
                                        <p:strVal val="visible"/>
                                      </p:to>
                                    </p:set>
                                    <p:animEffect transition="in" filter="wipe(down)">
                                      <p:cBhvr>
                                        <p:cTn id="151" dur="580">
                                          <p:stCondLst>
                                            <p:cond delay="0"/>
                                          </p:stCondLst>
                                        </p:cTn>
                                        <p:tgtEl>
                                          <p:spTgt spid="21"/>
                                        </p:tgtEl>
                                      </p:cBhvr>
                                    </p:animEffect>
                                    <p:anim calcmode="lin" valueType="num">
                                      <p:cBhvr>
                                        <p:cTn id="152" dur="1822" tmFilter="0,0; 0.14,0.36; 0.43,0.73; 0.71,0.91; 1.0,1.0">
                                          <p:stCondLst>
                                            <p:cond delay="0"/>
                                          </p:stCondLst>
                                        </p:cTn>
                                        <p:tgtEl>
                                          <p:spTgt spid="21"/>
                                        </p:tgtEl>
                                        <p:attrNameLst>
                                          <p:attrName>ppt_x</p:attrName>
                                        </p:attrNameLst>
                                      </p:cBhvr>
                                      <p:tavLst>
                                        <p:tav tm="0">
                                          <p:val>
                                            <p:strVal val="#ppt_x-0.25"/>
                                          </p:val>
                                        </p:tav>
                                        <p:tav tm="100000">
                                          <p:val>
                                            <p:strVal val="#ppt_x"/>
                                          </p:val>
                                        </p:tav>
                                      </p:tavLst>
                                    </p:anim>
                                    <p:anim calcmode="lin" valueType="num">
                                      <p:cBhvr>
                                        <p:cTn id="153" dur="664" tmFilter="0.0,0.0; 0.25,0.07; 0.50,0.2; 0.75,0.467; 1.0,1.0">
                                          <p:stCondLst>
                                            <p:cond delay="0"/>
                                          </p:stCondLst>
                                        </p:cTn>
                                        <p:tgtEl>
                                          <p:spTgt spid="21"/>
                                        </p:tgtEl>
                                        <p:attrNameLst>
                                          <p:attrName>ppt_y</p:attrName>
                                        </p:attrNameLst>
                                      </p:cBhvr>
                                      <p:tavLst>
                                        <p:tav tm="0" fmla="#ppt_y-sin(pi*$)/3">
                                          <p:val>
                                            <p:fltVal val="0.5"/>
                                          </p:val>
                                        </p:tav>
                                        <p:tav tm="100000">
                                          <p:val>
                                            <p:fltVal val="1"/>
                                          </p:val>
                                        </p:tav>
                                      </p:tavLst>
                                    </p:anim>
                                    <p:anim calcmode="lin" valueType="num">
                                      <p:cBhvr>
                                        <p:cTn id="154" dur="664" tmFilter="0, 0; 0.125,0.2665; 0.25,0.4; 0.375,0.465; 0.5,0.5;  0.625,0.535; 0.75,0.6; 0.875,0.7335; 1,1">
                                          <p:stCondLst>
                                            <p:cond delay="664"/>
                                          </p:stCondLst>
                                        </p:cTn>
                                        <p:tgtEl>
                                          <p:spTgt spid="21"/>
                                        </p:tgtEl>
                                        <p:attrNameLst>
                                          <p:attrName>ppt_y</p:attrName>
                                        </p:attrNameLst>
                                      </p:cBhvr>
                                      <p:tavLst>
                                        <p:tav tm="0" fmla="#ppt_y-sin(pi*$)/9">
                                          <p:val>
                                            <p:fltVal val="0"/>
                                          </p:val>
                                        </p:tav>
                                        <p:tav tm="100000">
                                          <p:val>
                                            <p:fltVal val="1"/>
                                          </p:val>
                                        </p:tav>
                                      </p:tavLst>
                                    </p:anim>
                                    <p:anim calcmode="lin" valueType="num">
                                      <p:cBhvr>
                                        <p:cTn id="155" dur="332" tmFilter="0, 0; 0.125,0.2665; 0.25,0.4; 0.375,0.465; 0.5,0.5;  0.625,0.535; 0.75,0.6; 0.875,0.7335; 1,1">
                                          <p:stCondLst>
                                            <p:cond delay="1324"/>
                                          </p:stCondLst>
                                        </p:cTn>
                                        <p:tgtEl>
                                          <p:spTgt spid="21"/>
                                        </p:tgtEl>
                                        <p:attrNameLst>
                                          <p:attrName>ppt_y</p:attrName>
                                        </p:attrNameLst>
                                      </p:cBhvr>
                                      <p:tavLst>
                                        <p:tav tm="0" fmla="#ppt_y-sin(pi*$)/27">
                                          <p:val>
                                            <p:fltVal val="0"/>
                                          </p:val>
                                        </p:tav>
                                        <p:tav tm="100000">
                                          <p:val>
                                            <p:fltVal val="1"/>
                                          </p:val>
                                        </p:tav>
                                      </p:tavLst>
                                    </p:anim>
                                    <p:anim calcmode="lin" valueType="num">
                                      <p:cBhvr>
                                        <p:cTn id="156" dur="164" tmFilter="0, 0; 0.125,0.2665; 0.25,0.4; 0.375,0.465; 0.5,0.5;  0.625,0.535; 0.75,0.6; 0.875,0.7335; 1,1">
                                          <p:stCondLst>
                                            <p:cond delay="1656"/>
                                          </p:stCondLst>
                                        </p:cTn>
                                        <p:tgtEl>
                                          <p:spTgt spid="21"/>
                                        </p:tgtEl>
                                        <p:attrNameLst>
                                          <p:attrName>ppt_y</p:attrName>
                                        </p:attrNameLst>
                                      </p:cBhvr>
                                      <p:tavLst>
                                        <p:tav tm="0" fmla="#ppt_y-sin(pi*$)/81">
                                          <p:val>
                                            <p:fltVal val="0"/>
                                          </p:val>
                                        </p:tav>
                                        <p:tav tm="100000">
                                          <p:val>
                                            <p:fltVal val="1"/>
                                          </p:val>
                                        </p:tav>
                                      </p:tavLst>
                                    </p:anim>
                                    <p:animScale>
                                      <p:cBhvr>
                                        <p:cTn id="157" dur="26">
                                          <p:stCondLst>
                                            <p:cond delay="650"/>
                                          </p:stCondLst>
                                        </p:cTn>
                                        <p:tgtEl>
                                          <p:spTgt spid="21"/>
                                        </p:tgtEl>
                                      </p:cBhvr>
                                      <p:to x="100000" y="60000"/>
                                    </p:animScale>
                                    <p:animScale>
                                      <p:cBhvr>
                                        <p:cTn id="158" dur="166" decel="50000">
                                          <p:stCondLst>
                                            <p:cond delay="676"/>
                                          </p:stCondLst>
                                        </p:cTn>
                                        <p:tgtEl>
                                          <p:spTgt spid="21"/>
                                        </p:tgtEl>
                                      </p:cBhvr>
                                      <p:to x="100000" y="100000"/>
                                    </p:animScale>
                                    <p:animScale>
                                      <p:cBhvr>
                                        <p:cTn id="159" dur="26">
                                          <p:stCondLst>
                                            <p:cond delay="1312"/>
                                          </p:stCondLst>
                                        </p:cTn>
                                        <p:tgtEl>
                                          <p:spTgt spid="21"/>
                                        </p:tgtEl>
                                      </p:cBhvr>
                                      <p:to x="100000" y="80000"/>
                                    </p:animScale>
                                    <p:animScale>
                                      <p:cBhvr>
                                        <p:cTn id="160" dur="166" decel="50000">
                                          <p:stCondLst>
                                            <p:cond delay="1338"/>
                                          </p:stCondLst>
                                        </p:cTn>
                                        <p:tgtEl>
                                          <p:spTgt spid="21"/>
                                        </p:tgtEl>
                                      </p:cBhvr>
                                      <p:to x="100000" y="100000"/>
                                    </p:animScale>
                                    <p:animScale>
                                      <p:cBhvr>
                                        <p:cTn id="161" dur="26">
                                          <p:stCondLst>
                                            <p:cond delay="1642"/>
                                          </p:stCondLst>
                                        </p:cTn>
                                        <p:tgtEl>
                                          <p:spTgt spid="21"/>
                                        </p:tgtEl>
                                      </p:cBhvr>
                                      <p:to x="100000" y="90000"/>
                                    </p:animScale>
                                    <p:animScale>
                                      <p:cBhvr>
                                        <p:cTn id="162" dur="166" decel="50000">
                                          <p:stCondLst>
                                            <p:cond delay="1668"/>
                                          </p:stCondLst>
                                        </p:cTn>
                                        <p:tgtEl>
                                          <p:spTgt spid="21"/>
                                        </p:tgtEl>
                                      </p:cBhvr>
                                      <p:to x="100000" y="100000"/>
                                    </p:animScale>
                                    <p:animScale>
                                      <p:cBhvr>
                                        <p:cTn id="163" dur="26">
                                          <p:stCondLst>
                                            <p:cond delay="1808"/>
                                          </p:stCondLst>
                                        </p:cTn>
                                        <p:tgtEl>
                                          <p:spTgt spid="21"/>
                                        </p:tgtEl>
                                      </p:cBhvr>
                                      <p:to x="100000" y="95000"/>
                                    </p:animScale>
                                    <p:animScale>
                                      <p:cBhvr>
                                        <p:cTn id="164" dur="166" decel="50000">
                                          <p:stCondLst>
                                            <p:cond delay="1834"/>
                                          </p:stCondLst>
                                        </p:cTn>
                                        <p:tgtEl>
                                          <p:spTgt spid="21"/>
                                        </p:tgtEl>
                                      </p:cBhvr>
                                      <p:to x="100000" y="100000"/>
                                    </p:animScale>
                                  </p:childTnLst>
                                </p:cTn>
                              </p:par>
                              <p:par>
                                <p:cTn id="165" presetID="26" presetClass="entr" presetSubtype="0" fill="hold" grpId="0" nodeType="withEffect">
                                  <p:stCondLst>
                                    <p:cond delay="0"/>
                                  </p:stCondLst>
                                  <p:childTnLst>
                                    <p:set>
                                      <p:cBhvr>
                                        <p:cTn id="166" dur="1" fill="hold">
                                          <p:stCondLst>
                                            <p:cond delay="0"/>
                                          </p:stCondLst>
                                        </p:cTn>
                                        <p:tgtEl>
                                          <p:spTgt spid="25"/>
                                        </p:tgtEl>
                                        <p:attrNameLst>
                                          <p:attrName>style.visibility</p:attrName>
                                        </p:attrNameLst>
                                      </p:cBhvr>
                                      <p:to>
                                        <p:strVal val="visible"/>
                                      </p:to>
                                    </p:set>
                                    <p:animEffect transition="in" filter="wipe(down)">
                                      <p:cBhvr>
                                        <p:cTn id="167" dur="580">
                                          <p:stCondLst>
                                            <p:cond delay="0"/>
                                          </p:stCondLst>
                                        </p:cTn>
                                        <p:tgtEl>
                                          <p:spTgt spid="25"/>
                                        </p:tgtEl>
                                      </p:cBhvr>
                                    </p:animEffect>
                                    <p:anim calcmode="lin" valueType="num">
                                      <p:cBhvr>
                                        <p:cTn id="168" dur="1822" tmFilter="0,0; 0.14,0.36; 0.43,0.73; 0.71,0.91; 1.0,1.0">
                                          <p:stCondLst>
                                            <p:cond delay="0"/>
                                          </p:stCondLst>
                                        </p:cTn>
                                        <p:tgtEl>
                                          <p:spTgt spid="25"/>
                                        </p:tgtEl>
                                        <p:attrNameLst>
                                          <p:attrName>ppt_x</p:attrName>
                                        </p:attrNameLst>
                                      </p:cBhvr>
                                      <p:tavLst>
                                        <p:tav tm="0">
                                          <p:val>
                                            <p:strVal val="#ppt_x-0.25"/>
                                          </p:val>
                                        </p:tav>
                                        <p:tav tm="100000">
                                          <p:val>
                                            <p:strVal val="#ppt_x"/>
                                          </p:val>
                                        </p:tav>
                                      </p:tavLst>
                                    </p:anim>
                                    <p:anim calcmode="lin" valueType="num">
                                      <p:cBhvr>
                                        <p:cTn id="169" dur="664" tmFilter="0.0,0.0; 0.25,0.07; 0.50,0.2; 0.75,0.467; 1.0,1.0">
                                          <p:stCondLst>
                                            <p:cond delay="0"/>
                                          </p:stCondLst>
                                        </p:cTn>
                                        <p:tgtEl>
                                          <p:spTgt spid="25"/>
                                        </p:tgtEl>
                                        <p:attrNameLst>
                                          <p:attrName>ppt_y</p:attrName>
                                        </p:attrNameLst>
                                      </p:cBhvr>
                                      <p:tavLst>
                                        <p:tav tm="0" fmla="#ppt_y-sin(pi*$)/3">
                                          <p:val>
                                            <p:fltVal val="0.5"/>
                                          </p:val>
                                        </p:tav>
                                        <p:tav tm="100000">
                                          <p:val>
                                            <p:fltVal val="1"/>
                                          </p:val>
                                        </p:tav>
                                      </p:tavLst>
                                    </p:anim>
                                    <p:anim calcmode="lin" valueType="num">
                                      <p:cBhvr>
                                        <p:cTn id="170" dur="664" tmFilter="0, 0; 0.125,0.2665; 0.25,0.4; 0.375,0.465; 0.5,0.5;  0.625,0.535; 0.75,0.6; 0.875,0.7335; 1,1">
                                          <p:stCondLst>
                                            <p:cond delay="664"/>
                                          </p:stCondLst>
                                        </p:cTn>
                                        <p:tgtEl>
                                          <p:spTgt spid="25"/>
                                        </p:tgtEl>
                                        <p:attrNameLst>
                                          <p:attrName>ppt_y</p:attrName>
                                        </p:attrNameLst>
                                      </p:cBhvr>
                                      <p:tavLst>
                                        <p:tav tm="0" fmla="#ppt_y-sin(pi*$)/9">
                                          <p:val>
                                            <p:fltVal val="0"/>
                                          </p:val>
                                        </p:tav>
                                        <p:tav tm="100000">
                                          <p:val>
                                            <p:fltVal val="1"/>
                                          </p:val>
                                        </p:tav>
                                      </p:tavLst>
                                    </p:anim>
                                    <p:anim calcmode="lin" valueType="num">
                                      <p:cBhvr>
                                        <p:cTn id="171" dur="332" tmFilter="0, 0; 0.125,0.2665; 0.25,0.4; 0.375,0.465; 0.5,0.5;  0.625,0.535; 0.75,0.6; 0.875,0.7335; 1,1">
                                          <p:stCondLst>
                                            <p:cond delay="1324"/>
                                          </p:stCondLst>
                                        </p:cTn>
                                        <p:tgtEl>
                                          <p:spTgt spid="25"/>
                                        </p:tgtEl>
                                        <p:attrNameLst>
                                          <p:attrName>ppt_y</p:attrName>
                                        </p:attrNameLst>
                                      </p:cBhvr>
                                      <p:tavLst>
                                        <p:tav tm="0" fmla="#ppt_y-sin(pi*$)/27">
                                          <p:val>
                                            <p:fltVal val="0"/>
                                          </p:val>
                                        </p:tav>
                                        <p:tav tm="100000">
                                          <p:val>
                                            <p:fltVal val="1"/>
                                          </p:val>
                                        </p:tav>
                                      </p:tavLst>
                                    </p:anim>
                                    <p:anim calcmode="lin" valueType="num">
                                      <p:cBhvr>
                                        <p:cTn id="172" dur="164" tmFilter="0, 0; 0.125,0.2665; 0.25,0.4; 0.375,0.465; 0.5,0.5;  0.625,0.535; 0.75,0.6; 0.875,0.7335; 1,1">
                                          <p:stCondLst>
                                            <p:cond delay="1656"/>
                                          </p:stCondLst>
                                        </p:cTn>
                                        <p:tgtEl>
                                          <p:spTgt spid="25"/>
                                        </p:tgtEl>
                                        <p:attrNameLst>
                                          <p:attrName>ppt_y</p:attrName>
                                        </p:attrNameLst>
                                      </p:cBhvr>
                                      <p:tavLst>
                                        <p:tav tm="0" fmla="#ppt_y-sin(pi*$)/81">
                                          <p:val>
                                            <p:fltVal val="0"/>
                                          </p:val>
                                        </p:tav>
                                        <p:tav tm="100000">
                                          <p:val>
                                            <p:fltVal val="1"/>
                                          </p:val>
                                        </p:tav>
                                      </p:tavLst>
                                    </p:anim>
                                    <p:animScale>
                                      <p:cBhvr>
                                        <p:cTn id="173" dur="26">
                                          <p:stCondLst>
                                            <p:cond delay="650"/>
                                          </p:stCondLst>
                                        </p:cTn>
                                        <p:tgtEl>
                                          <p:spTgt spid="25"/>
                                        </p:tgtEl>
                                      </p:cBhvr>
                                      <p:to x="100000" y="60000"/>
                                    </p:animScale>
                                    <p:animScale>
                                      <p:cBhvr>
                                        <p:cTn id="174" dur="166" decel="50000">
                                          <p:stCondLst>
                                            <p:cond delay="676"/>
                                          </p:stCondLst>
                                        </p:cTn>
                                        <p:tgtEl>
                                          <p:spTgt spid="25"/>
                                        </p:tgtEl>
                                      </p:cBhvr>
                                      <p:to x="100000" y="100000"/>
                                    </p:animScale>
                                    <p:animScale>
                                      <p:cBhvr>
                                        <p:cTn id="175" dur="26">
                                          <p:stCondLst>
                                            <p:cond delay="1312"/>
                                          </p:stCondLst>
                                        </p:cTn>
                                        <p:tgtEl>
                                          <p:spTgt spid="25"/>
                                        </p:tgtEl>
                                      </p:cBhvr>
                                      <p:to x="100000" y="80000"/>
                                    </p:animScale>
                                    <p:animScale>
                                      <p:cBhvr>
                                        <p:cTn id="176" dur="166" decel="50000">
                                          <p:stCondLst>
                                            <p:cond delay="1338"/>
                                          </p:stCondLst>
                                        </p:cTn>
                                        <p:tgtEl>
                                          <p:spTgt spid="25"/>
                                        </p:tgtEl>
                                      </p:cBhvr>
                                      <p:to x="100000" y="100000"/>
                                    </p:animScale>
                                    <p:animScale>
                                      <p:cBhvr>
                                        <p:cTn id="177" dur="26">
                                          <p:stCondLst>
                                            <p:cond delay="1642"/>
                                          </p:stCondLst>
                                        </p:cTn>
                                        <p:tgtEl>
                                          <p:spTgt spid="25"/>
                                        </p:tgtEl>
                                      </p:cBhvr>
                                      <p:to x="100000" y="90000"/>
                                    </p:animScale>
                                    <p:animScale>
                                      <p:cBhvr>
                                        <p:cTn id="178" dur="166" decel="50000">
                                          <p:stCondLst>
                                            <p:cond delay="1668"/>
                                          </p:stCondLst>
                                        </p:cTn>
                                        <p:tgtEl>
                                          <p:spTgt spid="25"/>
                                        </p:tgtEl>
                                      </p:cBhvr>
                                      <p:to x="100000" y="100000"/>
                                    </p:animScale>
                                    <p:animScale>
                                      <p:cBhvr>
                                        <p:cTn id="179" dur="26">
                                          <p:stCondLst>
                                            <p:cond delay="1808"/>
                                          </p:stCondLst>
                                        </p:cTn>
                                        <p:tgtEl>
                                          <p:spTgt spid="25"/>
                                        </p:tgtEl>
                                      </p:cBhvr>
                                      <p:to x="100000" y="95000"/>
                                    </p:animScale>
                                    <p:animScale>
                                      <p:cBhvr>
                                        <p:cTn id="180" dur="166" decel="50000">
                                          <p:stCondLst>
                                            <p:cond delay="1834"/>
                                          </p:stCondLst>
                                        </p:cTn>
                                        <p:tgtEl>
                                          <p:spTgt spid="25"/>
                                        </p:tgtEl>
                                      </p:cBhvr>
                                      <p:to x="100000" y="100000"/>
                                    </p:animScale>
                                  </p:childTnLst>
                                </p:cTn>
                              </p:par>
                              <p:par>
                                <p:cTn id="181" presetID="26" presetClass="entr" presetSubtype="0" fill="hold" grpId="0" nodeType="withEffect">
                                  <p:stCondLst>
                                    <p:cond delay="0"/>
                                  </p:stCondLst>
                                  <p:childTnLst>
                                    <p:set>
                                      <p:cBhvr>
                                        <p:cTn id="182" dur="1" fill="hold">
                                          <p:stCondLst>
                                            <p:cond delay="0"/>
                                          </p:stCondLst>
                                        </p:cTn>
                                        <p:tgtEl>
                                          <p:spTgt spid="16"/>
                                        </p:tgtEl>
                                        <p:attrNameLst>
                                          <p:attrName>style.visibility</p:attrName>
                                        </p:attrNameLst>
                                      </p:cBhvr>
                                      <p:to>
                                        <p:strVal val="visible"/>
                                      </p:to>
                                    </p:set>
                                    <p:animEffect transition="in" filter="wipe(down)">
                                      <p:cBhvr>
                                        <p:cTn id="183" dur="580">
                                          <p:stCondLst>
                                            <p:cond delay="0"/>
                                          </p:stCondLst>
                                        </p:cTn>
                                        <p:tgtEl>
                                          <p:spTgt spid="16"/>
                                        </p:tgtEl>
                                      </p:cBhvr>
                                    </p:animEffect>
                                    <p:anim calcmode="lin" valueType="num">
                                      <p:cBhvr>
                                        <p:cTn id="184" dur="1822" tmFilter="0,0; 0.14,0.36; 0.43,0.73; 0.71,0.91; 1.0,1.0">
                                          <p:stCondLst>
                                            <p:cond delay="0"/>
                                          </p:stCondLst>
                                        </p:cTn>
                                        <p:tgtEl>
                                          <p:spTgt spid="16"/>
                                        </p:tgtEl>
                                        <p:attrNameLst>
                                          <p:attrName>ppt_x</p:attrName>
                                        </p:attrNameLst>
                                      </p:cBhvr>
                                      <p:tavLst>
                                        <p:tav tm="0">
                                          <p:val>
                                            <p:strVal val="#ppt_x-0.25"/>
                                          </p:val>
                                        </p:tav>
                                        <p:tav tm="100000">
                                          <p:val>
                                            <p:strVal val="#ppt_x"/>
                                          </p:val>
                                        </p:tav>
                                      </p:tavLst>
                                    </p:anim>
                                    <p:anim calcmode="lin" valueType="num">
                                      <p:cBhvr>
                                        <p:cTn id="185" dur="664" tmFilter="0.0,0.0; 0.25,0.07; 0.50,0.2; 0.75,0.467; 1.0,1.0">
                                          <p:stCondLst>
                                            <p:cond delay="0"/>
                                          </p:stCondLst>
                                        </p:cTn>
                                        <p:tgtEl>
                                          <p:spTgt spid="16"/>
                                        </p:tgtEl>
                                        <p:attrNameLst>
                                          <p:attrName>ppt_y</p:attrName>
                                        </p:attrNameLst>
                                      </p:cBhvr>
                                      <p:tavLst>
                                        <p:tav tm="0" fmla="#ppt_y-sin(pi*$)/3">
                                          <p:val>
                                            <p:fltVal val="0.5"/>
                                          </p:val>
                                        </p:tav>
                                        <p:tav tm="100000">
                                          <p:val>
                                            <p:fltVal val="1"/>
                                          </p:val>
                                        </p:tav>
                                      </p:tavLst>
                                    </p:anim>
                                    <p:anim calcmode="lin" valueType="num">
                                      <p:cBhvr>
                                        <p:cTn id="186" dur="664" tmFilter="0, 0; 0.125,0.2665; 0.25,0.4; 0.375,0.465; 0.5,0.5;  0.625,0.535; 0.75,0.6; 0.875,0.7335; 1,1">
                                          <p:stCondLst>
                                            <p:cond delay="664"/>
                                          </p:stCondLst>
                                        </p:cTn>
                                        <p:tgtEl>
                                          <p:spTgt spid="16"/>
                                        </p:tgtEl>
                                        <p:attrNameLst>
                                          <p:attrName>ppt_y</p:attrName>
                                        </p:attrNameLst>
                                      </p:cBhvr>
                                      <p:tavLst>
                                        <p:tav tm="0" fmla="#ppt_y-sin(pi*$)/9">
                                          <p:val>
                                            <p:fltVal val="0"/>
                                          </p:val>
                                        </p:tav>
                                        <p:tav tm="100000">
                                          <p:val>
                                            <p:fltVal val="1"/>
                                          </p:val>
                                        </p:tav>
                                      </p:tavLst>
                                    </p:anim>
                                    <p:anim calcmode="lin" valueType="num">
                                      <p:cBhvr>
                                        <p:cTn id="187" dur="332" tmFilter="0, 0; 0.125,0.2665; 0.25,0.4; 0.375,0.465; 0.5,0.5;  0.625,0.535; 0.75,0.6; 0.875,0.7335; 1,1">
                                          <p:stCondLst>
                                            <p:cond delay="1324"/>
                                          </p:stCondLst>
                                        </p:cTn>
                                        <p:tgtEl>
                                          <p:spTgt spid="16"/>
                                        </p:tgtEl>
                                        <p:attrNameLst>
                                          <p:attrName>ppt_y</p:attrName>
                                        </p:attrNameLst>
                                      </p:cBhvr>
                                      <p:tavLst>
                                        <p:tav tm="0" fmla="#ppt_y-sin(pi*$)/27">
                                          <p:val>
                                            <p:fltVal val="0"/>
                                          </p:val>
                                        </p:tav>
                                        <p:tav tm="100000">
                                          <p:val>
                                            <p:fltVal val="1"/>
                                          </p:val>
                                        </p:tav>
                                      </p:tavLst>
                                    </p:anim>
                                    <p:anim calcmode="lin" valueType="num">
                                      <p:cBhvr>
                                        <p:cTn id="188" dur="164" tmFilter="0, 0; 0.125,0.2665; 0.25,0.4; 0.375,0.465; 0.5,0.5;  0.625,0.535; 0.75,0.6; 0.875,0.7335; 1,1">
                                          <p:stCondLst>
                                            <p:cond delay="1656"/>
                                          </p:stCondLst>
                                        </p:cTn>
                                        <p:tgtEl>
                                          <p:spTgt spid="16"/>
                                        </p:tgtEl>
                                        <p:attrNameLst>
                                          <p:attrName>ppt_y</p:attrName>
                                        </p:attrNameLst>
                                      </p:cBhvr>
                                      <p:tavLst>
                                        <p:tav tm="0" fmla="#ppt_y-sin(pi*$)/81">
                                          <p:val>
                                            <p:fltVal val="0"/>
                                          </p:val>
                                        </p:tav>
                                        <p:tav tm="100000">
                                          <p:val>
                                            <p:fltVal val="1"/>
                                          </p:val>
                                        </p:tav>
                                      </p:tavLst>
                                    </p:anim>
                                    <p:animScale>
                                      <p:cBhvr>
                                        <p:cTn id="189" dur="26">
                                          <p:stCondLst>
                                            <p:cond delay="650"/>
                                          </p:stCondLst>
                                        </p:cTn>
                                        <p:tgtEl>
                                          <p:spTgt spid="16"/>
                                        </p:tgtEl>
                                      </p:cBhvr>
                                      <p:to x="100000" y="60000"/>
                                    </p:animScale>
                                    <p:animScale>
                                      <p:cBhvr>
                                        <p:cTn id="190" dur="166" decel="50000">
                                          <p:stCondLst>
                                            <p:cond delay="676"/>
                                          </p:stCondLst>
                                        </p:cTn>
                                        <p:tgtEl>
                                          <p:spTgt spid="16"/>
                                        </p:tgtEl>
                                      </p:cBhvr>
                                      <p:to x="100000" y="100000"/>
                                    </p:animScale>
                                    <p:animScale>
                                      <p:cBhvr>
                                        <p:cTn id="191" dur="26">
                                          <p:stCondLst>
                                            <p:cond delay="1312"/>
                                          </p:stCondLst>
                                        </p:cTn>
                                        <p:tgtEl>
                                          <p:spTgt spid="16"/>
                                        </p:tgtEl>
                                      </p:cBhvr>
                                      <p:to x="100000" y="80000"/>
                                    </p:animScale>
                                    <p:animScale>
                                      <p:cBhvr>
                                        <p:cTn id="192" dur="166" decel="50000">
                                          <p:stCondLst>
                                            <p:cond delay="1338"/>
                                          </p:stCondLst>
                                        </p:cTn>
                                        <p:tgtEl>
                                          <p:spTgt spid="16"/>
                                        </p:tgtEl>
                                      </p:cBhvr>
                                      <p:to x="100000" y="100000"/>
                                    </p:animScale>
                                    <p:animScale>
                                      <p:cBhvr>
                                        <p:cTn id="193" dur="26">
                                          <p:stCondLst>
                                            <p:cond delay="1642"/>
                                          </p:stCondLst>
                                        </p:cTn>
                                        <p:tgtEl>
                                          <p:spTgt spid="16"/>
                                        </p:tgtEl>
                                      </p:cBhvr>
                                      <p:to x="100000" y="90000"/>
                                    </p:animScale>
                                    <p:animScale>
                                      <p:cBhvr>
                                        <p:cTn id="194" dur="166" decel="50000">
                                          <p:stCondLst>
                                            <p:cond delay="1668"/>
                                          </p:stCondLst>
                                        </p:cTn>
                                        <p:tgtEl>
                                          <p:spTgt spid="16"/>
                                        </p:tgtEl>
                                      </p:cBhvr>
                                      <p:to x="100000" y="100000"/>
                                    </p:animScale>
                                    <p:animScale>
                                      <p:cBhvr>
                                        <p:cTn id="195" dur="26">
                                          <p:stCondLst>
                                            <p:cond delay="1808"/>
                                          </p:stCondLst>
                                        </p:cTn>
                                        <p:tgtEl>
                                          <p:spTgt spid="16"/>
                                        </p:tgtEl>
                                      </p:cBhvr>
                                      <p:to x="100000" y="95000"/>
                                    </p:animScale>
                                    <p:animScale>
                                      <p:cBhvr>
                                        <p:cTn id="196" dur="166" decel="50000">
                                          <p:stCondLst>
                                            <p:cond delay="1834"/>
                                          </p:stCondLst>
                                        </p:cTn>
                                        <p:tgtEl>
                                          <p:spTgt spid="16"/>
                                        </p:tgtEl>
                                      </p:cBhvr>
                                      <p:to x="100000" y="100000"/>
                                    </p:animScale>
                                  </p:childTnLst>
                                </p:cTn>
                              </p:par>
                              <p:par>
                                <p:cTn id="197" presetID="26" presetClass="entr" presetSubtype="0" fill="hold" grpId="0" nodeType="withEffect">
                                  <p:stCondLst>
                                    <p:cond delay="0"/>
                                  </p:stCondLst>
                                  <p:childTnLst>
                                    <p:set>
                                      <p:cBhvr>
                                        <p:cTn id="198" dur="1" fill="hold">
                                          <p:stCondLst>
                                            <p:cond delay="0"/>
                                          </p:stCondLst>
                                        </p:cTn>
                                        <p:tgtEl>
                                          <p:spTgt spid="6"/>
                                        </p:tgtEl>
                                        <p:attrNameLst>
                                          <p:attrName>style.visibility</p:attrName>
                                        </p:attrNameLst>
                                      </p:cBhvr>
                                      <p:to>
                                        <p:strVal val="visible"/>
                                      </p:to>
                                    </p:set>
                                    <p:animEffect transition="in" filter="wipe(down)">
                                      <p:cBhvr>
                                        <p:cTn id="199" dur="580">
                                          <p:stCondLst>
                                            <p:cond delay="0"/>
                                          </p:stCondLst>
                                        </p:cTn>
                                        <p:tgtEl>
                                          <p:spTgt spid="6"/>
                                        </p:tgtEl>
                                      </p:cBhvr>
                                    </p:animEffect>
                                    <p:anim calcmode="lin" valueType="num">
                                      <p:cBhvr>
                                        <p:cTn id="200"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201"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202"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203"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204"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205" dur="26">
                                          <p:stCondLst>
                                            <p:cond delay="650"/>
                                          </p:stCondLst>
                                        </p:cTn>
                                        <p:tgtEl>
                                          <p:spTgt spid="6"/>
                                        </p:tgtEl>
                                      </p:cBhvr>
                                      <p:to x="100000" y="60000"/>
                                    </p:animScale>
                                    <p:animScale>
                                      <p:cBhvr>
                                        <p:cTn id="206" dur="166" decel="50000">
                                          <p:stCondLst>
                                            <p:cond delay="676"/>
                                          </p:stCondLst>
                                        </p:cTn>
                                        <p:tgtEl>
                                          <p:spTgt spid="6"/>
                                        </p:tgtEl>
                                      </p:cBhvr>
                                      <p:to x="100000" y="100000"/>
                                    </p:animScale>
                                    <p:animScale>
                                      <p:cBhvr>
                                        <p:cTn id="207" dur="26">
                                          <p:stCondLst>
                                            <p:cond delay="1312"/>
                                          </p:stCondLst>
                                        </p:cTn>
                                        <p:tgtEl>
                                          <p:spTgt spid="6"/>
                                        </p:tgtEl>
                                      </p:cBhvr>
                                      <p:to x="100000" y="80000"/>
                                    </p:animScale>
                                    <p:animScale>
                                      <p:cBhvr>
                                        <p:cTn id="208" dur="166" decel="50000">
                                          <p:stCondLst>
                                            <p:cond delay="1338"/>
                                          </p:stCondLst>
                                        </p:cTn>
                                        <p:tgtEl>
                                          <p:spTgt spid="6"/>
                                        </p:tgtEl>
                                      </p:cBhvr>
                                      <p:to x="100000" y="100000"/>
                                    </p:animScale>
                                    <p:animScale>
                                      <p:cBhvr>
                                        <p:cTn id="209" dur="26">
                                          <p:stCondLst>
                                            <p:cond delay="1642"/>
                                          </p:stCondLst>
                                        </p:cTn>
                                        <p:tgtEl>
                                          <p:spTgt spid="6"/>
                                        </p:tgtEl>
                                      </p:cBhvr>
                                      <p:to x="100000" y="90000"/>
                                    </p:animScale>
                                    <p:animScale>
                                      <p:cBhvr>
                                        <p:cTn id="210" dur="166" decel="50000">
                                          <p:stCondLst>
                                            <p:cond delay="1668"/>
                                          </p:stCondLst>
                                        </p:cTn>
                                        <p:tgtEl>
                                          <p:spTgt spid="6"/>
                                        </p:tgtEl>
                                      </p:cBhvr>
                                      <p:to x="100000" y="100000"/>
                                    </p:animScale>
                                    <p:animScale>
                                      <p:cBhvr>
                                        <p:cTn id="211" dur="26">
                                          <p:stCondLst>
                                            <p:cond delay="1808"/>
                                          </p:stCondLst>
                                        </p:cTn>
                                        <p:tgtEl>
                                          <p:spTgt spid="6"/>
                                        </p:tgtEl>
                                      </p:cBhvr>
                                      <p:to x="100000" y="95000"/>
                                    </p:animScale>
                                    <p:animScale>
                                      <p:cBhvr>
                                        <p:cTn id="212" dur="166" decel="50000">
                                          <p:stCondLst>
                                            <p:cond delay="1834"/>
                                          </p:stCondLst>
                                        </p:cTn>
                                        <p:tgtEl>
                                          <p:spTgt spid="6"/>
                                        </p:tgtEl>
                                      </p:cBhvr>
                                      <p:to x="100000" y="100000"/>
                                    </p:animScale>
                                  </p:childTnLst>
                                </p:cTn>
                              </p:par>
                              <p:par>
                                <p:cTn id="213" presetID="26" presetClass="entr" presetSubtype="0" fill="hold" grpId="0" nodeType="withEffect">
                                  <p:stCondLst>
                                    <p:cond delay="0"/>
                                  </p:stCondLst>
                                  <p:childTnLst>
                                    <p:set>
                                      <p:cBhvr>
                                        <p:cTn id="214" dur="1" fill="hold">
                                          <p:stCondLst>
                                            <p:cond delay="0"/>
                                          </p:stCondLst>
                                        </p:cTn>
                                        <p:tgtEl>
                                          <p:spTgt spid="15"/>
                                        </p:tgtEl>
                                        <p:attrNameLst>
                                          <p:attrName>style.visibility</p:attrName>
                                        </p:attrNameLst>
                                      </p:cBhvr>
                                      <p:to>
                                        <p:strVal val="visible"/>
                                      </p:to>
                                    </p:set>
                                    <p:animEffect transition="in" filter="wipe(down)">
                                      <p:cBhvr>
                                        <p:cTn id="215" dur="580">
                                          <p:stCondLst>
                                            <p:cond delay="0"/>
                                          </p:stCondLst>
                                        </p:cTn>
                                        <p:tgtEl>
                                          <p:spTgt spid="15"/>
                                        </p:tgtEl>
                                      </p:cBhvr>
                                    </p:animEffect>
                                    <p:anim calcmode="lin" valueType="num">
                                      <p:cBhvr>
                                        <p:cTn id="216" dur="1822" tmFilter="0,0; 0.14,0.36; 0.43,0.73; 0.71,0.91; 1.0,1.0">
                                          <p:stCondLst>
                                            <p:cond delay="0"/>
                                          </p:stCondLst>
                                        </p:cTn>
                                        <p:tgtEl>
                                          <p:spTgt spid="15"/>
                                        </p:tgtEl>
                                        <p:attrNameLst>
                                          <p:attrName>ppt_x</p:attrName>
                                        </p:attrNameLst>
                                      </p:cBhvr>
                                      <p:tavLst>
                                        <p:tav tm="0">
                                          <p:val>
                                            <p:strVal val="#ppt_x-0.25"/>
                                          </p:val>
                                        </p:tav>
                                        <p:tav tm="100000">
                                          <p:val>
                                            <p:strVal val="#ppt_x"/>
                                          </p:val>
                                        </p:tav>
                                      </p:tavLst>
                                    </p:anim>
                                    <p:anim calcmode="lin" valueType="num">
                                      <p:cBhvr>
                                        <p:cTn id="217" dur="664" tmFilter="0.0,0.0; 0.25,0.07; 0.50,0.2; 0.75,0.467; 1.0,1.0">
                                          <p:stCondLst>
                                            <p:cond delay="0"/>
                                          </p:stCondLst>
                                        </p:cTn>
                                        <p:tgtEl>
                                          <p:spTgt spid="15"/>
                                        </p:tgtEl>
                                        <p:attrNameLst>
                                          <p:attrName>ppt_y</p:attrName>
                                        </p:attrNameLst>
                                      </p:cBhvr>
                                      <p:tavLst>
                                        <p:tav tm="0" fmla="#ppt_y-sin(pi*$)/3">
                                          <p:val>
                                            <p:fltVal val="0.5"/>
                                          </p:val>
                                        </p:tav>
                                        <p:tav tm="100000">
                                          <p:val>
                                            <p:fltVal val="1"/>
                                          </p:val>
                                        </p:tav>
                                      </p:tavLst>
                                    </p:anim>
                                    <p:anim calcmode="lin" valueType="num">
                                      <p:cBhvr>
                                        <p:cTn id="218" dur="664" tmFilter="0, 0; 0.125,0.2665; 0.25,0.4; 0.375,0.465; 0.5,0.5;  0.625,0.535; 0.75,0.6; 0.875,0.7335; 1,1">
                                          <p:stCondLst>
                                            <p:cond delay="664"/>
                                          </p:stCondLst>
                                        </p:cTn>
                                        <p:tgtEl>
                                          <p:spTgt spid="15"/>
                                        </p:tgtEl>
                                        <p:attrNameLst>
                                          <p:attrName>ppt_y</p:attrName>
                                        </p:attrNameLst>
                                      </p:cBhvr>
                                      <p:tavLst>
                                        <p:tav tm="0" fmla="#ppt_y-sin(pi*$)/9">
                                          <p:val>
                                            <p:fltVal val="0"/>
                                          </p:val>
                                        </p:tav>
                                        <p:tav tm="100000">
                                          <p:val>
                                            <p:fltVal val="1"/>
                                          </p:val>
                                        </p:tav>
                                      </p:tavLst>
                                    </p:anim>
                                    <p:anim calcmode="lin" valueType="num">
                                      <p:cBhvr>
                                        <p:cTn id="219" dur="332" tmFilter="0, 0; 0.125,0.2665; 0.25,0.4; 0.375,0.465; 0.5,0.5;  0.625,0.535; 0.75,0.6; 0.875,0.7335; 1,1">
                                          <p:stCondLst>
                                            <p:cond delay="1324"/>
                                          </p:stCondLst>
                                        </p:cTn>
                                        <p:tgtEl>
                                          <p:spTgt spid="15"/>
                                        </p:tgtEl>
                                        <p:attrNameLst>
                                          <p:attrName>ppt_y</p:attrName>
                                        </p:attrNameLst>
                                      </p:cBhvr>
                                      <p:tavLst>
                                        <p:tav tm="0" fmla="#ppt_y-sin(pi*$)/27">
                                          <p:val>
                                            <p:fltVal val="0"/>
                                          </p:val>
                                        </p:tav>
                                        <p:tav tm="100000">
                                          <p:val>
                                            <p:fltVal val="1"/>
                                          </p:val>
                                        </p:tav>
                                      </p:tavLst>
                                    </p:anim>
                                    <p:anim calcmode="lin" valueType="num">
                                      <p:cBhvr>
                                        <p:cTn id="220" dur="164" tmFilter="0, 0; 0.125,0.2665; 0.25,0.4; 0.375,0.465; 0.5,0.5;  0.625,0.535; 0.75,0.6; 0.875,0.7335; 1,1">
                                          <p:stCondLst>
                                            <p:cond delay="1656"/>
                                          </p:stCondLst>
                                        </p:cTn>
                                        <p:tgtEl>
                                          <p:spTgt spid="15"/>
                                        </p:tgtEl>
                                        <p:attrNameLst>
                                          <p:attrName>ppt_y</p:attrName>
                                        </p:attrNameLst>
                                      </p:cBhvr>
                                      <p:tavLst>
                                        <p:tav tm="0" fmla="#ppt_y-sin(pi*$)/81">
                                          <p:val>
                                            <p:fltVal val="0"/>
                                          </p:val>
                                        </p:tav>
                                        <p:tav tm="100000">
                                          <p:val>
                                            <p:fltVal val="1"/>
                                          </p:val>
                                        </p:tav>
                                      </p:tavLst>
                                    </p:anim>
                                    <p:animScale>
                                      <p:cBhvr>
                                        <p:cTn id="221" dur="26">
                                          <p:stCondLst>
                                            <p:cond delay="650"/>
                                          </p:stCondLst>
                                        </p:cTn>
                                        <p:tgtEl>
                                          <p:spTgt spid="15"/>
                                        </p:tgtEl>
                                      </p:cBhvr>
                                      <p:to x="100000" y="60000"/>
                                    </p:animScale>
                                    <p:animScale>
                                      <p:cBhvr>
                                        <p:cTn id="222" dur="166" decel="50000">
                                          <p:stCondLst>
                                            <p:cond delay="676"/>
                                          </p:stCondLst>
                                        </p:cTn>
                                        <p:tgtEl>
                                          <p:spTgt spid="15"/>
                                        </p:tgtEl>
                                      </p:cBhvr>
                                      <p:to x="100000" y="100000"/>
                                    </p:animScale>
                                    <p:animScale>
                                      <p:cBhvr>
                                        <p:cTn id="223" dur="26">
                                          <p:stCondLst>
                                            <p:cond delay="1312"/>
                                          </p:stCondLst>
                                        </p:cTn>
                                        <p:tgtEl>
                                          <p:spTgt spid="15"/>
                                        </p:tgtEl>
                                      </p:cBhvr>
                                      <p:to x="100000" y="80000"/>
                                    </p:animScale>
                                    <p:animScale>
                                      <p:cBhvr>
                                        <p:cTn id="224" dur="166" decel="50000">
                                          <p:stCondLst>
                                            <p:cond delay="1338"/>
                                          </p:stCondLst>
                                        </p:cTn>
                                        <p:tgtEl>
                                          <p:spTgt spid="15"/>
                                        </p:tgtEl>
                                      </p:cBhvr>
                                      <p:to x="100000" y="100000"/>
                                    </p:animScale>
                                    <p:animScale>
                                      <p:cBhvr>
                                        <p:cTn id="225" dur="26">
                                          <p:stCondLst>
                                            <p:cond delay="1642"/>
                                          </p:stCondLst>
                                        </p:cTn>
                                        <p:tgtEl>
                                          <p:spTgt spid="15"/>
                                        </p:tgtEl>
                                      </p:cBhvr>
                                      <p:to x="100000" y="90000"/>
                                    </p:animScale>
                                    <p:animScale>
                                      <p:cBhvr>
                                        <p:cTn id="226" dur="166" decel="50000">
                                          <p:stCondLst>
                                            <p:cond delay="1668"/>
                                          </p:stCondLst>
                                        </p:cTn>
                                        <p:tgtEl>
                                          <p:spTgt spid="15"/>
                                        </p:tgtEl>
                                      </p:cBhvr>
                                      <p:to x="100000" y="100000"/>
                                    </p:animScale>
                                    <p:animScale>
                                      <p:cBhvr>
                                        <p:cTn id="227" dur="26">
                                          <p:stCondLst>
                                            <p:cond delay="1808"/>
                                          </p:stCondLst>
                                        </p:cTn>
                                        <p:tgtEl>
                                          <p:spTgt spid="15"/>
                                        </p:tgtEl>
                                      </p:cBhvr>
                                      <p:to x="100000" y="95000"/>
                                    </p:animScale>
                                    <p:animScale>
                                      <p:cBhvr>
                                        <p:cTn id="228" dur="166" decel="50000">
                                          <p:stCondLst>
                                            <p:cond delay="1834"/>
                                          </p:stCondLst>
                                        </p:cTn>
                                        <p:tgtEl>
                                          <p:spTgt spid="15"/>
                                        </p:tgtEl>
                                      </p:cBhvr>
                                      <p:to x="100000" y="100000"/>
                                    </p:animScale>
                                  </p:childTnLst>
                                </p:cTn>
                              </p:par>
                              <p:par>
                                <p:cTn id="229" presetID="26" presetClass="entr" presetSubtype="0" fill="hold" grpId="0" nodeType="withEffect">
                                  <p:stCondLst>
                                    <p:cond delay="0"/>
                                  </p:stCondLst>
                                  <p:childTnLst>
                                    <p:set>
                                      <p:cBhvr>
                                        <p:cTn id="230" dur="1" fill="hold">
                                          <p:stCondLst>
                                            <p:cond delay="0"/>
                                          </p:stCondLst>
                                        </p:cTn>
                                        <p:tgtEl>
                                          <p:spTgt spid="26"/>
                                        </p:tgtEl>
                                        <p:attrNameLst>
                                          <p:attrName>style.visibility</p:attrName>
                                        </p:attrNameLst>
                                      </p:cBhvr>
                                      <p:to>
                                        <p:strVal val="visible"/>
                                      </p:to>
                                    </p:set>
                                    <p:animEffect transition="in" filter="wipe(down)">
                                      <p:cBhvr>
                                        <p:cTn id="231" dur="580">
                                          <p:stCondLst>
                                            <p:cond delay="0"/>
                                          </p:stCondLst>
                                        </p:cTn>
                                        <p:tgtEl>
                                          <p:spTgt spid="26"/>
                                        </p:tgtEl>
                                      </p:cBhvr>
                                    </p:animEffect>
                                    <p:anim calcmode="lin" valueType="num">
                                      <p:cBhvr>
                                        <p:cTn id="232" dur="1822" tmFilter="0,0; 0.14,0.36; 0.43,0.73; 0.71,0.91; 1.0,1.0">
                                          <p:stCondLst>
                                            <p:cond delay="0"/>
                                          </p:stCondLst>
                                        </p:cTn>
                                        <p:tgtEl>
                                          <p:spTgt spid="26"/>
                                        </p:tgtEl>
                                        <p:attrNameLst>
                                          <p:attrName>ppt_x</p:attrName>
                                        </p:attrNameLst>
                                      </p:cBhvr>
                                      <p:tavLst>
                                        <p:tav tm="0">
                                          <p:val>
                                            <p:strVal val="#ppt_x-0.25"/>
                                          </p:val>
                                        </p:tav>
                                        <p:tav tm="100000">
                                          <p:val>
                                            <p:strVal val="#ppt_x"/>
                                          </p:val>
                                        </p:tav>
                                      </p:tavLst>
                                    </p:anim>
                                    <p:anim calcmode="lin" valueType="num">
                                      <p:cBhvr>
                                        <p:cTn id="233" dur="664" tmFilter="0.0,0.0; 0.25,0.07; 0.50,0.2; 0.75,0.467; 1.0,1.0">
                                          <p:stCondLst>
                                            <p:cond delay="0"/>
                                          </p:stCondLst>
                                        </p:cTn>
                                        <p:tgtEl>
                                          <p:spTgt spid="26"/>
                                        </p:tgtEl>
                                        <p:attrNameLst>
                                          <p:attrName>ppt_y</p:attrName>
                                        </p:attrNameLst>
                                      </p:cBhvr>
                                      <p:tavLst>
                                        <p:tav tm="0" fmla="#ppt_y-sin(pi*$)/3">
                                          <p:val>
                                            <p:fltVal val="0.5"/>
                                          </p:val>
                                        </p:tav>
                                        <p:tav tm="100000">
                                          <p:val>
                                            <p:fltVal val="1"/>
                                          </p:val>
                                        </p:tav>
                                      </p:tavLst>
                                    </p:anim>
                                    <p:anim calcmode="lin" valueType="num">
                                      <p:cBhvr>
                                        <p:cTn id="234" dur="664" tmFilter="0, 0; 0.125,0.2665; 0.25,0.4; 0.375,0.465; 0.5,0.5;  0.625,0.535; 0.75,0.6; 0.875,0.7335; 1,1">
                                          <p:stCondLst>
                                            <p:cond delay="664"/>
                                          </p:stCondLst>
                                        </p:cTn>
                                        <p:tgtEl>
                                          <p:spTgt spid="26"/>
                                        </p:tgtEl>
                                        <p:attrNameLst>
                                          <p:attrName>ppt_y</p:attrName>
                                        </p:attrNameLst>
                                      </p:cBhvr>
                                      <p:tavLst>
                                        <p:tav tm="0" fmla="#ppt_y-sin(pi*$)/9">
                                          <p:val>
                                            <p:fltVal val="0"/>
                                          </p:val>
                                        </p:tav>
                                        <p:tav tm="100000">
                                          <p:val>
                                            <p:fltVal val="1"/>
                                          </p:val>
                                        </p:tav>
                                      </p:tavLst>
                                    </p:anim>
                                    <p:anim calcmode="lin" valueType="num">
                                      <p:cBhvr>
                                        <p:cTn id="235" dur="332" tmFilter="0, 0; 0.125,0.2665; 0.25,0.4; 0.375,0.465; 0.5,0.5;  0.625,0.535; 0.75,0.6; 0.875,0.7335; 1,1">
                                          <p:stCondLst>
                                            <p:cond delay="1324"/>
                                          </p:stCondLst>
                                        </p:cTn>
                                        <p:tgtEl>
                                          <p:spTgt spid="26"/>
                                        </p:tgtEl>
                                        <p:attrNameLst>
                                          <p:attrName>ppt_y</p:attrName>
                                        </p:attrNameLst>
                                      </p:cBhvr>
                                      <p:tavLst>
                                        <p:tav tm="0" fmla="#ppt_y-sin(pi*$)/27">
                                          <p:val>
                                            <p:fltVal val="0"/>
                                          </p:val>
                                        </p:tav>
                                        <p:tav tm="100000">
                                          <p:val>
                                            <p:fltVal val="1"/>
                                          </p:val>
                                        </p:tav>
                                      </p:tavLst>
                                    </p:anim>
                                    <p:anim calcmode="lin" valueType="num">
                                      <p:cBhvr>
                                        <p:cTn id="236" dur="164" tmFilter="0, 0; 0.125,0.2665; 0.25,0.4; 0.375,0.465; 0.5,0.5;  0.625,0.535; 0.75,0.6; 0.875,0.7335; 1,1">
                                          <p:stCondLst>
                                            <p:cond delay="1656"/>
                                          </p:stCondLst>
                                        </p:cTn>
                                        <p:tgtEl>
                                          <p:spTgt spid="26"/>
                                        </p:tgtEl>
                                        <p:attrNameLst>
                                          <p:attrName>ppt_y</p:attrName>
                                        </p:attrNameLst>
                                      </p:cBhvr>
                                      <p:tavLst>
                                        <p:tav tm="0" fmla="#ppt_y-sin(pi*$)/81">
                                          <p:val>
                                            <p:fltVal val="0"/>
                                          </p:val>
                                        </p:tav>
                                        <p:tav tm="100000">
                                          <p:val>
                                            <p:fltVal val="1"/>
                                          </p:val>
                                        </p:tav>
                                      </p:tavLst>
                                    </p:anim>
                                    <p:animScale>
                                      <p:cBhvr>
                                        <p:cTn id="237" dur="26">
                                          <p:stCondLst>
                                            <p:cond delay="650"/>
                                          </p:stCondLst>
                                        </p:cTn>
                                        <p:tgtEl>
                                          <p:spTgt spid="26"/>
                                        </p:tgtEl>
                                      </p:cBhvr>
                                      <p:to x="100000" y="60000"/>
                                    </p:animScale>
                                    <p:animScale>
                                      <p:cBhvr>
                                        <p:cTn id="238" dur="166" decel="50000">
                                          <p:stCondLst>
                                            <p:cond delay="676"/>
                                          </p:stCondLst>
                                        </p:cTn>
                                        <p:tgtEl>
                                          <p:spTgt spid="26"/>
                                        </p:tgtEl>
                                      </p:cBhvr>
                                      <p:to x="100000" y="100000"/>
                                    </p:animScale>
                                    <p:animScale>
                                      <p:cBhvr>
                                        <p:cTn id="239" dur="26">
                                          <p:stCondLst>
                                            <p:cond delay="1312"/>
                                          </p:stCondLst>
                                        </p:cTn>
                                        <p:tgtEl>
                                          <p:spTgt spid="26"/>
                                        </p:tgtEl>
                                      </p:cBhvr>
                                      <p:to x="100000" y="80000"/>
                                    </p:animScale>
                                    <p:animScale>
                                      <p:cBhvr>
                                        <p:cTn id="240" dur="166" decel="50000">
                                          <p:stCondLst>
                                            <p:cond delay="1338"/>
                                          </p:stCondLst>
                                        </p:cTn>
                                        <p:tgtEl>
                                          <p:spTgt spid="26"/>
                                        </p:tgtEl>
                                      </p:cBhvr>
                                      <p:to x="100000" y="100000"/>
                                    </p:animScale>
                                    <p:animScale>
                                      <p:cBhvr>
                                        <p:cTn id="241" dur="26">
                                          <p:stCondLst>
                                            <p:cond delay="1642"/>
                                          </p:stCondLst>
                                        </p:cTn>
                                        <p:tgtEl>
                                          <p:spTgt spid="26"/>
                                        </p:tgtEl>
                                      </p:cBhvr>
                                      <p:to x="100000" y="90000"/>
                                    </p:animScale>
                                    <p:animScale>
                                      <p:cBhvr>
                                        <p:cTn id="242" dur="166" decel="50000">
                                          <p:stCondLst>
                                            <p:cond delay="1668"/>
                                          </p:stCondLst>
                                        </p:cTn>
                                        <p:tgtEl>
                                          <p:spTgt spid="26"/>
                                        </p:tgtEl>
                                      </p:cBhvr>
                                      <p:to x="100000" y="100000"/>
                                    </p:animScale>
                                    <p:animScale>
                                      <p:cBhvr>
                                        <p:cTn id="243" dur="26">
                                          <p:stCondLst>
                                            <p:cond delay="1808"/>
                                          </p:stCondLst>
                                        </p:cTn>
                                        <p:tgtEl>
                                          <p:spTgt spid="26"/>
                                        </p:tgtEl>
                                      </p:cBhvr>
                                      <p:to x="100000" y="95000"/>
                                    </p:animScale>
                                    <p:animScale>
                                      <p:cBhvr>
                                        <p:cTn id="244" dur="166" decel="50000">
                                          <p:stCondLst>
                                            <p:cond delay="1834"/>
                                          </p:stCondLst>
                                        </p:cTn>
                                        <p:tgtEl>
                                          <p:spTgt spid="26"/>
                                        </p:tgtEl>
                                      </p:cBhvr>
                                      <p:to x="100000" y="100000"/>
                                    </p:animScale>
                                  </p:childTnLst>
                                </p:cTn>
                              </p:par>
                              <p:par>
                                <p:cTn id="245" presetID="26" presetClass="entr" presetSubtype="0" fill="hold" grpId="0" nodeType="withEffect">
                                  <p:stCondLst>
                                    <p:cond delay="0"/>
                                  </p:stCondLst>
                                  <p:childTnLst>
                                    <p:set>
                                      <p:cBhvr>
                                        <p:cTn id="246" dur="1" fill="hold">
                                          <p:stCondLst>
                                            <p:cond delay="0"/>
                                          </p:stCondLst>
                                        </p:cTn>
                                        <p:tgtEl>
                                          <p:spTgt spid="22"/>
                                        </p:tgtEl>
                                        <p:attrNameLst>
                                          <p:attrName>style.visibility</p:attrName>
                                        </p:attrNameLst>
                                      </p:cBhvr>
                                      <p:to>
                                        <p:strVal val="visible"/>
                                      </p:to>
                                    </p:set>
                                    <p:animEffect transition="in" filter="wipe(down)">
                                      <p:cBhvr>
                                        <p:cTn id="247" dur="580">
                                          <p:stCondLst>
                                            <p:cond delay="0"/>
                                          </p:stCondLst>
                                        </p:cTn>
                                        <p:tgtEl>
                                          <p:spTgt spid="22"/>
                                        </p:tgtEl>
                                      </p:cBhvr>
                                    </p:animEffect>
                                    <p:anim calcmode="lin" valueType="num">
                                      <p:cBhvr>
                                        <p:cTn id="248" dur="1822" tmFilter="0,0; 0.14,0.36; 0.43,0.73; 0.71,0.91; 1.0,1.0">
                                          <p:stCondLst>
                                            <p:cond delay="0"/>
                                          </p:stCondLst>
                                        </p:cTn>
                                        <p:tgtEl>
                                          <p:spTgt spid="22"/>
                                        </p:tgtEl>
                                        <p:attrNameLst>
                                          <p:attrName>ppt_x</p:attrName>
                                        </p:attrNameLst>
                                      </p:cBhvr>
                                      <p:tavLst>
                                        <p:tav tm="0">
                                          <p:val>
                                            <p:strVal val="#ppt_x-0.25"/>
                                          </p:val>
                                        </p:tav>
                                        <p:tav tm="100000">
                                          <p:val>
                                            <p:strVal val="#ppt_x"/>
                                          </p:val>
                                        </p:tav>
                                      </p:tavLst>
                                    </p:anim>
                                    <p:anim calcmode="lin" valueType="num">
                                      <p:cBhvr>
                                        <p:cTn id="249" dur="664" tmFilter="0.0,0.0; 0.25,0.07; 0.50,0.2; 0.75,0.467; 1.0,1.0">
                                          <p:stCondLst>
                                            <p:cond delay="0"/>
                                          </p:stCondLst>
                                        </p:cTn>
                                        <p:tgtEl>
                                          <p:spTgt spid="22"/>
                                        </p:tgtEl>
                                        <p:attrNameLst>
                                          <p:attrName>ppt_y</p:attrName>
                                        </p:attrNameLst>
                                      </p:cBhvr>
                                      <p:tavLst>
                                        <p:tav tm="0" fmla="#ppt_y-sin(pi*$)/3">
                                          <p:val>
                                            <p:fltVal val="0.5"/>
                                          </p:val>
                                        </p:tav>
                                        <p:tav tm="100000">
                                          <p:val>
                                            <p:fltVal val="1"/>
                                          </p:val>
                                        </p:tav>
                                      </p:tavLst>
                                    </p:anim>
                                    <p:anim calcmode="lin" valueType="num">
                                      <p:cBhvr>
                                        <p:cTn id="250" dur="664" tmFilter="0, 0; 0.125,0.2665; 0.25,0.4; 0.375,0.465; 0.5,0.5;  0.625,0.535; 0.75,0.6; 0.875,0.7335; 1,1">
                                          <p:stCondLst>
                                            <p:cond delay="664"/>
                                          </p:stCondLst>
                                        </p:cTn>
                                        <p:tgtEl>
                                          <p:spTgt spid="22"/>
                                        </p:tgtEl>
                                        <p:attrNameLst>
                                          <p:attrName>ppt_y</p:attrName>
                                        </p:attrNameLst>
                                      </p:cBhvr>
                                      <p:tavLst>
                                        <p:tav tm="0" fmla="#ppt_y-sin(pi*$)/9">
                                          <p:val>
                                            <p:fltVal val="0"/>
                                          </p:val>
                                        </p:tav>
                                        <p:tav tm="100000">
                                          <p:val>
                                            <p:fltVal val="1"/>
                                          </p:val>
                                        </p:tav>
                                      </p:tavLst>
                                    </p:anim>
                                    <p:anim calcmode="lin" valueType="num">
                                      <p:cBhvr>
                                        <p:cTn id="251" dur="332" tmFilter="0, 0; 0.125,0.2665; 0.25,0.4; 0.375,0.465; 0.5,0.5;  0.625,0.535; 0.75,0.6; 0.875,0.7335; 1,1">
                                          <p:stCondLst>
                                            <p:cond delay="1324"/>
                                          </p:stCondLst>
                                        </p:cTn>
                                        <p:tgtEl>
                                          <p:spTgt spid="22"/>
                                        </p:tgtEl>
                                        <p:attrNameLst>
                                          <p:attrName>ppt_y</p:attrName>
                                        </p:attrNameLst>
                                      </p:cBhvr>
                                      <p:tavLst>
                                        <p:tav tm="0" fmla="#ppt_y-sin(pi*$)/27">
                                          <p:val>
                                            <p:fltVal val="0"/>
                                          </p:val>
                                        </p:tav>
                                        <p:tav tm="100000">
                                          <p:val>
                                            <p:fltVal val="1"/>
                                          </p:val>
                                        </p:tav>
                                      </p:tavLst>
                                    </p:anim>
                                    <p:anim calcmode="lin" valueType="num">
                                      <p:cBhvr>
                                        <p:cTn id="252" dur="164" tmFilter="0, 0; 0.125,0.2665; 0.25,0.4; 0.375,0.465; 0.5,0.5;  0.625,0.535; 0.75,0.6; 0.875,0.7335; 1,1">
                                          <p:stCondLst>
                                            <p:cond delay="1656"/>
                                          </p:stCondLst>
                                        </p:cTn>
                                        <p:tgtEl>
                                          <p:spTgt spid="22"/>
                                        </p:tgtEl>
                                        <p:attrNameLst>
                                          <p:attrName>ppt_y</p:attrName>
                                        </p:attrNameLst>
                                      </p:cBhvr>
                                      <p:tavLst>
                                        <p:tav tm="0" fmla="#ppt_y-sin(pi*$)/81">
                                          <p:val>
                                            <p:fltVal val="0"/>
                                          </p:val>
                                        </p:tav>
                                        <p:tav tm="100000">
                                          <p:val>
                                            <p:fltVal val="1"/>
                                          </p:val>
                                        </p:tav>
                                      </p:tavLst>
                                    </p:anim>
                                    <p:animScale>
                                      <p:cBhvr>
                                        <p:cTn id="253" dur="26">
                                          <p:stCondLst>
                                            <p:cond delay="650"/>
                                          </p:stCondLst>
                                        </p:cTn>
                                        <p:tgtEl>
                                          <p:spTgt spid="22"/>
                                        </p:tgtEl>
                                      </p:cBhvr>
                                      <p:to x="100000" y="60000"/>
                                    </p:animScale>
                                    <p:animScale>
                                      <p:cBhvr>
                                        <p:cTn id="254" dur="166" decel="50000">
                                          <p:stCondLst>
                                            <p:cond delay="676"/>
                                          </p:stCondLst>
                                        </p:cTn>
                                        <p:tgtEl>
                                          <p:spTgt spid="22"/>
                                        </p:tgtEl>
                                      </p:cBhvr>
                                      <p:to x="100000" y="100000"/>
                                    </p:animScale>
                                    <p:animScale>
                                      <p:cBhvr>
                                        <p:cTn id="255" dur="26">
                                          <p:stCondLst>
                                            <p:cond delay="1312"/>
                                          </p:stCondLst>
                                        </p:cTn>
                                        <p:tgtEl>
                                          <p:spTgt spid="22"/>
                                        </p:tgtEl>
                                      </p:cBhvr>
                                      <p:to x="100000" y="80000"/>
                                    </p:animScale>
                                    <p:animScale>
                                      <p:cBhvr>
                                        <p:cTn id="256" dur="166" decel="50000">
                                          <p:stCondLst>
                                            <p:cond delay="1338"/>
                                          </p:stCondLst>
                                        </p:cTn>
                                        <p:tgtEl>
                                          <p:spTgt spid="22"/>
                                        </p:tgtEl>
                                      </p:cBhvr>
                                      <p:to x="100000" y="100000"/>
                                    </p:animScale>
                                    <p:animScale>
                                      <p:cBhvr>
                                        <p:cTn id="257" dur="26">
                                          <p:stCondLst>
                                            <p:cond delay="1642"/>
                                          </p:stCondLst>
                                        </p:cTn>
                                        <p:tgtEl>
                                          <p:spTgt spid="22"/>
                                        </p:tgtEl>
                                      </p:cBhvr>
                                      <p:to x="100000" y="90000"/>
                                    </p:animScale>
                                    <p:animScale>
                                      <p:cBhvr>
                                        <p:cTn id="258" dur="166" decel="50000">
                                          <p:stCondLst>
                                            <p:cond delay="1668"/>
                                          </p:stCondLst>
                                        </p:cTn>
                                        <p:tgtEl>
                                          <p:spTgt spid="22"/>
                                        </p:tgtEl>
                                      </p:cBhvr>
                                      <p:to x="100000" y="100000"/>
                                    </p:animScale>
                                    <p:animScale>
                                      <p:cBhvr>
                                        <p:cTn id="259" dur="26">
                                          <p:stCondLst>
                                            <p:cond delay="1808"/>
                                          </p:stCondLst>
                                        </p:cTn>
                                        <p:tgtEl>
                                          <p:spTgt spid="22"/>
                                        </p:tgtEl>
                                      </p:cBhvr>
                                      <p:to x="100000" y="95000"/>
                                    </p:animScale>
                                    <p:animScale>
                                      <p:cBhvr>
                                        <p:cTn id="260" dur="166" decel="50000">
                                          <p:stCondLst>
                                            <p:cond delay="1834"/>
                                          </p:stCondLst>
                                        </p:cTn>
                                        <p:tgtEl>
                                          <p:spTgt spid="22"/>
                                        </p:tgtEl>
                                      </p:cBhvr>
                                      <p:to x="100000" y="100000"/>
                                    </p:animScale>
                                  </p:childTnLst>
                                </p:cTn>
                              </p:par>
                              <p:par>
                                <p:cTn id="261" presetID="26" presetClass="entr" presetSubtype="0" fill="hold" grpId="0" nodeType="withEffect">
                                  <p:stCondLst>
                                    <p:cond delay="0"/>
                                  </p:stCondLst>
                                  <p:childTnLst>
                                    <p:set>
                                      <p:cBhvr>
                                        <p:cTn id="262" dur="1" fill="hold">
                                          <p:stCondLst>
                                            <p:cond delay="0"/>
                                          </p:stCondLst>
                                        </p:cTn>
                                        <p:tgtEl>
                                          <p:spTgt spid="8"/>
                                        </p:tgtEl>
                                        <p:attrNameLst>
                                          <p:attrName>style.visibility</p:attrName>
                                        </p:attrNameLst>
                                      </p:cBhvr>
                                      <p:to>
                                        <p:strVal val="visible"/>
                                      </p:to>
                                    </p:set>
                                    <p:animEffect transition="in" filter="wipe(down)">
                                      <p:cBhvr>
                                        <p:cTn id="263" dur="580">
                                          <p:stCondLst>
                                            <p:cond delay="0"/>
                                          </p:stCondLst>
                                        </p:cTn>
                                        <p:tgtEl>
                                          <p:spTgt spid="8"/>
                                        </p:tgtEl>
                                      </p:cBhvr>
                                    </p:animEffect>
                                    <p:anim calcmode="lin" valueType="num">
                                      <p:cBhvr>
                                        <p:cTn id="264"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265"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266"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267"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268"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269" dur="26">
                                          <p:stCondLst>
                                            <p:cond delay="650"/>
                                          </p:stCondLst>
                                        </p:cTn>
                                        <p:tgtEl>
                                          <p:spTgt spid="8"/>
                                        </p:tgtEl>
                                      </p:cBhvr>
                                      <p:to x="100000" y="60000"/>
                                    </p:animScale>
                                    <p:animScale>
                                      <p:cBhvr>
                                        <p:cTn id="270" dur="166" decel="50000">
                                          <p:stCondLst>
                                            <p:cond delay="676"/>
                                          </p:stCondLst>
                                        </p:cTn>
                                        <p:tgtEl>
                                          <p:spTgt spid="8"/>
                                        </p:tgtEl>
                                      </p:cBhvr>
                                      <p:to x="100000" y="100000"/>
                                    </p:animScale>
                                    <p:animScale>
                                      <p:cBhvr>
                                        <p:cTn id="271" dur="26">
                                          <p:stCondLst>
                                            <p:cond delay="1312"/>
                                          </p:stCondLst>
                                        </p:cTn>
                                        <p:tgtEl>
                                          <p:spTgt spid="8"/>
                                        </p:tgtEl>
                                      </p:cBhvr>
                                      <p:to x="100000" y="80000"/>
                                    </p:animScale>
                                    <p:animScale>
                                      <p:cBhvr>
                                        <p:cTn id="272" dur="166" decel="50000">
                                          <p:stCondLst>
                                            <p:cond delay="1338"/>
                                          </p:stCondLst>
                                        </p:cTn>
                                        <p:tgtEl>
                                          <p:spTgt spid="8"/>
                                        </p:tgtEl>
                                      </p:cBhvr>
                                      <p:to x="100000" y="100000"/>
                                    </p:animScale>
                                    <p:animScale>
                                      <p:cBhvr>
                                        <p:cTn id="273" dur="26">
                                          <p:stCondLst>
                                            <p:cond delay="1642"/>
                                          </p:stCondLst>
                                        </p:cTn>
                                        <p:tgtEl>
                                          <p:spTgt spid="8"/>
                                        </p:tgtEl>
                                      </p:cBhvr>
                                      <p:to x="100000" y="90000"/>
                                    </p:animScale>
                                    <p:animScale>
                                      <p:cBhvr>
                                        <p:cTn id="274" dur="166" decel="50000">
                                          <p:stCondLst>
                                            <p:cond delay="1668"/>
                                          </p:stCondLst>
                                        </p:cTn>
                                        <p:tgtEl>
                                          <p:spTgt spid="8"/>
                                        </p:tgtEl>
                                      </p:cBhvr>
                                      <p:to x="100000" y="100000"/>
                                    </p:animScale>
                                    <p:animScale>
                                      <p:cBhvr>
                                        <p:cTn id="275" dur="26">
                                          <p:stCondLst>
                                            <p:cond delay="1808"/>
                                          </p:stCondLst>
                                        </p:cTn>
                                        <p:tgtEl>
                                          <p:spTgt spid="8"/>
                                        </p:tgtEl>
                                      </p:cBhvr>
                                      <p:to x="100000" y="95000"/>
                                    </p:animScale>
                                    <p:animScale>
                                      <p:cBhvr>
                                        <p:cTn id="276" dur="166" decel="50000">
                                          <p:stCondLst>
                                            <p:cond delay="1834"/>
                                          </p:stCondLst>
                                        </p:cTn>
                                        <p:tgtEl>
                                          <p:spTgt spid="8"/>
                                        </p:tgtEl>
                                      </p:cBhvr>
                                      <p:to x="100000" y="100000"/>
                                    </p:animScale>
                                  </p:childTnLst>
                                </p:cTn>
                              </p:par>
                              <p:par>
                                <p:cTn id="277" presetID="26" presetClass="entr" presetSubtype="0" fill="hold" grpId="0" nodeType="withEffect">
                                  <p:stCondLst>
                                    <p:cond delay="0"/>
                                  </p:stCondLst>
                                  <p:childTnLst>
                                    <p:set>
                                      <p:cBhvr>
                                        <p:cTn id="278" dur="1" fill="hold">
                                          <p:stCondLst>
                                            <p:cond delay="0"/>
                                          </p:stCondLst>
                                        </p:cTn>
                                        <p:tgtEl>
                                          <p:spTgt spid="30"/>
                                        </p:tgtEl>
                                        <p:attrNameLst>
                                          <p:attrName>style.visibility</p:attrName>
                                        </p:attrNameLst>
                                      </p:cBhvr>
                                      <p:to>
                                        <p:strVal val="visible"/>
                                      </p:to>
                                    </p:set>
                                    <p:animEffect transition="in" filter="wipe(down)">
                                      <p:cBhvr>
                                        <p:cTn id="279" dur="580">
                                          <p:stCondLst>
                                            <p:cond delay="0"/>
                                          </p:stCondLst>
                                        </p:cTn>
                                        <p:tgtEl>
                                          <p:spTgt spid="30"/>
                                        </p:tgtEl>
                                      </p:cBhvr>
                                    </p:animEffect>
                                    <p:anim calcmode="lin" valueType="num">
                                      <p:cBhvr>
                                        <p:cTn id="280" dur="1822" tmFilter="0,0; 0.14,0.36; 0.43,0.73; 0.71,0.91; 1.0,1.0">
                                          <p:stCondLst>
                                            <p:cond delay="0"/>
                                          </p:stCondLst>
                                        </p:cTn>
                                        <p:tgtEl>
                                          <p:spTgt spid="30"/>
                                        </p:tgtEl>
                                        <p:attrNameLst>
                                          <p:attrName>ppt_x</p:attrName>
                                        </p:attrNameLst>
                                      </p:cBhvr>
                                      <p:tavLst>
                                        <p:tav tm="0">
                                          <p:val>
                                            <p:strVal val="#ppt_x-0.25"/>
                                          </p:val>
                                        </p:tav>
                                        <p:tav tm="100000">
                                          <p:val>
                                            <p:strVal val="#ppt_x"/>
                                          </p:val>
                                        </p:tav>
                                      </p:tavLst>
                                    </p:anim>
                                    <p:anim calcmode="lin" valueType="num">
                                      <p:cBhvr>
                                        <p:cTn id="281" dur="664" tmFilter="0.0,0.0; 0.25,0.07; 0.50,0.2; 0.75,0.467; 1.0,1.0">
                                          <p:stCondLst>
                                            <p:cond delay="0"/>
                                          </p:stCondLst>
                                        </p:cTn>
                                        <p:tgtEl>
                                          <p:spTgt spid="30"/>
                                        </p:tgtEl>
                                        <p:attrNameLst>
                                          <p:attrName>ppt_y</p:attrName>
                                        </p:attrNameLst>
                                      </p:cBhvr>
                                      <p:tavLst>
                                        <p:tav tm="0" fmla="#ppt_y-sin(pi*$)/3">
                                          <p:val>
                                            <p:fltVal val="0.5"/>
                                          </p:val>
                                        </p:tav>
                                        <p:tav tm="100000">
                                          <p:val>
                                            <p:fltVal val="1"/>
                                          </p:val>
                                        </p:tav>
                                      </p:tavLst>
                                    </p:anim>
                                    <p:anim calcmode="lin" valueType="num">
                                      <p:cBhvr>
                                        <p:cTn id="282" dur="664" tmFilter="0, 0; 0.125,0.2665; 0.25,0.4; 0.375,0.465; 0.5,0.5;  0.625,0.535; 0.75,0.6; 0.875,0.7335; 1,1">
                                          <p:stCondLst>
                                            <p:cond delay="664"/>
                                          </p:stCondLst>
                                        </p:cTn>
                                        <p:tgtEl>
                                          <p:spTgt spid="30"/>
                                        </p:tgtEl>
                                        <p:attrNameLst>
                                          <p:attrName>ppt_y</p:attrName>
                                        </p:attrNameLst>
                                      </p:cBhvr>
                                      <p:tavLst>
                                        <p:tav tm="0" fmla="#ppt_y-sin(pi*$)/9">
                                          <p:val>
                                            <p:fltVal val="0"/>
                                          </p:val>
                                        </p:tav>
                                        <p:tav tm="100000">
                                          <p:val>
                                            <p:fltVal val="1"/>
                                          </p:val>
                                        </p:tav>
                                      </p:tavLst>
                                    </p:anim>
                                    <p:anim calcmode="lin" valueType="num">
                                      <p:cBhvr>
                                        <p:cTn id="283" dur="332" tmFilter="0, 0; 0.125,0.2665; 0.25,0.4; 0.375,0.465; 0.5,0.5;  0.625,0.535; 0.75,0.6; 0.875,0.7335; 1,1">
                                          <p:stCondLst>
                                            <p:cond delay="1324"/>
                                          </p:stCondLst>
                                        </p:cTn>
                                        <p:tgtEl>
                                          <p:spTgt spid="30"/>
                                        </p:tgtEl>
                                        <p:attrNameLst>
                                          <p:attrName>ppt_y</p:attrName>
                                        </p:attrNameLst>
                                      </p:cBhvr>
                                      <p:tavLst>
                                        <p:tav tm="0" fmla="#ppt_y-sin(pi*$)/27">
                                          <p:val>
                                            <p:fltVal val="0"/>
                                          </p:val>
                                        </p:tav>
                                        <p:tav tm="100000">
                                          <p:val>
                                            <p:fltVal val="1"/>
                                          </p:val>
                                        </p:tav>
                                      </p:tavLst>
                                    </p:anim>
                                    <p:anim calcmode="lin" valueType="num">
                                      <p:cBhvr>
                                        <p:cTn id="284" dur="164" tmFilter="0, 0; 0.125,0.2665; 0.25,0.4; 0.375,0.465; 0.5,0.5;  0.625,0.535; 0.75,0.6; 0.875,0.7335; 1,1">
                                          <p:stCondLst>
                                            <p:cond delay="1656"/>
                                          </p:stCondLst>
                                        </p:cTn>
                                        <p:tgtEl>
                                          <p:spTgt spid="30"/>
                                        </p:tgtEl>
                                        <p:attrNameLst>
                                          <p:attrName>ppt_y</p:attrName>
                                        </p:attrNameLst>
                                      </p:cBhvr>
                                      <p:tavLst>
                                        <p:tav tm="0" fmla="#ppt_y-sin(pi*$)/81">
                                          <p:val>
                                            <p:fltVal val="0"/>
                                          </p:val>
                                        </p:tav>
                                        <p:tav tm="100000">
                                          <p:val>
                                            <p:fltVal val="1"/>
                                          </p:val>
                                        </p:tav>
                                      </p:tavLst>
                                    </p:anim>
                                    <p:animScale>
                                      <p:cBhvr>
                                        <p:cTn id="285" dur="26">
                                          <p:stCondLst>
                                            <p:cond delay="650"/>
                                          </p:stCondLst>
                                        </p:cTn>
                                        <p:tgtEl>
                                          <p:spTgt spid="30"/>
                                        </p:tgtEl>
                                      </p:cBhvr>
                                      <p:to x="100000" y="60000"/>
                                    </p:animScale>
                                    <p:animScale>
                                      <p:cBhvr>
                                        <p:cTn id="286" dur="166" decel="50000">
                                          <p:stCondLst>
                                            <p:cond delay="676"/>
                                          </p:stCondLst>
                                        </p:cTn>
                                        <p:tgtEl>
                                          <p:spTgt spid="30"/>
                                        </p:tgtEl>
                                      </p:cBhvr>
                                      <p:to x="100000" y="100000"/>
                                    </p:animScale>
                                    <p:animScale>
                                      <p:cBhvr>
                                        <p:cTn id="287" dur="26">
                                          <p:stCondLst>
                                            <p:cond delay="1312"/>
                                          </p:stCondLst>
                                        </p:cTn>
                                        <p:tgtEl>
                                          <p:spTgt spid="30"/>
                                        </p:tgtEl>
                                      </p:cBhvr>
                                      <p:to x="100000" y="80000"/>
                                    </p:animScale>
                                    <p:animScale>
                                      <p:cBhvr>
                                        <p:cTn id="288" dur="166" decel="50000">
                                          <p:stCondLst>
                                            <p:cond delay="1338"/>
                                          </p:stCondLst>
                                        </p:cTn>
                                        <p:tgtEl>
                                          <p:spTgt spid="30"/>
                                        </p:tgtEl>
                                      </p:cBhvr>
                                      <p:to x="100000" y="100000"/>
                                    </p:animScale>
                                    <p:animScale>
                                      <p:cBhvr>
                                        <p:cTn id="289" dur="26">
                                          <p:stCondLst>
                                            <p:cond delay="1642"/>
                                          </p:stCondLst>
                                        </p:cTn>
                                        <p:tgtEl>
                                          <p:spTgt spid="30"/>
                                        </p:tgtEl>
                                      </p:cBhvr>
                                      <p:to x="100000" y="90000"/>
                                    </p:animScale>
                                    <p:animScale>
                                      <p:cBhvr>
                                        <p:cTn id="290" dur="166" decel="50000">
                                          <p:stCondLst>
                                            <p:cond delay="1668"/>
                                          </p:stCondLst>
                                        </p:cTn>
                                        <p:tgtEl>
                                          <p:spTgt spid="30"/>
                                        </p:tgtEl>
                                      </p:cBhvr>
                                      <p:to x="100000" y="100000"/>
                                    </p:animScale>
                                    <p:animScale>
                                      <p:cBhvr>
                                        <p:cTn id="291" dur="26">
                                          <p:stCondLst>
                                            <p:cond delay="1808"/>
                                          </p:stCondLst>
                                        </p:cTn>
                                        <p:tgtEl>
                                          <p:spTgt spid="30"/>
                                        </p:tgtEl>
                                      </p:cBhvr>
                                      <p:to x="100000" y="95000"/>
                                    </p:animScale>
                                    <p:animScale>
                                      <p:cBhvr>
                                        <p:cTn id="292" dur="166" decel="50000">
                                          <p:stCondLst>
                                            <p:cond delay="1834"/>
                                          </p:stCondLst>
                                        </p:cTn>
                                        <p:tgtEl>
                                          <p:spTgt spid="30"/>
                                        </p:tgtEl>
                                      </p:cBhvr>
                                      <p:to x="100000" y="100000"/>
                                    </p:animScale>
                                  </p:childTnLst>
                                </p:cTn>
                              </p:par>
                              <p:par>
                                <p:cTn id="293" presetID="26" presetClass="entr" presetSubtype="0" fill="hold" grpId="0" nodeType="withEffect">
                                  <p:stCondLst>
                                    <p:cond delay="0"/>
                                  </p:stCondLst>
                                  <p:childTnLst>
                                    <p:set>
                                      <p:cBhvr>
                                        <p:cTn id="294" dur="1" fill="hold">
                                          <p:stCondLst>
                                            <p:cond delay="0"/>
                                          </p:stCondLst>
                                        </p:cTn>
                                        <p:tgtEl>
                                          <p:spTgt spid="7"/>
                                        </p:tgtEl>
                                        <p:attrNameLst>
                                          <p:attrName>style.visibility</p:attrName>
                                        </p:attrNameLst>
                                      </p:cBhvr>
                                      <p:to>
                                        <p:strVal val="visible"/>
                                      </p:to>
                                    </p:set>
                                    <p:animEffect transition="in" filter="wipe(down)">
                                      <p:cBhvr>
                                        <p:cTn id="295" dur="580">
                                          <p:stCondLst>
                                            <p:cond delay="0"/>
                                          </p:stCondLst>
                                        </p:cTn>
                                        <p:tgtEl>
                                          <p:spTgt spid="7"/>
                                        </p:tgtEl>
                                      </p:cBhvr>
                                    </p:animEffect>
                                    <p:anim calcmode="lin" valueType="num">
                                      <p:cBhvr>
                                        <p:cTn id="296"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297"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298"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299"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300"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301" dur="26">
                                          <p:stCondLst>
                                            <p:cond delay="650"/>
                                          </p:stCondLst>
                                        </p:cTn>
                                        <p:tgtEl>
                                          <p:spTgt spid="7"/>
                                        </p:tgtEl>
                                      </p:cBhvr>
                                      <p:to x="100000" y="60000"/>
                                    </p:animScale>
                                    <p:animScale>
                                      <p:cBhvr>
                                        <p:cTn id="302" dur="166" decel="50000">
                                          <p:stCondLst>
                                            <p:cond delay="676"/>
                                          </p:stCondLst>
                                        </p:cTn>
                                        <p:tgtEl>
                                          <p:spTgt spid="7"/>
                                        </p:tgtEl>
                                      </p:cBhvr>
                                      <p:to x="100000" y="100000"/>
                                    </p:animScale>
                                    <p:animScale>
                                      <p:cBhvr>
                                        <p:cTn id="303" dur="26">
                                          <p:stCondLst>
                                            <p:cond delay="1312"/>
                                          </p:stCondLst>
                                        </p:cTn>
                                        <p:tgtEl>
                                          <p:spTgt spid="7"/>
                                        </p:tgtEl>
                                      </p:cBhvr>
                                      <p:to x="100000" y="80000"/>
                                    </p:animScale>
                                    <p:animScale>
                                      <p:cBhvr>
                                        <p:cTn id="304" dur="166" decel="50000">
                                          <p:stCondLst>
                                            <p:cond delay="1338"/>
                                          </p:stCondLst>
                                        </p:cTn>
                                        <p:tgtEl>
                                          <p:spTgt spid="7"/>
                                        </p:tgtEl>
                                      </p:cBhvr>
                                      <p:to x="100000" y="100000"/>
                                    </p:animScale>
                                    <p:animScale>
                                      <p:cBhvr>
                                        <p:cTn id="305" dur="26">
                                          <p:stCondLst>
                                            <p:cond delay="1642"/>
                                          </p:stCondLst>
                                        </p:cTn>
                                        <p:tgtEl>
                                          <p:spTgt spid="7"/>
                                        </p:tgtEl>
                                      </p:cBhvr>
                                      <p:to x="100000" y="90000"/>
                                    </p:animScale>
                                    <p:animScale>
                                      <p:cBhvr>
                                        <p:cTn id="306" dur="166" decel="50000">
                                          <p:stCondLst>
                                            <p:cond delay="1668"/>
                                          </p:stCondLst>
                                        </p:cTn>
                                        <p:tgtEl>
                                          <p:spTgt spid="7"/>
                                        </p:tgtEl>
                                      </p:cBhvr>
                                      <p:to x="100000" y="100000"/>
                                    </p:animScale>
                                    <p:animScale>
                                      <p:cBhvr>
                                        <p:cTn id="307" dur="26">
                                          <p:stCondLst>
                                            <p:cond delay="1808"/>
                                          </p:stCondLst>
                                        </p:cTn>
                                        <p:tgtEl>
                                          <p:spTgt spid="7"/>
                                        </p:tgtEl>
                                      </p:cBhvr>
                                      <p:to x="100000" y="95000"/>
                                    </p:animScale>
                                    <p:animScale>
                                      <p:cBhvr>
                                        <p:cTn id="308" dur="166" decel="50000">
                                          <p:stCondLst>
                                            <p:cond delay="1834"/>
                                          </p:stCondLst>
                                        </p:cTn>
                                        <p:tgtEl>
                                          <p:spTgt spid="7"/>
                                        </p:tgtEl>
                                      </p:cBhvr>
                                      <p:to x="100000" y="100000"/>
                                    </p:animScale>
                                  </p:childTnLst>
                                </p:cTn>
                              </p:par>
                              <p:par>
                                <p:cTn id="309" presetID="26" presetClass="entr" presetSubtype="0" fill="hold" grpId="0" nodeType="withEffect">
                                  <p:stCondLst>
                                    <p:cond delay="0"/>
                                  </p:stCondLst>
                                  <p:childTnLst>
                                    <p:set>
                                      <p:cBhvr>
                                        <p:cTn id="310" dur="1" fill="hold">
                                          <p:stCondLst>
                                            <p:cond delay="0"/>
                                          </p:stCondLst>
                                        </p:cTn>
                                        <p:tgtEl>
                                          <p:spTgt spid="9"/>
                                        </p:tgtEl>
                                        <p:attrNameLst>
                                          <p:attrName>style.visibility</p:attrName>
                                        </p:attrNameLst>
                                      </p:cBhvr>
                                      <p:to>
                                        <p:strVal val="visible"/>
                                      </p:to>
                                    </p:set>
                                    <p:animEffect transition="in" filter="wipe(down)">
                                      <p:cBhvr>
                                        <p:cTn id="311" dur="580">
                                          <p:stCondLst>
                                            <p:cond delay="0"/>
                                          </p:stCondLst>
                                        </p:cTn>
                                        <p:tgtEl>
                                          <p:spTgt spid="9"/>
                                        </p:tgtEl>
                                      </p:cBhvr>
                                    </p:animEffect>
                                    <p:anim calcmode="lin" valueType="num">
                                      <p:cBhvr>
                                        <p:cTn id="312" dur="1822"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313" dur="664"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314" dur="664" tmFilter="0, 0; 0.125,0.2665; 0.25,0.4; 0.375,0.465; 0.5,0.5;  0.625,0.535; 0.75,0.6; 0.875,0.7335; 1,1">
                                          <p:stCondLst>
                                            <p:cond delay="664"/>
                                          </p:stCondLst>
                                        </p:cTn>
                                        <p:tgtEl>
                                          <p:spTgt spid="9"/>
                                        </p:tgtEl>
                                        <p:attrNameLst>
                                          <p:attrName>ppt_y</p:attrName>
                                        </p:attrNameLst>
                                      </p:cBhvr>
                                      <p:tavLst>
                                        <p:tav tm="0" fmla="#ppt_y-sin(pi*$)/9">
                                          <p:val>
                                            <p:fltVal val="0"/>
                                          </p:val>
                                        </p:tav>
                                        <p:tav tm="100000">
                                          <p:val>
                                            <p:fltVal val="1"/>
                                          </p:val>
                                        </p:tav>
                                      </p:tavLst>
                                    </p:anim>
                                    <p:anim calcmode="lin" valueType="num">
                                      <p:cBhvr>
                                        <p:cTn id="315" dur="332" tmFilter="0, 0; 0.125,0.2665; 0.25,0.4; 0.375,0.465; 0.5,0.5;  0.625,0.535; 0.75,0.6; 0.875,0.7335; 1,1">
                                          <p:stCondLst>
                                            <p:cond delay="1324"/>
                                          </p:stCondLst>
                                        </p:cTn>
                                        <p:tgtEl>
                                          <p:spTgt spid="9"/>
                                        </p:tgtEl>
                                        <p:attrNameLst>
                                          <p:attrName>ppt_y</p:attrName>
                                        </p:attrNameLst>
                                      </p:cBhvr>
                                      <p:tavLst>
                                        <p:tav tm="0" fmla="#ppt_y-sin(pi*$)/27">
                                          <p:val>
                                            <p:fltVal val="0"/>
                                          </p:val>
                                        </p:tav>
                                        <p:tav tm="100000">
                                          <p:val>
                                            <p:fltVal val="1"/>
                                          </p:val>
                                        </p:tav>
                                      </p:tavLst>
                                    </p:anim>
                                    <p:anim calcmode="lin" valueType="num">
                                      <p:cBhvr>
                                        <p:cTn id="316" dur="164" tmFilter="0, 0; 0.125,0.2665; 0.25,0.4; 0.375,0.465; 0.5,0.5;  0.625,0.535; 0.75,0.6; 0.875,0.7335; 1,1">
                                          <p:stCondLst>
                                            <p:cond delay="1656"/>
                                          </p:stCondLst>
                                        </p:cTn>
                                        <p:tgtEl>
                                          <p:spTgt spid="9"/>
                                        </p:tgtEl>
                                        <p:attrNameLst>
                                          <p:attrName>ppt_y</p:attrName>
                                        </p:attrNameLst>
                                      </p:cBhvr>
                                      <p:tavLst>
                                        <p:tav tm="0" fmla="#ppt_y-sin(pi*$)/81">
                                          <p:val>
                                            <p:fltVal val="0"/>
                                          </p:val>
                                        </p:tav>
                                        <p:tav tm="100000">
                                          <p:val>
                                            <p:fltVal val="1"/>
                                          </p:val>
                                        </p:tav>
                                      </p:tavLst>
                                    </p:anim>
                                    <p:animScale>
                                      <p:cBhvr>
                                        <p:cTn id="317" dur="26">
                                          <p:stCondLst>
                                            <p:cond delay="650"/>
                                          </p:stCondLst>
                                        </p:cTn>
                                        <p:tgtEl>
                                          <p:spTgt spid="9"/>
                                        </p:tgtEl>
                                      </p:cBhvr>
                                      <p:to x="100000" y="60000"/>
                                    </p:animScale>
                                    <p:animScale>
                                      <p:cBhvr>
                                        <p:cTn id="318" dur="166" decel="50000">
                                          <p:stCondLst>
                                            <p:cond delay="676"/>
                                          </p:stCondLst>
                                        </p:cTn>
                                        <p:tgtEl>
                                          <p:spTgt spid="9"/>
                                        </p:tgtEl>
                                      </p:cBhvr>
                                      <p:to x="100000" y="100000"/>
                                    </p:animScale>
                                    <p:animScale>
                                      <p:cBhvr>
                                        <p:cTn id="319" dur="26">
                                          <p:stCondLst>
                                            <p:cond delay="1312"/>
                                          </p:stCondLst>
                                        </p:cTn>
                                        <p:tgtEl>
                                          <p:spTgt spid="9"/>
                                        </p:tgtEl>
                                      </p:cBhvr>
                                      <p:to x="100000" y="80000"/>
                                    </p:animScale>
                                    <p:animScale>
                                      <p:cBhvr>
                                        <p:cTn id="320" dur="166" decel="50000">
                                          <p:stCondLst>
                                            <p:cond delay="1338"/>
                                          </p:stCondLst>
                                        </p:cTn>
                                        <p:tgtEl>
                                          <p:spTgt spid="9"/>
                                        </p:tgtEl>
                                      </p:cBhvr>
                                      <p:to x="100000" y="100000"/>
                                    </p:animScale>
                                    <p:animScale>
                                      <p:cBhvr>
                                        <p:cTn id="321" dur="26">
                                          <p:stCondLst>
                                            <p:cond delay="1642"/>
                                          </p:stCondLst>
                                        </p:cTn>
                                        <p:tgtEl>
                                          <p:spTgt spid="9"/>
                                        </p:tgtEl>
                                      </p:cBhvr>
                                      <p:to x="100000" y="90000"/>
                                    </p:animScale>
                                    <p:animScale>
                                      <p:cBhvr>
                                        <p:cTn id="322" dur="166" decel="50000">
                                          <p:stCondLst>
                                            <p:cond delay="1668"/>
                                          </p:stCondLst>
                                        </p:cTn>
                                        <p:tgtEl>
                                          <p:spTgt spid="9"/>
                                        </p:tgtEl>
                                      </p:cBhvr>
                                      <p:to x="100000" y="100000"/>
                                    </p:animScale>
                                    <p:animScale>
                                      <p:cBhvr>
                                        <p:cTn id="323" dur="26">
                                          <p:stCondLst>
                                            <p:cond delay="1808"/>
                                          </p:stCondLst>
                                        </p:cTn>
                                        <p:tgtEl>
                                          <p:spTgt spid="9"/>
                                        </p:tgtEl>
                                      </p:cBhvr>
                                      <p:to x="100000" y="95000"/>
                                    </p:animScale>
                                    <p:animScale>
                                      <p:cBhvr>
                                        <p:cTn id="324" dur="166" decel="50000">
                                          <p:stCondLst>
                                            <p:cond delay="1834"/>
                                          </p:stCondLst>
                                        </p:cTn>
                                        <p:tgtEl>
                                          <p:spTgt spid="9"/>
                                        </p:tgtEl>
                                      </p:cBhvr>
                                      <p:to x="100000" y="100000"/>
                                    </p:animScale>
                                  </p:childTnLst>
                                </p:cTn>
                              </p:par>
                              <p:par>
                                <p:cTn id="325" presetID="26" presetClass="entr" presetSubtype="0" fill="hold" grpId="0" nodeType="withEffect">
                                  <p:stCondLst>
                                    <p:cond delay="0"/>
                                  </p:stCondLst>
                                  <p:childTnLst>
                                    <p:set>
                                      <p:cBhvr>
                                        <p:cTn id="326" dur="1" fill="hold">
                                          <p:stCondLst>
                                            <p:cond delay="0"/>
                                          </p:stCondLst>
                                        </p:cTn>
                                        <p:tgtEl>
                                          <p:spTgt spid="18"/>
                                        </p:tgtEl>
                                        <p:attrNameLst>
                                          <p:attrName>style.visibility</p:attrName>
                                        </p:attrNameLst>
                                      </p:cBhvr>
                                      <p:to>
                                        <p:strVal val="visible"/>
                                      </p:to>
                                    </p:set>
                                    <p:animEffect transition="in" filter="wipe(down)">
                                      <p:cBhvr>
                                        <p:cTn id="327" dur="580">
                                          <p:stCondLst>
                                            <p:cond delay="0"/>
                                          </p:stCondLst>
                                        </p:cTn>
                                        <p:tgtEl>
                                          <p:spTgt spid="18"/>
                                        </p:tgtEl>
                                      </p:cBhvr>
                                    </p:animEffect>
                                    <p:anim calcmode="lin" valueType="num">
                                      <p:cBhvr>
                                        <p:cTn id="328" dur="1822" tmFilter="0,0; 0.14,0.36; 0.43,0.73; 0.71,0.91; 1.0,1.0">
                                          <p:stCondLst>
                                            <p:cond delay="0"/>
                                          </p:stCondLst>
                                        </p:cTn>
                                        <p:tgtEl>
                                          <p:spTgt spid="18"/>
                                        </p:tgtEl>
                                        <p:attrNameLst>
                                          <p:attrName>ppt_x</p:attrName>
                                        </p:attrNameLst>
                                      </p:cBhvr>
                                      <p:tavLst>
                                        <p:tav tm="0">
                                          <p:val>
                                            <p:strVal val="#ppt_x-0.25"/>
                                          </p:val>
                                        </p:tav>
                                        <p:tav tm="100000">
                                          <p:val>
                                            <p:strVal val="#ppt_x"/>
                                          </p:val>
                                        </p:tav>
                                      </p:tavLst>
                                    </p:anim>
                                    <p:anim calcmode="lin" valueType="num">
                                      <p:cBhvr>
                                        <p:cTn id="329" dur="664" tmFilter="0.0,0.0; 0.25,0.07; 0.50,0.2; 0.75,0.467; 1.0,1.0">
                                          <p:stCondLst>
                                            <p:cond delay="0"/>
                                          </p:stCondLst>
                                        </p:cTn>
                                        <p:tgtEl>
                                          <p:spTgt spid="18"/>
                                        </p:tgtEl>
                                        <p:attrNameLst>
                                          <p:attrName>ppt_y</p:attrName>
                                        </p:attrNameLst>
                                      </p:cBhvr>
                                      <p:tavLst>
                                        <p:tav tm="0" fmla="#ppt_y-sin(pi*$)/3">
                                          <p:val>
                                            <p:fltVal val="0.5"/>
                                          </p:val>
                                        </p:tav>
                                        <p:tav tm="100000">
                                          <p:val>
                                            <p:fltVal val="1"/>
                                          </p:val>
                                        </p:tav>
                                      </p:tavLst>
                                    </p:anim>
                                    <p:anim calcmode="lin" valueType="num">
                                      <p:cBhvr>
                                        <p:cTn id="330" dur="664" tmFilter="0, 0; 0.125,0.2665; 0.25,0.4; 0.375,0.465; 0.5,0.5;  0.625,0.535; 0.75,0.6; 0.875,0.7335; 1,1">
                                          <p:stCondLst>
                                            <p:cond delay="664"/>
                                          </p:stCondLst>
                                        </p:cTn>
                                        <p:tgtEl>
                                          <p:spTgt spid="18"/>
                                        </p:tgtEl>
                                        <p:attrNameLst>
                                          <p:attrName>ppt_y</p:attrName>
                                        </p:attrNameLst>
                                      </p:cBhvr>
                                      <p:tavLst>
                                        <p:tav tm="0" fmla="#ppt_y-sin(pi*$)/9">
                                          <p:val>
                                            <p:fltVal val="0"/>
                                          </p:val>
                                        </p:tav>
                                        <p:tav tm="100000">
                                          <p:val>
                                            <p:fltVal val="1"/>
                                          </p:val>
                                        </p:tav>
                                      </p:tavLst>
                                    </p:anim>
                                    <p:anim calcmode="lin" valueType="num">
                                      <p:cBhvr>
                                        <p:cTn id="331" dur="332" tmFilter="0, 0; 0.125,0.2665; 0.25,0.4; 0.375,0.465; 0.5,0.5;  0.625,0.535; 0.75,0.6; 0.875,0.7335; 1,1">
                                          <p:stCondLst>
                                            <p:cond delay="1324"/>
                                          </p:stCondLst>
                                        </p:cTn>
                                        <p:tgtEl>
                                          <p:spTgt spid="18"/>
                                        </p:tgtEl>
                                        <p:attrNameLst>
                                          <p:attrName>ppt_y</p:attrName>
                                        </p:attrNameLst>
                                      </p:cBhvr>
                                      <p:tavLst>
                                        <p:tav tm="0" fmla="#ppt_y-sin(pi*$)/27">
                                          <p:val>
                                            <p:fltVal val="0"/>
                                          </p:val>
                                        </p:tav>
                                        <p:tav tm="100000">
                                          <p:val>
                                            <p:fltVal val="1"/>
                                          </p:val>
                                        </p:tav>
                                      </p:tavLst>
                                    </p:anim>
                                    <p:anim calcmode="lin" valueType="num">
                                      <p:cBhvr>
                                        <p:cTn id="332" dur="164" tmFilter="0, 0; 0.125,0.2665; 0.25,0.4; 0.375,0.465; 0.5,0.5;  0.625,0.535; 0.75,0.6; 0.875,0.7335; 1,1">
                                          <p:stCondLst>
                                            <p:cond delay="1656"/>
                                          </p:stCondLst>
                                        </p:cTn>
                                        <p:tgtEl>
                                          <p:spTgt spid="18"/>
                                        </p:tgtEl>
                                        <p:attrNameLst>
                                          <p:attrName>ppt_y</p:attrName>
                                        </p:attrNameLst>
                                      </p:cBhvr>
                                      <p:tavLst>
                                        <p:tav tm="0" fmla="#ppt_y-sin(pi*$)/81">
                                          <p:val>
                                            <p:fltVal val="0"/>
                                          </p:val>
                                        </p:tav>
                                        <p:tav tm="100000">
                                          <p:val>
                                            <p:fltVal val="1"/>
                                          </p:val>
                                        </p:tav>
                                      </p:tavLst>
                                    </p:anim>
                                    <p:animScale>
                                      <p:cBhvr>
                                        <p:cTn id="333" dur="26">
                                          <p:stCondLst>
                                            <p:cond delay="650"/>
                                          </p:stCondLst>
                                        </p:cTn>
                                        <p:tgtEl>
                                          <p:spTgt spid="18"/>
                                        </p:tgtEl>
                                      </p:cBhvr>
                                      <p:to x="100000" y="60000"/>
                                    </p:animScale>
                                    <p:animScale>
                                      <p:cBhvr>
                                        <p:cTn id="334" dur="166" decel="50000">
                                          <p:stCondLst>
                                            <p:cond delay="676"/>
                                          </p:stCondLst>
                                        </p:cTn>
                                        <p:tgtEl>
                                          <p:spTgt spid="18"/>
                                        </p:tgtEl>
                                      </p:cBhvr>
                                      <p:to x="100000" y="100000"/>
                                    </p:animScale>
                                    <p:animScale>
                                      <p:cBhvr>
                                        <p:cTn id="335" dur="26">
                                          <p:stCondLst>
                                            <p:cond delay="1312"/>
                                          </p:stCondLst>
                                        </p:cTn>
                                        <p:tgtEl>
                                          <p:spTgt spid="18"/>
                                        </p:tgtEl>
                                      </p:cBhvr>
                                      <p:to x="100000" y="80000"/>
                                    </p:animScale>
                                    <p:animScale>
                                      <p:cBhvr>
                                        <p:cTn id="336" dur="166" decel="50000">
                                          <p:stCondLst>
                                            <p:cond delay="1338"/>
                                          </p:stCondLst>
                                        </p:cTn>
                                        <p:tgtEl>
                                          <p:spTgt spid="18"/>
                                        </p:tgtEl>
                                      </p:cBhvr>
                                      <p:to x="100000" y="100000"/>
                                    </p:animScale>
                                    <p:animScale>
                                      <p:cBhvr>
                                        <p:cTn id="337" dur="26">
                                          <p:stCondLst>
                                            <p:cond delay="1642"/>
                                          </p:stCondLst>
                                        </p:cTn>
                                        <p:tgtEl>
                                          <p:spTgt spid="18"/>
                                        </p:tgtEl>
                                      </p:cBhvr>
                                      <p:to x="100000" y="90000"/>
                                    </p:animScale>
                                    <p:animScale>
                                      <p:cBhvr>
                                        <p:cTn id="338" dur="166" decel="50000">
                                          <p:stCondLst>
                                            <p:cond delay="1668"/>
                                          </p:stCondLst>
                                        </p:cTn>
                                        <p:tgtEl>
                                          <p:spTgt spid="18"/>
                                        </p:tgtEl>
                                      </p:cBhvr>
                                      <p:to x="100000" y="100000"/>
                                    </p:animScale>
                                    <p:animScale>
                                      <p:cBhvr>
                                        <p:cTn id="339" dur="26">
                                          <p:stCondLst>
                                            <p:cond delay="1808"/>
                                          </p:stCondLst>
                                        </p:cTn>
                                        <p:tgtEl>
                                          <p:spTgt spid="18"/>
                                        </p:tgtEl>
                                      </p:cBhvr>
                                      <p:to x="100000" y="95000"/>
                                    </p:animScale>
                                    <p:animScale>
                                      <p:cBhvr>
                                        <p:cTn id="340" dur="166" decel="50000">
                                          <p:stCondLst>
                                            <p:cond delay="1834"/>
                                          </p:stCondLst>
                                        </p:cTn>
                                        <p:tgtEl>
                                          <p:spTgt spid="18"/>
                                        </p:tgtEl>
                                      </p:cBhvr>
                                      <p:to x="100000" y="100000"/>
                                    </p:animScale>
                                  </p:childTnLst>
                                </p:cTn>
                              </p:par>
                              <p:par>
                                <p:cTn id="341" presetID="26" presetClass="entr" presetSubtype="0" fill="hold" grpId="0" nodeType="withEffect">
                                  <p:stCondLst>
                                    <p:cond delay="0"/>
                                  </p:stCondLst>
                                  <p:childTnLst>
                                    <p:set>
                                      <p:cBhvr>
                                        <p:cTn id="342" dur="1" fill="hold">
                                          <p:stCondLst>
                                            <p:cond delay="0"/>
                                          </p:stCondLst>
                                        </p:cTn>
                                        <p:tgtEl>
                                          <p:spTgt spid="5"/>
                                        </p:tgtEl>
                                        <p:attrNameLst>
                                          <p:attrName>style.visibility</p:attrName>
                                        </p:attrNameLst>
                                      </p:cBhvr>
                                      <p:to>
                                        <p:strVal val="visible"/>
                                      </p:to>
                                    </p:set>
                                    <p:animEffect transition="in" filter="wipe(down)">
                                      <p:cBhvr>
                                        <p:cTn id="343" dur="580">
                                          <p:stCondLst>
                                            <p:cond delay="0"/>
                                          </p:stCondLst>
                                        </p:cTn>
                                        <p:tgtEl>
                                          <p:spTgt spid="5"/>
                                        </p:tgtEl>
                                      </p:cBhvr>
                                    </p:animEffect>
                                    <p:anim calcmode="lin" valueType="num">
                                      <p:cBhvr>
                                        <p:cTn id="344"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345"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346"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347"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348"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349" dur="26">
                                          <p:stCondLst>
                                            <p:cond delay="650"/>
                                          </p:stCondLst>
                                        </p:cTn>
                                        <p:tgtEl>
                                          <p:spTgt spid="5"/>
                                        </p:tgtEl>
                                      </p:cBhvr>
                                      <p:to x="100000" y="60000"/>
                                    </p:animScale>
                                    <p:animScale>
                                      <p:cBhvr>
                                        <p:cTn id="350" dur="166" decel="50000">
                                          <p:stCondLst>
                                            <p:cond delay="676"/>
                                          </p:stCondLst>
                                        </p:cTn>
                                        <p:tgtEl>
                                          <p:spTgt spid="5"/>
                                        </p:tgtEl>
                                      </p:cBhvr>
                                      <p:to x="100000" y="100000"/>
                                    </p:animScale>
                                    <p:animScale>
                                      <p:cBhvr>
                                        <p:cTn id="351" dur="26">
                                          <p:stCondLst>
                                            <p:cond delay="1312"/>
                                          </p:stCondLst>
                                        </p:cTn>
                                        <p:tgtEl>
                                          <p:spTgt spid="5"/>
                                        </p:tgtEl>
                                      </p:cBhvr>
                                      <p:to x="100000" y="80000"/>
                                    </p:animScale>
                                    <p:animScale>
                                      <p:cBhvr>
                                        <p:cTn id="352" dur="166" decel="50000">
                                          <p:stCondLst>
                                            <p:cond delay="1338"/>
                                          </p:stCondLst>
                                        </p:cTn>
                                        <p:tgtEl>
                                          <p:spTgt spid="5"/>
                                        </p:tgtEl>
                                      </p:cBhvr>
                                      <p:to x="100000" y="100000"/>
                                    </p:animScale>
                                    <p:animScale>
                                      <p:cBhvr>
                                        <p:cTn id="353" dur="26">
                                          <p:stCondLst>
                                            <p:cond delay="1642"/>
                                          </p:stCondLst>
                                        </p:cTn>
                                        <p:tgtEl>
                                          <p:spTgt spid="5"/>
                                        </p:tgtEl>
                                      </p:cBhvr>
                                      <p:to x="100000" y="90000"/>
                                    </p:animScale>
                                    <p:animScale>
                                      <p:cBhvr>
                                        <p:cTn id="354" dur="166" decel="50000">
                                          <p:stCondLst>
                                            <p:cond delay="1668"/>
                                          </p:stCondLst>
                                        </p:cTn>
                                        <p:tgtEl>
                                          <p:spTgt spid="5"/>
                                        </p:tgtEl>
                                      </p:cBhvr>
                                      <p:to x="100000" y="100000"/>
                                    </p:animScale>
                                    <p:animScale>
                                      <p:cBhvr>
                                        <p:cTn id="355" dur="26">
                                          <p:stCondLst>
                                            <p:cond delay="1808"/>
                                          </p:stCondLst>
                                        </p:cTn>
                                        <p:tgtEl>
                                          <p:spTgt spid="5"/>
                                        </p:tgtEl>
                                      </p:cBhvr>
                                      <p:to x="100000" y="95000"/>
                                    </p:animScale>
                                    <p:animScale>
                                      <p:cBhvr>
                                        <p:cTn id="356" dur="166" decel="50000">
                                          <p:stCondLst>
                                            <p:cond delay="1834"/>
                                          </p:stCondLst>
                                        </p:cTn>
                                        <p:tgtEl>
                                          <p:spTgt spid="5"/>
                                        </p:tgtEl>
                                      </p:cBhvr>
                                      <p:to x="100000" y="100000"/>
                                    </p:animScale>
                                  </p:childTnLst>
                                </p:cTn>
                              </p:par>
                              <p:par>
                                <p:cTn id="357" presetID="26" presetClass="entr" presetSubtype="0" fill="hold" grpId="0" nodeType="withEffect">
                                  <p:stCondLst>
                                    <p:cond delay="0"/>
                                  </p:stCondLst>
                                  <p:childTnLst>
                                    <p:set>
                                      <p:cBhvr>
                                        <p:cTn id="358" dur="1" fill="hold">
                                          <p:stCondLst>
                                            <p:cond delay="0"/>
                                          </p:stCondLst>
                                        </p:cTn>
                                        <p:tgtEl>
                                          <p:spTgt spid="12"/>
                                        </p:tgtEl>
                                        <p:attrNameLst>
                                          <p:attrName>style.visibility</p:attrName>
                                        </p:attrNameLst>
                                      </p:cBhvr>
                                      <p:to>
                                        <p:strVal val="visible"/>
                                      </p:to>
                                    </p:set>
                                    <p:animEffect transition="in" filter="wipe(down)">
                                      <p:cBhvr>
                                        <p:cTn id="359" dur="580">
                                          <p:stCondLst>
                                            <p:cond delay="0"/>
                                          </p:stCondLst>
                                        </p:cTn>
                                        <p:tgtEl>
                                          <p:spTgt spid="12"/>
                                        </p:tgtEl>
                                      </p:cBhvr>
                                    </p:animEffect>
                                    <p:anim calcmode="lin" valueType="num">
                                      <p:cBhvr>
                                        <p:cTn id="360" dur="1822" tmFilter="0,0; 0.14,0.36; 0.43,0.73; 0.71,0.91; 1.0,1.0">
                                          <p:stCondLst>
                                            <p:cond delay="0"/>
                                          </p:stCondLst>
                                        </p:cTn>
                                        <p:tgtEl>
                                          <p:spTgt spid="12"/>
                                        </p:tgtEl>
                                        <p:attrNameLst>
                                          <p:attrName>ppt_x</p:attrName>
                                        </p:attrNameLst>
                                      </p:cBhvr>
                                      <p:tavLst>
                                        <p:tav tm="0">
                                          <p:val>
                                            <p:strVal val="#ppt_x-0.25"/>
                                          </p:val>
                                        </p:tav>
                                        <p:tav tm="100000">
                                          <p:val>
                                            <p:strVal val="#ppt_x"/>
                                          </p:val>
                                        </p:tav>
                                      </p:tavLst>
                                    </p:anim>
                                    <p:anim calcmode="lin" valueType="num">
                                      <p:cBhvr>
                                        <p:cTn id="361" dur="664" tmFilter="0.0,0.0; 0.25,0.07; 0.50,0.2; 0.75,0.467; 1.0,1.0">
                                          <p:stCondLst>
                                            <p:cond delay="0"/>
                                          </p:stCondLst>
                                        </p:cTn>
                                        <p:tgtEl>
                                          <p:spTgt spid="12"/>
                                        </p:tgtEl>
                                        <p:attrNameLst>
                                          <p:attrName>ppt_y</p:attrName>
                                        </p:attrNameLst>
                                      </p:cBhvr>
                                      <p:tavLst>
                                        <p:tav tm="0" fmla="#ppt_y-sin(pi*$)/3">
                                          <p:val>
                                            <p:fltVal val="0.5"/>
                                          </p:val>
                                        </p:tav>
                                        <p:tav tm="100000">
                                          <p:val>
                                            <p:fltVal val="1"/>
                                          </p:val>
                                        </p:tav>
                                      </p:tavLst>
                                    </p:anim>
                                    <p:anim calcmode="lin" valueType="num">
                                      <p:cBhvr>
                                        <p:cTn id="362" dur="664" tmFilter="0, 0; 0.125,0.2665; 0.25,0.4; 0.375,0.465; 0.5,0.5;  0.625,0.535; 0.75,0.6; 0.875,0.7335; 1,1">
                                          <p:stCondLst>
                                            <p:cond delay="664"/>
                                          </p:stCondLst>
                                        </p:cTn>
                                        <p:tgtEl>
                                          <p:spTgt spid="12"/>
                                        </p:tgtEl>
                                        <p:attrNameLst>
                                          <p:attrName>ppt_y</p:attrName>
                                        </p:attrNameLst>
                                      </p:cBhvr>
                                      <p:tavLst>
                                        <p:tav tm="0" fmla="#ppt_y-sin(pi*$)/9">
                                          <p:val>
                                            <p:fltVal val="0"/>
                                          </p:val>
                                        </p:tav>
                                        <p:tav tm="100000">
                                          <p:val>
                                            <p:fltVal val="1"/>
                                          </p:val>
                                        </p:tav>
                                      </p:tavLst>
                                    </p:anim>
                                    <p:anim calcmode="lin" valueType="num">
                                      <p:cBhvr>
                                        <p:cTn id="363" dur="332" tmFilter="0, 0; 0.125,0.2665; 0.25,0.4; 0.375,0.465; 0.5,0.5;  0.625,0.535; 0.75,0.6; 0.875,0.7335; 1,1">
                                          <p:stCondLst>
                                            <p:cond delay="1324"/>
                                          </p:stCondLst>
                                        </p:cTn>
                                        <p:tgtEl>
                                          <p:spTgt spid="12"/>
                                        </p:tgtEl>
                                        <p:attrNameLst>
                                          <p:attrName>ppt_y</p:attrName>
                                        </p:attrNameLst>
                                      </p:cBhvr>
                                      <p:tavLst>
                                        <p:tav tm="0" fmla="#ppt_y-sin(pi*$)/27">
                                          <p:val>
                                            <p:fltVal val="0"/>
                                          </p:val>
                                        </p:tav>
                                        <p:tav tm="100000">
                                          <p:val>
                                            <p:fltVal val="1"/>
                                          </p:val>
                                        </p:tav>
                                      </p:tavLst>
                                    </p:anim>
                                    <p:anim calcmode="lin" valueType="num">
                                      <p:cBhvr>
                                        <p:cTn id="364" dur="164" tmFilter="0, 0; 0.125,0.2665; 0.25,0.4; 0.375,0.465; 0.5,0.5;  0.625,0.535; 0.75,0.6; 0.875,0.7335; 1,1">
                                          <p:stCondLst>
                                            <p:cond delay="1656"/>
                                          </p:stCondLst>
                                        </p:cTn>
                                        <p:tgtEl>
                                          <p:spTgt spid="12"/>
                                        </p:tgtEl>
                                        <p:attrNameLst>
                                          <p:attrName>ppt_y</p:attrName>
                                        </p:attrNameLst>
                                      </p:cBhvr>
                                      <p:tavLst>
                                        <p:tav tm="0" fmla="#ppt_y-sin(pi*$)/81">
                                          <p:val>
                                            <p:fltVal val="0"/>
                                          </p:val>
                                        </p:tav>
                                        <p:tav tm="100000">
                                          <p:val>
                                            <p:fltVal val="1"/>
                                          </p:val>
                                        </p:tav>
                                      </p:tavLst>
                                    </p:anim>
                                    <p:animScale>
                                      <p:cBhvr>
                                        <p:cTn id="365" dur="26">
                                          <p:stCondLst>
                                            <p:cond delay="650"/>
                                          </p:stCondLst>
                                        </p:cTn>
                                        <p:tgtEl>
                                          <p:spTgt spid="12"/>
                                        </p:tgtEl>
                                      </p:cBhvr>
                                      <p:to x="100000" y="60000"/>
                                    </p:animScale>
                                    <p:animScale>
                                      <p:cBhvr>
                                        <p:cTn id="366" dur="166" decel="50000">
                                          <p:stCondLst>
                                            <p:cond delay="676"/>
                                          </p:stCondLst>
                                        </p:cTn>
                                        <p:tgtEl>
                                          <p:spTgt spid="12"/>
                                        </p:tgtEl>
                                      </p:cBhvr>
                                      <p:to x="100000" y="100000"/>
                                    </p:animScale>
                                    <p:animScale>
                                      <p:cBhvr>
                                        <p:cTn id="367" dur="26">
                                          <p:stCondLst>
                                            <p:cond delay="1312"/>
                                          </p:stCondLst>
                                        </p:cTn>
                                        <p:tgtEl>
                                          <p:spTgt spid="12"/>
                                        </p:tgtEl>
                                      </p:cBhvr>
                                      <p:to x="100000" y="80000"/>
                                    </p:animScale>
                                    <p:animScale>
                                      <p:cBhvr>
                                        <p:cTn id="368" dur="166" decel="50000">
                                          <p:stCondLst>
                                            <p:cond delay="1338"/>
                                          </p:stCondLst>
                                        </p:cTn>
                                        <p:tgtEl>
                                          <p:spTgt spid="12"/>
                                        </p:tgtEl>
                                      </p:cBhvr>
                                      <p:to x="100000" y="100000"/>
                                    </p:animScale>
                                    <p:animScale>
                                      <p:cBhvr>
                                        <p:cTn id="369" dur="26">
                                          <p:stCondLst>
                                            <p:cond delay="1642"/>
                                          </p:stCondLst>
                                        </p:cTn>
                                        <p:tgtEl>
                                          <p:spTgt spid="12"/>
                                        </p:tgtEl>
                                      </p:cBhvr>
                                      <p:to x="100000" y="90000"/>
                                    </p:animScale>
                                    <p:animScale>
                                      <p:cBhvr>
                                        <p:cTn id="370" dur="166" decel="50000">
                                          <p:stCondLst>
                                            <p:cond delay="1668"/>
                                          </p:stCondLst>
                                        </p:cTn>
                                        <p:tgtEl>
                                          <p:spTgt spid="12"/>
                                        </p:tgtEl>
                                      </p:cBhvr>
                                      <p:to x="100000" y="100000"/>
                                    </p:animScale>
                                    <p:animScale>
                                      <p:cBhvr>
                                        <p:cTn id="371" dur="26">
                                          <p:stCondLst>
                                            <p:cond delay="1808"/>
                                          </p:stCondLst>
                                        </p:cTn>
                                        <p:tgtEl>
                                          <p:spTgt spid="12"/>
                                        </p:tgtEl>
                                      </p:cBhvr>
                                      <p:to x="100000" y="95000"/>
                                    </p:animScale>
                                    <p:animScale>
                                      <p:cBhvr>
                                        <p:cTn id="372" dur="166" decel="50000">
                                          <p:stCondLst>
                                            <p:cond delay="1834"/>
                                          </p:stCondLst>
                                        </p:cTn>
                                        <p:tgtEl>
                                          <p:spTgt spid="12"/>
                                        </p:tgtEl>
                                      </p:cBhvr>
                                      <p:to x="100000" y="100000"/>
                                    </p:animScale>
                                  </p:childTnLst>
                                </p:cTn>
                              </p:par>
                              <p:par>
                                <p:cTn id="373" presetID="26" presetClass="entr" presetSubtype="0" fill="hold" grpId="0" nodeType="withEffect">
                                  <p:stCondLst>
                                    <p:cond delay="0"/>
                                  </p:stCondLst>
                                  <p:childTnLst>
                                    <p:set>
                                      <p:cBhvr>
                                        <p:cTn id="374" dur="1" fill="hold">
                                          <p:stCondLst>
                                            <p:cond delay="0"/>
                                          </p:stCondLst>
                                        </p:cTn>
                                        <p:tgtEl>
                                          <p:spTgt spid="27"/>
                                        </p:tgtEl>
                                        <p:attrNameLst>
                                          <p:attrName>style.visibility</p:attrName>
                                        </p:attrNameLst>
                                      </p:cBhvr>
                                      <p:to>
                                        <p:strVal val="visible"/>
                                      </p:to>
                                    </p:set>
                                    <p:animEffect transition="in" filter="wipe(down)">
                                      <p:cBhvr>
                                        <p:cTn id="375" dur="580">
                                          <p:stCondLst>
                                            <p:cond delay="0"/>
                                          </p:stCondLst>
                                        </p:cTn>
                                        <p:tgtEl>
                                          <p:spTgt spid="27"/>
                                        </p:tgtEl>
                                      </p:cBhvr>
                                    </p:animEffect>
                                    <p:anim calcmode="lin" valueType="num">
                                      <p:cBhvr>
                                        <p:cTn id="376" dur="1822" tmFilter="0,0; 0.14,0.36; 0.43,0.73; 0.71,0.91; 1.0,1.0">
                                          <p:stCondLst>
                                            <p:cond delay="0"/>
                                          </p:stCondLst>
                                        </p:cTn>
                                        <p:tgtEl>
                                          <p:spTgt spid="27"/>
                                        </p:tgtEl>
                                        <p:attrNameLst>
                                          <p:attrName>ppt_x</p:attrName>
                                        </p:attrNameLst>
                                      </p:cBhvr>
                                      <p:tavLst>
                                        <p:tav tm="0">
                                          <p:val>
                                            <p:strVal val="#ppt_x-0.25"/>
                                          </p:val>
                                        </p:tav>
                                        <p:tav tm="100000">
                                          <p:val>
                                            <p:strVal val="#ppt_x"/>
                                          </p:val>
                                        </p:tav>
                                      </p:tavLst>
                                    </p:anim>
                                    <p:anim calcmode="lin" valueType="num">
                                      <p:cBhvr>
                                        <p:cTn id="377" dur="664" tmFilter="0.0,0.0; 0.25,0.07; 0.50,0.2; 0.75,0.467; 1.0,1.0">
                                          <p:stCondLst>
                                            <p:cond delay="0"/>
                                          </p:stCondLst>
                                        </p:cTn>
                                        <p:tgtEl>
                                          <p:spTgt spid="27"/>
                                        </p:tgtEl>
                                        <p:attrNameLst>
                                          <p:attrName>ppt_y</p:attrName>
                                        </p:attrNameLst>
                                      </p:cBhvr>
                                      <p:tavLst>
                                        <p:tav tm="0" fmla="#ppt_y-sin(pi*$)/3">
                                          <p:val>
                                            <p:fltVal val="0.5"/>
                                          </p:val>
                                        </p:tav>
                                        <p:tav tm="100000">
                                          <p:val>
                                            <p:fltVal val="1"/>
                                          </p:val>
                                        </p:tav>
                                      </p:tavLst>
                                    </p:anim>
                                    <p:anim calcmode="lin" valueType="num">
                                      <p:cBhvr>
                                        <p:cTn id="378" dur="664" tmFilter="0, 0; 0.125,0.2665; 0.25,0.4; 0.375,0.465; 0.5,0.5;  0.625,0.535; 0.75,0.6; 0.875,0.7335; 1,1">
                                          <p:stCondLst>
                                            <p:cond delay="664"/>
                                          </p:stCondLst>
                                        </p:cTn>
                                        <p:tgtEl>
                                          <p:spTgt spid="27"/>
                                        </p:tgtEl>
                                        <p:attrNameLst>
                                          <p:attrName>ppt_y</p:attrName>
                                        </p:attrNameLst>
                                      </p:cBhvr>
                                      <p:tavLst>
                                        <p:tav tm="0" fmla="#ppt_y-sin(pi*$)/9">
                                          <p:val>
                                            <p:fltVal val="0"/>
                                          </p:val>
                                        </p:tav>
                                        <p:tav tm="100000">
                                          <p:val>
                                            <p:fltVal val="1"/>
                                          </p:val>
                                        </p:tav>
                                      </p:tavLst>
                                    </p:anim>
                                    <p:anim calcmode="lin" valueType="num">
                                      <p:cBhvr>
                                        <p:cTn id="379" dur="332" tmFilter="0, 0; 0.125,0.2665; 0.25,0.4; 0.375,0.465; 0.5,0.5;  0.625,0.535; 0.75,0.6; 0.875,0.7335; 1,1">
                                          <p:stCondLst>
                                            <p:cond delay="1324"/>
                                          </p:stCondLst>
                                        </p:cTn>
                                        <p:tgtEl>
                                          <p:spTgt spid="27"/>
                                        </p:tgtEl>
                                        <p:attrNameLst>
                                          <p:attrName>ppt_y</p:attrName>
                                        </p:attrNameLst>
                                      </p:cBhvr>
                                      <p:tavLst>
                                        <p:tav tm="0" fmla="#ppt_y-sin(pi*$)/27">
                                          <p:val>
                                            <p:fltVal val="0"/>
                                          </p:val>
                                        </p:tav>
                                        <p:tav tm="100000">
                                          <p:val>
                                            <p:fltVal val="1"/>
                                          </p:val>
                                        </p:tav>
                                      </p:tavLst>
                                    </p:anim>
                                    <p:anim calcmode="lin" valueType="num">
                                      <p:cBhvr>
                                        <p:cTn id="380" dur="164" tmFilter="0, 0; 0.125,0.2665; 0.25,0.4; 0.375,0.465; 0.5,0.5;  0.625,0.535; 0.75,0.6; 0.875,0.7335; 1,1">
                                          <p:stCondLst>
                                            <p:cond delay="1656"/>
                                          </p:stCondLst>
                                        </p:cTn>
                                        <p:tgtEl>
                                          <p:spTgt spid="27"/>
                                        </p:tgtEl>
                                        <p:attrNameLst>
                                          <p:attrName>ppt_y</p:attrName>
                                        </p:attrNameLst>
                                      </p:cBhvr>
                                      <p:tavLst>
                                        <p:tav tm="0" fmla="#ppt_y-sin(pi*$)/81">
                                          <p:val>
                                            <p:fltVal val="0"/>
                                          </p:val>
                                        </p:tav>
                                        <p:tav tm="100000">
                                          <p:val>
                                            <p:fltVal val="1"/>
                                          </p:val>
                                        </p:tav>
                                      </p:tavLst>
                                    </p:anim>
                                    <p:animScale>
                                      <p:cBhvr>
                                        <p:cTn id="381" dur="26">
                                          <p:stCondLst>
                                            <p:cond delay="650"/>
                                          </p:stCondLst>
                                        </p:cTn>
                                        <p:tgtEl>
                                          <p:spTgt spid="27"/>
                                        </p:tgtEl>
                                      </p:cBhvr>
                                      <p:to x="100000" y="60000"/>
                                    </p:animScale>
                                    <p:animScale>
                                      <p:cBhvr>
                                        <p:cTn id="382" dur="166" decel="50000">
                                          <p:stCondLst>
                                            <p:cond delay="676"/>
                                          </p:stCondLst>
                                        </p:cTn>
                                        <p:tgtEl>
                                          <p:spTgt spid="27"/>
                                        </p:tgtEl>
                                      </p:cBhvr>
                                      <p:to x="100000" y="100000"/>
                                    </p:animScale>
                                    <p:animScale>
                                      <p:cBhvr>
                                        <p:cTn id="383" dur="26">
                                          <p:stCondLst>
                                            <p:cond delay="1312"/>
                                          </p:stCondLst>
                                        </p:cTn>
                                        <p:tgtEl>
                                          <p:spTgt spid="27"/>
                                        </p:tgtEl>
                                      </p:cBhvr>
                                      <p:to x="100000" y="80000"/>
                                    </p:animScale>
                                    <p:animScale>
                                      <p:cBhvr>
                                        <p:cTn id="384" dur="166" decel="50000">
                                          <p:stCondLst>
                                            <p:cond delay="1338"/>
                                          </p:stCondLst>
                                        </p:cTn>
                                        <p:tgtEl>
                                          <p:spTgt spid="27"/>
                                        </p:tgtEl>
                                      </p:cBhvr>
                                      <p:to x="100000" y="100000"/>
                                    </p:animScale>
                                    <p:animScale>
                                      <p:cBhvr>
                                        <p:cTn id="385" dur="26">
                                          <p:stCondLst>
                                            <p:cond delay="1642"/>
                                          </p:stCondLst>
                                        </p:cTn>
                                        <p:tgtEl>
                                          <p:spTgt spid="27"/>
                                        </p:tgtEl>
                                      </p:cBhvr>
                                      <p:to x="100000" y="90000"/>
                                    </p:animScale>
                                    <p:animScale>
                                      <p:cBhvr>
                                        <p:cTn id="386" dur="166" decel="50000">
                                          <p:stCondLst>
                                            <p:cond delay="1668"/>
                                          </p:stCondLst>
                                        </p:cTn>
                                        <p:tgtEl>
                                          <p:spTgt spid="27"/>
                                        </p:tgtEl>
                                      </p:cBhvr>
                                      <p:to x="100000" y="100000"/>
                                    </p:animScale>
                                    <p:animScale>
                                      <p:cBhvr>
                                        <p:cTn id="387" dur="26">
                                          <p:stCondLst>
                                            <p:cond delay="1808"/>
                                          </p:stCondLst>
                                        </p:cTn>
                                        <p:tgtEl>
                                          <p:spTgt spid="27"/>
                                        </p:tgtEl>
                                      </p:cBhvr>
                                      <p:to x="100000" y="95000"/>
                                    </p:animScale>
                                    <p:animScale>
                                      <p:cBhvr>
                                        <p:cTn id="388" dur="166" decel="50000">
                                          <p:stCondLst>
                                            <p:cond delay="1834"/>
                                          </p:stCondLst>
                                        </p:cTn>
                                        <p:tgtEl>
                                          <p:spTgt spid="27"/>
                                        </p:tgtEl>
                                      </p:cBhvr>
                                      <p:to x="100000" y="100000"/>
                                    </p:animScale>
                                  </p:childTnLst>
                                </p:cTn>
                              </p:par>
                              <p:par>
                                <p:cTn id="389" presetID="26" presetClass="entr" presetSubtype="0" fill="hold" grpId="0" nodeType="withEffect">
                                  <p:stCondLst>
                                    <p:cond delay="0"/>
                                  </p:stCondLst>
                                  <p:childTnLst>
                                    <p:set>
                                      <p:cBhvr>
                                        <p:cTn id="390" dur="1" fill="hold">
                                          <p:stCondLst>
                                            <p:cond delay="0"/>
                                          </p:stCondLst>
                                        </p:cTn>
                                        <p:tgtEl>
                                          <p:spTgt spid="29"/>
                                        </p:tgtEl>
                                        <p:attrNameLst>
                                          <p:attrName>style.visibility</p:attrName>
                                        </p:attrNameLst>
                                      </p:cBhvr>
                                      <p:to>
                                        <p:strVal val="visible"/>
                                      </p:to>
                                    </p:set>
                                    <p:animEffect transition="in" filter="wipe(down)">
                                      <p:cBhvr>
                                        <p:cTn id="391" dur="580">
                                          <p:stCondLst>
                                            <p:cond delay="0"/>
                                          </p:stCondLst>
                                        </p:cTn>
                                        <p:tgtEl>
                                          <p:spTgt spid="29"/>
                                        </p:tgtEl>
                                      </p:cBhvr>
                                    </p:animEffect>
                                    <p:anim calcmode="lin" valueType="num">
                                      <p:cBhvr>
                                        <p:cTn id="392" dur="1822" tmFilter="0,0; 0.14,0.36; 0.43,0.73; 0.71,0.91; 1.0,1.0">
                                          <p:stCondLst>
                                            <p:cond delay="0"/>
                                          </p:stCondLst>
                                        </p:cTn>
                                        <p:tgtEl>
                                          <p:spTgt spid="29"/>
                                        </p:tgtEl>
                                        <p:attrNameLst>
                                          <p:attrName>ppt_x</p:attrName>
                                        </p:attrNameLst>
                                      </p:cBhvr>
                                      <p:tavLst>
                                        <p:tav tm="0">
                                          <p:val>
                                            <p:strVal val="#ppt_x-0.25"/>
                                          </p:val>
                                        </p:tav>
                                        <p:tav tm="100000">
                                          <p:val>
                                            <p:strVal val="#ppt_x"/>
                                          </p:val>
                                        </p:tav>
                                      </p:tavLst>
                                    </p:anim>
                                    <p:anim calcmode="lin" valueType="num">
                                      <p:cBhvr>
                                        <p:cTn id="393" dur="664" tmFilter="0.0,0.0; 0.25,0.07; 0.50,0.2; 0.75,0.467; 1.0,1.0">
                                          <p:stCondLst>
                                            <p:cond delay="0"/>
                                          </p:stCondLst>
                                        </p:cTn>
                                        <p:tgtEl>
                                          <p:spTgt spid="29"/>
                                        </p:tgtEl>
                                        <p:attrNameLst>
                                          <p:attrName>ppt_y</p:attrName>
                                        </p:attrNameLst>
                                      </p:cBhvr>
                                      <p:tavLst>
                                        <p:tav tm="0" fmla="#ppt_y-sin(pi*$)/3">
                                          <p:val>
                                            <p:fltVal val="0.5"/>
                                          </p:val>
                                        </p:tav>
                                        <p:tav tm="100000">
                                          <p:val>
                                            <p:fltVal val="1"/>
                                          </p:val>
                                        </p:tav>
                                      </p:tavLst>
                                    </p:anim>
                                    <p:anim calcmode="lin" valueType="num">
                                      <p:cBhvr>
                                        <p:cTn id="394" dur="664" tmFilter="0, 0; 0.125,0.2665; 0.25,0.4; 0.375,0.465; 0.5,0.5;  0.625,0.535; 0.75,0.6; 0.875,0.7335; 1,1">
                                          <p:stCondLst>
                                            <p:cond delay="664"/>
                                          </p:stCondLst>
                                        </p:cTn>
                                        <p:tgtEl>
                                          <p:spTgt spid="29"/>
                                        </p:tgtEl>
                                        <p:attrNameLst>
                                          <p:attrName>ppt_y</p:attrName>
                                        </p:attrNameLst>
                                      </p:cBhvr>
                                      <p:tavLst>
                                        <p:tav tm="0" fmla="#ppt_y-sin(pi*$)/9">
                                          <p:val>
                                            <p:fltVal val="0"/>
                                          </p:val>
                                        </p:tav>
                                        <p:tav tm="100000">
                                          <p:val>
                                            <p:fltVal val="1"/>
                                          </p:val>
                                        </p:tav>
                                      </p:tavLst>
                                    </p:anim>
                                    <p:anim calcmode="lin" valueType="num">
                                      <p:cBhvr>
                                        <p:cTn id="395" dur="332" tmFilter="0, 0; 0.125,0.2665; 0.25,0.4; 0.375,0.465; 0.5,0.5;  0.625,0.535; 0.75,0.6; 0.875,0.7335; 1,1">
                                          <p:stCondLst>
                                            <p:cond delay="1324"/>
                                          </p:stCondLst>
                                        </p:cTn>
                                        <p:tgtEl>
                                          <p:spTgt spid="29"/>
                                        </p:tgtEl>
                                        <p:attrNameLst>
                                          <p:attrName>ppt_y</p:attrName>
                                        </p:attrNameLst>
                                      </p:cBhvr>
                                      <p:tavLst>
                                        <p:tav tm="0" fmla="#ppt_y-sin(pi*$)/27">
                                          <p:val>
                                            <p:fltVal val="0"/>
                                          </p:val>
                                        </p:tav>
                                        <p:tav tm="100000">
                                          <p:val>
                                            <p:fltVal val="1"/>
                                          </p:val>
                                        </p:tav>
                                      </p:tavLst>
                                    </p:anim>
                                    <p:anim calcmode="lin" valueType="num">
                                      <p:cBhvr>
                                        <p:cTn id="396" dur="164" tmFilter="0, 0; 0.125,0.2665; 0.25,0.4; 0.375,0.465; 0.5,0.5;  0.625,0.535; 0.75,0.6; 0.875,0.7335; 1,1">
                                          <p:stCondLst>
                                            <p:cond delay="1656"/>
                                          </p:stCondLst>
                                        </p:cTn>
                                        <p:tgtEl>
                                          <p:spTgt spid="29"/>
                                        </p:tgtEl>
                                        <p:attrNameLst>
                                          <p:attrName>ppt_y</p:attrName>
                                        </p:attrNameLst>
                                      </p:cBhvr>
                                      <p:tavLst>
                                        <p:tav tm="0" fmla="#ppt_y-sin(pi*$)/81">
                                          <p:val>
                                            <p:fltVal val="0"/>
                                          </p:val>
                                        </p:tav>
                                        <p:tav tm="100000">
                                          <p:val>
                                            <p:fltVal val="1"/>
                                          </p:val>
                                        </p:tav>
                                      </p:tavLst>
                                    </p:anim>
                                    <p:animScale>
                                      <p:cBhvr>
                                        <p:cTn id="397" dur="26">
                                          <p:stCondLst>
                                            <p:cond delay="650"/>
                                          </p:stCondLst>
                                        </p:cTn>
                                        <p:tgtEl>
                                          <p:spTgt spid="29"/>
                                        </p:tgtEl>
                                      </p:cBhvr>
                                      <p:to x="100000" y="60000"/>
                                    </p:animScale>
                                    <p:animScale>
                                      <p:cBhvr>
                                        <p:cTn id="398" dur="166" decel="50000">
                                          <p:stCondLst>
                                            <p:cond delay="676"/>
                                          </p:stCondLst>
                                        </p:cTn>
                                        <p:tgtEl>
                                          <p:spTgt spid="29"/>
                                        </p:tgtEl>
                                      </p:cBhvr>
                                      <p:to x="100000" y="100000"/>
                                    </p:animScale>
                                    <p:animScale>
                                      <p:cBhvr>
                                        <p:cTn id="399" dur="26">
                                          <p:stCondLst>
                                            <p:cond delay="1312"/>
                                          </p:stCondLst>
                                        </p:cTn>
                                        <p:tgtEl>
                                          <p:spTgt spid="29"/>
                                        </p:tgtEl>
                                      </p:cBhvr>
                                      <p:to x="100000" y="80000"/>
                                    </p:animScale>
                                    <p:animScale>
                                      <p:cBhvr>
                                        <p:cTn id="400" dur="166" decel="50000">
                                          <p:stCondLst>
                                            <p:cond delay="1338"/>
                                          </p:stCondLst>
                                        </p:cTn>
                                        <p:tgtEl>
                                          <p:spTgt spid="29"/>
                                        </p:tgtEl>
                                      </p:cBhvr>
                                      <p:to x="100000" y="100000"/>
                                    </p:animScale>
                                    <p:animScale>
                                      <p:cBhvr>
                                        <p:cTn id="401" dur="26">
                                          <p:stCondLst>
                                            <p:cond delay="1642"/>
                                          </p:stCondLst>
                                        </p:cTn>
                                        <p:tgtEl>
                                          <p:spTgt spid="29"/>
                                        </p:tgtEl>
                                      </p:cBhvr>
                                      <p:to x="100000" y="90000"/>
                                    </p:animScale>
                                    <p:animScale>
                                      <p:cBhvr>
                                        <p:cTn id="402" dur="166" decel="50000">
                                          <p:stCondLst>
                                            <p:cond delay="1668"/>
                                          </p:stCondLst>
                                        </p:cTn>
                                        <p:tgtEl>
                                          <p:spTgt spid="29"/>
                                        </p:tgtEl>
                                      </p:cBhvr>
                                      <p:to x="100000" y="100000"/>
                                    </p:animScale>
                                    <p:animScale>
                                      <p:cBhvr>
                                        <p:cTn id="403" dur="26">
                                          <p:stCondLst>
                                            <p:cond delay="1808"/>
                                          </p:stCondLst>
                                        </p:cTn>
                                        <p:tgtEl>
                                          <p:spTgt spid="29"/>
                                        </p:tgtEl>
                                      </p:cBhvr>
                                      <p:to x="100000" y="95000"/>
                                    </p:animScale>
                                    <p:animScale>
                                      <p:cBhvr>
                                        <p:cTn id="404" dur="166" decel="50000">
                                          <p:stCondLst>
                                            <p:cond delay="1834"/>
                                          </p:stCondLst>
                                        </p:cTn>
                                        <p:tgtEl>
                                          <p:spTgt spid="29"/>
                                        </p:tgtEl>
                                      </p:cBhvr>
                                      <p:to x="100000" y="100000"/>
                                    </p:animScale>
                                  </p:childTnLst>
                                </p:cTn>
                              </p:par>
                              <p:par>
                                <p:cTn id="405" presetID="26" presetClass="entr" presetSubtype="0" fill="hold" grpId="0" nodeType="withEffect">
                                  <p:stCondLst>
                                    <p:cond delay="0"/>
                                  </p:stCondLst>
                                  <p:childTnLst>
                                    <p:set>
                                      <p:cBhvr>
                                        <p:cTn id="406" dur="1" fill="hold">
                                          <p:stCondLst>
                                            <p:cond delay="0"/>
                                          </p:stCondLst>
                                        </p:cTn>
                                        <p:tgtEl>
                                          <p:spTgt spid="17"/>
                                        </p:tgtEl>
                                        <p:attrNameLst>
                                          <p:attrName>style.visibility</p:attrName>
                                        </p:attrNameLst>
                                      </p:cBhvr>
                                      <p:to>
                                        <p:strVal val="visible"/>
                                      </p:to>
                                    </p:set>
                                    <p:animEffect transition="in" filter="wipe(down)">
                                      <p:cBhvr>
                                        <p:cTn id="407" dur="580">
                                          <p:stCondLst>
                                            <p:cond delay="0"/>
                                          </p:stCondLst>
                                        </p:cTn>
                                        <p:tgtEl>
                                          <p:spTgt spid="17"/>
                                        </p:tgtEl>
                                      </p:cBhvr>
                                    </p:animEffect>
                                    <p:anim calcmode="lin" valueType="num">
                                      <p:cBhvr>
                                        <p:cTn id="408" dur="1822" tmFilter="0,0; 0.14,0.36; 0.43,0.73; 0.71,0.91; 1.0,1.0">
                                          <p:stCondLst>
                                            <p:cond delay="0"/>
                                          </p:stCondLst>
                                        </p:cTn>
                                        <p:tgtEl>
                                          <p:spTgt spid="17"/>
                                        </p:tgtEl>
                                        <p:attrNameLst>
                                          <p:attrName>ppt_x</p:attrName>
                                        </p:attrNameLst>
                                      </p:cBhvr>
                                      <p:tavLst>
                                        <p:tav tm="0">
                                          <p:val>
                                            <p:strVal val="#ppt_x-0.25"/>
                                          </p:val>
                                        </p:tav>
                                        <p:tav tm="100000">
                                          <p:val>
                                            <p:strVal val="#ppt_x"/>
                                          </p:val>
                                        </p:tav>
                                      </p:tavLst>
                                    </p:anim>
                                    <p:anim calcmode="lin" valueType="num">
                                      <p:cBhvr>
                                        <p:cTn id="409" dur="664" tmFilter="0.0,0.0; 0.25,0.07; 0.50,0.2; 0.75,0.467; 1.0,1.0">
                                          <p:stCondLst>
                                            <p:cond delay="0"/>
                                          </p:stCondLst>
                                        </p:cTn>
                                        <p:tgtEl>
                                          <p:spTgt spid="17"/>
                                        </p:tgtEl>
                                        <p:attrNameLst>
                                          <p:attrName>ppt_y</p:attrName>
                                        </p:attrNameLst>
                                      </p:cBhvr>
                                      <p:tavLst>
                                        <p:tav tm="0" fmla="#ppt_y-sin(pi*$)/3">
                                          <p:val>
                                            <p:fltVal val="0.5"/>
                                          </p:val>
                                        </p:tav>
                                        <p:tav tm="100000">
                                          <p:val>
                                            <p:fltVal val="1"/>
                                          </p:val>
                                        </p:tav>
                                      </p:tavLst>
                                    </p:anim>
                                    <p:anim calcmode="lin" valueType="num">
                                      <p:cBhvr>
                                        <p:cTn id="410" dur="664" tmFilter="0, 0; 0.125,0.2665; 0.25,0.4; 0.375,0.465; 0.5,0.5;  0.625,0.535; 0.75,0.6; 0.875,0.7335; 1,1">
                                          <p:stCondLst>
                                            <p:cond delay="664"/>
                                          </p:stCondLst>
                                        </p:cTn>
                                        <p:tgtEl>
                                          <p:spTgt spid="17"/>
                                        </p:tgtEl>
                                        <p:attrNameLst>
                                          <p:attrName>ppt_y</p:attrName>
                                        </p:attrNameLst>
                                      </p:cBhvr>
                                      <p:tavLst>
                                        <p:tav tm="0" fmla="#ppt_y-sin(pi*$)/9">
                                          <p:val>
                                            <p:fltVal val="0"/>
                                          </p:val>
                                        </p:tav>
                                        <p:tav tm="100000">
                                          <p:val>
                                            <p:fltVal val="1"/>
                                          </p:val>
                                        </p:tav>
                                      </p:tavLst>
                                    </p:anim>
                                    <p:anim calcmode="lin" valueType="num">
                                      <p:cBhvr>
                                        <p:cTn id="411" dur="332" tmFilter="0, 0; 0.125,0.2665; 0.25,0.4; 0.375,0.465; 0.5,0.5;  0.625,0.535; 0.75,0.6; 0.875,0.7335; 1,1">
                                          <p:stCondLst>
                                            <p:cond delay="1324"/>
                                          </p:stCondLst>
                                        </p:cTn>
                                        <p:tgtEl>
                                          <p:spTgt spid="17"/>
                                        </p:tgtEl>
                                        <p:attrNameLst>
                                          <p:attrName>ppt_y</p:attrName>
                                        </p:attrNameLst>
                                      </p:cBhvr>
                                      <p:tavLst>
                                        <p:tav tm="0" fmla="#ppt_y-sin(pi*$)/27">
                                          <p:val>
                                            <p:fltVal val="0"/>
                                          </p:val>
                                        </p:tav>
                                        <p:tav tm="100000">
                                          <p:val>
                                            <p:fltVal val="1"/>
                                          </p:val>
                                        </p:tav>
                                      </p:tavLst>
                                    </p:anim>
                                    <p:anim calcmode="lin" valueType="num">
                                      <p:cBhvr>
                                        <p:cTn id="412" dur="164" tmFilter="0, 0; 0.125,0.2665; 0.25,0.4; 0.375,0.465; 0.5,0.5;  0.625,0.535; 0.75,0.6; 0.875,0.7335; 1,1">
                                          <p:stCondLst>
                                            <p:cond delay="1656"/>
                                          </p:stCondLst>
                                        </p:cTn>
                                        <p:tgtEl>
                                          <p:spTgt spid="17"/>
                                        </p:tgtEl>
                                        <p:attrNameLst>
                                          <p:attrName>ppt_y</p:attrName>
                                        </p:attrNameLst>
                                      </p:cBhvr>
                                      <p:tavLst>
                                        <p:tav tm="0" fmla="#ppt_y-sin(pi*$)/81">
                                          <p:val>
                                            <p:fltVal val="0"/>
                                          </p:val>
                                        </p:tav>
                                        <p:tav tm="100000">
                                          <p:val>
                                            <p:fltVal val="1"/>
                                          </p:val>
                                        </p:tav>
                                      </p:tavLst>
                                    </p:anim>
                                    <p:animScale>
                                      <p:cBhvr>
                                        <p:cTn id="413" dur="26">
                                          <p:stCondLst>
                                            <p:cond delay="650"/>
                                          </p:stCondLst>
                                        </p:cTn>
                                        <p:tgtEl>
                                          <p:spTgt spid="17"/>
                                        </p:tgtEl>
                                      </p:cBhvr>
                                      <p:to x="100000" y="60000"/>
                                    </p:animScale>
                                    <p:animScale>
                                      <p:cBhvr>
                                        <p:cTn id="414" dur="166" decel="50000">
                                          <p:stCondLst>
                                            <p:cond delay="676"/>
                                          </p:stCondLst>
                                        </p:cTn>
                                        <p:tgtEl>
                                          <p:spTgt spid="17"/>
                                        </p:tgtEl>
                                      </p:cBhvr>
                                      <p:to x="100000" y="100000"/>
                                    </p:animScale>
                                    <p:animScale>
                                      <p:cBhvr>
                                        <p:cTn id="415" dur="26">
                                          <p:stCondLst>
                                            <p:cond delay="1312"/>
                                          </p:stCondLst>
                                        </p:cTn>
                                        <p:tgtEl>
                                          <p:spTgt spid="17"/>
                                        </p:tgtEl>
                                      </p:cBhvr>
                                      <p:to x="100000" y="80000"/>
                                    </p:animScale>
                                    <p:animScale>
                                      <p:cBhvr>
                                        <p:cTn id="416" dur="166" decel="50000">
                                          <p:stCondLst>
                                            <p:cond delay="1338"/>
                                          </p:stCondLst>
                                        </p:cTn>
                                        <p:tgtEl>
                                          <p:spTgt spid="17"/>
                                        </p:tgtEl>
                                      </p:cBhvr>
                                      <p:to x="100000" y="100000"/>
                                    </p:animScale>
                                    <p:animScale>
                                      <p:cBhvr>
                                        <p:cTn id="417" dur="26">
                                          <p:stCondLst>
                                            <p:cond delay="1642"/>
                                          </p:stCondLst>
                                        </p:cTn>
                                        <p:tgtEl>
                                          <p:spTgt spid="17"/>
                                        </p:tgtEl>
                                      </p:cBhvr>
                                      <p:to x="100000" y="90000"/>
                                    </p:animScale>
                                    <p:animScale>
                                      <p:cBhvr>
                                        <p:cTn id="418" dur="166" decel="50000">
                                          <p:stCondLst>
                                            <p:cond delay="1668"/>
                                          </p:stCondLst>
                                        </p:cTn>
                                        <p:tgtEl>
                                          <p:spTgt spid="17"/>
                                        </p:tgtEl>
                                      </p:cBhvr>
                                      <p:to x="100000" y="100000"/>
                                    </p:animScale>
                                    <p:animScale>
                                      <p:cBhvr>
                                        <p:cTn id="419" dur="26">
                                          <p:stCondLst>
                                            <p:cond delay="1808"/>
                                          </p:stCondLst>
                                        </p:cTn>
                                        <p:tgtEl>
                                          <p:spTgt spid="17"/>
                                        </p:tgtEl>
                                      </p:cBhvr>
                                      <p:to x="100000" y="95000"/>
                                    </p:animScale>
                                    <p:animScale>
                                      <p:cBhvr>
                                        <p:cTn id="420" dur="166" decel="50000">
                                          <p:stCondLst>
                                            <p:cond delay="1834"/>
                                          </p:stCondLst>
                                        </p:cTn>
                                        <p:tgtEl>
                                          <p:spTgt spid="17"/>
                                        </p:tgtEl>
                                      </p:cBhvr>
                                      <p:to x="100000" y="100000"/>
                                    </p:animScale>
                                  </p:childTnLst>
                                </p:cTn>
                              </p:par>
                              <p:par>
                                <p:cTn id="421" presetID="26" presetClass="entr" presetSubtype="0" fill="hold" grpId="0" nodeType="withEffect">
                                  <p:stCondLst>
                                    <p:cond delay="0"/>
                                  </p:stCondLst>
                                  <p:childTnLst>
                                    <p:set>
                                      <p:cBhvr>
                                        <p:cTn id="422" dur="1" fill="hold">
                                          <p:stCondLst>
                                            <p:cond delay="0"/>
                                          </p:stCondLst>
                                        </p:cTn>
                                        <p:tgtEl>
                                          <p:spTgt spid="31"/>
                                        </p:tgtEl>
                                        <p:attrNameLst>
                                          <p:attrName>style.visibility</p:attrName>
                                        </p:attrNameLst>
                                      </p:cBhvr>
                                      <p:to>
                                        <p:strVal val="visible"/>
                                      </p:to>
                                    </p:set>
                                    <p:animEffect transition="in" filter="wipe(down)">
                                      <p:cBhvr>
                                        <p:cTn id="423" dur="580">
                                          <p:stCondLst>
                                            <p:cond delay="0"/>
                                          </p:stCondLst>
                                        </p:cTn>
                                        <p:tgtEl>
                                          <p:spTgt spid="31"/>
                                        </p:tgtEl>
                                      </p:cBhvr>
                                    </p:animEffect>
                                    <p:anim calcmode="lin" valueType="num">
                                      <p:cBhvr>
                                        <p:cTn id="424" dur="1822" tmFilter="0,0; 0.14,0.36; 0.43,0.73; 0.71,0.91; 1.0,1.0">
                                          <p:stCondLst>
                                            <p:cond delay="0"/>
                                          </p:stCondLst>
                                        </p:cTn>
                                        <p:tgtEl>
                                          <p:spTgt spid="31"/>
                                        </p:tgtEl>
                                        <p:attrNameLst>
                                          <p:attrName>ppt_x</p:attrName>
                                        </p:attrNameLst>
                                      </p:cBhvr>
                                      <p:tavLst>
                                        <p:tav tm="0">
                                          <p:val>
                                            <p:strVal val="#ppt_x-0.25"/>
                                          </p:val>
                                        </p:tav>
                                        <p:tav tm="100000">
                                          <p:val>
                                            <p:strVal val="#ppt_x"/>
                                          </p:val>
                                        </p:tav>
                                      </p:tavLst>
                                    </p:anim>
                                    <p:anim calcmode="lin" valueType="num">
                                      <p:cBhvr>
                                        <p:cTn id="425" dur="664" tmFilter="0.0,0.0; 0.25,0.07; 0.50,0.2; 0.75,0.467; 1.0,1.0">
                                          <p:stCondLst>
                                            <p:cond delay="0"/>
                                          </p:stCondLst>
                                        </p:cTn>
                                        <p:tgtEl>
                                          <p:spTgt spid="31"/>
                                        </p:tgtEl>
                                        <p:attrNameLst>
                                          <p:attrName>ppt_y</p:attrName>
                                        </p:attrNameLst>
                                      </p:cBhvr>
                                      <p:tavLst>
                                        <p:tav tm="0" fmla="#ppt_y-sin(pi*$)/3">
                                          <p:val>
                                            <p:fltVal val="0.5"/>
                                          </p:val>
                                        </p:tav>
                                        <p:tav tm="100000">
                                          <p:val>
                                            <p:fltVal val="1"/>
                                          </p:val>
                                        </p:tav>
                                      </p:tavLst>
                                    </p:anim>
                                    <p:anim calcmode="lin" valueType="num">
                                      <p:cBhvr>
                                        <p:cTn id="426" dur="664" tmFilter="0, 0; 0.125,0.2665; 0.25,0.4; 0.375,0.465; 0.5,0.5;  0.625,0.535; 0.75,0.6; 0.875,0.7335; 1,1">
                                          <p:stCondLst>
                                            <p:cond delay="664"/>
                                          </p:stCondLst>
                                        </p:cTn>
                                        <p:tgtEl>
                                          <p:spTgt spid="31"/>
                                        </p:tgtEl>
                                        <p:attrNameLst>
                                          <p:attrName>ppt_y</p:attrName>
                                        </p:attrNameLst>
                                      </p:cBhvr>
                                      <p:tavLst>
                                        <p:tav tm="0" fmla="#ppt_y-sin(pi*$)/9">
                                          <p:val>
                                            <p:fltVal val="0"/>
                                          </p:val>
                                        </p:tav>
                                        <p:tav tm="100000">
                                          <p:val>
                                            <p:fltVal val="1"/>
                                          </p:val>
                                        </p:tav>
                                      </p:tavLst>
                                    </p:anim>
                                    <p:anim calcmode="lin" valueType="num">
                                      <p:cBhvr>
                                        <p:cTn id="427" dur="332" tmFilter="0, 0; 0.125,0.2665; 0.25,0.4; 0.375,0.465; 0.5,0.5;  0.625,0.535; 0.75,0.6; 0.875,0.7335; 1,1">
                                          <p:stCondLst>
                                            <p:cond delay="1324"/>
                                          </p:stCondLst>
                                        </p:cTn>
                                        <p:tgtEl>
                                          <p:spTgt spid="31"/>
                                        </p:tgtEl>
                                        <p:attrNameLst>
                                          <p:attrName>ppt_y</p:attrName>
                                        </p:attrNameLst>
                                      </p:cBhvr>
                                      <p:tavLst>
                                        <p:tav tm="0" fmla="#ppt_y-sin(pi*$)/27">
                                          <p:val>
                                            <p:fltVal val="0"/>
                                          </p:val>
                                        </p:tav>
                                        <p:tav tm="100000">
                                          <p:val>
                                            <p:fltVal val="1"/>
                                          </p:val>
                                        </p:tav>
                                      </p:tavLst>
                                    </p:anim>
                                    <p:anim calcmode="lin" valueType="num">
                                      <p:cBhvr>
                                        <p:cTn id="428" dur="164" tmFilter="0, 0; 0.125,0.2665; 0.25,0.4; 0.375,0.465; 0.5,0.5;  0.625,0.535; 0.75,0.6; 0.875,0.7335; 1,1">
                                          <p:stCondLst>
                                            <p:cond delay="1656"/>
                                          </p:stCondLst>
                                        </p:cTn>
                                        <p:tgtEl>
                                          <p:spTgt spid="31"/>
                                        </p:tgtEl>
                                        <p:attrNameLst>
                                          <p:attrName>ppt_y</p:attrName>
                                        </p:attrNameLst>
                                      </p:cBhvr>
                                      <p:tavLst>
                                        <p:tav tm="0" fmla="#ppt_y-sin(pi*$)/81">
                                          <p:val>
                                            <p:fltVal val="0"/>
                                          </p:val>
                                        </p:tav>
                                        <p:tav tm="100000">
                                          <p:val>
                                            <p:fltVal val="1"/>
                                          </p:val>
                                        </p:tav>
                                      </p:tavLst>
                                    </p:anim>
                                    <p:animScale>
                                      <p:cBhvr>
                                        <p:cTn id="429" dur="26">
                                          <p:stCondLst>
                                            <p:cond delay="650"/>
                                          </p:stCondLst>
                                        </p:cTn>
                                        <p:tgtEl>
                                          <p:spTgt spid="31"/>
                                        </p:tgtEl>
                                      </p:cBhvr>
                                      <p:to x="100000" y="60000"/>
                                    </p:animScale>
                                    <p:animScale>
                                      <p:cBhvr>
                                        <p:cTn id="430" dur="166" decel="50000">
                                          <p:stCondLst>
                                            <p:cond delay="676"/>
                                          </p:stCondLst>
                                        </p:cTn>
                                        <p:tgtEl>
                                          <p:spTgt spid="31"/>
                                        </p:tgtEl>
                                      </p:cBhvr>
                                      <p:to x="100000" y="100000"/>
                                    </p:animScale>
                                    <p:animScale>
                                      <p:cBhvr>
                                        <p:cTn id="431" dur="26">
                                          <p:stCondLst>
                                            <p:cond delay="1312"/>
                                          </p:stCondLst>
                                        </p:cTn>
                                        <p:tgtEl>
                                          <p:spTgt spid="31"/>
                                        </p:tgtEl>
                                      </p:cBhvr>
                                      <p:to x="100000" y="80000"/>
                                    </p:animScale>
                                    <p:animScale>
                                      <p:cBhvr>
                                        <p:cTn id="432" dur="166" decel="50000">
                                          <p:stCondLst>
                                            <p:cond delay="1338"/>
                                          </p:stCondLst>
                                        </p:cTn>
                                        <p:tgtEl>
                                          <p:spTgt spid="31"/>
                                        </p:tgtEl>
                                      </p:cBhvr>
                                      <p:to x="100000" y="100000"/>
                                    </p:animScale>
                                    <p:animScale>
                                      <p:cBhvr>
                                        <p:cTn id="433" dur="26">
                                          <p:stCondLst>
                                            <p:cond delay="1642"/>
                                          </p:stCondLst>
                                        </p:cTn>
                                        <p:tgtEl>
                                          <p:spTgt spid="31"/>
                                        </p:tgtEl>
                                      </p:cBhvr>
                                      <p:to x="100000" y="90000"/>
                                    </p:animScale>
                                    <p:animScale>
                                      <p:cBhvr>
                                        <p:cTn id="434" dur="166" decel="50000">
                                          <p:stCondLst>
                                            <p:cond delay="1668"/>
                                          </p:stCondLst>
                                        </p:cTn>
                                        <p:tgtEl>
                                          <p:spTgt spid="31"/>
                                        </p:tgtEl>
                                      </p:cBhvr>
                                      <p:to x="100000" y="100000"/>
                                    </p:animScale>
                                    <p:animScale>
                                      <p:cBhvr>
                                        <p:cTn id="435" dur="26">
                                          <p:stCondLst>
                                            <p:cond delay="1808"/>
                                          </p:stCondLst>
                                        </p:cTn>
                                        <p:tgtEl>
                                          <p:spTgt spid="31"/>
                                        </p:tgtEl>
                                      </p:cBhvr>
                                      <p:to x="100000" y="95000"/>
                                    </p:animScale>
                                    <p:animScale>
                                      <p:cBhvr>
                                        <p:cTn id="436" dur="166" decel="50000">
                                          <p:stCondLst>
                                            <p:cond delay="1834"/>
                                          </p:stCondLst>
                                        </p:cTn>
                                        <p:tgtEl>
                                          <p:spTgt spid="31"/>
                                        </p:tgtEl>
                                      </p:cBhvr>
                                      <p:to x="100000" y="100000"/>
                                    </p:animScale>
                                  </p:childTnLst>
                                </p:cTn>
                              </p:par>
                              <p:par>
                                <p:cTn id="437" presetID="26" presetClass="entr" presetSubtype="0" fill="hold" grpId="0" nodeType="withEffect">
                                  <p:stCondLst>
                                    <p:cond delay="0"/>
                                  </p:stCondLst>
                                  <p:childTnLst>
                                    <p:set>
                                      <p:cBhvr>
                                        <p:cTn id="438" dur="1" fill="hold">
                                          <p:stCondLst>
                                            <p:cond delay="0"/>
                                          </p:stCondLst>
                                        </p:cTn>
                                        <p:tgtEl>
                                          <p:spTgt spid="32"/>
                                        </p:tgtEl>
                                        <p:attrNameLst>
                                          <p:attrName>style.visibility</p:attrName>
                                        </p:attrNameLst>
                                      </p:cBhvr>
                                      <p:to>
                                        <p:strVal val="visible"/>
                                      </p:to>
                                    </p:set>
                                    <p:animEffect transition="in" filter="wipe(down)">
                                      <p:cBhvr>
                                        <p:cTn id="439" dur="580">
                                          <p:stCondLst>
                                            <p:cond delay="0"/>
                                          </p:stCondLst>
                                        </p:cTn>
                                        <p:tgtEl>
                                          <p:spTgt spid="32"/>
                                        </p:tgtEl>
                                      </p:cBhvr>
                                    </p:animEffect>
                                    <p:anim calcmode="lin" valueType="num">
                                      <p:cBhvr>
                                        <p:cTn id="440" dur="1822" tmFilter="0,0; 0.14,0.36; 0.43,0.73; 0.71,0.91; 1.0,1.0">
                                          <p:stCondLst>
                                            <p:cond delay="0"/>
                                          </p:stCondLst>
                                        </p:cTn>
                                        <p:tgtEl>
                                          <p:spTgt spid="32"/>
                                        </p:tgtEl>
                                        <p:attrNameLst>
                                          <p:attrName>ppt_x</p:attrName>
                                        </p:attrNameLst>
                                      </p:cBhvr>
                                      <p:tavLst>
                                        <p:tav tm="0">
                                          <p:val>
                                            <p:strVal val="#ppt_x-0.25"/>
                                          </p:val>
                                        </p:tav>
                                        <p:tav tm="100000">
                                          <p:val>
                                            <p:strVal val="#ppt_x"/>
                                          </p:val>
                                        </p:tav>
                                      </p:tavLst>
                                    </p:anim>
                                    <p:anim calcmode="lin" valueType="num">
                                      <p:cBhvr>
                                        <p:cTn id="441" dur="664" tmFilter="0.0,0.0; 0.25,0.07; 0.50,0.2; 0.75,0.467; 1.0,1.0">
                                          <p:stCondLst>
                                            <p:cond delay="0"/>
                                          </p:stCondLst>
                                        </p:cTn>
                                        <p:tgtEl>
                                          <p:spTgt spid="32"/>
                                        </p:tgtEl>
                                        <p:attrNameLst>
                                          <p:attrName>ppt_y</p:attrName>
                                        </p:attrNameLst>
                                      </p:cBhvr>
                                      <p:tavLst>
                                        <p:tav tm="0" fmla="#ppt_y-sin(pi*$)/3">
                                          <p:val>
                                            <p:fltVal val="0.5"/>
                                          </p:val>
                                        </p:tav>
                                        <p:tav tm="100000">
                                          <p:val>
                                            <p:fltVal val="1"/>
                                          </p:val>
                                        </p:tav>
                                      </p:tavLst>
                                    </p:anim>
                                    <p:anim calcmode="lin" valueType="num">
                                      <p:cBhvr>
                                        <p:cTn id="442" dur="664" tmFilter="0, 0; 0.125,0.2665; 0.25,0.4; 0.375,0.465; 0.5,0.5;  0.625,0.535; 0.75,0.6; 0.875,0.7335; 1,1">
                                          <p:stCondLst>
                                            <p:cond delay="664"/>
                                          </p:stCondLst>
                                        </p:cTn>
                                        <p:tgtEl>
                                          <p:spTgt spid="32"/>
                                        </p:tgtEl>
                                        <p:attrNameLst>
                                          <p:attrName>ppt_y</p:attrName>
                                        </p:attrNameLst>
                                      </p:cBhvr>
                                      <p:tavLst>
                                        <p:tav tm="0" fmla="#ppt_y-sin(pi*$)/9">
                                          <p:val>
                                            <p:fltVal val="0"/>
                                          </p:val>
                                        </p:tav>
                                        <p:tav tm="100000">
                                          <p:val>
                                            <p:fltVal val="1"/>
                                          </p:val>
                                        </p:tav>
                                      </p:tavLst>
                                    </p:anim>
                                    <p:anim calcmode="lin" valueType="num">
                                      <p:cBhvr>
                                        <p:cTn id="443" dur="332" tmFilter="0, 0; 0.125,0.2665; 0.25,0.4; 0.375,0.465; 0.5,0.5;  0.625,0.535; 0.75,0.6; 0.875,0.7335; 1,1">
                                          <p:stCondLst>
                                            <p:cond delay="1324"/>
                                          </p:stCondLst>
                                        </p:cTn>
                                        <p:tgtEl>
                                          <p:spTgt spid="32"/>
                                        </p:tgtEl>
                                        <p:attrNameLst>
                                          <p:attrName>ppt_y</p:attrName>
                                        </p:attrNameLst>
                                      </p:cBhvr>
                                      <p:tavLst>
                                        <p:tav tm="0" fmla="#ppt_y-sin(pi*$)/27">
                                          <p:val>
                                            <p:fltVal val="0"/>
                                          </p:val>
                                        </p:tav>
                                        <p:tav tm="100000">
                                          <p:val>
                                            <p:fltVal val="1"/>
                                          </p:val>
                                        </p:tav>
                                      </p:tavLst>
                                    </p:anim>
                                    <p:anim calcmode="lin" valueType="num">
                                      <p:cBhvr>
                                        <p:cTn id="444" dur="164" tmFilter="0, 0; 0.125,0.2665; 0.25,0.4; 0.375,0.465; 0.5,0.5;  0.625,0.535; 0.75,0.6; 0.875,0.7335; 1,1">
                                          <p:stCondLst>
                                            <p:cond delay="1656"/>
                                          </p:stCondLst>
                                        </p:cTn>
                                        <p:tgtEl>
                                          <p:spTgt spid="32"/>
                                        </p:tgtEl>
                                        <p:attrNameLst>
                                          <p:attrName>ppt_y</p:attrName>
                                        </p:attrNameLst>
                                      </p:cBhvr>
                                      <p:tavLst>
                                        <p:tav tm="0" fmla="#ppt_y-sin(pi*$)/81">
                                          <p:val>
                                            <p:fltVal val="0"/>
                                          </p:val>
                                        </p:tav>
                                        <p:tav tm="100000">
                                          <p:val>
                                            <p:fltVal val="1"/>
                                          </p:val>
                                        </p:tav>
                                      </p:tavLst>
                                    </p:anim>
                                    <p:animScale>
                                      <p:cBhvr>
                                        <p:cTn id="445" dur="26">
                                          <p:stCondLst>
                                            <p:cond delay="650"/>
                                          </p:stCondLst>
                                        </p:cTn>
                                        <p:tgtEl>
                                          <p:spTgt spid="32"/>
                                        </p:tgtEl>
                                      </p:cBhvr>
                                      <p:to x="100000" y="60000"/>
                                    </p:animScale>
                                    <p:animScale>
                                      <p:cBhvr>
                                        <p:cTn id="446" dur="166" decel="50000">
                                          <p:stCondLst>
                                            <p:cond delay="676"/>
                                          </p:stCondLst>
                                        </p:cTn>
                                        <p:tgtEl>
                                          <p:spTgt spid="32"/>
                                        </p:tgtEl>
                                      </p:cBhvr>
                                      <p:to x="100000" y="100000"/>
                                    </p:animScale>
                                    <p:animScale>
                                      <p:cBhvr>
                                        <p:cTn id="447" dur="26">
                                          <p:stCondLst>
                                            <p:cond delay="1312"/>
                                          </p:stCondLst>
                                        </p:cTn>
                                        <p:tgtEl>
                                          <p:spTgt spid="32"/>
                                        </p:tgtEl>
                                      </p:cBhvr>
                                      <p:to x="100000" y="80000"/>
                                    </p:animScale>
                                    <p:animScale>
                                      <p:cBhvr>
                                        <p:cTn id="448" dur="166" decel="50000">
                                          <p:stCondLst>
                                            <p:cond delay="1338"/>
                                          </p:stCondLst>
                                        </p:cTn>
                                        <p:tgtEl>
                                          <p:spTgt spid="32"/>
                                        </p:tgtEl>
                                      </p:cBhvr>
                                      <p:to x="100000" y="100000"/>
                                    </p:animScale>
                                    <p:animScale>
                                      <p:cBhvr>
                                        <p:cTn id="449" dur="26">
                                          <p:stCondLst>
                                            <p:cond delay="1642"/>
                                          </p:stCondLst>
                                        </p:cTn>
                                        <p:tgtEl>
                                          <p:spTgt spid="32"/>
                                        </p:tgtEl>
                                      </p:cBhvr>
                                      <p:to x="100000" y="90000"/>
                                    </p:animScale>
                                    <p:animScale>
                                      <p:cBhvr>
                                        <p:cTn id="450" dur="166" decel="50000">
                                          <p:stCondLst>
                                            <p:cond delay="1668"/>
                                          </p:stCondLst>
                                        </p:cTn>
                                        <p:tgtEl>
                                          <p:spTgt spid="32"/>
                                        </p:tgtEl>
                                      </p:cBhvr>
                                      <p:to x="100000" y="100000"/>
                                    </p:animScale>
                                    <p:animScale>
                                      <p:cBhvr>
                                        <p:cTn id="451" dur="26">
                                          <p:stCondLst>
                                            <p:cond delay="1808"/>
                                          </p:stCondLst>
                                        </p:cTn>
                                        <p:tgtEl>
                                          <p:spTgt spid="32"/>
                                        </p:tgtEl>
                                      </p:cBhvr>
                                      <p:to x="100000" y="95000"/>
                                    </p:animScale>
                                    <p:animScale>
                                      <p:cBhvr>
                                        <p:cTn id="452" dur="166" decel="50000">
                                          <p:stCondLst>
                                            <p:cond delay="1834"/>
                                          </p:stCondLst>
                                        </p:cTn>
                                        <p:tgtEl>
                                          <p:spTgt spid="3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6" grpId="0" animBg="1"/>
      <p:bldP spid="8" grpId="0" animBg="1"/>
      <p:bldP spid="19" grpId="0"/>
      <p:bldP spid="20" grpId="0"/>
      <p:bldP spid="21" grpId="0"/>
      <p:bldP spid="22" grpId="0"/>
      <p:bldP spid="23" grpId="0"/>
      <p:bldP spid="24" grpId="0"/>
      <p:bldP spid="25" grpId="0"/>
      <p:bldP spid="26" grpId="0"/>
      <p:bldP spid="30" grpId="0"/>
      <p:bldP spid="13" grpId="0"/>
      <p:bldP spid="14" grpId="0"/>
      <p:bldP spid="15" grpId="0"/>
      <p:bldP spid="16" grpId="0" animBg="1"/>
      <p:bldP spid="5" grpId="0" animBg="1"/>
      <p:bldP spid="7" grpId="0"/>
      <p:bldP spid="9" grpId="0"/>
      <p:bldP spid="12" grpId="0"/>
      <p:bldP spid="18" grpId="0" animBg="1"/>
      <p:bldP spid="27" grpId="0" animBg="1"/>
      <p:bldP spid="29" grpId="0" animBg="1"/>
      <p:bldP spid="31" grpId="0" animBg="1"/>
      <p:bldP spid="32" grpId="0" animBg="1"/>
      <p:bldP spid="1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2FD8BB7-D1D6-C643-8BCD-3E7C728E3458}"/>
              </a:ext>
            </a:extLst>
          </p:cNvPr>
          <p:cNvSpPr txBox="1"/>
          <p:nvPr/>
        </p:nvSpPr>
        <p:spPr>
          <a:xfrm>
            <a:off x="3434875" y="306187"/>
            <a:ext cx="5322291" cy="553998"/>
          </a:xfrm>
          <a:prstGeom prst="rect">
            <a:avLst/>
          </a:prstGeom>
          <a:noFill/>
        </p:spPr>
        <p:txBody>
          <a:bodyPr wrap="none" rtlCol="0">
            <a:spAutoFit/>
          </a:bodyPr>
          <a:lstStyle/>
          <a:p>
            <a:pPr algn="ctr"/>
            <a:r>
              <a:rPr lang="fr-FR" sz="3000" b="1">
                <a:solidFill>
                  <a:schemeClr val="tx2"/>
                </a:solidFill>
                <a:latin typeface="Poppins" pitchFamily="2" charset="77"/>
                <a:cs typeface="Poppins" pitchFamily="2" charset="77"/>
              </a:rPr>
              <a:t>Niveau d’automatisation</a:t>
            </a:r>
            <a:endParaRPr lang="fr-FR" sz="3000" b="1" dirty="0">
              <a:solidFill>
                <a:schemeClr val="tx2"/>
              </a:solidFill>
              <a:latin typeface="Poppins" pitchFamily="2" charset="77"/>
              <a:cs typeface="Poppins" pitchFamily="2" charset="77"/>
            </a:endParaRPr>
          </a:p>
        </p:txBody>
      </p:sp>
      <p:pic>
        <p:nvPicPr>
          <p:cNvPr id="3" name="Image 2">
            <a:extLst>
              <a:ext uri="{FF2B5EF4-FFF2-40B4-BE49-F238E27FC236}">
                <a16:creationId xmlns:a16="http://schemas.microsoft.com/office/drawing/2014/main" id="{2F4E52CB-63E8-53AD-BCA5-E4F66FF4CBC6}"/>
              </a:ext>
            </a:extLst>
          </p:cNvPr>
          <p:cNvPicPr>
            <a:picLocks noChangeAspect="1"/>
          </p:cNvPicPr>
          <p:nvPr/>
        </p:nvPicPr>
        <p:blipFill>
          <a:blip r:embed="rId3"/>
          <a:stretch>
            <a:fillRect/>
          </a:stretch>
        </p:blipFill>
        <p:spPr>
          <a:xfrm>
            <a:off x="65314" y="932019"/>
            <a:ext cx="12126686" cy="5497815"/>
          </a:xfrm>
          <a:prstGeom prst="rect">
            <a:avLst/>
          </a:prstGeom>
        </p:spPr>
      </p:pic>
      <p:pic>
        <p:nvPicPr>
          <p:cNvPr id="2" name="Image 1">
            <a:extLst>
              <a:ext uri="{FF2B5EF4-FFF2-40B4-BE49-F238E27FC236}">
                <a16:creationId xmlns:a16="http://schemas.microsoft.com/office/drawing/2014/main" id="{5041BE2A-ECC7-0568-606D-D1A1402E43A0}"/>
              </a:ext>
            </a:extLst>
          </p:cNvPr>
          <p:cNvPicPr>
            <a:picLocks noChangeAspect="1"/>
          </p:cNvPicPr>
          <p:nvPr/>
        </p:nvPicPr>
        <p:blipFill>
          <a:blip r:embed="rId4"/>
          <a:stretch>
            <a:fillRect/>
          </a:stretch>
        </p:blipFill>
        <p:spPr>
          <a:xfrm>
            <a:off x="11262361" y="0"/>
            <a:ext cx="929640" cy="889222"/>
          </a:xfrm>
          <a:prstGeom prst="rect">
            <a:avLst/>
          </a:prstGeom>
        </p:spPr>
      </p:pic>
    </p:spTree>
    <p:extLst>
      <p:ext uri="{BB962C8B-B14F-4D97-AF65-F5344CB8AC3E}">
        <p14:creationId xmlns:p14="http://schemas.microsoft.com/office/powerpoint/2010/main" val="37808188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2FD8BB7-D1D6-C643-8BCD-3E7C728E3458}"/>
              </a:ext>
            </a:extLst>
          </p:cNvPr>
          <p:cNvSpPr txBox="1"/>
          <p:nvPr/>
        </p:nvSpPr>
        <p:spPr>
          <a:xfrm>
            <a:off x="3434875" y="306187"/>
            <a:ext cx="5322291" cy="553998"/>
          </a:xfrm>
          <a:prstGeom prst="rect">
            <a:avLst/>
          </a:prstGeom>
          <a:noFill/>
        </p:spPr>
        <p:txBody>
          <a:bodyPr wrap="none" rtlCol="0">
            <a:spAutoFit/>
          </a:bodyPr>
          <a:lstStyle/>
          <a:p>
            <a:pPr algn="ctr"/>
            <a:r>
              <a:rPr lang="fr-FR" sz="3000" b="1">
                <a:solidFill>
                  <a:schemeClr val="tx2"/>
                </a:solidFill>
                <a:latin typeface="Poppins" pitchFamily="2" charset="77"/>
                <a:cs typeface="Poppins" pitchFamily="2" charset="77"/>
              </a:rPr>
              <a:t>Niveau d’automatisation</a:t>
            </a:r>
            <a:endParaRPr lang="fr-FR" sz="3000" b="1" dirty="0">
              <a:solidFill>
                <a:schemeClr val="tx2"/>
              </a:solidFill>
              <a:latin typeface="Poppins" pitchFamily="2" charset="77"/>
              <a:cs typeface="Poppins" pitchFamily="2" charset="77"/>
            </a:endParaRPr>
          </a:p>
        </p:txBody>
      </p:sp>
      <p:pic>
        <p:nvPicPr>
          <p:cNvPr id="13" name="Image 12">
            <a:extLst>
              <a:ext uri="{FF2B5EF4-FFF2-40B4-BE49-F238E27FC236}">
                <a16:creationId xmlns:a16="http://schemas.microsoft.com/office/drawing/2014/main" id="{2BB8D6E5-B4AA-0958-FB47-8B4493F0812F}"/>
              </a:ext>
            </a:extLst>
          </p:cNvPr>
          <p:cNvPicPr>
            <a:picLocks noChangeAspect="1"/>
          </p:cNvPicPr>
          <p:nvPr/>
        </p:nvPicPr>
        <p:blipFill>
          <a:blip r:embed="rId3"/>
          <a:stretch>
            <a:fillRect/>
          </a:stretch>
        </p:blipFill>
        <p:spPr>
          <a:xfrm>
            <a:off x="0" y="990814"/>
            <a:ext cx="12192000" cy="5439928"/>
          </a:xfrm>
          <a:prstGeom prst="rect">
            <a:avLst/>
          </a:prstGeom>
        </p:spPr>
      </p:pic>
      <p:pic>
        <p:nvPicPr>
          <p:cNvPr id="2" name="Image 1">
            <a:extLst>
              <a:ext uri="{FF2B5EF4-FFF2-40B4-BE49-F238E27FC236}">
                <a16:creationId xmlns:a16="http://schemas.microsoft.com/office/drawing/2014/main" id="{901B9C90-5982-3415-8C0A-34A54226BE49}"/>
              </a:ext>
            </a:extLst>
          </p:cNvPr>
          <p:cNvPicPr>
            <a:picLocks noChangeAspect="1"/>
          </p:cNvPicPr>
          <p:nvPr/>
        </p:nvPicPr>
        <p:blipFill>
          <a:blip r:embed="rId4"/>
          <a:stretch>
            <a:fillRect/>
          </a:stretch>
        </p:blipFill>
        <p:spPr>
          <a:xfrm>
            <a:off x="11262361" y="0"/>
            <a:ext cx="929640" cy="889222"/>
          </a:xfrm>
          <a:prstGeom prst="rect">
            <a:avLst/>
          </a:prstGeom>
        </p:spPr>
      </p:pic>
    </p:spTree>
    <p:extLst>
      <p:ext uri="{BB962C8B-B14F-4D97-AF65-F5344CB8AC3E}">
        <p14:creationId xmlns:p14="http://schemas.microsoft.com/office/powerpoint/2010/main" val="6039221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a:extLst>
              <a:ext uri="{FF2B5EF4-FFF2-40B4-BE49-F238E27FC236}">
                <a16:creationId xmlns:a16="http://schemas.microsoft.com/office/drawing/2014/main" id="{CBC8DACD-5E18-294B-89E0-C53C6F868B8A}"/>
              </a:ext>
            </a:extLst>
          </p:cNvPr>
          <p:cNvSpPr txBox="1"/>
          <p:nvPr/>
        </p:nvSpPr>
        <p:spPr>
          <a:xfrm>
            <a:off x="3995120" y="306186"/>
            <a:ext cx="4201792" cy="553998"/>
          </a:xfrm>
          <a:prstGeom prst="rect">
            <a:avLst/>
          </a:prstGeom>
          <a:noFill/>
        </p:spPr>
        <p:txBody>
          <a:bodyPr wrap="none" rtlCol="0">
            <a:spAutoFit/>
          </a:bodyPr>
          <a:lstStyle/>
          <a:p>
            <a:pPr algn="ctr"/>
            <a:r>
              <a:rPr lang="fr-FR" sz="3000" b="1">
                <a:solidFill>
                  <a:schemeClr val="tx2"/>
                </a:solidFill>
                <a:latin typeface="Poppins" pitchFamily="2" charset="77"/>
                <a:cs typeface="Poppins" pitchFamily="2" charset="77"/>
              </a:rPr>
              <a:t>PROJET E-VOLUTION </a:t>
            </a:r>
            <a:endParaRPr lang="fr-FR" sz="3000" b="1" dirty="0">
              <a:solidFill>
                <a:schemeClr val="tx2"/>
              </a:solidFill>
              <a:latin typeface="Poppins" pitchFamily="2" charset="77"/>
              <a:cs typeface="Poppins" pitchFamily="2" charset="77"/>
            </a:endParaRPr>
          </a:p>
        </p:txBody>
      </p:sp>
      <p:sp>
        <p:nvSpPr>
          <p:cNvPr id="56" name="TextBox 55">
            <a:extLst>
              <a:ext uri="{FF2B5EF4-FFF2-40B4-BE49-F238E27FC236}">
                <a16:creationId xmlns:a16="http://schemas.microsoft.com/office/drawing/2014/main" id="{64D1BE8D-0231-9247-B71D-195C6003FBFE}"/>
              </a:ext>
            </a:extLst>
          </p:cNvPr>
          <p:cNvSpPr txBox="1"/>
          <p:nvPr/>
        </p:nvSpPr>
        <p:spPr>
          <a:xfrm>
            <a:off x="4621984" y="839698"/>
            <a:ext cx="2210862" cy="461665"/>
          </a:xfrm>
          <a:prstGeom prst="rect">
            <a:avLst/>
          </a:prstGeom>
          <a:noFill/>
        </p:spPr>
        <p:txBody>
          <a:bodyPr wrap="none" rtlCol="0">
            <a:spAutoFit/>
          </a:bodyPr>
          <a:lstStyle/>
          <a:p>
            <a:pPr algn="ctr"/>
            <a:r>
              <a:rPr lang="fr-FR" sz="2400" b="1" spc="150">
                <a:solidFill>
                  <a:schemeClr val="bg1">
                    <a:lumMod val="65000"/>
                  </a:schemeClr>
                </a:solidFill>
                <a:latin typeface="Poppins Light" pitchFamily="2" charset="77"/>
                <a:cs typeface="Poppins Light" pitchFamily="2" charset="77"/>
              </a:rPr>
              <a:t>La méthode</a:t>
            </a:r>
            <a:endParaRPr lang="fr-FR" sz="2400" b="1" spc="150" dirty="0">
              <a:solidFill>
                <a:schemeClr val="bg1">
                  <a:lumMod val="65000"/>
                </a:schemeClr>
              </a:solidFill>
              <a:latin typeface="Poppins Light" pitchFamily="2" charset="77"/>
              <a:cs typeface="Poppins Light" pitchFamily="2" charset="77"/>
            </a:endParaRPr>
          </a:p>
        </p:txBody>
      </p:sp>
      <p:sp>
        <p:nvSpPr>
          <p:cNvPr id="15" name="TextBox 14">
            <a:extLst>
              <a:ext uri="{FF2B5EF4-FFF2-40B4-BE49-F238E27FC236}">
                <a16:creationId xmlns:a16="http://schemas.microsoft.com/office/drawing/2014/main" id="{389AA366-826B-4B4B-ACE9-13CF0C3D6981}"/>
              </a:ext>
            </a:extLst>
          </p:cNvPr>
          <p:cNvSpPr txBox="1"/>
          <p:nvPr/>
        </p:nvSpPr>
        <p:spPr>
          <a:xfrm>
            <a:off x="2572370" y="1759570"/>
            <a:ext cx="6686446" cy="338554"/>
          </a:xfrm>
          <a:prstGeom prst="rect">
            <a:avLst/>
          </a:prstGeom>
          <a:noFill/>
        </p:spPr>
        <p:txBody>
          <a:bodyPr wrap="none" rtlCol="0" anchor="b" anchorCtr="0">
            <a:spAutoFit/>
          </a:bodyPr>
          <a:lstStyle/>
          <a:p>
            <a:r>
              <a:rPr lang="fr-FR" sz="1600" b="1">
                <a:solidFill>
                  <a:schemeClr val="tx2"/>
                </a:solidFill>
                <a:latin typeface="Poppins" pitchFamily="2" charset="77"/>
                <a:ea typeface="League Spartan" charset="0"/>
                <a:cs typeface="Poppins" pitchFamily="2" charset="77"/>
              </a:rPr>
              <a:t>Une politique digitale visant à mieux utiliser les compétences </a:t>
            </a:r>
            <a:endParaRPr lang="fr-FR" sz="1600" b="1" dirty="0">
              <a:solidFill>
                <a:schemeClr val="tx2"/>
              </a:solidFill>
              <a:latin typeface="Poppins" pitchFamily="2" charset="77"/>
              <a:ea typeface="League Spartan" charset="0"/>
              <a:cs typeface="Poppins" pitchFamily="2" charset="77"/>
            </a:endParaRPr>
          </a:p>
        </p:txBody>
      </p:sp>
      <p:sp>
        <p:nvSpPr>
          <p:cNvPr id="24" name="Freeform 6">
            <a:extLst>
              <a:ext uri="{FF2B5EF4-FFF2-40B4-BE49-F238E27FC236}">
                <a16:creationId xmlns:a16="http://schemas.microsoft.com/office/drawing/2014/main" id="{B36DC836-815B-7B49-BE71-53FEF16239A9}"/>
              </a:ext>
            </a:extLst>
          </p:cNvPr>
          <p:cNvSpPr>
            <a:spLocks noChangeArrowheads="1"/>
          </p:cNvSpPr>
          <p:nvPr/>
        </p:nvSpPr>
        <p:spPr bwMode="auto">
          <a:xfrm>
            <a:off x="476080" y="1369965"/>
            <a:ext cx="1863092" cy="1167111"/>
          </a:xfrm>
          <a:custGeom>
            <a:avLst/>
            <a:gdLst>
              <a:gd name="T0" fmla="*/ 0 w 2300"/>
              <a:gd name="T1" fmla="*/ 1118 h 1442"/>
              <a:gd name="T2" fmla="*/ 0 w 2300"/>
              <a:gd name="T3" fmla="*/ 326 h 1442"/>
              <a:gd name="T4" fmla="*/ 0 w 2300"/>
              <a:gd name="T5" fmla="*/ 326 h 1442"/>
              <a:gd name="T6" fmla="*/ 71 w 2300"/>
              <a:gd name="T7" fmla="*/ 254 h 1442"/>
              <a:gd name="T8" fmla="*/ 1152 w 2300"/>
              <a:gd name="T9" fmla="*/ 254 h 1442"/>
              <a:gd name="T10" fmla="*/ 1152 w 2300"/>
              <a:gd name="T11" fmla="*/ 254 h 1442"/>
              <a:gd name="T12" fmla="*/ 1223 w 2300"/>
              <a:gd name="T13" fmla="*/ 183 h 1442"/>
              <a:gd name="T14" fmla="*/ 1223 w 2300"/>
              <a:gd name="T15" fmla="*/ 91 h 1442"/>
              <a:gd name="T16" fmla="*/ 1223 w 2300"/>
              <a:gd name="T17" fmla="*/ 91 h 1442"/>
              <a:gd name="T18" fmla="*/ 1334 w 2300"/>
              <a:gd name="T19" fmla="*/ 32 h 1442"/>
              <a:gd name="T20" fmla="*/ 2258 w 2300"/>
              <a:gd name="T21" fmla="*/ 662 h 1442"/>
              <a:gd name="T22" fmla="*/ 2258 w 2300"/>
              <a:gd name="T23" fmla="*/ 662 h 1442"/>
              <a:gd name="T24" fmla="*/ 2258 w 2300"/>
              <a:gd name="T25" fmla="*/ 779 h 1442"/>
              <a:gd name="T26" fmla="*/ 1334 w 2300"/>
              <a:gd name="T27" fmla="*/ 1409 h 1442"/>
              <a:gd name="T28" fmla="*/ 1334 w 2300"/>
              <a:gd name="T29" fmla="*/ 1409 h 1442"/>
              <a:gd name="T30" fmla="*/ 1223 w 2300"/>
              <a:gd name="T31" fmla="*/ 1350 h 1442"/>
              <a:gd name="T32" fmla="*/ 1223 w 2300"/>
              <a:gd name="T33" fmla="*/ 1260 h 1442"/>
              <a:gd name="T34" fmla="*/ 1223 w 2300"/>
              <a:gd name="T35" fmla="*/ 1260 h 1442"/>
              <a:gd name="T36" fmla="*/ 1152 w 2300"/>
              <a:gd name="T37" fmla="*/ 1189 h 1442"/>
              <a:gd name="T38" fmla="*/ 71 w 2300"/>
              <a:gd name="T39" fmla="*/ 1189 h 1442"/>
              <a:gd name="T40" fmla="*/ 71 w 2300"/>
              <a:gd name="T41" fmla="*/ 1189 h 1442"/>
              <a:gd name="T42" fmla="*/ 0 w 2300"/>
              <a:gd name="T43" fmla="*/ 1118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00" h="1442">
                <a:moveTo>
                  <a:pt x="0" y="1118"/>
                </a:moveTo>
                <a:lnTo>
                  <a:pt x="0" y="326"/>
                </a:lnTo>
                <a:lnTo>
                  <a:pt x="0" y="326"/>
                </a:lnTo>
                <a:cubicBezTo>
                  <a:pt x="0" y="286"/>
                  <a:pt x="32" y="254"/>
                  <a:pt x="71" y="254"/>
                </a:cubicBezTo>
                <a:lnTo>
                  <a:pt x="1152" y="254"/>
                </a:lnTo>
                <a:lnTo>
                  <a:pt x="1152" y="254"/>
                </a:lnTo>
                <a:cubicBezTo>
                  <a:pt x="1191" y="254"/>
                  <a:pt x="1223" y="223"/>
                  <a:pt x="1223" y="183"/>
                </a:cubicBezTo>
                <a:lnTo>
                  <a:pt x="1223" y="91"/>
                </a:lnTo>
                <a:lnTo>
                  <a:pt x="1223" y="91"/>
                </a:lnTo>
                <a:cubicBezTo>
                  <a:pt x="1223" y="34"/>
                  <a:pt x="1287" y="0"/>
                  <a:pt x="1334" y="32"/>
                </a:cubicBezTo>
                <a:lnTo>
                  <a:pt x="2258" y="662"/>
                </a:lnTo>
                <a:lnTo>
                  <a:pt x="2258" y="662"/>
                </a:lnTo>
                <a:cubicBezTo>
                  <a:pt x="2299" y="690"/>
                  <a:pt x="2299" y="751"/>
                  <a:pt x="2258" y="779"/>
                </a:cubicBezTo>
                <a:lnTo>
                  <a:pt x="1334" y="1409"/>
                </a:lnTo>
                <a:lnTo>
                  <a:pt x="1334" y="1409"/>
                </a:lnTo>
                <a:cubicBezTo>
                  <a:pt x="1287" y="1441"/>
                  <a:pt x="1223" y="1407"/>
                  <a:pt x="1223" y="1350"/>
                </a:cubicBezTo>
                <a:lnTo>
                  <a:pt x="1223" y="1260"/>
                </a:lnTo>
                <a:lnTo>
                  <a:pt x="1223" y="1260"/>
                </a:lnTo>
                <a:cubicBezTo>
                  <a:pt x="1223" y="1221"/>
                  <a:pt x="1191" y="1189"/>
                  <a:pt x="1152" y="1189"/>
                </a:cubicBezTo>
                <a:lnTo>
                  <a:pt x="71" y="1189"/>
                </a:lnTo>
                <a:lnTo>
                  <a:pt x="71" y="1189"/>
                </a:lnTo>
                <a:cubicBezTo>
                  <a:pt x="32" y="1189"/>
                  <a:pt x="0" y="1158"/>
                  <a:pt x="0" y="1118"/>
                </a:cubicBezTo>
              </a:path>
            </a:pathLst>
          </a:custGeom>
          <a:solidFill>
            <a:schemeClr val="accent3"/>
          </a:solidFill>
          <a:ln>
            <a:noFill/>
          </a:ln>
          <a:effectLst/>
        </p:spPr>
        <p:txBody>
          <a:bodyPr wrap="none" anchor="ctr"/>
          <a:lstStyle/>
          <a:p>
            <a:endParaRPr lang="en-US" sz="3266"/>
          </a:p>
        </p:txBody>
      </p:sp>
      <p:sp>
        <p:nvSpPr>
          <p:cNvPr id="41" name="TextBox 40">
            <a:extLst>
              <a:ext uri="{FF2B5EF4-FFF2-40B4-BE49-F238E27FC236}">
                <a16:creationId xmlns:a16="http://schemas.microsoft.com/office/drawing/2014/main" id="{866DED9F-819C-904C-8058-D1463A190AA4}"/>
              </a:ext>
            </a:extLst>
          </p:cNvPr>
          <p:cNvSpPr txBox="1"/>
          <p:nvPr/>
        </p:nvSpPr>
        <p:spPr>
          <a:xfrm>
            <a:off x="581838" y="1676521"/>
            <a:ext cx="1406155" cy="553998"/>
          </a:xfrm>
          <a:prstGeom prst="rect">
            <a:avLst/>
          </a:prstGeom>
          <a:noFill/>
        </p:spPr>
        <p:txBody>
          <a:bodyPr wrap="none" rtlCol="0" anchor="ctr">
            <a:spAutoFit/>
          </a:bodyPr>
          <a:lstStyle/>
          <a:p>
            <a:pPr algn="r"/>
            <a:r>
              <a:rPr lang="fr-FR" sz="3000" b="1">
                <a:solidFill>
                  <a:schemeClr val="bg1"/>
                </a:solidFill>
                <a:latin typeface="Poppins" pitchFamily="2" charset="77"/>
                <a:cs typeface="Poppins" pitchFamily="2" charset="77"/>
              </a:rPr>
              <a:t>SKILLS</a:t>
            </a:r>
            <a:endParaRPr lang="fr-FR" sz="3000" b="1" dirty="0">
              <a:solidFill>
                <a:schemeClr val="bg1"/>
              </a:solidFill>
              <a:latin typeface="Poppins" pitchFamily="2" charset="77"/>
              <a:cs typeface="Poppins" pitchFamily="2" charset="77"/>
            </a:endParaRPr>
          </a:p>
        </p:txBody>
      </p:sp>
      <p:sp>
        <p:nvSpPr>
          <p:cNvPr id="2" name="Subtitle 2">
            <a:extLst>
              <a:ext uri="{FF2B5EF4-FFF2-40B4-BE49-F238E27FC236}">
                <a16:creationId xmlns:a16="http://schemas.microsoft.com/office/drawing/2014/main" id="{51306FDF-3C82-8CB9-1EDD-68A24F9B9EAC}"/>
              </a:ext>
            </a:extLst>
          </p:cNvPr>
          <p:cNvSpPr txBox="1">
            <a:spLocks/>
          </p:cNvSpPr>
          <p:nvPr/>
        </p:nvSpPr>
        <p:spPr>
          <a:xfrm>
            <a:off x="626745" y="2843632"/>
            <a:ext cx="11306175" cy="3027111"/>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3">
            <a:schemeClr val="lt1"/>
          </a:lnRef>
          <a:fillRef idx="1">
            <a:schemeClr val="accent1"/>
          </a:fillRef>
          <a:effectRef idx="1">
            <a:schemeClr val="accent1"/>
          </a:effectRef>
          <a:fontRef idx="minor">
            <a:schemeClr val="lt1"/>
          </a:fontRef>
        </p:style>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342900" indent="-342900" algn="l">
              <a:lnSpc>
                <a:spcPts val="1750"/>
              </a:lnSpc>
              <a:buFont typeface="Arial" panose="020B0604020202020204" pitchFamily="34" charset="0"/>
              <a:buChar char="•"/>
            </a:pPr>
            <a:endParaRPr lang="fr-FR" dirty="0">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a:p>
            <a:pPr marL="342900" indent="-342900" algn="l">
              <a:lnSpc>
                <a:spcPts val="1750"/>
              </a:lnSpc>
              <a:buFont typeface="Arial" panose="020B0604020202020204" pitchFamily="34" charset="0"/>
              <a:buChar char="•"/>
            </a:pPr>
            <a:r>
              <a:rPr lang="fr-FR" b="1" dirty="0">
                <a:solidFill>
                  <a:schemeClr val="bg1"/>
                </a:solidFill>
                <a:latin typeface="Poppins" panose="00000500000000000000" pitchFamily="2" charset="0"/>
                <a:ea typeface="Lato Light" panose="020F0502020204030203" pitchFamily="34" charset="0"/>
                <a:cs typeface="Poppins" panose="00000500000000000000" pitchFamily="2" charset="0"/>
              </a:rPr>
              <a:t>Revue de l’ensemble des processus métiers (environ 15)</a:t>
            </a:r>
          </a:p>
          <a:p>
            <a:pPr algn="l">
              <a:lnSpc>
                <a:spcPts val="1750"/>
              </a:lnSpc>
            </a:pPr>
            <a:endParaRPr lang="fr-FR" b="1" dirty="0">
              <a:solidFill>
                <a:schemeClr val="bg1"/>
              </a:solidFill>
              <a:latin typeface="Poppins" panose="00000500000000000000" pitchFamily="2" charset="0"/>
              <a:ea typeface="Lato Light" panose="020F0502020204030203" pitchFamily="34" charset="0"/>
              <a:cs typeface="Poppins" panose="00000500000000000000" pitchFamily="2" charset="0"/>
            </a:endParaRPr>
          </a:p>
          <a:p>
            <a:pPr marL="342900" indent="-342900" algn="l">
              <a:lnSpc>
                <a:spcPts val="1750"/>
              </a:lnSpc>
              <a:buFont typeface="Arial" panose="020B0604020202020204" pitchFamily="34" charset="0"/>
              <a:buChar char="•"/>
            </a:pPr>
            <a:r>
              <a:rPr lang="fr-FR" b="1" dirty="0">
                <a:solidFill>
                  <a:schemeClr val="bg1"/>
                </a:solidFill>
                <a:latin typeface="Poppins" panose="00000500000000000000" pitchFamily="2" charset="0"/>
                <a:ea typeface="Lato Light" panose="020F0502020204030203" pitchFamily="34" charset="0"/>
                <a:cs typeface="Poppins" panose="00000500000000000000" pitchFamily="2" charset="0"/>
              </a:rPr>
              <a:t>Ateliers métiers par processus avec pour objectifs</a:t>
            </a:r>
          </a:p>
          <a:p>
            <a:pPr marL="1430536" lvl="1" indent="-342900" algn="l">
              <a:lnSpc>
                <a:spcPts val="1750"/>
              </a:lnSpc>
              <a:buFont typeface="Arial" panose="020B0604020202020204" pitchFamily="34" charset="0"/>
              <a:buChar char="•"/>
            </a:pPr>
            <a:r>
              <a:rPr lang="fr-FR" sz="2400" b="1" dirty="0">
                <a:solidFill>
                  <a:schemeClr val="bg1"/>
                </a:solidFill>
                <a:latin typeface="Poppins" panose="00000500000000000000" pitchFamily="2" charset="0"/>
                <a:ea typeface="Lato Light" panose="020F0502020204030203" pitchFamily="34" charset="0"/>
                <a:cs typeface="Poppins" panose="00000500000000000000" pitchFamily="2" charset="0"/>
              </a:rPr>
              <a:t>Identifier les tâches qui peuvent êtres professionnalisées</a:t>
            </a:r>
          </a:p>
          <a:p>
            <a:pPr marL="1430536" lvl="1" indent="-342900" algn="l">
              <a:lnSpc>
                <a:spcPts val="1750"/>
              </a:lnSpc>
              <a:buFont typeface="Arial" panose="020B0604020202020204" pitchFamily="34" charset="0"/>
              <a:buChar char="•"/>
            </a:pPr>
            <a:r>
              <a:rPr lang="fr-FR" sz="2400" b="1" dirty="0">
                <a:solidFill>
                  <a:schemeClr val="bg1"/>
                </a:solidFill>
                <a:latin typeface="Poppins" panose="00000500000000000000" pitchFamily="2" charset="0"/>
                <a:ea typeface="Lato Light" panose="020F0502020204030203" pitchFamily="34" charset="0"/>
                <a:cs typeface="Poppins" panose="00000500000000000000" pitchFamily="2" charset="0"/>
              </a:rPr>
              <a:t>Identifier les leviers pour libérer REX</a:t>
            </a:r>
          </a:p>
          <a:p>
            <a:pPr marL="1430536" lvl="1" indent="-342900" algn="l">
              <a:lnSpc>
                <a:spcPts val="1750"/>
              </a:lnSpc>
              <a:buFont typeface="Arial" panose="020B0604020202020204" pitchFamily="34" charset="0"/>
              <a:buChar char="•"/>
            </a:pPr>
            <a:r>
              <a:rPr lang="fr-FR" sz="2400" b="1" dirty="0">
                <a:solidFill>
                  <a:schemeClr val="bg1"/>
                </a:solidFill>
                <a:latin typeface="Poppins" panose="00000500000000000000" pitchFamily="2" charset="0"/>
                <a:ea typeface="Lato Light" panose="020F0502020204030203" pitchFamily="34" charset="0"/>
                <a:cs typeface="Poppins" panose="00000500000000000000" pitchFamily="2" charset="0"/>
              </a:rPr>
              <a:t>Les besoins supplémentaires en AI </a:t>
            </a:r>
          </a:p>
          <a:p>
            <a:pPr lvl="1" algn="l">
              <a:lnSpc>
                <a:spcPts val="1750"/>
              </a:lnSpc>
            </a:pPr>
            <a:endParaRPr lang="fr-FR" sz="2400" b="1" dirty="0">
              <a:solidFill>
                <a:schemeClr val="bg1"/>
              </a:solidFill>
              <a:latin typeface="Poppins" panose="00000500000000000000" pitchFamily="2" charset="0"/>
              <a:ea typeface="Lato Light" panose="020F0502020204030203" pitchFamily="34" charset="0"/>
              <a:cs typeface="Poppins" panose="00000500000000000000" pitchFamily="2" charset="0"/>
            </a:endParaRPr>
          </a:p>
          <a:p>
            <a:pPr marL="342900" indent="-342900" algn="l">
              <a:lnSpc>
                <a:spcPts val="1750"/>
              </a:lnSpc>
              <a:buFont typeface="Arial" panose="020B0604020202020204" pitchFamily="34" charset="0"/>
              <a:buChar char="•"/>
            </a:pPr>
            <a:r>
              <a:rPr lang="fr-FR" b="1" dirty="0">
                <a:solidFill>
                  <a:schemeClr val="bg1"/>
                </a:solidFill>
                <a:latin typeface="Poppins" panose="00000500000000000000" pitchFamily="2" charset="0"/>
                <a:ea typeface="Lato Light" panose="020F0502020204030203" pitchFamily="34" charset="0"/>
                <a:cs typeface="Poppins" panose="00000500000000000000" pitchFamily="2" charset="0"/>
              </a:rPr>
              <a:t>Définition d’un programme et d’un calendrier de mise en </a:t>
            </a:r>
            <a:r>
              <a:rPr lang="fr-FR" b="1" dirty="0" err="1">
                <a:solidFill>
                  <a:schemeClr val="bg1"/>
                </a:solidFill>
                <a:latin typeface="Poppins" panose="00000500000000000000" pitchFamily="2" charset="0"/>
                <a:ea typeface="Lato Light" panose="020F0502020204030203" pitchFamily="34" charset="0"/>
                <a:cs typeface="Poppins" panose="00000500000000000000" pitchFamily="2" charset="0"/>
              </a:rPr>
              <a:t>oeuvre</a:t>
            </a:r>
            <a:r>
              <a:rPr lang="fr-FR" b="1" dirty="0">
                <a:solidFill>
                  <a:schemeClr val="bg1"/>
                </a:solidFill>
                <a:latin typeface="Poppins" panose="00000500000000000000" pitchFamily="2" charset="0"/>
                <a:ea typeface="Lato Light" panose="020F0502020204030203" pitchFamily="34" charset="0"/>
                <a:cs typeface="Poppins" panose="00000500000000000000" pitchFamily="2" charset="0"/>
              </a:rPr>
              <a:t> </a:t>
            </a:r>
          </a:p>
          <a:p>
            <a:pPr marL="1430536" lvl="1" indent="-342900" algn="l">
              <a:lnSpc>
                <a:spcPts val="1750"/>
              </a:lnSpc>
              <a:buFont typeface="Courier New" panose="02070309020205020404" pitchFamily="49" charset="0"/>
              <a:buChar char="o"/>
            </a:pPr>
            <a:endParaRPr lang="fr-FR" sz="2400" dirty="0">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p:txBody>
      </p:sp>
      <p:pic>
        <p:nvPicPr>
          <p:cNvPr id="4" name="Image 3">
            <a:extLst>
              <a:ext uri="{FF2B5EF4-FFF2-40B4-BE49-F238E27FC236}">
                <a16:creationId xmlns:a16="http://schemas.microsoft.com/office/drawing/2014/main" id="{05E20E57-E1C2-6E43-4505-CB78F194F766}"/>
              </a:ext>
            </a:extLst>
          </p:cNvPr>
          <p:cNvPicPr>
            <a:picLocks noChangeAspect="1"/>
          </p:cNvPicPr>
          <p:nvPr/>
        </p:nvPicPr>
        <p:blipFill>
          <a:blip r:embed="rId3"/>
          <a:stretch>
            <a:fillRect/>
          </a:stretch>
        </p:blipFill>
        <p:spPr>
          <a:xfrm>
            <a:off x="11262361" y="0"/>
            <a:ext cx="929640" cy="889222"/>
          </a:xfrm>
          <a:prstGeom prst="rect">
            <a:avLst/>
          </a:prstGeom>
        </p:spPr>
      </p:pic>
    </p:spTree>
    <p:extLst>
      <p:ext uri="{BB962C8B-B14F-4D97-AF65-F5344CB8AC3E}">
        <p14:creationId xmlns:p14="http://schemas.microsoft.com/office/powerpoint/2010/main" val="2905591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anim calcmode="lin" valueType="num">
                                      <p:cBhvr additive="base">
                                        <p:cTn id="13"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3" end="3"/>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anim calcmode="lin" valueType="num">
                                      <p:cBhvr additive="base">
                                        <p:cTn id="17"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anim calcmode="lin" valueType="num">
                                      <p:cBhvr additive="base">
                                        <p:cTn id="23"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2">
                                            <p:txEl>
                                              <p:pRg st="6" end="6"/>
                                            </p:txEl>
                                          </p:spTgt>
                                        </p:tgtEl>
                                        <p:attrNameLst>
                                          <p:attrName>style.visibility</p:attrName>
                                        </p:attrNameLst>
                                      </p:cBhvr>
                                      <p:to>
                                        <p:strVal val="visible"/>
                                      </p:to>
                                    </p:set>
                                    <p:anim calcmode="lin" valueType="num">
                                      <p:cBhvr additive="base">
                                        <p:cTn id="29"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2">
                                            <p:txEl>
                                              <p:pRg st="8" end="8"/>
                                            </p:txEl>
                                          </p:spTgt>
                                        </p:tgtEl>
                                        <p:attrNameLst>
                                          <p:attrName>style.visibility</p:attrName>
                                        </p:attrNameLst>
                                      </p:cBhvr>
                                      <p:to>
                                        <p:strVal val="visible"/>
                                      </p:to>
                                    </p:set>
                                    <p:anim calcmode="lin" valueType="num">
                                      <p:cBhvr additive="base">
                                        <p:cTn id="35" dur="500" fill="hold"/>
                                        <p:tgtEl>
                                          <p:spTgt spid="2">
                                            <p:txEl>
                                              <p:pRg st="8" end="8"/>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A5E17D-CFE6-66CD-475F-B6BBF515ACCC}"/>
              </a:ext>
            </a:extLst>
          </p:cNvPr>
          <p:cNvSpPr>
            <a:spLocks noGrp="1"/>
          </p:cNvSpPr>
          <p:nvPr>
            <p:ph type="title" idx="4294967295"/>
          </p:nvPr>
        </p:nvSpPr>
        <p:spPr>
          <a:xfrm>
            <a:off x="512466" y="484164"/>
            <a:ext cx="10572477" cy="761558"/>
          </a:xfrm>
          <a:prstGeom prst="rect">
            <a:avLst/>
          </a:prstGeom>
        </p:spPr>
        <p:txBody>
          <a:bodyPr/>
          <a:lstStyle/>
          <a:p>
            <a:r>
              <a:rPr lang="fr-FR" dirty="0"/>
              <a:t>Les moyens</a:t>
            </a:r>
          </a:p>
        </p:txBody>
      </p:sp>
      <p:sp>
        <p:nvSpPr>
          <p:cNvPr id="3" name="Espace réservé du contenu 2">
            <a:extLst>
              <a:ext uri="{FF2B5EF4-FFF2-40B4-BE49-F238E27FC236}">
                <a16:creationId xmlns:a16="http://schemas.microsoft.com/office/drawing/2014/main" id="{03BC8E28-A39E-25E6-2AB5-9A9C76E4D5CC}"/>
              </a:ext>
            </a:extLst>
          </p:cNvPr>
          <p:cNvSpPr>
            <a:spLocks noGrp="1"/>
          </p:cNvSpPr>
          <p:nvPr>
            <p:ph idx="4294967295"/>
          </p:nvPr>
        </p:nvSpPr>
        <p:spPr>
          <a:xfrm>
            <a:off x="285253" y="1143001"/>
            <a:ext cx="11286985" cy="4881564"/>
          </a:xfrm>
          <a:prstGeom prst="rect">
            <a:avLst/>
          </a:prstGeom>
        </p:spPr>
        <p:txBody>
          <a:bodyPr>
            <a:normAutofit/>
          </a:bodyPr>
          <a:lstStyle/>
          <a:p>
            <a:r>
              <a:rPr lang="fr-FR" dirty="0"/>
              <a:t>Un (des) sponsors et une équipe projet pour supporter et mener notre démarche</a:t>
            </a:r>
          </a:p>
          <a:p>
            <a:pPr lvl="1"/>
            <a:r>
              <a:rPr lang="fr-FR" dirty="0"/>
              <a:t>Un sponsor pour légitimer la démarche auprès de l’ensemble des collaborateurs </a:t>
            </a:r>
          </a:p>
          <a:p>
            <a:pPr lvl="1"/>
            <a:r>
              <a:rPr lang="fr-FR" dirty="0"/>
              <a:t>Un comité de Pilotage Direction Métier, Transformation, DSI, RH, DAF </a:t>
            </a:r>
          </a:p>
          <a:p>
            <a:pPr lvl="1"/>
            <a:r>
              <a:rPr lang="fr-FR" dirty="0"/>
              <a:t>Un directeur de projet garant de l’avancée du planning et de la cohérence de la mise en œuvre de la politique digitale </a:t>
            </a:r>
          </a:p>
          <a:p>
            <a:pPr lvl="2"/>
            <a:r>
              <a:rPr lang="fr-FR" dirty="0"/>
              <a:t>UN CHEF DE PROJET EXELLENCE OPERATIONNELLE pour mettre en œuvre le bloc 3 de la politique « mieux utiliser nos compétences”</a:t>
            </a:r>
          </a:p>
          <a:p>
            <a:pPr lvl="2"/>
            <a:r>
              <a:rPr lang="fr-FR" dirty="0"/>
              <a:t>Un chef de projet sur la qualité des entrants. Il anime des ateliers métiers en mode agile pour éprouver les formulaire dynamiques à mettre en œuvre il suit leurs implémentations En lien avec la DSI</a:t>
            </a:r>
          </a:p>
          <a:p>
            <a:pPr lvl="2"/>
            <a:r>
              <a:rPr lang="fr-FR" dirty="0"/>
              <a:t>Un responsable AI en charge de cadrer les besoins. Il maitrise les concepts d’AI et il s’assure avec la DSI de la solidité et de la maintenabilité des développements</a:t>
            </a:r>
          </a:p>
          <a:p>
            <a:pPr lvl="2"/>
            <a:r>
              <a:rPr lang="fr-FR" dirty="0"/>
              <a:t>Un Chef de projet Métier &amp; DAF pour prendre en main la suppression des ALIAS et production de </a:t>
            </a:r>
            <a:r>
              <a:rPr lang="fr-FR" dirty="0" err="1"/>
              <a:t>rappoRTS</a:t>
            </a:r>
            <a:r>
              <a:rPr lang="fr-FR" dirty="0"/>
              <a:t> TECHNICO </a:t>
            </a:r>
            <a:r>
              <a:rPr lang="fr-FR" dirty="0" err="1"/>
              <a:t>FINANCIEr</a:t>
            </a:r>
            <a:r>
              <a:rPr lang="fr-FR" dirty="0"/>
              <a:t> AU DIFFERENTES MAILLES de </a:t>
            </a:r>
            <a:r>
              <a:rPr lang="fr-FR" dirty="0" err="1"/>
              <a:t>L’ENTRePRISE</a:t>
            </a:r>
            <a:r>
              <a:rPr lang="fr-FR" dirty="0"/>
              <a:t> (remplacement du THI par des </a:t>
            </a:r>
            <a:r>
              <a:rPr lang="fr-FR" dirty="0" err="1"/>
              <a:t>RATIOs</a:t>
            </a:r>
            <a:r>
              <a:rPr lang="fr-FR" dirty="0"/>
              <a:t> TECHNICO </a:t>
            </a:r>
            <a:r>
              <a:rPr lang="fr-FR" dirty="0" err="1"/>
              <a:t>FINANCIEr</a:t>
            </a:r>
            <a:r>
              <a:rPr lang="fr-FR" dirty="0"/>
              <a:t>)</a:t>
            </a:r>
          </a:p>
          <a:p>
            <a:pPr lvl="2"/>
            <a:endParaRPr lang="fr-FR" dirty="0"/>
          </a:p>
          <a:p>
            <a:pPr lvl="2"/>
            <a:endParaRPr lang="fr-FR" dirty="0"/>
          </a:p>
          <a:p>
            <a:endParaRPr lang="fr-FR" dirty="0"/>
          </a:p>
          <a:p>
            <a:endParaRPr lang="fr-FR" dirty="0"/>
          </a:p>
          <a:p>
            <a:endParaRPr lang="fr-FR" dirty="0"/>
          </a:p>
        </p:txBody>
      </p:sp>
      <p:sp>
        <p:nvSpPr>
          <p:cNvPr id="8" name="Espace réservé du numéro de diapositive 7">
            <a:extLst>
              <a:ext uri="{FF2B5EF4-FFF2-40B4-BE49-F238E27FC236}">
                <a16:creationId xmlns:a16="http://schemas.microsoft.com/office/drawing/2014/main" id="{C9583495-8CF5-0833-0AA6-2A642FD6FE34}"/>
              </a:ext>
            </a:extLst>
          </p:cNvPr>
          <p:cNvSpPr>
            <a:spLocks noGrp="1"/>
          </p:cNvSpPr>
          <p:nvPr>
            <p:ph type="sldNum" sz="quarter" idx="4294967295"/>
          </p:nvPr>
        </p:nvSpPr>
        <p:spPr>
          <a:xfrm>
            <a:off x="11307775" y="6356350"/>
            <a:ext cx="674389" cy="365125"/>
          </a:xfrm>
          <a:prstGeom prst="rect">
            <a:avLst/>
          </a:prstGeom>
        </p:spPr>
        <p:txBody>
          <a:bodyPr/>
          <a:lstStyle/>
          <a:p>
            <a:fld id="{178CA135-2885-4CD2-925B-659EA4F87D78}" type="slidenum">
              <a:rPr lang="fr-FR" smtClean="0"/>
              <a:t>23</a:t>
            </a:fld>
            <a:endParaRPr lang="fr-FR"/>
          </a:p>
        </p:txBody>
      </p:sp>
      <p:sp>
        <p:nvSpPr>
          <p:cNvPr id="4" name="Espace réservé du pied de page 3">
            <a:extLst>
              <a:ext uri="{FF2B5EF4-FFF2-40B4-BE49-F238E27FC236}">
                <a16:creationId xmlns:a16="http://schemas.microsoft.com/office/drawing/2014/main" id="{DD0B1384-8E9B-B824-0B5C-FCA2BA5E0626}"/>
              </a:ext>
            </a:extLst>
          </p:cNvPr>
          <p:cNvSpPr>
            <a:spLocks noGrp="1"/>
          </p:cNvSpPr>
          <p:nvPr>
            <p:ph type="ftr" sz="quarter" idx="4294967295"/>
          </p:nvPr>
        </p:nvSpPr>
        <p:spPr>
          <a:xfrm>
            <a:off x="0" y="6350000"/>
            <a:ext cx="3276600" cy="365125"/>
          </a:xfrm>
          <a:prstGeom prst="rect">
            <a:avLst/>
          </a:prstGeom>
        </p:spPr>
        <p:txBody>
          <a:bodyPr/>
          <a:lstStyle/>
          <a:p>
            <a:r>
              <a:rPr lang="fr-FR"/>
              <a:t>CNL - Solutions intelligentes</a:t>
            </a:r>
          </a:p>
        </p:txBody>
      </p:sp>
      <p:pic>
        <p:nvPicPr>
          <p:cNvPr id="6" name="Image 5">
            <a:extLst>
              <a:ext uri="{FF2B5EF4-FFF2-40B4-BE49-F238E27FC236}">
                <a16:creationId xmlns:a16="http://schemas.microsoft.com/office/drawing/2014/main" id="{424BD999-5286-C5BE-F8DA-69DF06B898DD}"/>
              </a:ext>
            </a:extLst>
          </p:cNvPr>
          <p:cNvPicPr>
            <a:picLocks noChangeAspect="1"/>
          </p:cNvPicPr>
          <p:nvPr/>
        </p:nvPicPr>
        <p:blipFill>
          <a:blip r:embed="rId3"/>
          <a:stretch>
            <a:fillRect/>
          </a:stretch>
        </p:blipFill>
        <p:spPr>
          <a:xfrm>
            <a:off x="11262361" y="0"/>
            <a:ext cx="929640" cy="889222"/>
          </a:xfrm>
          <a:prstGeom prst="rect">
            <a:avLst/>
          </a:prstGeom>
        </p:spPr>
      </p:pic>
    </p:spTree>
    <p:extLst>
      <p:ext uri="{BB962C8B-B14F-4D97-AF65-F5344CB8AC3E}">
        <p14:creationId xmlns:p14="http://schemas.microsoft.com/office/powerpoint/2010/main" val="3534539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100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calcmode="lin" valueType="num">
                                      <p:cBhvr additive="base">
                                        <p:cTn id="2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 calcmode="lin" valueType="num">
                                      <p:cBhvr additive="base">
                                        <p:cTn id="2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 calcmode="lin" valueType="num">
                                      <p:cBhvr additive="base">
                                        <p:cTn id="3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3">
                                            <p:txEl>
                                              <p:pRg st="5" end="5"/>
                                            </p:txEl>
                                          </p:spTgt>
                                        </p:tgtEl>
                                        <p:attrNameLst>
                                          <p:attrName>style.visibility</p:attrName>
                                        </p:attrNameLst>
                                      </p:cBhvr>
                                      <p:to>
                                        <p:strVal val="visible"/>
                                      </p:to>
                                    </p:set>
                                    <p:anim calcmode="lin" valueType="num">
                                      <p:cBhvr additive="base">
                                        <p:cTn id="3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3">
                                            <p:txEl>
                                              <p:pRg st="6" end="6"/>
                                            </p:txEl>
                                          </p:spTgt>
                                        </p:tgtEl>
                                        <p:attrNameLst>
                                          <p:attrName>style.visibility</p:attrName>
                                        </p:attrNameLst>
                                      </p:cBhvr>
                                      <p:to>
                                        <p:strVal val="visible"/>
                                      </p:to>
                                    </p:set>
                                    <p:anim calcmode="lin" valueType="num">
                                      <p:cBhvr additive="base">
                                        <p:cTn id="4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3">
                                            <p:txEl>
                                              <p:pRg st="7" end="7"/>
                                            </p:txEl>
                                          </p:spTgt>
                                        </p:tgtEl>
                                        <p:attrNameLst>
                                          <p:attrName>style.visibility</p:attrName>
                                        </p:attrNameLst>
                                      </p:cBhvr>
                                      <p:to>
                                        <p:strVal val="visible"/>
                                      </p:to>
                                    </p:set>
                                    <p:anim calcmode="lin" valueType="num">
                                      <p:cBhvr additive="base">
                                        <p:cTn id="5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A5E17D-CFE6-66CD-475F-B6BBF515ACCC}"/>
              </a:ext>
            </a:extLst>
          </p:cNvPr>
          <p:cNvSpPr>
            <a:spLocks noGrp="1"/>
          </p:cNvSpPr>
          <p:nvPr>
            <p:ph type="title" idx="4294967295"/>
          </p:nvPr>
        </p:nvSpPr>
        <p:spPr>
          <a:xfrm>
            <a:off x="512466" y="484164"/>
            <a:ext cx="10572477" cy="761558"/>
          </a:xfrm>
          <a:prstGeom prst="rect">
            <a:avLst/>
          </a:prstGeom>
        </p:spPr>
        <p:txBody>
          <a:bodyPr/>
          <a:lstStyle/>
          <a:p>
            <a:r>
              <a:rPr lang="fr-FR" dirty="0"/>
              <a:t>Le planning</a:t>
            </a:r>
          </a:p>
        </p:txBody>
      </p:sp>
      <p:sp>
        <p:nvSpPr>
          <p:cNvPr id="3" name="Espace réservé du contenu 2">
            <a:extLst>
              <a:ext uri="{FF2B5EF4-FFF2-40B4-BE49-F238E27FC236}">
                <a16:creationId xmlns:a16="http://schemas.microsoft.com/office/drawing/2014/main" id="{03BC8E28-A39E-25E6-2AB5-9A9C76E4D5CC}"/>
              </a:ext>
            </a:extLst>
          </p:cNvPr>
          <p:cNvSpPr>
            <a:spLocks noGrp="1"/>
          </p:cNvSpPr>
          <p:nvPr>
            <p:ph idx="4294967295"/>
          </p:nvPr>
        </p:nvSpPr>
        <p:spPr>
          <a:xfrm>
            <a:off x="838200" y="1371600"/>
            <a:ext cx="10515600" cy="4838699"/>
          </a:xfrm>
          <a:prstGeom prst="rect">
            <a:avLst/>
          </a:prstGeom>
        </p:spPr>
        <p:txBody>
          <a:bodyPr>
            <a:normAutofit/>
          </a:bodyPr>
          <a:lstStyle/>
          <a:p>
            <a:r>
              <a:rPr lang="fr-FR" dirty="0"/>
              <a:t>Les trois blocs QUI peuvent être </a:t>
            </a:r>
            <a:r>
              <a:rPr lang="fr-FR" dirty="0" err="1"/>
              <a:t>menéS</a:t>
            </a:r>
            <a:r>
              <a:rPr lang="fr-FR" dirty="0"/>
              <a:t> en parallèle</a:t>
            </a:r>
          </a:p>
          <a:p>
            <a:endParaRPr lang="fr-FR" dirty="0"/>
          </a:p>
          <a:p>
            <a:r>
              <a:rPr lang="fr-FR" dirty="0"/>
              <a:t>Des travaux qui dans Un premier temps sont en back office sans impact sur l’activité. </a:t>
            </a:r>
          </a:p>
          <a:p>
            <a:endParaRPr lang="fr-FR" dirty="0"/>
          </a:p>
          <a:p>
            <a:r>
              <a:rPr lang="fr-FR" dirty="0"/>
              <a:t>Quand UN sujet est mature, il peut être mis en </a:t>
            </a:r>
            <a:r>
              <a:rPr lang="fr-FR" dirty="0" err="1"/>
              <a:t>produCtions</a:t>
            </a:r>
            <a:r>
              <a:rPr lang="fr-FR" dirty="0"/>
              <a:t> rapidement.</a:t>
            </a:r>
          </a:p>
          <a:p>
            <a:endParaRPr lang="fr-FR" dirty="0"/>
          </a:p>
          <a:p>
            <a:r>
              <a:rPr lang="fr-FR" dirty="0"/>
              <a:t>Une phase D’initialisation T4 2023</a:t>
            </a:r>
          </a:p>
          <a:p>
            <a:endParaRPr lang="fr-FR" dirty="0"/>
          </a:p>
          <a:p>
            <a:r>
              <a:rPr lang="fr-FR" dirty="0"/>
              <a:t>Des premiers résultats sont délivrés dès le 1</a:t>
            </a:r>
            <a:r>
              <a:rPr lang="fr-FR" baseline="30000" dirty="0"/>
              <a:t>er</a:t>
            </a:r>
            <a:r>
              <a:rPr lang="fr-FR" dirty="0"/>
              <a:t> </a:t>
            </a:r>
            <a:r>
              <a:rPr lang="fr-FR" dirty="0" err="1"/>
              <a:t>SEmestre</a:t>
            </a:r>
            <a:r>
              <a:rPr lang="fr-FR" dirty="0"/>
              <a:t> 2024, d’abord en back-office avant d’être implanté progressivement à partir du 2</a:t>
            </a:r>
            <a:r>
              <a:rPr lang="fr-FR" baseline="30000" dirty="0"/>
              <a:t>nd</a:t>
            </a:r>
            <a:r>
              <a:rPr lang="fr-FR" dirty="0"/>
              <a:t> </a:t>
            </a:r>
            <a:r>
              <a:rPr lang="fr-FR" dirty="0" err="1"/>
              <a:t>SEmestre</a:t>
            </a:r>
            <a:r>
              <a:rPr lang="fr-FR" dirty="0"/>
              <a:t> 2024.</a:t>
            </a:r>
          </a:p>
          <a:p>
            <a:endParaRPr lang="fr-FR" dirty="0"/>
          </a:p>
          <a:p>
            <a:endParaRPr lang="fr-FR" dirty="0"/>
          </a:p>
          <a:p>
            <a:pPr marL="914400" lvl="2" indent="0">
              <a:buNone/>
            </a:pPr>
            <a:endParaRPr lang="fr-FR" dirty="0"/>
          </a:p>
          <a:p>
            <a:pPr marL="0" indent="0">
              <a:buNone/>
            </a:pPr>
            <a:endParaRPr lang="fr-FR" strike="sngStrike" dirty="0"/>
          </a:p>
          <a:p>
            <a:pPr marL="0" indent="0">
              <a:buNone/>
            </a:pPr>
            <a:endParaRPr lang="fr-FR" strike="sngStrike" dirty="0"/>
          </a:p>
          <a:p>
            <a:pPr marL="0" indent="0">
              <a:buNone/>
            </a:pPr>
            <a:endParaRPr lang="fr-FR" strike="sngStrike" dirty="0"/>
          </a:p>
        </p:txBody>
      </p:sp>
      <p:sp>
        <p:nvSpPr>
          <p:cNvPr id="8" name="Espace réservé du numéro de diapositive 7">
            <a:extLst>
              <a:ext uri="{FF2B5EF4-FFF2-40B4-BE49-F238E27FC236}">
                <a16:creationId xmlns:a16="http://schemas.microsoft.com/office/drawing/2014/main" id="{BEAB8078-BFEB-017A-9F5F-D3D7789C2C2F}"/>
              </a:ext>
            </a:extLst>
          </p:cNvPr>
          <p:cNvSpPr>
            <a:spLocks noGrp="1"/>
          </p:cNvSpPr>
          <p:nvPr>
            <p:ph type="sldNum" sz="quarter" idx="4294967295"/>
          </p:nvPr>
        </p:nvSpPr>
        <p:spPr>
          <a:xfrm>
            <a:off x="11307775" y="6356350"/>
            <a:ext cx="674389" cy="365125"/>
          </a:xfrm>
          <a:prstGeom prst="rect">
            <a:avLst/>
          </a:prstGeom>
        </p:spPr>
        <p:txBody>
          <a:bodyPr/>
          <a:lstStyle/>
          <a:p>
            <a:fld id="{178CA135-2885-4CD2-925B-659EA4F87D78}" type="slidenum">
              <a:rPr lang="fr-FR" smtClean="0"/>
              <a:t>24</a:t>
            </a:fld>
            <a:endParaRPr lang="fr-FR"/>
          </a:p>
        </p:txBody>
      </p:sp>
      <p:sp>
        <p:nvSpPr>
          <p:cNvPr id="4" name="Espace réservé du pied de page 3">
            <a:extLst>
              <a:ext uri="{FF2B5EF4-FFF2-40B4-BE49-F238E27FC236}">
                <a16:creationId xmlns:a16="http://schemas.microsoft.com/office/drawing/2014/main" id="{B35C6EFD-3B6C-90FE-9F3D-2C59F013F052}"/>
              </a:ext>
            </a:extLst>
          </p:cNvPr>
          <p:cNvSpPr>
            <a:spLocks noGrp="1"/>
          </p:cNvSpPr>
          <p:nvPr>
            <p:ph type="ftr" sz="quarter" idx="4294967295"/>
          </p:nvPr>
        </p:nvSpPr>
        <p:spPr>
          <a:xfrm>
            <a:off x="0" y="6350000"/>
            <a:ext cx="3276600" cy="365125"/>
          </a:xfrm>
          <a:prstGeom prst="rect">
            <a:avLst/>
          </a:prstGeom>
        </p:spPr>
        <p:txBody>
          <a:bodyPr/>
          <a:lstStyle/>
          <a:p>
            <a:r>
              <a:rPr lang="fr-FR"/>
              <a:t>CNL - Solutions intelligentes</a:t>
            </a:r>
          </a:p>
        </p:txBody>
      </p:sp>
      <p:pic>
        <p:nvPicPr>
          <p:cNvPr id="6" name="Image 5">
            <a:extLst>
              <a:ext uri="{FF2B5EF4-FFF2-40B4-BE49-F238E27FC236}">
                <a16:creationId xmlns:a16="http://schemas.microsoft.com/office/drawing/2014/main" id="{D4046C4F-9DA1-E1E7-97ED-22D674105836}"/>
              </a:ext>
            </a:extLst>
          </p:cNvPr>
          <p:cNvPicPr>
            <a:picLocks noChangeAspect="1"/>
          </p:cNvPicPr>
          <p:nvPr/>
        </p:nvPicPr>
        <p:blipFill>
          <a:blip r:embed="rId3"/>
          <a:stretch>
            <a:fillRect/>
          </a:stretch>
        </p:blipFill>
        <p:spPr>
          <a:xfrm>
            <a:off x="11262361" y="0"/>
            <a:ext cx="929640" cy="889222"/>
          </a:xfrm>
          <a:prstGeom prst="rect">
            <a:avLst/>
          </a:prstGeom>
        </p:spPr>
      </p:pic>
    </p:spTree>
    <p:extLst>
      <p:ext uri="{BB962C8B-B14F-4D97-AF65-F5344CB8AC3E}">
        <p14:creationId xmlns:p14="http://schemas.microsoft.com/office/powerpoint/2010/main" val="705686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 calcmode="lin" valueType="num">
                                      <p:cBhvr additive="base">
                                        <p:cTn id="3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A5E17D-CFE6-66CD-475F-B6BBF515ACCC}"/>
              </a:ext>
            </a:extLst>
          </p:cNvPr>
          <p:cNvSpPr>
            <a:spLocks noGrp="1"/>
          </p:cNvSpPr>
          <p:nvPr>
            <p:ph type="title" idx="4294967295"/>
          </p:nvPr>
        </p:nvSpPr>
        <p:spPr>
          <a:xfrm>
            <a:off x="512466" y="484164"/>
            <a:ext cx="10572477" cy="761558"/>
          </a:xfrm>
          <a:prstGeom prst="rect">
            <a:avLst/>
          </a:prstGeom>
        </p:spPr>
        <p:txBody>
          <a:bodyPr/>
          <a:lstStyle/>
          <a:p>
            <a:r>
              <a:rPr lang="fr-FR" dirty="0"/>
              <a:t>A retenir</a:t>
            </a:r>
          </a:p>
        </p:txBody>
      </p:sp>
      <p:sp>
        <p:nvSpPr>
          <p:cNvPr id="3" name="Espace réservé du contenu 2">
            <a:extLst>
              <a:ext uri="{FF2B5EF4-FFF2-40B4-BE49-F238E27FC236}">
                <a16:creationId xmlns:a16="http://schemas.microsoft.com/office/drawing/2014/main" id="{03BC8E28-A39E-25E6-2AB5-9A9C76E4D5CC}"/>
              </a:ext>
            </a:extLst>
          </p:cNvPr>
          <p:cNvSpPr>
            <a:spLocks noGrp="1"/>
          </p:cNvSpPr>
          <p:nvPr>
            <p:ph idx="4294967295"/>
          </p:nvPr>
        </p:nvSpPr>
        <p:spPr>
          <a:xfrm>
            <a:off x="590689" y="1143000"/>
            <a:ext cx="11286985" cy="5114925"/>
          </a:xfrm>
          <a:prstGeom prst="rect">
            <a:avLst/>
          </a:prstGeom>
        </p:spPr>
        <p:txBody>
          <a:bodyPr>
            <a:normAutofit/>
          </a:bodyPr>
          <a:lstStyle/>
          <a:p>
            <a:pPr marL="457200" lvl="1" indent="0">
              <a:buNone/>
            </a:pPr>
            <a:endParaRPr lang="fr-FR" dirty="0"/>
          </a:p>
          <a:p>
            <a:r>
              <a:rPr lang="fr-FR" dirty="0"/>
              <a:t>Un « choc de simplification » sur plusieurs briques du processus</a:t>
            </a:r>
          </a:p>
          <a:p>
            <a:endParaRPr lang="fr-FR" dirty="0"/>
          </a:p>
          <a:p>
            <a:r>
              <a:rPr lang="fr-FR" dirty="0"/>
              <a:t>Des exploitants libérés (de certaines tâches INDUSTRIALISABLES)</a:t>
            </a:r>
          </a:p>
          <a:p>
            <a:endParaRPr lang="fr-FR" dirty="0"/>
          </a:p>
          <a:p>
            <a:r>
              <a:rPr lang="fr-FR" dirty="0"/>
              <a:t>DES Objectifs accessibles DEPLOYES PROGRESSIVEMENT</a:t>
            </a:r>
          </a:p>
          <a:p>
            <a:endParaRPr lang="fr-FR" dirty="0"/>
          </a:p>
          <a:p>
            <a:pPr marL="0" lvl="1">
              <a:lnSpc>
                <a:spcPts val="2267"/>
              </a:lnSpc>
            </a:pPr>
            <a:r>
              <a:rPr lang="fr-FR" sz="2133" cap="all" dirty="0">
                <a:solidFill>
                  <a:schemeClr val="tx2"/>
                </a:solidFill>
              </a:rPr>
              <a:t>Pas de nouveaux outils à déployer, une valorisation de l’existant</a:t>
            </a:r>
          </a:p>
          <a:p>
            <a:pPr marL="0" lvl="1">
              <a:lnSpc>
                <a:spcPts val="2267"/>
              </a:lnSpc>
            </a:pPr>
            <a:endParaRPr lang="fr-FR" sz="2133" cap="all" dirty="0">
              <a:solidFill>
                <a:schemeClr val="tx2"/>
              </a:solidFill>
            </a:endParaRPr>
          </a:p>
          <a:p>
            <a:pPr marL="0" lvl="1">
              <a:lnSpc>
                <a:spcPts val="2267"/>
              </a:lnSpc>
            </a:pPr>
            <a:r>
              <a:rPr lang="fr-FR" sz="2133" cap="all" dirty="0">
                <a:solidFill>
                  <a:schemeClr val="tx2"/>
                </a:solidFill>
              </a:rPr>
              <a:t>Une UTILISATION DES </a:t>
            </a:r>
            <a:r>
              <a:rPr lang="fr-FR" sz="2133" cap="all" dirty="0" err="1">
                <a:solidFill>
                  <a:schemeClr val="tx2"/>
                </a:solidFill>
              </a:rPr>
              <a:t>COMPéTENCES</a:t>
            </a:r>
            <a:r>
              <a:rPr lang="fr-FR" sz="2133" cap="all" dirty="0">
                <a:solidFill>
                  <a:schemeClr val="tx2"/>
                </a:solidFill>
              </a:rPr>
              <a:t> OPTIMISEE</a:t>
            </a:r>
          </a:p>
          <a:p>
            <a:pPr marL="0" lvl="1">
              <a:lnSpc>
                <a:spcPts val="2267"/>
              </a:lnSpc>
            </a:pPr>
            <a:endParaRPr lang="fr-FR" sz="2133" cap="all" dirty="0">
              <a:solidFill>
                <a:schemeClr val="tx2"/>
              </a:solidFill>
            </a:endParaRPr>
          </a:p>
          <a:p>
            <a:pPr marL="0" lvl="1">
              <a:lnSpc>
                <a:spcPts val="2267"/>
              </a:lnSpc>
            </a:pPr>
            <a:r>
              <a:rPr lang="fr-FR" sz="2133" i="1" cap="all" dirty="0">
                <a:solidFill>
                  <a:schemeClr val="tx2"/>
                </a:solidFill>
              </a:rPr>
              <a:t>La REUSSITE DU PROJET E-VOLUTION S’APPUIE SUR L’ADHESION ET </a:t>
            </a:r>
            <a:r>
              <a:rPr lang="fr-FR" sz="2133" i="1" cap="all" dirty="0" err="1">
                <a:solidFill>
                  <a:schemeClr val="tx2"/>
                </a:solidFill>
              </a:rPr>
              <a:t>lA</a:t>
            </a:r>
            <a:r>
              <a:rPr lang="fr-FR" sz="2133" i="1" cap="all" dirty="0">
                <a:solidFill>
                  <a:schemeClr val="tx2"/>
                </a:solidFill>
              </a:rPr>
              <a:t> PLEINE COMPREHENSION DU SENS DE LA POLITIQUE DIGITALE PAR l’ensemble des acteurs</a:t>
            </a:r>
          </a:p>
          <a:p>
            <a:pPr marL="0" lvl="1">
              <a:lnSpc>
                <a:spcPts val="2267"/>
              </a:lnSpc>
            </a:pPr>
            <a:endParaRPr lang="fr-FR" sz="2133" cap="all" dirty="0">
              <a:solidFill>
                <a:schemeClr val="tx2"/>
              </a:solidFill>
            </a:endParaRPr>
          </a:p>
          <a:p>
            <a:pPr marL="0" lvl="1">
              <a:lnSpc>
                <a:spcPts val="2267"/>
              </a:lnSpc>
            </a:pPr>
            <a:endParaRPr lang="fr-FR" sz="2133" cap="all" dirty="0">
              <a:solidFill>
                <a:schemeClr val="tx2"/>
              </a:solidFill>
            </a:endParaRPr>
          </a:p>
          <a:p>
            <a:pPr lvl="2"/>
            <a:endParaRPr lang="fr-FR" dirty="0"/>
          </a:p>
          <a:p>
            <a:pPr marL="0" indent="0">
              <a:buNone/>
            </a:pPr>
            <a:endParaRPr lang="fr-FR" strike="sngStrike" dirty="0"/>
          </a:p>
          <a:p>
            <a:pPr marL="0" indent="0">
              <a:buNone/>
            </a:pPr>
            <a:endParaRPr lang="fr-FR" strike="sngStrike" dirty="0"/>
          </a:p>
          <a:p>
            <a:pPr marL="0" indent="0">
              <a:buNone/>
            </a:pPr>
            <a:endParaRPr lang="fr-FR" strike="sngStrike" dirty="0"/>
          </a:p>
        </p:txBody>
      </p:sp>
      <p:sp>
        <p:nvSpPr>
          <p:cNvPr id="8" name="Espace réservé du numéro de diapositive 7">
            <a:extLst>
              <a:ext uri="{FF2B5EF4-FFF2-40B4-BE49-F238E27FC236}">
                <a16:creationId xmlns:a16="http://schemas.microsoft.com/office/drawing/2014/main" id="{960FF1A9-290B-5980-79CD-9949B88CB80D}"/>
              </a:ext>
            </a:extLst>
          </p:cNvPr>
          <p:cNvSpPr>
            <a:spLocks noGrp="1"/>
          </p:cNvSpPr>
          <p:nvPr>
            <p:ph type="sldNum" sz="quarter" idx="4294967295"/>
          </p:nvPr>
        </p:nvSpPr>
        <p:spPr>
          <a:xfrm>
            <a:off x="11307775" y="6356350"/>
            <a:ext cx="674389" cy="365125"/>
          </a:xfrm>
          <a:prstGeom prst="rect">
            <a:avLst/>
          </a:prstGeom>
        </p:spPr>
        <p:txBody>
          <a:bodyPr/>
          <a:lstStyle/>
          <a:p>
            <a:fld id="{178CA135-2885-4CD2-925B-659EA4F87D78}" type="slidenum">
              <a:rPr lang="fr-FR" smtClean="0"/>
              <a:t>25</a:t>
            </a:fld>
            <a:endParaRPr lang="fr-FR"/>
          </a:p>
        </p:txBody>
      </p:sp>
      <p:sp>
        <p:nvSpPr>
          <p:cNvPr id="4" name="Espace réservé du pied de page 3">
            <a:extLst>
              <a:ext uri="{FF2B5EF4-FFF2-40B4-BE49-F238E27FC236}">
                <a16:creationId xmlns:a16="http://schemas.microsoft.com/office/drawing/2014/main" id="{941390CF-8439-4DC1-77FE-2A8CA4C1B2C0}"/>
              </a:ext>
            </a:extLst>
          </p:cNvPr>
          <p:cNvSpPr>
            <a:spLocks noGrp="1"/>
          </p:cNvSpPr>
          <p:nvPr>
            <p:ph type="ftr" sz="quarter" idx="4294967295"/>
          </p:nvPr>
        </p:nvSpPr>
        <p:spPr>
          <a:xfrm>
            <a:off x="0" y="6350000"/>
            <a:ext cx="3276600" cy="365125"/>
          </a:xfrm>
          <a:prstGeom prst="rect">
            <a:avLst/>
          </a:prstGeom>
        </p:spPr>
        <p:txBody>
          <a:bodyPr/>
          <a:lstStyle/>
          <a:p>
            <a:r>
              <a:rPr lang="fr-FR"/>
              <a:t>CNL - Solutions intelligentes</a:t>
            </a:r>
          </a:p>
        </p:txBody>
      </p:sp>
      <p:pic>
        <p:nvPicPr>
          <p:cNvPr id="6" name="Image 5">
            <a:extLst>
              <a:ext uri="{FF2B5EF4-FFF2-40B4-BE49-F238E27FC236}">
                <a16:creationId xmlns:a16="http://schemas.microsoft.com/office/drawing/2014/main" id="{06CE23B1-5272-72A3-4376-32D88295F672}"/>
              </a:ext>
            </a:extLst>
          </p:cNvPr>
          <p:cNvPicPr>
            <a:picLocks noChangeAspect="1"/>
          </p:cNvPicPr>
          <p:nvPr/>
        </p:nvPicPr>
        <p:blipFill>
          <a:blip r:embed="rId3"/>
          <a:stretch>
            <a:fillRect/>
          </a:stretch>
        </p:blipFill>
        <p:spPr>
          <a:xfrm>
            <a:off x="11262361" y="0"/>
            <a:ext cx="929640" cy="889222"/>
          </a:xfrm>
          <a:prstGeom prst="rect">
            <a:avLst/>
          </a:prstGeom>
        </p:spPr>
      </p:pic>
    </p:spTree>
    <p:extLst>
      <p:ext uri="{BB962C8B-B14F-4D97-AF65-F5344CB8AC3E}">
        <p14:creationId xmlns:p14="http://schemas.microsoft.com/office/powerpoint/2010/main" val="3364440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 calcmode="lin" valueType="num">
                                      <p:cBhvr additive="base">
                                        <p:cTn id="2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anim calcmode="lin" valueType="num">
                                      <p:cBhvr additive="base">
                                        <p:cTn id="3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6" presetClass="entr" presetSubtype="0" fill="hold" nodeType="click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animEffect transition="in" filter="wipe(down)">
                                      <p:cBhvr>
                                        <p:cTn id="37" dur="580">
                                          <p:stCondLst>
                                            <p:cond delay="0"/>
                                          </p:stCondLst>
                                        </p:cTn>
                                        <p:tgtEl>
                                          <p:spTgt spid="3">
                                            <p:txEl>
                                              <p:pRg st="11" end="11"/>
                                            </p:txEl>
                                          </p:spTgt>
                                        </p:tgtEl>
                                      </p:cBhvr>
                                    </p:animEffect>
                                    <p:anim calcmode="lin" valueType="num">
                                      <p:cBhvr>
                                        <p:cTn id="38" dur="1822" tmFilter="0,0; 0.14,0.36; 0.43,0.73; 0.71,0.91; 1.0,1.0">
                                          <p:stCondLst>
                                            <p:cond delay="0"/>
                                          </p:stCondLst>
                                        </p:cTn>
                                        <p:tgtEl>
                                          <p:spTgt spid="3">
                                            <p:txEl>
                                              <p:pRg st="11" end="11"/>
                                            </p:txEl>
                                          </p:spTgt>
                                        </p:tgtEl>
                                        <p:attrNameLst>
                                          <p:attrName>ppt_x</p:attrName>
                                        </p:attrNameLst>
                                      </p:cBhvr>
                                      <p:tavLst>
                                        <p:tav tm="0">
                                          <p:val>
                                            <p:strVal val="#ppt_x-0.25"/>
                                          </p:val>
                                        </p:tav>
                                        <p:tav tm="100000">
                                          <p:val>
                                            <p:strVal val="#ppt_x"/>
                                          </p:val>
                                        </p:tav>
                                      </p:tavLst>
                                    </p:anim>
                                    <p:anim calcmode="lin" valueType="num">
                                      <p:cBhvr>
                                        <p:cTn id="39" dur="664" tmFilter="0.0,0.0; 0.25,0.07; 0.50,0.2; 0.75,0.467; 1.0,1.0">
                                          <p:stCondLst>
                                            <p:cond delay="0"/>
                                          </p:stCondLst>
                                        </p:cTn>
                                        <p:tgtEl>
                                          <p:spTgt spid="3">
                                            <p:txEl>
                                              <p:pRg st="11" end="11"/>
                                            </p:txEl>
                                          </p:spTgt>
                                        </p:tgtEl>
                                        <p:attrNameLst>
                                          <p:attrName>ppt_y</p:attrName>
                                        </p:attrNameLst>
                                      </p:cBhvr>
                                      <p:tavLst>
                                        <p:tav tm="0" fmla="#ppt_y-sin(pi*$)/3">
                                          <p:val>
                                            <p:fltVal val="0.5"/>
                                          </p:val>
                                        </p:tav>
                                        <p:tav tm="100000">
                                          <p:val>
                                            <p:fltVal val="1"/>
                                          </p:val>
                                        </p:tav>
                                      </p:tavLst>
                                    </p:anim>
                                    <p:anim calcmode="lin" valueType="num">
                                      <p:cBhvr>
                                        <p:cTn id="40" dur="664" tmFilter="0, 0; 0.125,0.2665; 0.25,0.4; 0.375,0.465; 0.5,0.5;  0.625,0.535; 0.75,0.6; 0.875,0.7335; 1,1">
                                          <p:stCondLst>
                                            <p:cond delay="664"/>
                                          </p:stCondLst>
                                        </p:cTn>
                                        <p:tgtEl>
                                          <p:spTgt spid="3">
                                            <p:txEl>
                                              <p:pRg st="11" end="11"/>
                                            </p:txEl>
                                          </p:spTgt>
                                        </p:tgtEl>
                                        <p:attrNameLst>
                                          <p:attrName>ppt_y</p:attrName>
                                        </p:attrNameLst>
                                      </p:cBhvr>
                                      <p:tavLst>
                                        <p:tav tm="0" fmla="#ppt_y-sin(pi*$)/9">
                                          <p:val>
                                            <p:fltVal val="0"/>
                                          </p:val>
                                        </p:tav>
                                        <p:tav tm="100000">
                                          <p:val>
                                            <p:fltVal val="1"/>
                                          </p:val>
                                        </p:tav>
                                      </p:tavLst>
                                    </p:anim>
                                    <p:anim calcmode="lin" valueType="num">
                                      <p:cBhvr>
                                        <p:cTn id="41" dur="332" tmFilter="0, 0; 0.125,0.2665; 0.25,0.4; 0.375,0.465; 0.5,0.5;  0.625,0.535; 0.75,0.6; 0.875,0.7335; 1,1">
                                          <p:stCondLst>
                                            <p:cond delay="1324"/>
                                          </p:stCondLst>
                                        </p:cTn>
                                        <p:tgtEl>
                                          <p:spTgt spid="3">
                                            <p:txEl>
                                              <p:pRg st="11" end="11"/>
                                            </p:txEl>
                                          </p:spTgt>
                                        </p:tgtEl>
                                        <p:attrNameLst>
                                          <p:attrName>ppt_y</p:attrName>
                                        </p:attrNameLst>
                                      </p:cBhvr>
                                      <p:tavLst>
                                        <p:tav tm="0" fmla="#ppt_y-sin(pi*$)/27">
                                          <p:val>
                                            <p:fltVal val="0"/>
                                          </p:val>
                                        </p:tav>
                                        <p:tav tm="100000">
                                          <p:val>
                                            <p:fltVal val="1"/>
                                          </p:val>
                                        </p:tav>
                                      </p:tavLst>
                                    </p:anim>
                                    <p:anim calcmode="lin" valueType="num">
                                      <p:cBhvr>
                                        <p:cTn id="42" dur="164" tmFilter="0, 0; 0.125,0.2665; 0.25,0.4; 0.375,0.465; 0.5,0.5;  0.625,0.535; 0.75,0.6; 0.875,0.7335; 1,1">
                                          <p:stCondLst>
                                            <p:cond delay="1656"/>
                                          </p:stCondLst>
                                        </p:cTn>
                                        <p:tgtEl>
                                          <p:spTgt spid="3">
                                            <p:txEl>
                                              <p:pRg st="11" end="11"/>
                                            </p:txEl>
                                          </p:spTgt>
                                        </p:tgtEl>
                                        <p:attrNameLst>
                                          <p:attrName>ppt_y</p:attrName>
                                        </p:attrNameLst>
                                      </p:cBhvr>
                                      <p:tavLst>
                                        <p:tav tm="0" fmla="#ppt_y-sin(pi*$)/81">
                                          <p:val>
                                            <p:fltVal val="0"/>
                                          </p:val>
                                        </p:tav>
                                        <p:tav tm="100000">
                                          <p:val>
                                            <p:fltVal val="1"/>
                                          </p:val>
                                        </p:tav>
                                      </p:tavLst>
                                    </p:anim>
                                    <p:animScale>
                                      <p:cBhvr>
                                        <p:cTn id="43" dur="26">
                                          <p:stCondLst>
                                            <p:cond delay="650"/>
                                          </p:stCondLst>
                                        </p:cTn>
                                        <p:tgtEl>
                                          <p:spTgt spid="3">
                                            <p:txEl>
                                              <p:pRg st="11" end="11"/>
                                            </p:txEl>
                                          </p:spTgt>
                                        </p:tgtEl>
                                      </p:cBhvr>
                                      <p:to x="100000" y="60000"/>
                                    </p:animScale>
                                    <p:animScale>
                                      <p:cBhvr>
                                        <p:cTn id="44" dur="166" decel="50000">
                                          <p:stCondLst>
                                            <p:cond delay="676"/>
                                          </p:stCondLst>
                                        </p:cTn>
                                        <p:tgtEl>
                                          <p:spTgt spid="3">
                                            <p:txEl>
                                              <p:pRg st="11" end="11"/>
                                            </p:txEl>
                                          </p:spTgt>
                                        </p:tgtEl>
                                      </p:cBhvr>
                                      <p:to x="100000" y="100000"/>
                                    </p:animScale>
                                    <p:animScale>
                                      <p:cBhvr>
                                        <p:cTn id="45" dur="26">
                                          <p:stCondLst>
                                            <p:cond delay="1312"/>
                                          </p:stCondLst>
                                        </p:cTn>
                                        <p:tgtEl>
                                          <p:spTgt spid="3">
                                            <p:txEl>
                                              <p:pRg st="11" end="11"/>
                                            </p:txEl>
                                          </p:spTgt>
                                        </p:tgtEl>
                                      </p:cBhvr>
                                      <p:to x="100000" y="80000"/>
                                    </p:animScale>
                                    <p:animScale>
                                      <p:cBhvr>
                                        <p:cTn id="46" dur="166" decel="50000">
                                          <p:stCondLst>
                                            <p:cond delay="1338"/>
                                          </p:stCondLst>
                                        </p:cTn>
                                        <p:tgtEl>
                                          <p:spTgt spid="3">
                                            <p:txEl>
                                              <p:pRg st="11" end="11"/>
                                            </p:txEl>
                                          </p:spTgt>
                                        </p:tgtEl>
                                      </p:cBhvr>
                                      <p:to x="100000" y="100000"/>
                                    </p:animScale>
                                    <p:animScale>
                                      <p:cBhvr>
                                        <p:cTn id="47" dur="26">
                                          <p:stCondLst>
                                            <p:cond delay="1642"/>
                                          </p:stCondLst>
                                        </p:cTn>
                                        <p:tgtEl>
                                          <p:spTgt spid="3">
                                            <p:txEl>
                                              <p:pRg st="11" end="11"/>
                                            </p:txEl>
                                          </p:spTgt>
                                        </p:tgtEl>
                                      </p:cBhvr>
                                      <p:to x="100000" y="90000"/>
                                    </p:animScale>
                                    <p:animScale>
                                      <p:cBhvr>
                                        <p:cTn id="48" dur="166" decel="50000">
                                          <p:stCondLst>
                                            <p:cond delay="1668"/>
                                          </p:stCondLst>
                                        </p:cTn>
                                        <p:tgtEl>
                                          <p:spTgt spid="3">
                                            <p:txEl>
                                              <p:pRg st="11" end="11"/>
                                            </p:txEl>
                                          </p:spTgt>
                                        </p:tgtEl>
                                      </p:cBhvr>
                                      <p:to x="100000" y="100000"/>
                                    </p:animScale>
                                    <p:animScale>
                                      <p:cBhvr>
                                        <p:cTn id="49" dur="26">
                                          <p:stCondLst>
                                            <p:cond delay="1808"/>
                                          </p:stCondLst>
                                        </p:cTn>
                                        <p:tgtEl>
                                          <p:spTgt spid="3">
                                            <p:txEl>
                                              <p:pRg st="11" end="11"/>
                                            </p:txEl>
                                          </p:spTgt>
                                        </p:tgtEl>
                                      </p:cBhvr>
                                      <p:to x="100000" y="95000"/>
                                    </p:animScale>
                                    <p:animScale>
                                      <p:cBhvr>
                                        <p:cTn id="50" dur="166" decel="50000">
                                          <p:stCondLst>
                                            <p:cond delay="1834"/>
                                          </p:stCondLst>
                                        </p:cTn>
                                        <p:tgtEl>
                                          <p:spTgt spid="3">
                                            <p:txEl>
                                              <p:pRg st="11" end="11"/>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Freeform 6">
            <a:extLst>
              <a:ext uri="{FF2B5EF4-FFF2-40B4-BE49-F238E27FC236}">
                <a16:creationId xmlns:a16="http://schemas.microsoft.com/office/drawing/2014/main" id="{0DADC2B7-C8B2-D203-A02E-E365AEE2E3DF}"/>
              </a:ext>
            </a:extLst>
          </p:cNvPr>
          <p:cNvSpPr>
            <a:spLocks noChangeArrowheads="1"/>
          </p:cNvSpPr>
          <p:nvPr/>
        </p:nvSpPr>
        <p:spPr bwMode="auto">
          <a:xfrm>
            <a:off x="8891690" y="3513881"/>
            <a:ext cx="2087358" cy="1045253"/>
          </a:xfrm>
          <a:custGeom>
            <a:avLst/>
            <a:gdLst>
              <a:gd name="T0" fmla="*/ 14 w 2923"/>
              <a:gd name="T1" fmla="*/ 1465 h 1466"/>
              <a:gd name="T2" fmla="*/ 0 w 2923"/>
              <a:gd name="T3" fmla="*/ 1438 h 1466"/>
              <a:gd name="T4" fmla="*/ 2908 w 2923"/>
              <a:gd name="T5" fmla="*/ 0 h 1466"/>
              <a:gd name="T6" fmla="*/ 2922 w 2923"/>
              <a:gd name="T7" fmla="*/ 28 h 1466"/>
              <a:gd name="T8" fmla="*/ 14 w 2923"/>
              <a:gd name="T9" fmla="*/ 1465 h 1466"/>
            </a:gdLst>
            <a:ahLst/>
            <a:cxnLst>
              <a:cxn ang="0">
                <a:pos x="T0" y="T1"/>
              </a:cxn>
              <a:cxn ang="0">
                <a:pos x="T2" y="T3"/>
              </a:cxn>
              <a:cxn ang="0">
                <a:pos x="T4" y="T5"/>
              </a:cxn>
              <a:cxn ang="0">
                <a:pos x="T6" y="T7"/>
              </a:cxn>
              <a:cxn ang="0">
                <a:pos x="T8" y="T9"/>
              </a:cxn>
            </a:cxnLst>
            <a:rect l="0" t="0" r="r" b="b"/>
            <a:pathLst>
              <a:path w="2923" h="1466">
                <a:moveTo>
                  <a:pt x="14" y="1465"/>
                </a:moveTo>
                <a:lnTo>
                  <a:pt x="0" y="1438"/>
                </a:lnTo>
                <a:lnTo>
                  <a:pt x="2908" y="0"/>
                </a:lnTo>
                <a:lnTo>
                  <a:pt x="2922" y="28"/>
                </a:lnTo>
                <a:lnTo>
                  <a:pt x="14" y="1465"/>
                </a:lnTo>
              </a:path>
            </a:pathLst>
          </a:custGeom>
          <a:solidFill>
            <a:schemeClr val="accent2">
              <a:alpha val="99000"/>
            </a:schemeClr>
          </a:solidFill>
          <a:ln>
            <a:noFill/>
          </a:ln>
          <a:effectLst/>
        </p:spPr>
        <p:txBody>
          <a:bodyPr wrap="none" anchor="ctr"/>
          <a:lstStyle/>
          <a:p>
            <a:endParaRPr lang="en-US" sz="900"/>
          </a:p>
        </p:txBody>
      </p:sp>
      <p:sp>
        <p:nvSpPr>
          <p:cNvPr id="2" name="TextBox 1">
            <a:extLst>
              <a:ext uri="{FF2B5EF4-FFF2-40B4-BE49-F238E27FC236}">
                <a16:creationId xmlns:a16="http://schemas.microsoft.com/office/drawing/2014/main" id="{C141CCE7-0048-A246-8500-CDB23F409EFF}"/>
              </a:ext>
            </a:extLst>
          </p:cNvPr>
          <p:cNvSpPr txBox="1"/>
          <p:nvPr/>
        </p:nvSpPr>
        <p:spPr>
          <a:xfrm>
            <a:off x="1666777" y="306186"/>
            <a:ext cx="8858515" cy="553998"/>
          </a:xfrm>
          <a:prstGeom prst="rect">
            <a:avLst/>
          </a:prstGeom>
          <a:noFill/>
        </p:spPr>
        <p:txBody>
          <a:bodyPr wrap="none" rtlCol="0">
            <a:spAutoFit/>
          </a:bodyPr>
          <a:lstStyle/>
          <a:p>
            <a:pPr algn="ctr"/>
            <a:r>
              <a:rPr lang="fr-FR" sz="3000" b="1">
                <a:solidFill>
                  <a:schemeClr val="tx2"/>
                </a:solidFill>
                <a:latin typeface="Poppins" pitchFamily="2" charset="77"/>
                <a:cs typeface="Poppins" pitchFamily="2" charset="77"/>
              </a:rPr>
              <a:t>Rééquilibrage des charges entre les acteurs</a:t>
            </a:r>
            <a:endParaRPr lang="fr-FR" sz="3000" b="1" dirty="0">
              <a:solidFill>
                <a:schemeClr val="tx2"/>
              </a:solidFill>
              <a:latin typeface="Poppins" pitchFamily="2" charset="77"/>
              <a:cs typeface="Poppins" pitchFamily="2" charset="77"/>
            </a:endParaRPr>
          </a:p>
        </p:txBody>
      </p:sp>
      <p:sp>
        <p:nvSpPr>
          <p:cNvPr id="3" name="TextBox 2">
            <a:extLst>
              <a:ext uri="{FF2B5EF4-FFF2-40B4-BE49-F238E27FC236}">
                <a16:creationId xmlns:a16="http://schemas.microsoft.com/office/drawing/2014/main" id="{9EDD769B-59F5-6E46-8E9B-0E07A401AE95}"/>
              </a:ext>
            </a:extLst>
          </p:cNvPr>
          <p:cNvSpPr txBox="1"/>
          <p:nvPr/>
        </p:nvSpPr>
        <p:spPr>
          <a:xfrm>
            <a:off x="4080064" y="787593"/>
            <a:ext cx="4031874" cy="276999"/>
          </a:xfrm>
          <a:prstGeom prst="rect">
            <a:avLst/>
          </a:prstGeom>
          <a:noFill/>
        </p:spPr>
        <p:txBody>
          <a:bodyPr wrap="none" rtlCol="0">
            <a:spAutoFit/>
          </a:bodyPr>
          <a:lstStyle/>
          <a:p>
            <a:pPr algn="ctr"/>
            <a:r>
              <a:rPr lang="fr-FR" sz="1200" b="1">
                <a:solidFill>
                  <a:schemeClr val="accent2">
                    <a:lumMod val="50000"/>
                    <a:lumOff val="50000"/>
                  </a:schemeClr>
                </a:solidFill>
                <a:latin typeface="Poppins" pitchFamily="2" charset="77"/>
                <a:cs typeface="Poppins" pitchFamily="2" charset="77"/>
              </a:rPr>
              <a:t>au bénéfice d’une meilleure performance terrain</a:t>
            </a:r>
            <a:endParaRPr lang="fr-FR" sz="1200" spc="150" dirty="0">
              <a:solidFill>
                <a:schemeClr val="accent2">
                  <a:lumMod val="50000"/>
                  <a:lumOff val="50000"/>
                </a:schemeClr>
              </a:solidFill>
              <a:latin typeface="Poppins Light" pitchFamily="2" charset="77"/>
              <a:cs typeface="Poppins Light" pitchFamily="2" charset="77"/>
            </a:endParaRPr>
          </a:p>
        </p:txBody>
      </p:sp>
      <p:sp>
        <p:nvSpPr>
          <p:cNvPr id="4" name="Freeform 3">
            <a:extLst>
              <a:ext uri="{FF2B5EF4-FFF2-40B4-BE49-F238E27FC236}">
                <a16:creationId xmlns:a16="http://schemas.microsoft.com/office/drawing/2014/main" id="{E1950176-BF40-3246-97AA-C36BCD987176}"/>
              </a:ext>
            </a:extLst>
          </p:cNvPr>
          <p:cNvSpPr>
            <a:spLocks noChangeArrowheads="1"/>
          </p:cNvSpPr>
          <p:nvPr/>
        </p:nvSpPr>
        <p:spPr bwMode="auto">
          <a:xfrm>
            <a:off x="1531104" y="3454061"/>
            <a:ext cx="2087358" cy="1045253"/>
          </a:xfrm>
          <a:custGeom>
            <a:avLst/>
            <a:gdLst>
              <a:gd name="T0" fmla="*/ 2908 w 2922"/>
              <a:gd name="T1" fmla="*/ 1465 h 1466"/>
              <a:gd name="T2" fmla="*/ 0 w 2922"/>
              <a:gd name="T3" fmla="*/ 28 h 1466"/>
              <a:gd name="T4" fmla="*/ 13 w 2922"/>
              <a:gd name="T5" fmla="*/ 0 h 1466"/>
              <a:gd name="T6" fmla="*/ 2921 w 2922"/>
              <a:gd name="T7" fmla="*/ 1438 h 1466"/>
              <a:gd name="T8" fmla="*/ 2908 w 2922"/>
              <a:gd name="T9" fmla="*/ 1465 h 1466"/>
            </a:gdLst>
            <a:ahLst/>
            <a:cxnLst>
              <a:cxn ang="0">
                <a:pos x="T0" y="T1"/>
              </a:cxn>
              <a:cxn ang="0">
                <a:pos x="T2" y="T3"/>
              </a:cxn>
              <a:cxn ang="0">
                <a:pos x="T4" y="T5"/>
              </a:cxn>
              <a:cxn ang="0">
                <a:pos x="T6" y="T7"/>
              </a:cxn>
              <a:cxn ang="0">
                <a:pos x="T8" y="T9"/>
              </a:cxn>
            </a:cxnLst>
            <a:rect l="0" t="0" r="r" b="b"/>
            <a:pathLst>
              <a:path w="2922" h="1466">
                <a:moveTo>
                  <a:pt x="2908" y="1465"/>
                </a:moveTo>
                <a:lnTo>
                  <a:pt x="0" y="28"/>
                </a:lnTo>
                <a:lnTo>
                  <a:pt x="13" y="0"/>
                </a:lnTo>
                <a:lnTo>
                  <a:pt x="2921" y="1438"/>
                </a:lnTo>
                <a:lnTo>
                  <a:pt x="2908" y="1465"/>
                </a:lnTo>
              </a:path>
            </a:pathLst>
          </a:custGeom>
          <a:solidFill>
            <a:schemeClr val="accent1"/>
          </a:solidFill>
          <a:ln>
            <a:noFill/>
          </a:ln>
          <a:effectLst/>
        </p:spPr>
        <p:txBody>
          <a:bodyPr wrap="none" anchor="ctr"/>
          <a:lstStyle/>
          <a:p>
            <a:endParaRPr lang="en-US" sz="900"/>
          </a:p>
        </p:txBody>
      </p:sp>
      <p:sp>
        <p:nvSpPr>
          <p:cNvPr id="5" name="Freeform 4">
            <a:extLst>
              <a:ext uri="{FF2B5EF4-FFF2-40B4-BE49-F238E27FC236}">
                <a16:creationId xmlns:a16="http://schemas.microsoft.com/office/drawing/2014/main" id="{FE881F97-8ECF-9C4C-A9FE-2C0BC9563B0E}"/>
              </a:ext>
            </a:extLst>
          </p:cNvPr>
          <p:cNvSpPr>
            <a:spLocks noChangeArrowheads="1"/>
          </p:cNvSpPr>
          <p:nvPr/>
        </p:nvSpPr>
        <p:spPr bwMode="auto">
          <a:xfrm>
            <a:off x="6425192" y="3454061"/>
            <a:ext cx="2087357" cy="1045253"/>
          </a:xfrm>
          <a:custGeom>
            <a:avLst/>
            <a:gdLst>
              <a:gd name="T0" fmla="*/ 2908 w 2924"/>
              <a:gd name="T1" fmla="*/ 1465 h 1466"/>
              <a:gd name="T2" fmla="*/ 0 w 2924"/>
              <a:gd name="T3" fmla="*/ 28 h 1466"/>
              <a:gd name="T4" fmla="*/ 14 w 2924"/>
              <a:gd name="T5" fmla="*/ 0 h 1466"/>
              <a:gd name="T6" fmla="*/ 2923 w 2924"/>
              <a:gd name="T7" fmla="*/ 1438 h 1466"/>
              <a:gd name="T8" fmla="*/ 2908 w 2924"/>
              <a:gd name="T9" fmla="*/ 1465 h 1466"/>
            </a:gdLst>
            <a:ahLst/>
            <a:cxnLst>
              <a:cxn ang="0">
                <a:pos x="T0" y="T1"/>
              </a:cxn>
              <a:cxn ang="0">
                <a:pos x="T2" y="T3"/>
              </a:cxn>
              <a:cxn ang="0">
                <a:pos x="T4" y="T5"/>
              </a:cxn>
              <a:cxn ang="0">
                <a:pos x="T6" y="T7"/>
              </a:cxn>
              <a:cxn ang="0">
                <a:pos x="T8" y="T9"/>
              </a:cxn>
            </a:cxnLst>
            <a:rect l="0" t="0" r="r" b="b"/>
            <a:pathLst>
              <a:path w="2924" h="1466">
                <a:moveTo>
                  <a:pt x="2908" y="1465"/>
                </a:moveTo>
                <a:lnTo>
                  <a:pt x="0" y="28"/>
                </a:lnTo>
                <a:lnTo>
                  <a:pt x="14" y="0"/>
                </a:lnTo>
                <a:lnTo>
                  <a:pt x="2923" y="1438"/>
                </a:lnTo>
                <a:lnTo>
                  <a:pt x="2908" y="1465"/>
                </a:lnTo>
              </a:path>
            </a:pathLst>
          </a:custGeom>
          <a:solidFill>
            <a:schemeClr val="accent3"/>
          </a:solidFill>
          <a:ln>
            <a:noFill/>
          </a:ln>
          <a:effectLst/>
        </p:spPr>
        <p:txBody>
          <a:bodyPr wrap="none" anchor="ctr"/>
          <a:lstStyle/>
          <a:p>
            <a:endParaRPr lang="en-US" sz="900"/>
          </a:p>
        </p:txBody>
      </p:sp>
      <p:sp>
        <p:nvSpPr>
          <p:cNvPr id="7" name="Freeform 6">
            <a:extLst>
              <a:ext uri="{FF2B5EF4-FFF2-40B4-BE49-F238E27FC236}">
                <a16:creationId xmlns:a16="http://schemas.microsoft.com/office/drawing/2014/main" id="{55F7E659-EA54-614A-8BFD-C7B2A651E1B8}"/>
              </a:ext>
            </a:extLst>
          </p:cNvPr>
          <p:cNvSpPr>
            <a:spLocks noChangeArrowheads="1"/>
          </p:cNvSpPr>
          <p:nvPr/>
        </p:nvSpPr>
        <p:spPr bwMode="auto">
          <a:xfrm>
            <a:off x="4053862" y="3454061"/>
            <a:ext cx="2087358" cy="1045253"/>
          </a:xfrm>
          <a:custGeom>
            <a:avLst/>
            <a:gdLst>
              <a:gd name="T0" fmla="*/ 14 w 2923"/>
              <a:gd name="T1" fmla="*/ 1465 h 1466"/>
              <a:gd name="T2" fmla="*/ 0 w 2923"/>
              <a:gd name="T3" fmla="*/ 1438 h 1466"/>
              <a:gd name="T4" fmla="*/ 2908 w 2923"/>
              <a:gd name="T5" fmla="*/ 0 h 1466"/>
              <a:gd name="T6" fmla="*/ 2922 w 2923"/>
              <a:gd name="T7" fmla="*/ 28 h 1466"/>
              <a:gd name="T8" fmla="*/ 14 w 2923"/>
              <a:gd name="T9" fmla="*/ 1465 h 1466"/>
            </a:gdLst>
            <a:ahLst/>
            <a:cxnLst>
              <a:cxn ang="0">
                <a:pos x="T0" y="T1"/>
              </a:cxn>
              <a:cxn ang="0">
                <a:pos x="T2" y="T3"/>
              </a:cxn>
              <a:cxn ang="0">
                <a:pos x="T4" y="T5"/>
              </a:cxn>
              <a:cxn ang="0">
                <a:pos x="T6" y="T7"/>
              </a:cxn>
              <a:cxn ang="0">
                <a:pos x="T8" y="T9"/>
              </a:cxn>
            </a:cxnLst>
            <a:rect l="0" t="0" r="r" b="b"/>
            <a:pathLst>
              <a:path w="2923" h="1466">
                <a:moveTo>
                  <a:pt x="14" y="1465"/>
                </a:moveTo>
                <a:lnTo>
                  <a:pt x="0" y="1438"/>
                </a:lnTo>
                <a:lnTo>
                  <a:pt x="2908" y="0"/>
                </a:lnTo>
                <a:lnTo>
                  <a:pt x="2922" y="28"/>
                </a:lnTo>
                <a:lnTo>
                  <a:pt x="14" y="1465"/>
                </a:lnTo>
              </a:path>
            </a:pathLst>
          </a:custGeom>
          <a:solidFill>
            <a:schemeClr val="accent2"/>
          </a:solidFill>
          <a:ln>
            <a:noFill/>
          </a:ln>
          <a:effectLst/>
        </p:spPr>
        <p:txBody>
          <a:bodyPr wrap="none" anchor="ctr"/>
          <a:lstStyle/>
          <a:p>
            <a:endParaRPr lang="en-US" sz="900"/>
          </a:p>
        </p:txBody>
      </p:sp>
      <p:sp>
        <p:nvSpPr>
          <p:cNvPr id="8" name="Freeform 7">
            <a:extLst>
              <a:ext uri="{FF2B5EF4-FFF2-40B4-BE49-F238E27FC236}">
                <a16:creationId xmlns:a16="http://schemas.microsoft.com/office/drawing/2014/main" id="{4882DEE2-147A-4843-B99E-0AAAC1EB176A}"/>
              </a:ext>
            </a:extLst>
          </p:cNvPr>
          <p:cNvSpPr>
            <a:spLocks noChangeArrowheads="1"/>
          </p:cNvSpPr>
          <p:nvPr/>
        </p:nvSpPr>
        <p:spPr bwMode="auto">
          <a:xfrm>
            <a:off x="2388797" y="3463507"/>
            <a:ext cx="50374" cy="198345"/>
          </a:xfrm>
          <a:custGeom>
            <a:avLst/>
            <a:gdLst>
              <a:gd name="T0" fmla="*/ 67 w 69"/>
              <a:gd name="T1" fmla="*/ 10 h 278"/>
              <a:gd name="T2" fmla="*/ 67 w 69"/>
              <a:gd name="T3" fmla="*/ 12 h 278"/>
              <a:gd name="T4" fmla="*/ 64 w 69"/>
              <a:gd name="T5" fmla="*/ 22 h 278"/>
              <a:gd name="T6" fmla="*/ 62 w 69"/>
              <a:gd name="T7" fmla="*/ 25 h 278"/>
              <a:gd name="T8" fmla="*/ 59 w 69"/>
              <a:gd name="T9" fmla="*/ 32 h 278"/>
              <a:gd name="T10" fmla="*/ 57 w 69"/>
              <a:gd name="T11" fmla="*/ 36 h 278"/>
              <a:gd name="T12" fmla="*/ 52 w 69"/>
              <a:gd name="T13" fmla="*/ 42 h 278"/>
              <a:gd name="T14" fmla="*/ 49 w 69"/>
              <a:gd name="T15" fmla="*/ 47 h 278"/>
              <a:gd name="T16" fmla="*/ 44 w 69"/>
              <a:gd name="T17" fmla="*/ 52 h 278"/>
              <a:gd name="T18" fmla="*/ 38 w 69"/>
              <a:gd name="T19" fmla="*/ 57 h 278"/>
              <a:gd name="T20" fmla="*/ 31 w 69"/>
              <a:gd name="T21" fmla="*/ 63 h 278"/>
              <a:gd name="T22" fmla="*/ 29 w 69"/>
              <a:gd name="T23" fmla="*/ 65 h 278"/>
              <a:gd name="T24" fmla="*/ 17 w 69"/>
              <a:gd name="T25" fmla="*/ 73 h 278"/>
              <a:gd name="T26" fmla="*/ 14 w 69"/>
              <a:gd name="T27" fmla="*/ 75 h 278"/>
              <a:gd name="T28" fmla="*/ 0 w 69"/>
              <a:gd name="T29" fmla="*/ 82 h 278"/>
              <a:gd name="T30" fmla="*/ 0 w 69"/>
              <a:gd name="T31" fmla="*/ 277 h 278"/>
              <a:gd name="T32" fmla="*/ 14 w 69"/>
              <a:gd name="T33" fmla="*/ 268 h 278"/>
              <a:gd name="T34" fmla="*/ 17 w 69"/>
              <a:gd name="T35" fmla="*/ 267 h 278"/>
              <a:gd name="T36" fmla="*/ 19 w 69"/>
              <a:gd name="T37" fmla="*/ 266 h 278"/>
              <a:gd name="T38" fmla="*/ 29 w 69"/>
              <a:gd name="T39" fmla="*/ 259 h 278"/>
              <a:gd name="T40" fmla="*/ 31 w 69"/>
              <a:gd name="T41" fmla="*/ 258 h 278"/>
              <a:gd name="T42" fmla="*/ 35 w 69"/>
              <a:gd name="T43" fmla="*/ 254 h 278"/>
              <a:gd name="T44" fmla="*/ 38 w 69"/>
              <a:gd name="T45" fmla="*/ 251 h 278"/>
              <a:gd name="T46" fmla="*/ 44 w 69"/>
              <a:gd name="T47" fmla="*/ 246 h 278"/>
              <a:gd name="T48" fmla="*/ 46 w 69"/>
              <a:gd name="T49" fmla="*/ 243 h 278"/>
              <a:gd name="T50" fmla="*/ 49 w 69"/>
              <a:gd name="T51" fmla="*/ 240 h 278"/>
              <a:gd name="T52" fmla="*/ 52 w 69"/>
              <a:gd name="T53" fmla="*/ 236 h 278"/>
              <a:gd name="T54" fmla="*/ 54 w 69"/>
              <a:gd name="T55" fmla="*/ 234 h 278"/>
              <a:gd name="T56" fmla="*/ 57 w 69"/>
              <a:gd name="T57" fmla="*/ 230 h 278"/>
              <a:gd name="T58" fmla="*/ 59 w 69"/>
              <a:gd name="T59" fmla="*/ 226 h 278"/>
              <a:gd name="T60" fmla="*/ 60 w 69"/>
              <a:gd name="T61" fmla="*/ 225 h 278"/>
              <a:gd name="T62" fmla="*/ 62 w 69"/>
              <a:gd name="T63" fmla="*/ 219 h 278"/>
              <a:gd name="T64" fmla="*/ 64 w 69"/>
              <a:gd name="T65" fmla="*/ 216 h 278"/>
              <a:gd name="T66" fmla="*/ 64 w 69"/>
              <a:gd name="T67" fmla="*/ 215 h 278"/>
              <a:gd name="T68" fmla="*/ 67 w 69"/>
              <a:gd name="T69" fmla="*/ 206 h 278"/>
              <a:gd name="T70" fmla="*/ 67 w 69"/>
              <a:gd name="T71" fmla="*/ 204 h 278"/>
              <a:gd name="T72" fmla="*/ 68 w 69"/>
              <a:gd name="T73" fmla="*/ 196 h 278"/>
              <a:gd name="T74" fmla="*/ 68 w 69"/>
              <a:gd name="T75" fmla="*/ 195 h 278"/>
              <a:gd name="T76" fmla="*/ 68 w 69"/>
              <a:gd name="T77" fmla="*/ 0 h 278"/>
              <a:gd name="T78" fmla="*/ 67 w 69"/>
              <a:gd name="T79" fmla="*/ 10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9" h="278">
                <a:moveTo>
                  <a:pt x="67" y="10"/>
                </a:moveTo>
                <a:cubicBezTo>
                  <a:pt x="67" y="10"/>
                  <a:pt x="67" y="11"/>
                  <a:pt x="67" y="12"/>
                </a:cubicBezTo>
                <a:cubicBezTo>
                  <a:pt x="66" y="15"/>
                  <a:pt x="65" y="19"/>
                  <a:pt x="64" y="22"/>
                </a:cubicBezTo>
                <a:cubicBezTo>
                  <a:pt x="63" y="23"/>
                  <a:pt x="63" y="24"/>
                  <a:pt x="62" y="25"/>
                </a:cubicBezTo>
                <a:cubicBezTo>
                  <a:pt x="62" y="28"/>
                  <a:pt x="60" y="30"/>
                  <a:pt x="59" y="32"/>
                </a:cubicBezTo>
                <a:cubicBezTo>
                  <a:pt x="58" y="33"/>
                  <a:pt x="57" y="34"/>
                  <a:pt x="57" y="36"/>
                </a:cubicBezTo>
                <a:cubicBezTo>
                  <a:pt x="55" y="38"/>
                  <a:pt x="53" y="40"/>
                  <a:pt x="52" y="42"/>
                </a:cubicBezTo>
                <a:cubicBezTo>
                  <a:pt x="51" y="43"/>
                  <a:pt x="50" y="45"/>
                  <a:pt x="49" y="47"/>
                </a:cubicBezTo>
                <a:cubicBezTo>
                  <a:pt x="47" y="48"/>
                  <a:pt x="46" y="50"/>
                  <a:pt x="44" y="52"/>
                </a:cubicBezTo>
                <a:cubicBezTo>
                  <a:pt x="42" y="53"/>
                  <a:pt x="40" y="55"/>
                  <a:pt x="38" y="57"/>
                </a:cubicBezTo>
                <a:cubicBezTo>
                  <a:pt x="36" y="59"/>
                  <a:pt x="33" y="61"/>
                  <a:pt x="31" y="63"/>
                </a:cubicBezTo>
                <a:cubicBezTo>
                  <a:pt x="30" y="64"/>
                  <a:pt x="30" y="64"/>
                  <a:pt x="29" y="65"/>
                </a:cubicBezTo>
                <a:cubicBezTo>
                  <a:pt x="25" y="67"/>
                  <a:pt x="21" y="70"/>
                  <a:pt x="17" y="73"/>
                </a:cubicBezTo>
                <a:cubicBezTo>
                  <a:pt x="16" y="73"/>
                  <a:pt x="15" y="74"/>
                  <a:pt x="14" y="75"/>
                </a:cubicBezTo>
                <a:cubicBezTo>
                  <a:pt x="10" y="77"/>
                  <a:pt x="5" y="80"/>
                  <a:pt x="0" y="82"/>
                </a:cubicBezTo>
                <a:lnTo>
                  <a:pt x="0" y="277"/>
                </a:lnTo>
                <a:cubicBezTo>
                  <a:pt x="5" y="274"/>
                  <a:pt x="10" y="272"/>
                  <a:pt x="14" y="268"/>
                </a:cubicBezTo>
                <a:cubicBezTo>
                  <a:pt x="15" y="268"/>
                  <a:pt x="16" y="267"/>
                  <a:pt x="17" y="267"/>
                </a:cubicBezTo>
                <a:lnTo>
                  <a:pt x="19" y="266"/>
                </a:lnTo>
                <a:cubicBezTo>
                  <a:pt x="23" y="263"/>
                  <a:pt x="26" y="261"/>
                  <a:pt x="29" y="259"/>
                </a:cubicBezTo>
                <a:cubicBezTo>
                  <a:pt x="30" y="258"/>
                  <a:pt x="30" y="258"/>
                  <a:pt x="31" y="258"/>
                </a:cubicBezTo>
                <a:cubicBezTo>
                  <a:pt x="32" y="256"/>
                  <a:pt x="34" y="255"/>
                  <a:pt x="35" y="254"/>
                </a:cubicBezTo>
                <a:cubicBezTo>
                  <a:pt x="36" y="253"/>
                  <a:pt x="37" y="252"/>
                  <a:pt x="38" y="251"/>
                </a:cubicBezTo>
                <a:cubicBezTo>
                  <a:pt x="40" y="250"/>
                  <a:pt x="42" y="248"/>
                  <a:pt x="44" y="246"/>
                </a:cubicBezTo>
                <a:cubicBezTo>
                  <a:pt x="44" y="245"/>
                  <a:pt x="46" y="245"/>
                  <a:pt x="46" y="243"/>
                </a:cubicBezTo>
                <a:cubicBezTo>
                  <a:pt x="47" y="243"/>
                  <a:pt x="47" y="242"/>
                  <a:pt x="49" y="240"/>
                </a:cubicBezTo>
                <a:cubicBezTo>
                  <a:pt x="50" y="239"/>
                  <a:pt x="51" y="238"/>
                  <a:pt x="52" y="236"/>
                </a:cubicBezTo>
                <a:cubicBezTo>
                  <a:pt x="53" y="236"/>
                  <a:pt x="53" y="235"/>
                  <a:pt x="54" y="234"/>
                </a:cubicBezTo>
                <a:cubicBezTo>
                  <a:pt x="55" y="232"/>
                  <a:pt x="55" y="231"/>
                  <a:pt x="57" y="230"/>
                </a:cubicBezTo>
                <a:cubicBezTo>
                  <a:pt x="57" y="229"/>
                  <a:pt x="58" y="227"/>
                  <a:pt x="59" y="226"/>
                </a:cubicBezTo>
                <a:lnTo>
                  <a:pt x="60" y="225"/>
                </a:lnTo>
                <a:cubicBezTo>
                  <a:pt x="61" y="223"/>
                  <a:pt x="62" y="221"/>
                  <a:pt x="62" y="219"/>
                </a:cubicBezTo>
                <a:cubicBezTo>
                  <a:pt x="63" y="219"/>
                  <a:pt x="63" y="217"/>
                  <a:pt x="64" y="216"/>
                </a:cubicBezTo>
                <a:lnTo>
                  <a:pt x="64" y="215"/>
                </a:lnTo>
                <a:cubicBezTo>
                  <a:pt x="65" y="212"/>
                  <a:pt x="66" y="209"/>
                  <a:pt x="67" y="206"/>
                </a:cubicBezTo>
                <a:cubicBezTo>
                  <a:pt x="67" y="206"/>
                  <a:pt x="67" y="205"/>
                  <a:pt x="67" y="204"/>
                </a:cubicBezTo>
                <a:cubicBezTo>
                  <a:pt x="68" y="202"/>
                  <a:pt x="68" y="199"/>
                  <a:pt x="68" y="196"/>
                </a:cubicBezTo>
                <a:cubicBezTo>
                  <a:pt x="68" y="195"/>
                  <a:pt x="68" y="195"/>
                  <a:pt x="68" y="195"/>
                </a:cubicBezTo>
                <a:lnTo>
                  <a:pt x="68" y="0"/>
                </a:lnTo>
                <a:cubicBezTo>
                  <a:pt x="68" y="4"/>
                  <a:pt x="68" y="7"/>
                  <a:pt x="67" y="10"/>
                </a:cubicBezTo>
              </a:path>
            </a:pathLst>
          </a:custGeom>
          <a:solidFill>
            <a:schemeClr val="bg1">
              <a:lumMod val="65000"/>
            </a:schemeClr>
          </a:solidFill>
          <a:ln>
            <a:noFill/>
          </a:ln>
          <a:effectLst/>
        </p:spPr>
        <p:txBody>
          <a:bodyPr wrap="none" anchor="ctr"/>
          <a:lstStyle/>
          <a:p>
            <a:endParaRPr lang="en-US" sz="900"/>
          </a:p>
        </p:txBody>
      </p:sp>
      <p:sp>
        <p:nvSpPr>
          <p:cNvPr id="10" name="Freeform 9">
            <a:extLst>
              <a:ext uri="{FF2B5EF4-FFF2-40B4-BE49-F238E27FC236}">
                <a16:creationId xmlns:a16="http://schemas.microsoft.com/office/drawing/2014/main" id="{D2861421-ECFF-C948-B529-9CF5981942AA}"/>
              </a:ext>
            </a:extLst>
          </p:cNvPr>
          <p:cNvSpPr>
            <a:spLocks noChangeArrowheads="1"/>
          </p:cNvSpPr>
          <p:nvPr/>
        </p:nvSpPr>
        <p:spPr bwMode="auto">
          <a:xfrm>
            <a:off x="166060" y="3463507"/>
            <a:ext cx="50374" cy="198345"/>
          </a:xfrm>
          <a:custGeom>
            <a:avLst/>
            <a:gdLst>
              <a:gd name="T0" fmla="*/ 0 w 69"/>
              <a:gd name="T1" fmla="*/ 195 h 278"/>
              <a:gd name="T2" fmla="*/ 0 w 69"/>
              <a:gd name="T3" fmla="*/ 0 h 278"/>
              <a:gd name="T4" fmla="*/ 68 w 69"/>
              <a:gd name="T5" fmla="*/ 82 h 278"/>
              <a:gd name="T6" fmla="*/ 68 w 69"/>
              <a:gd name="T7" fmla="*/ 277 h 278"/>
              <a:gd name="T8" fmla="*/ 0 w 69"/>
              <a:gd name="T9" fmla="*/ 195 h 278"/>
            </a:gdLst>
            <a:ahLst/>
            <a:cxnLst>
              <a:cxn ang="0">
                <a:pos x="T0" y="T1"/>
              </a:cxn>
              <a:cxn ang="0">
                <a:pos x="T2" y="T3"/>
              </a:cxn>
              <a:cxn ang="0">
                <a:pos x="T4" y="T5"/>
              </a:cxn>
              <a:cxn ang="0">
                <a:pos x="T6" y="T7"/>
              </a:cxn>
              <a:cxn ang="0">
                <a:pos x="T8" y="T9"/>
              </a:cxn>
            </a:cxnLst>
            <a:rect l="0" t="0" r="r" b="b"/>
            <a:pathLst>
              <a:path w="69" h="278">
                <a:moveTo>
                  <a:pt x="0" y="195"/>
                </a:moveTo>
                <a:lnTo>
                  <a:pt x="0" y="0"/>
                </a:lnTo>
                <a:cubicBezTo>
                  <a:pt x="0" y="30"/>
                  <a:pt x="22" y="59"/>
                  <a:pt x="68" y="82"/>
                </a:cubicBezTo>
                <a:lnTo>
                  <a:pt x="68" y="277"/>
                </a:lnTo>
                <a:cubicBezTo>
                  <a:pt x="22" y="254"/>
                  <a:pt x="0" y="224"/>
                  <a:pt x="0" y="195"/>
                </a:cubicBezTo>
              </a:path>
            </a:pathLst>
          </a:custGeom>
          <a:solidFill>
            <a:schemeClr val="bg1">
              <a:lumMod val="65000"/>
            </a:schemeClr>
          </a:solidFill>
          <a:ln>
            <a:noFill/>
          </a:ln>
          <a:effectLst/>
        </p:spPr>
        <p:txBody>
          <a:bodyPr wrap="none" anchor="ctr"/>
          <a:lstStyle/>
          <a:p>
            <a:endParaRPr lang="en-US" sz="900"/>
          </a:p>
        </p:txBody>
      </p:sp>
      <p:sp>
        <p:nvSpPr>
          <p:cNvPr id="11" name="Freeform 10">
            <a:extLst>
              <a:ext uri="{FF2B5EF4-FFF2-40B4-BE49-F238E27FC236}">
                <a16:creationId xmlns:a16="http://schemas.microsoft.com/office/drawing/2014/main" id="{C5D95A94-446A-7642-A95B-85C10D8EE961}"/>
              </a:ext>
            </a:extLst>
          </p:cNvPr>
          <p:cNvSpPr>
            <a:spLocks noChangeArrowheads="1"/>
          </p:cNvSpPr>
          <p:nvPr/>
        </p:nvSpPr>
        <p:spPr bwMode="auto">
          <a:xfrm>
            <a:off x="1419105" y="3520178"/>
            <a:ext cx="969692" cy="623374"/>
          </a:xfrm>
          <a:custGeom>
            <a:avLst/>
            <a:gdLst>
              <a:gd name="T0" fmla="*/ 1359 w 1360"/>
              <a:gd name="T1" fmla="*/ 0 h 875"/>
              <a:gd name="T2" fmla="*/ 1359 w 1360"/>
              <a:gd name="T3" fmla="*/ 195 h 875"/>
              <a:gd name="T4" fmla="*/ 0 w 1360"/>
              <a:gd name="T5" fmla="*/ 874 h 875"/>
              <a:gd name="T6" fmla="*/ 0 w 1360"/>
              <a:gd name="T7" fmla="*/ 679 h 875"/>
              <a:gd name="T8" fmla="*/ 1359 w 1360"/>
              <a:gd name="T9" fmla="*/ 0 h 875"/>
            </a:gdLst>
            <a:ahLst/>
            <a:cxnLst>
              <a:cxn ang="0">
                <a:pos x="T0" y="T1"/>
              </a:cxn>
              <a:cxn ang="0">
                <a:pos x="T2" y="T3"/>
              </a:cxn>
              <a:cxn ang="0">
                <a:pos x="T4" y="T5"/>
              </a:cxn>
              <a:cxn ang="0">
                <a:pos x="T6" y="T7"/>
              </a:cxn>
              <a:cxn ang="0">
                <a:pos x="T8" y="T9"/>
              </a:cxn>
            </a:cxnLst>
            <a:rect l="0" t="0" r="r" b="b"/>
            <a:pathLst>
              <a:path w="1360" h="875">
                <a:moveTo>
                  <a:pt x="1359" y="0"/>
                </a:moveTo>
                <a:lnTo>
                  <a:pt x="1359" y="195"/>
                </a:lnTo>
                <a:lnTo>
                  <a:pt x="0" y="874"/>
                </a:lnTo>
                <a:lnTo>
                  <a:pt x="0" y="679"/>
                </a:lnTo>
                <a:lnTo>
                  <a:pt x="1359" y="0"/>
                </a:lnTo>
              </a:path>
            </a:pathLst>
          </a:custGeom>
          <a:solidFill>
            <a:schemeClr val="bg1">
              <a:lumMod val="75000"/>
            </a:schemeClr>
          </a:solidFill>
          <a:ln>
            <a:noFill/>
          </a:ln>
          <a:effectLst/>
        </p:spPr>
        <p:txBody>
          <a:bodyPr wrap="none" anchor="ctr"/>
          <a:lstStyle/>
          <a:p>
            <a:endParaRPr lang="en-US" sz="900"/>
          </a:p>
        </p:txBody>
      </p:sp>
      <p:sp>
        <p:nvSpPr>
          <p:cNvPr id="12" name="Freeform 11">
            <a:extLst>
              <a:ext uri="{FF2B5EF4-FFF2-40B4-BE49-F238E27FC236}">
                <a16:creationId xmlns:a16="http://schemas.microsoft.com/office/drawing/2014/main" id="{7D985101-007A-CC4B-8E51-A60673ADAE87}"/>
              </a:ext>
            </a:extLst>
          </p:cNvPr>
          <p:cNvSpPr>
            <a:spLocks noChangeArrowheads="1"/>
          </p:cNvSpPr>
          <p:nvPr/>
        </p:nvSpPr>
        <p:spPr bwMode="auto">
          <a:xfrm>
            <a:off x="216434" y="3520178"/>
            <a:ext cx="969692" cy="623374"/>
          </a:xfrm>
          <a:custGeom>
            <a:avLst/>
            <a:gdLst>
              <a:gd name="T0" fmla="*/ 1358 w 1359"/>
              <a:gd name="T1" fmla="*/ 679 h 875"/>
              <a:gd name="T2" fmla="*/ 1358 w 1359"/>
              <a:gd name="T3" fmla="*/ 874 h 875"/>
              <a:gd name="T4" fmla="*/ 0 w 1359"/>
              <a:gd name="T5" fmla="*/ 195 h 875"/>
              <a:gd name="T6" fmla="*/ 0 w 1359"/>
              <a:gd name="T7" fmla="*/ 0 h 875"/>
              <a:gd name="T8" fmla="*/ 1358 w 1359"/>
              <a:gd name="T9" fmla="*/ 679 h 875"/>
            </a:gdLst>
            <a:ahLst/>
            <a:cxnLst>
              <a:cxn ang="0">
                <a:pos x="T0" y="T1"/>
              </a:cxn>
              <a:cxn ang="0">
                <a:pos x="T2" y="T3"/>
              </a:cxn>
              <a:cxn ang="0">
                <a:pos x="T4" y="T5"/>
              </a:cxn>
              <a:cxn ang="0">
                <a:pos x="T6" y="T7"/>
              </a:cxn>
              <a:cxn ang="0">
                <a:pos x="T8" y="T9"/>
              </a:cxn>
            </a:cxnLst>
            <a:rect l="0" t="0" r="r" b="b"/>
            <a:pathLst>
              <a:path w="1359" h="875">
                <a:moveTo>
                  <a:pt x="1358" y="679"/>
                </a:moveTo>
                <a:lnTo>
                  <a:pt x="1358" y="874"/>
                </a:lnTo>
                <a:lnTo>
                  <a:pt x="0" y="195"/>
                </a:lnTo>
                <a:lnTo>
                  <a:pt x="0" y="0"/>
                </a:lnTo>
                <a:lnTo>
                  <a:pt x="1358" y="679"/>
                </a:lnTo>
              </a:path>
            </a:pathLst>
          </a:custGeom>
          <a:solidFill>
            <a:schemeClr val="bg1">
              <a:lumMod val="75000"/>
            </a:schemeClr>
          </a:solidFill>
          <a:ln>
            <a:noFill/>
          </a:ln>
          <a:effectLst/>
        </p:spPr>
        <p:txBody>
          <a:bodyPr wrap="none" anchor="ctr"/>
          <a:lstStyle/>
          <a:p>
            <a:endParaRPr lang="en-US" sz="900"/>
          </a:p>
        </p:txBody>
      </p:sp>
      <p:sp>
        <p:nvSpPr>
          <p:cNvPr id="13" name="Freeform 12">
            <a:extLst>
              <a:ext uri="{FF2B5EF4-FFF2-40B4-BE49-F238E27FC236}">
                <a16:creationId xmlns:a16="http://schemas.microsoft.com/office/drawing/2014/main" id="{B99BDC3A-7D62-AF4F-98DE-5984EB7F832D}"/>
              </a:ext>
            </a:extLst>
          </p:cNvPr>
          <p:cNvSpPr>
            <a:spLocks noChangeArrowheads="1"/>
          </p:cNvSpPr>
          <p:nvPr/>
        </p:nvSpPr>
        <p:spPr bwMode="auto">
          <a:xfrm>
            <a:off x="150318" y="2896804"/>
            <a:ext cx="2304594" cy="1136554"/>
          </a:xfrm>
          <a:custGeom>
            <a:avLst/>
            <a:gdLst>
              <a:gd name="T0" fmla="*/ 1614 w 3228"/>
              <a:gd name="T1" fmla="*/ 0 h 1592"/>
              <a:gd name="T2" fmla="*/ 1777 w 3228"/>
              <a:gd name="T3" fmla="*/ 34 h 1592"/>
              <a:gd name="T4" fmla="*/ 3136 w 3228"/>
              <a:gd name="T5" fmla="*/ 713 h 1592"/>
              <a:gd name="T6" fmla="*/ 3136 w 3228"/>
              <a:gd name="T7" fmla="*/ 877 h 1592"/>
              <a:gd name="T8" fmla="*/ 1777 w 3228"/>
              <a:gd name="T9" fmla="*/ 1556 h 1592"/>
              <a:gd name="T10" fmla="*/ 1614 w 3228"/>
              <a:gd name="T11" fmla="*/ 1591 h 1592"/>
              <a:gd name="T12" fmla="*/ 1449 w 3228"/>
              <a:gd name="T13" fmla="*/ 1556 h 1592"/>
              <a:gd name="T14" fmla="*/ 91 w 3228"/>
              <a:gd name="T15" fmla="*/ 877 h 1592"/>
              <a:gd name="T16" fmla="*/ 91 w 3228"/>
              <a:gd name="T17" fmla="*/ 713 h 1592"/>
              <a:gd name="T18" fmla="*/ 1449 w 3228"/>
              <a:gd name="T19" fmla="*/ 34 h 1592"/>
              <a:gd name="T20" fmla="*/ 1614 w 3228"/>
              <a:gd name="T21" fmla="*/ 0 h 1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28" h="1592">
                <a:moveTo>
                  <a:pt x="1614" y="0"/>
                </a:moveTo>
                <a:cubicBezTo>
                  <a:pt x="1673" y="0"/>
                  <a:pt x="1732" y="12"/>
                  <a:pt x="1777" y="34"/>
                </a:cubicBezTo>
                <a:lnTo>
                  <a:pt x="3136" y="713"/>
                </a:lnTo>
                <a:cubicBezTo>
                  <a:pt x="3227" y="758"/>
                  <a:pt x="3227" y="832"/>
                  <a:pt x="3136" y="877"/>
                </a:cubicBezTo>
                <a:lnTo>
                  <a:pt x="1777" y="1556"/>
                </a:lnTo>
                <a:cubicBezTo>
                  <a:pt x="1732" y="1579"/>
                  <a:pt x="1673" y="1591"/>
                  <a:pt x="1614" y="1591"/>
                </a:cubicBezTo>
                <a:cubicBezTo>
                  <a:pt x="1554" y="1591"/>
                  <a:pt x="1495" y="1579"/>
                  <a:pt x="1449" y="1556"/>
                </a:cubicBezTo>
                <a:lnTo>
                  <a:pt x="91" y="877"/>
                </a:lnTo>
                <a:cubicBezTo>
                  <a:pt x="0" y="832"/>
                  <a:pt x="0" y="758"/>
                  <a:pt x="91" y="713"/>
                </a:cubicBezTo>
                <a:lnTo>
                  <a:pt x="1449" y="34"/>
                </a:lnTo>
                <a:cubicBezTo>
                  <a:pt x="1495" y="12"/>
                  <a:pt x="1554" y="0"/>
                  <a:pt x="1614" y="0"/>
                </a:cubicBezTo>
              </a:path>
            </a:pathLst>
          </a:custGeom>
          <a:solidFill>
            <a:schemeClr val="bg1">
              <a:lumMod val="95000"/>
            </a:schemeClr>
          </a:solidFill>
          <a:ln>
            <a:noFill/>
          </a:ln>
          <a:effectLst/>
        </p:spPr>
        <p:txBody>
          <a:bodyPr wrap="none" anchor="ctr"/>
          <a:lstStyle/>
          <a:p>
            <a:endParaRPr lang="en-US" sz="900"/>
          </a:p>
        </p:txBody>
      </p:sp>
      <p:sp>
        <p:nvSpPr>
          <p:cNvPr id="14" name="Freeform 13">
            <a:extLst>
              <a:ext uri="{FF2B5EF4-FFF2-40B4-BE49-F238E27FC236}">
                <a16:creationId xmlns:a16="http://schemas.microsoft.com/office/drawing/2014/main" id="{FB02258A-E0B7-B54C-9EF2-1F7FF40C7A00}"/>
              </a:ext>
            </a:extLst>
          </p:cNvPr>
          <p:cNvSpPr>
            <a:spLocks noChangeArrowheads="1"/>
          </p:cNvSpPr>
          <p:nvPr/>
        </p:nvSpPr>
        <p:spPr bwMode="auto">
          <a:xfrm>
            <a:off x="1186127" y="4005024"/>
            <a:ext cx="236125" cy="163715"/>
          </a:xfrm>
          <a:custGeom>
            <a:avLst/>
            <a:gdLst>
              <a:gd name="T0" fmla="*/ 300 w 329"/>
              <a:gd name="T1" fmla="*/ 12 h 230"/>
              <a:gd name="T2" fmla="*/ 276 w 329"/>
              <a:gd name="T3" fmla="*/ 20 h 230"/>
              <a:gd name="T4" fmla="*/ 254 w 329"/>
              <a:gd name="T5" fmla="*/ 26 h 230"/>
              <a:gd name="T6" fmla="*/ 230 w 329"/>
              <a:gd name="T7" fmla="*/ 30 h 230"/>
              <a:gd name="T8" fmla="*/ 205 w 329"/>
              <a:gd name="T9" fmla="*/ 33 h 230"/>
              <a:gd name="T10" fmla="*/ 183 w 329"/>
              <a:gd name="T11" fmla="*/ 34 h 230"/>
              <a:gd name="T12" fmla="*/ 148 w 329"/>
              <a:gd name="T13" fmla="*/ 34 h 230"/>
              <a:gd name="T14" fmla="*/ 122 w 329"/>
              <a:gd name="T15" fmla="*/ 32 h 230"/>
              <a:gd name="T16" fmla="*/ 100 w 329"/>
              <a:gd name="T17" fmla="*/ 30 h 230"/>
              <a:gd name="T18" fmla="*/ 79 w 329"/>
              <a:gd name="T19" fmla="*/ 26 h 230"/>
              <a:gd name="T20" fmla="*/ 60 w 329"/>
              <a:gd name="T21" fmla="*/ 22 h 230"/>
              <a:gd name="T22" fmla="*/ 40 w 329"/>
              <a:gd name="T23" fmla="*/ 16 h 230"/>
              <a:gd name="T24" fmla="*/ 18 w 329"/>
              <a:gd name="T25" fmla="*/ 8 h 230"/>
              <a:gd name="T26" fmla="*/ 0 w 329"/>
              <a:gd name="T27" fmla="*/ 195 h 230"/>
              <a:gd name="T28" fmla="*/ 20 w 329"/>
              <a:gd name="T29" fmla="*/ 204 h 230"/>
              <a:gd name="T30" fmla="*/ 42 w 329"/>
              <a:gd name="T31" fmla="*/ 212 h 230"/>
              <a:gd name="T32" fmla="*/ 60 w 329"/>
              <a:gd name="T33" fmla="*/ 216 h 230"/>
              <a:gd name="T34" fmla="*/ 71 w 329"/>
              <a:gd name="T35" fmla="*/ 219 h 230"/>
              <a:gd name="T36" fmla="*/ 83 w 329"/>
              <a:gd name="T37" fmla="*/ 221 h 230"/>
              <a:gd name="T38" fmla="*/ 100 w 329"/>
              <a:gd name="T39" fmla="*/ 224 h 230"/>
              <a:gd name="T40" fmla="*/ 120 w 329"/>
              <a:gd name="T41" fmla="*/ 227 h 230"/>
              <a:gd name="T42" fmla="*/ 139 w 329"/>
              <a:gd name="T43" fmla="*/ 228 h 230"/>
              <a:gd name="T44" fmla="*/ 148 w 329"/>
              <a:gd name="T45" fmla="*/ 228 h 230"/>
              <a:gd name="T46" fmla="*/ 165 w 329"/>
              <a:gd name="T47" fmla="*/ 229 h 230"/>
              <a:gd name="T48" fmla="*/ 183 w 329"/>
              <a:gd name="T49" fmla="*/ 228 h 230"/>
              <a:gd name="T50" fmla="*/ 202 w 329"/>
              <a:gd name="T51" fmla="*/ 227 h 230"/>
              <a:gd name="T52" fmla="*/ 229 w 329"/>
              <a:gd name="T53" fmla="*/ 224 h 230"/>
              <a:gd name="T54" fmla="*/ 252 w 329"/>
              <a:gd name="T55" fmla="*/ 220 h 230"/>
              <a:gd name="T56" fmla="*/ 273 w 329"/>
              <a:gd name="T57" fmla="*/ 215 h 230"/>
              <a:gd name="T58" fmla="*/ 293 w 329"/>
              <a:gd name="T59" fmla="*/ 209 h 230"/>
              <a:gd name="T60" fmla="*/ 314 w 329"/>
              <a:gd name="T61" fmla="*/ 202 h 230"/>
              <a:gd name="T62" fmla="*/ 328 w 329"/>
              <a:gd name="T63" fmla="*/ 195 h 230"/>
              <a:gd name="T64" fmla="*/ 314 w 329"/>
              <a:gd name="T65" fmla="*/ 7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9" h="230">
                <a:moveTo>
                  <a:pt x="314" y="7"/>
                </a:moveTo>
                <a:cubicBezTo>
                  <a:pt x="309" y="9"/>
                  <a:pt x="304" y="11"/>
                  <a:pt x="300" y="12"/>
                </a:cubicBezTo>
                <a:cubicBezTo>
                  <a:pt x="298" y="13"/>
                  <a:pt x="296" y="14"/>
                  <a:pt x="293" y="15"/>
                </a:cubicBezTo>
                <a:cubicBezTo>
                  <a:pt x="288" y="17"/>
                  <a:pt x="282" y="19"/>
                  <a:pt x="276" y="20"/>
                </a:cubicBezTo>
                <a:cubicBezTo>
                  <a:pt x="275" y="21"/>
                  <a:pt x="273" y="21"/>
                  <a:pt x="273" y="21"/>
                </a:cubicBezTo>
                <a:cubicBezTo>
                  <a:pt x="267" y="23"/>
                  <a:pt x="260" y="24"/>
                  <a:pt x="254" y="26"/>
                </a:cubicBezTo>
                <a:cubicBezTo>
                  <a:pt x="253" y="26"/>
                  <a:pt x="252" y="26"/>
                  <a:pt x="252" y="26"/>
                </a:cubicBezTo>
                <a:cubicBezTo>
                  <a:pt x="245" y="27"/>
                  <a:pt x="237" y="29"/>
                  <a:pt x="230" y="30"/>
                </a:cubicBezTo>
                <a:lnTo>
                  <a:pt x="229" y="30"/>
                </a:lnTo>
                <a:cubicBezTo>
                  <a:pt x="221" y="31"/>
                  <a:pt x="213" y="32"/>
                  <a:pt x="205" y="33"/>
                </a:cubicBezTo>
                <a:cubicBezTo>
                  <a:pt x="202" y="33"/>
                  <a:pt x="199" y="33"/>
                  <a:pt x="195" y="34"/>
                </a:cubicBezTo>
                <a:cubicBezTo>
                  <a:pt x="191" y="34"/>
                  <a:pt x="187" y="34"/>
                  <a:pt x="183" y="34"/>
                </a:cubicBezTo>
                <a:cubicBezTo>
                  <a:pt x="177" y="34"/>
                  <a:pt x="171" y="35"/>
                  <a:pt x="165" y="35"/>
                </a:cubicBezTo>
                <a:cubicBezTo>
                  <a:pt x="159" y="35"/>
                  <a:pt x="154" y="34"/>
                  <a:pt x="148" y="34"/>
                </a:cubicBezTo>
                <a:cubicBezTo>
                  <a:pt x="145" y="34"/>
                  <a:pt x="143" y="34"/>
                  <a:pt x="141" y="34"/>
                </a:cubicBezTo>
                <a:cubicBezTo>
                  <a:pt x="135" y="34"/>
                  <a:pt x="128" y="33"/>
                  <a:pt x="122" y="32"/>
                </a:cubicBezTo>
                <a:cubicBezTo>
                  <a:pt x="121" y="32"/>
                  <a:pt x="120" y="32"/>
                  <a:pt x="120" y="32"/>
                </a:cubicBezTo>
                <a:cubicBezTo>
                  <a:pt x="113" y="32"/>
                  <a:pt x="106" y="31"/>
                  <a:pt x="100" y="30"/>
                </a:cubicBezTo>
                <a:cubicBezTo>
                  <a:pt x="97" y="29"/>
                  <a:pt x="96" y="29"/>
                  <a:pt x="93" y="29"/>
                </a:cubicBezTo>
                <a:cubicBezTo>
                  <a:pt x="89" y="28"/>
                  <a:pt x="84" y="27"/>
                  <a:pt x="79" y="26"/>
                </a:cubicBezTo>
                <a:cubicBezTo>
                  <a:pt x="77" y="26"/>
                  <a:pt x="74" y="25"/>
                  <a:pt x="71" y="24"/>
                </a:cubicBezTo>
                <a:cubicBezTo>
                  <a:pt x="67" y="24"/>
                  <a:pt x="63" y="23"/>
                  <a:pt x="60" y="22"/>
                </a:cubicBezTo>
                <a:cubicBezTo>
                  <a:pt x="56" y="21"/>
                  <a:pt x="52" y="20"/>
                  <a:pt x="50" y="19"/>
                </a:cubicBezTo>
                <a:cubicBezTo>
                  <a:pt x="46" y="18"/>
                  <a:pt x="43" y="17"/>
                  <a:pt x="40" y="16"/>
                </a:cubicBezTo>
                <a:cubicBezTo>
                  <a:pt x="33" y="14"/>
                  <a:pt x="26" y="12"/>
                  <a:pt x="20" y="9"/>
                </a:cubicBezTo>
                <a:cubicBezTo>
                  <a:pt x="20" y="9"/>
                  <a:pt x="19" y="9"/>
                  <a:pt x="18" y="8"/>
                </a:cubicBezTo>
                <a:cubicBezTo>
                  <a:pt x="12" y="6"/>
                  <a:pt x="6" y="4"/>
                  <a:pt x="0" y="0"/>
                </a:cubicBezTo>
                <a:lnTo>
                  <a:pt x="0" y="195"/>
                </a:lnTo>
                <a:cubicBezTo>
                  <a:pt x="6" y="197"/>
                  <a:pt x="12" y="200"/>
                  <a:pt x="18" y="203"/>
                </a:cubicBezTo>
                <a:cubicBezTo>
                  <a:pt x="19" y="203"/>
                  <a:pt x="20" y="204"/>
                  <a:pt x="20" y="204"/>
                </a:cubicBezTo>
                <a:cubicBezTo>
                  <a:pt x="26" y="206"/>
                  <a:pt x="33" y="208"/>
                  <a:pt x="40" y="210"/>
                </a:cubicBezTo>
                <a:cubicBezTo>
                  <a:pt x="41" y="211"/>
                  <a:pt x="41" y="211"/>
                  <a:pt x="42" y="212"/>
                </a:cubicBezTo>
                <a:cubicBezTo>
                  <a:pt x="45" y="212"/>
                  <a:pt x="47" y="213"/>
                  <a:pt x="50" y="213"/>
                </a:cubicBezTo>
                <a:cubicBezTo>
                  <a:pt x="52" y="214"/>
                  <a:pt x="56" y="215"/>
                  <a:pt x="60" y="216"/>
                </a:cubicBezTo>
                <a:cubicBezTo>
                  <a:pt x="61" y="216"/>
                  <a:pt x="62" y="217"/>
                  <a:pt x="63" y="217"/>
                </a:cubicBezTo>
                <a:cubicBezTo>
                  <a:pt x="65" y="218"/>
                  <a:pt x="68" y="218"/>
                  <a:pt x="71" y="219"/>
                </a:cubicBezTo>
                <a:cubicBezTo>
                  <a:pt x="74" y="219"/>
                  <a:pt x="77" y="220"/>
                  <a:pt x="79" y="221"/>
                </a:cubicBezTo>
                <a:cubicBezTo>
                  <a:pt x="81" y="221"/>
                  <a:pt x="81" y="221"/>
                  <a:pt x="83" y="221"/>
                </a:cubicBezTo>
                <a:cubicBezTo>
                  <a:pt x="86" y="222"/>
                  <a:pt x="89" y="223"/>
                  <a:pt x="93" y="223"/>
                </a:cubicBezTo>
                <a:cubicBezTo>
                  <a:pt x="96" y="223"/>
                  <a:pt x="97" y="224"/>
                  <a:pt x="100" y="224"/>
                </a:cubicBezTo>
                <a:lnTo>
                  <a:pt x="101" y="224"/>
                </a:lnTo>
                <a:cubicBezTo>
                  <a:pt x="107" y="225"/>
                  <a:pt x="114" y="226"/>
                  <a:pt x="120" y="227"/>
                </a:cubicBezTo>
                <a:cubicBezTo>
                  <a:pt x="120" y="227"/>
                  <a:pt x="121" y="227"/>
                  <a:pt x="122" y="227"/>
                </a:cubicBezTo>
                <a:cubicBezTo>
                  <a:pt x="128" y="227"/>
                  <a:pt x="133" y="227"/>
                  <a:pt x="139" y="228"/>
                </a:cubicBezTo>
                <a:cubicBezTo>
                  <a:pt x="139" y="228"/>
                  <a:pt x="140" y="228"/>
                  <a:pt x="141" y="228"/>
                </a:cubicBezTo>
                <a:cubicBezTo>
                  <a:pt x="143" y="228"/>
                  <a:pt x="145" y="228"/>
                  <a:pt x="148" y="228"/>
                </a:cubicBezTo>
                <a:cubicBezTo>
                  <a:pt x="152" y="229"/>
                  <a:pt x="155" y="229"/>
                  <a:pt x="158" y="229"/>
                </a:cubicBezTo>
                <a:cubicBezTo>
                  <a:pt x="160" y="229"/>
                  <a:pt x="163" y="229"/>
                  <a:pt x="165" y="229"/>
                </a:cubicBezTo>
                <a:cubicBezTo>
                  <a:pt x="169" y="229"/>
                  <a:pt x="174" y="229"/>
                  <a:pt x="180" y="229"/>
                </a:cubicBezTo>
                <a:cubicBezTo>
                  <a:pt x="180" y="229"/>
                  <a:pt x="182" y="228"/>
                  <a:pt x="183" y="228"/>
                </a:cubicBezTo>
                <a:cubicBezTo>
                  <a:pt x="187" y="228"/>
                  <a:pt x="191" y="228"/>
                  <a:pt x="195" y="227"/>
                </a:cubicBezTo>
                <a:cubicBezTo>
                  <a:pt x="198" y="227"/>
                  <a:pt x="200" y="227"/>
                  <a:pt x="202" y="227"/>
                </a:cubicBezTo>
                <a:cubicBezTo>
                  <a:pt x="204" y="227"/>
                  <a:pt x="204" y="227"/>
                  <a:pt x="205" y="227"/>
                </a:cubicBezTo>
                <a:cubicBezTo>
                  <a:pt x="213" y="226"/>
                  <a:pt x="221" y="225"/>
                  <a:pt x="229" y="224"/>
                </a:cubicBezTo>
                <a:lnTo>
                  <a:pt x="230" y="224"/>
                </a:lnTo>
                <a:cubicBezTo>
                  <a:pt x="237" y="223"/>
                  <a:pt x="245" y="222"/>
                  <a:pt x="252" y="220"/>
                </a:cubicBezTo>
                <a:cubicBezTo>
                  <a:pt x="252" y="220"/>
                  <a:pt x="253" y="220"/>
                  <a:pt x="254" y="219"/>
                </a:cubicBezTo>
                <a:cubicBezTo>
                  <a:pt x="260" y="218"/>
                  <a:pt x="267" y="217"/>
                  <a:pt x="273" y="215"/>
                </a:cubicBezTo>
                <a:cubicBezTo>
                  <a:pt x="274" y="215"/>
                  <a:pt x="275" y="214"/>
                  <a:pt x="276" y="214"/>
                </a:cubicBezTo>
                <a:cubicBezTo>
                  <a:pt x="282" y="213"/>
                  <a:pt x="288" y="211"/>
                  <a:pt x="293" y="209"/>
                </a:cubicBezTo>
                <a:cubicBezTo>
                  <a:pt x="296" y="208"/>
                  <a:pt x="298" y="207"/>
                  <a:pt x="300" y="207"/>
                </a:cubicBezTo>
                <a:cubicBezTo>
                  <a:pt x="304" y="205"/>
                  <a:pt x="309" y="204"/>
                  <a:pt x="314" y="202"/>
                </a:cubicBezTo>
                <a:cubicBezTo>
                  <a:pt x="314" y="201"/>
                  <a:pt x="315" y="201"/>
                  <a:pt x="315" y="200"/>
                </a:cubicBezTo>
                <a:cubicBezTo>
                  <a:pt x="320" y="199"/>
                  <a:pt x="324" y="197"/>
                  <a:pt x="328" y="195"/>
                </a:cubicBezTo>
                <a:lnTo>
                  <a:pt x="328" y="0"/>
                </a:lnTo>
                <a:cubicBezTo>
                  <a:pt x="323" y="3"/>
                  <a:pt x="319" y="5"/>
                  <a:pt x="314" y="7"/>
                </a:cubicBezTo>
              </a:path>
            </a:pathLst>
          </a:custGeom>
          <a:solidFill>
            <a:schemeClr val="bg1">
              <a:lumMod val="65000"/>
            </a:schemeClr>
          </a:solidFill>
          <a:ln>
            <a:noFill/>
          </a:ln>
          <a:effectLst/>
        </p:spPr>
        <p:txBody>
          <a:bodyPr wrap="none" anchor="ctr"/>
          <a:lstStyle/>
          <a:p>
            <a:endParaRPr lang="en-US" sz="900"/>
          </a:p>
        </p:txBody>
      </p:sp>
      <p:sp>
        <p:nvSpPr>
          <p:cNvPr id="15" name="Freeform 14">
            <a:extLst>
              <a:ext uri="{FF2B5EF4-FFF2-40B4-BE49-F238E27FC236}">
                <a16:creationId xmlns:a16="http://schemas.microsoft.com/office/drawing/2014/main" id="{9FEF86BB-C1A8-C14D-B381-3A5B4A62C4FE}"/>
              </a:ext>
            </a:extLst>
          </p:cNvPr>
          <p:cNvSpPr>
            <a:spLocks noChangeArrowheads="1"/>
          </p:cNvSpPr>
          <p:nvPr/>
        </p:nvSpPr>
        <p:spPr bwMode="auto">
          <a:xfrm>
            <a:off x="1003522" y="3391094"/>
            <a:ext cx="598187" cy="141677"/>
          </a:xfrm>
          <a:custGeom>
            <a:avLst/>
            <a:gdLst>
              <a:gd name="T0" fmla="*/ 839 w 840"/>
              <a:gd name="T1" fmla="*/ 99 h 200"/>
              <a:gd name="T2" fmla="*/ 420 w 840"/>
              <a:gd name="T3" fmla="*/ 199 h 200"/>
              <a:gd name="T4" fmla="*/ 0 w 840"/>
              <a:gd name="T5" fmla="*/ 99 h 200"/>
              <a:gd name="T6" fmla="*/ 420 w 840"/>
              <a:gd name="T7" fmla="*/ 0 h 200"/>
              <a:gd name="T8" fmla="*/ 839 w 840"/>
              <a:gd name="T9" fmla="*/ 99 h 200"/>
            </a:gdLst>
            <a:ahLst/>
            <a:cxnLst>
              <a:cxn ang="0">
                <a:pos x="T0" y="T1"/>
              </a:cxn>
              <a:cxn ang="0">
                <a:pos x="T2" y="T3"/>
              </a:cxn>
              <a:cxn ang="0">
                <a:pos x="T4" y="T5"/>
              </a:cxn>
              <a:cxn ang="0">
                <a:pos x="T6" y="T7"/>
              </a:cxn>
              <a:cxn ang="0">
                <a:pos x="T8" y="T9"/>
              </a:cxn>
            </a:cxnLst>
            <a:rect l="0" t="0" r="r" b="b"/>
            <a:pathLst>
              <a:path w="840" h="200">
                <a:moveTo>
                  <a:pt x="839" y="99"/>
                </a:moveTo>
                <a:cubicBezTo>
                  <a:pt x="839" y="154"/>
                  <a:pt x="651" y="199"/>
                  <a:pt x="420" y="199"/>
                </a:cubicBezTo>
                <a:cubicBezTo>
                  <a:pt x="188" y="199"/>
                  <a:pt x="0" y="154"/>
                  <a:pt x="0" y="99"/>
                </a:cubicBezTo>
                <a:cubicBezTo>
                  <a:pt x="0" y="45"/>
                  <a:pt x="188" y="0"/>
                  <a:pt x="420" y="0"/>
                </a:cubicBezTo>
                <a:cubicBezTo>
                  <a:pt x="651" y="0"/>
                  <a:pt x="839" y="45"/>
                  <a:pt x="839" y="99"/>
                </a:cubicBezTo>
              </a:path>
            </a:pathLst>
          </a:custGeom>
          <a:solidFill>
            <a:schemeClr val="bg1">
              <a:lumMod val="75000"/>
            </a:schemeClr>
          </a:solidFill>
          <a:ln>
            <a:noFill/>
          </a:ln>
          <a:effectLst/>
        </p:spPr>
        <p:txBody>
          <a:bodyPr wrap="none" anchor="ctr"/>
          <a:lstStyle/>
          <a:p>
            <a:endParaRPr lang="en-US" sz="900"/>
          </a:p>
        </p:txBody>
      </p:sp>
      <p:sp>
        <p:nvSpPr>
          <p:cNvPr id="16" name="Freeform 15">
            <a:extLst>
              <a:ext uri="{FF2B5EF4-FFF2-40B4-BE49-F238E27FC236}">
                <a16:creationId xmlns:a16="http://schemas.microsoft.com/office/drawing/2014/main" id="{E034EB4C-75D0-3448-B6D9-8A773D2EF3BF}"/>
              </a:ext>
            </a:extLst>
          </p:cNvPr>
          <p:cNvSpPr>
            <a:spLocks noChangeArrowheads="1"/>
          </p:cNvSpPr>
          <p:nvPr/>
        </p:nvSpPr>
        <p:spPr bwMode="auto">
          <a:xfrm>
            <a:off x="666647" y="1996375"/>
            <a:ext cx="1271934" cy="1467132"/>
          </a:xfrm>
          <a:custGeom>
            <a:avLst/>
            <a:gdLst>
              <a:gd name="T0" fmla="*/ 1779 w 1780"/>
              <a:gd name="T1" fmla="*/ 890 h 2054"/>
              <a:gd name="T2" fmla="*/ 890 w 1780"/>
              <a:gd name="T3" fmla="*/ 0 h 2054"/>
              <a:gd name="T4" fmla="*/ 0 w 1780"/>
              <a:gd name="T5" fmla="*/ 890 h 2054"/>
              <a:gd name="T6" fmla="*/ 722 w 1780"/>
              <a:gd name="T7" fmla="*/ 1763 h 2054"/>
              <a:gd name="T8" fmla="*/ 890 w 1780"/>
              <a:gd name="T9" fmla="*/ 2053 h 2054"/>
              <a:gd name="T10" fmla="*/ 1057 w 1780"/>
              <a:gd name="T11" fmla="*/ 1763 h 2054"/>
              <a:gd name="T12" fmla="*/ 1779 w 1780"/>
              <a:gd name="T13" fmla="*/ 890 h 2054"/>
            </a:gdLst>
            <a:ahLst/>
            <a:cxnLst>
              <a:cxn ang="0">
                <a:pos x="T0" y="T1"/>
              </a:cxn>
              <a:cxn ang="0">
                <a:pos x="T2" y="T3"/>
              </a:cxn>
              <a:cxn ang="0">
                <a:pos x="T4" y="T5"/>
              </a:cxn>
              <a:cxn ang="0">
                <a:pos x="T6" y="T7"/>
              </a:cxn>
              <a:cxn ang="0">
                <a:pos x="T8" y="T9"/>
              </a:cxn>
              <a:cxn ang="0">
                <a:pos x="T10" y="T11"/>
              </a:cxn>
              <a:cxn ang="0">
                <a:pos x="T12" y="T13"/>
              </a:cxn>
            </a:cxnLst>
            <a:rect l="0" t="0" r="r" b="b"/>
            <a:pathLst>
              <a:path w="1780" h="2054">
                <a:moveTo>
                  <a:pt x="1779" y="890"/>
                </a:moveTo>
                <a:cubicBezTo>
                  <a:pt x="1779" y="398"/>
                  <a:pt x="1380" y="0"/>
                  <a:pt x="890" y="0"/>
                </a:cubicBezTo>
                <a:cubicBezTo>
                  <a:pt x="398" y="0"/>
                  <a:pt x="0" y="398"/>
                  <a:pt x="0" y="890"/>
                </a:cubicBezTo>
                <a:cubicBezTo>
                  <a:pt x="0" y="1324"/>
                  <a:pt x="311" y="1685"/>
                  <a:pt x="722" y="1763"/>
                </a:cubicBezTo>
                <a:lnTo>
                  <a:pt x="890" y="2053"/>
                </a:lnTo>
                <a:lnTo>
                  <a:pt x="1057" y="1763"/>
                </a:lnTo>
                <a:cubicBezTo>
                  <a:pt x="1468" y="1685"/>
                  <a:pt x="1779" y="1324"/>
                  <a:pt x="1779" y="890"/>
                </a:cubicBezTo>
              </a:path>
            </a:pathLst>
          </a:custGeom>
          <a:solidFill>
            <a:schemeClr val="accent1"/>
          </a:solidFill>
          <a:ln>
            <a:noFill/>
          </a:ln>
          <a:effectLst/>
        </p:spPr>
        <p:txBody>
          <a:bodyPr wrap="none" anchor="ctr"/>
          <a:lstStyle/>
          <a:p>
            <a:endParaRPr lang="en-US" sz="900"/>
          </a:p>
        </p:txBody>
      </p:sp>
      <p:sp>
        <p:nvSpPr>
          <p:cNvPr id="59" name="TextBox 58">
            <a:extLst>
              <a:ext uri="{FF2B5EF4-FFF2-40B4-BE49-F238E27FC236}">
                <a16:creationId xmlns:a16="http://schemas.microsoft.com/office/drawing/2014/main" id="{164C5DB1-FDFB-4248-8637-F6CB3A854487}"/>
              </a:ext>
            </a:extLst>
          </p:cNvPr>
          <p:cNvSpPr txBox="1"/>
          <p:nvPr/>
        </p:nvSpPr>
        <p:spPr>
          <a:xfrm>
            <a:off x="1103652" y="2260991"/>
            <a:ext cx="401072" cy="784830"/>
          </a:xfrm>
          <a:prstGeom prst="rect">
            <a:avLst/>
          </a:prstGeom>
          <a:noFill/>
        </p:spPr>
        <p:txBody>
          <a:bodyPr wrap="none" rtlCol="0" anchor="ctr">
            <a:spAutoFit/>
          </a:bodyPr>
          <a:lstStyle/>
          <a:p>
            <a:pPr algn="ctr"/>
            <a:r>
              <a:rPr lang="fr-FR" sz="4500" b="1" dirty="0">
                <a:solidFill>
                  <a:schemeClr val="bg1"/>
                </a:solidFill>
                <a:latin typeface="Poppins" pitchFamily="2" charset="77"/>
                <a:cs typeface="Poppins" pitchFamily="2" charset="77"/>
              </a:rPr>
              <a:t>1</a:t>
            </a:r>
          </a:p>
        </p:txBody>
      </p:sp>
      <p:sp>
        <p:nvSpPr>
          <p:cNvPr id="63" name="Subtitle 2">
            <a:extLst>
              <a:ext uri="{FF2B5EF4-FFF2-40B4-BE49-F238E27FC236}">
                <a16:creationId xmlns:a16="http://schemas.microsoft.com/office/drawing/2014/main" id="{7965B61E-9212-BB4F-9608-B1E6D0120532}"/>
              </a:ext>
            </a:extLst>
          </p:cNvPr>
          <p:cNvSpPr txBox="1">
            <a:spLocks/>
          </p:cNvSpPr>
          <p:nvPr/>
        </p:nvSpPr>
        <p:spPr>
          <a:xfrm>
            <a:off x="154778" y="4818613"/>
            <a:ext cx="2150854" cy="482889"/>
          </a:xfrm>
          <a:prstGeom prst="rect">
            <a:avLst/>
          </a:prstGeom>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750"/>
              </a:lnSpc>
            </a:pPr>
            <a:r>
              <a:rPr lang="fr-FR" sz="1200" b="1" dirty="0">
                <a:solidFill>
                  <a:schemeClr val="accent1">
                    <a:lumMod val="50000"/>
                  </a:schemeClr>
                </a:solidFill>
                <a:latin typeface="Lato Light" panose="020F0502020204030203" pitchFamily="34" charset="0"/>
                <a:ea typeface="Lato Light" panose="020F0502020204030203" pitchFamily="34" charset="0"/>
                <a:cs typeface="Mukta ExtraLight" panose="020B0000000000000000" pitchFamily="34" charset="77"/>
              </a:rPr>
              <a:t>AI pour une baisse de la charge Ordo </a:t>
            </a:r>
          </a:p>
        </p:txBody>
      </p:sp>
      <p:sp>
        <p:nvSpPr>
          <p:cNvPr id="64" name="TextBox 63">
            <a:extLst>
              <a:ext uri="{FF2B5EF4-FFF2-40B4-BE49-F238E27FC236}">
                <a16:creationId xmlns:a16="http://schemas.microsoft.com/office/drawing/2014/main" id="{ED5BC29D-2601-0A4C-9E30-75B88D1C1443}"/>
              </a:ext>
            </a:extLst>
          </p:cNvPr>
          <p:cNvSpPr txBox="1"/>
          <p:nvPr/>
        </p:nvSpPr>
        <p:spPr>
          <a:xfrm>
            <a:off x="913043" y="4481481"/>
            <a:ext cx="787395" cy="338554"/>
          </a:xfrm>
          <a:prstGeom prst="rect">
            <a:avLst/>
          </a:prstGeom>
          <a:noFill/>
        </p:spPr>
        <p:txBody>
          <a:bodyPr wrap="none" rtlCol="0" anchor="b" anchorCtr="0">
            <a:spAutoFit/>
          </a:bodyPr>
          <a:lstStyle/>
          <a:p>
            <a:pPr algn="ctr"/>
            <a:r>
              <a:rPr lang="fr-FR" sz="1600" b="1" dirty="0">
                <a:solidFill>
                  <a:schemeClr val="tx2"/>
                </a:solidFill>
                <a:latin typeface="Poppins" pitchFamily="2" charset="77"/>
                <a:ea typeface="League Spartan" charset="0"/>
                <a:cs typeface="Poppins" pitchFamily="2" charset="77"/>
              </a:rPr>
              <a:t>VISIO </a:t>
            </a:r>
          </a:p>
        </p:txBody>
      </p:sp>
      <p:sp>
        <p:nvSpPr>
          <p:cNvPr id="18" name="Freeform 17">
            <a:extLst>
              <a:ext uri="{FF2B5EF4-FFF2-40B4-BE49-F238E27FC236}">
                <a16:creationId xmlns:a16="http://schemas.microsoft.com/office/drawing/2014/main" id="{FC5DA19B-60C8-9247-BEAB-521A03AD2248}"/>
              </a:ext>
            </a:extLst>
          </p:cNvPr>
          <p:cNvSpPr>
            <a:spLocks noChangeArrowheads="1"/>
          </p:cNvSpPr>
          <p:nvPr/>
        </p:nvSpPr>
        <p:spPr bwMode="auto">
          <a:xfrm>
            <a:off x="4912588" y="4489870"/>
            <a:ext cx="50374" cy="198345"/>
          </a:xfrm>
          <a:custGeom>
            <a:avLst/>
            <a:gdLst>
              <a:gd name="T0" fmla="*/ 67 w 69"/>
              <a:gd name="T1" fmla="*/ 10 h 277"/>
              <a:gd name="T2" fmla="*/ 67 w 69"/>
              <a:gd name="T3" fmla="*/ 11 h 277"/>
              <a:gd name="T4" fmla="*/ 64 w 69"/>
              <a:gd name="T5" fmla="*/ 21 h 277"/>
              <a:gd name="T6" fmla="*/ 63 w 69"/>
              <a:gd name="T7" fmla="*/ 24 h 277"/>
              <a:gd name="T8" fmla="*/ 59 w 69"/>
              <a:gd name="T9" fmla="*/ 32 h 277"/>
              <a:gd name="T10" fmla="*/ 56 w 69"/>
              <a:gd name="T11" fmla="*/ 35 h 277"/>
              <a:gd name="T12" fmla="*/ 52 w 69"/>
              <a:gd name="T13" fmla="*/ 41 h 277"/>
              <a:gd name="T14" fmla="*/ 49 w 69"/>
              <a:gd name="T15" fmla="*/ 46 h 277"/>
              <a:gd name="T16" fmla="*/ 44 w 69"/>
              <a:gd name="T17" fmla="*/ 51 h 277"/>
              <a:gd name="T18" fmla="*/ 38 w 69"/>
              <a:gd name="T19" fmla="*/ 57 h 277"/>
              <a:gd name="T20" fmla="*/ 31 w 69"/>
              <a:gd name="T21" fmla="*/ 63 h 277"/>
              <a:gd name="T22" fmla="*/ 29 w 69"/>
              <a:gd name="T23" fmla="*/ 64 h 277"/>
              <a:gd name="T24" fmla="*/ 17 w 69"/>
              <a:gd name="T25" fmla="*/ 73 h 277"/>
              <a:gd name="T26" fmla="*/ 14 w 69"/>
              <a:gd name="T27" fmla="*/ 74 h 277"/>
              <a:gd name="T28" fmla="*/ 0 w 69"/>
              <a:gd name="T29" fmla="*/ 82 h 277"/>
              <a:gd name="T30" fmla="*/ 0 w 69"/>
              <a:gd name="T31" fmla="*/ 276 h 277"/>
              <a:gd name="T32" fmla="*/ 14 w 69"/>
              <a:gd name="T33" fmla="*/ 268 h 277"/>
              <a:gd name="T34" fmla="*/ 17 w 69"/>
              <a:gd name="T35" fmla="*/ 266 h 277"/>
              <a:gd name="T36" fmla="*/ 20 w 69"/>
              <a:gd name="T37" fmla="*/ 265 h 277"/>
              <a:gd name="T38" fmla="*/ 29 w 69"/>
              <a:gd name="T39" fmla="*/ 259 h 277"/>
              <a:gd name="T40" fmla="*/ 31 w 69"/>
              <a:gd name="T41" fmla="*/ 257 h 277"/>
              <a:gd name="T42" fmla="*/ 36 w 69"/>
              <a:gd name="T43" fmla="*/ 254 h 277"/>
              <a:gd name="T44" fmla="*/ 38 w 69"/>
              <a:gd name="T45" fmla="*/ 251 h 277"/>
              <a:gd name="T46" fmla="*/ 44 w 69"/>
              <a:gd name="T47" fmla="*/ 246 h 277"/>
              <a:gd name="T48" fmla="*/ 46 w 69"/>
              <a:gd name="T49" fmla="*/ 243 h 277"/>
              <a:gd name="T50" fmla="*/ 49 w 69"/>
              <a:gd name="T51" fmla="*/ 240 h 277"/>
              <a:gd name="T52" fmla="*/ 52 w 69"/>
              <a:gd name="T53" fmla="*/ 236 h 277"/>
              <a:gd name="T54" fmla="*/ 54 w 69"/>
              <a:gd name="T55" fmla="*/ 234 h 277"/>
              <a:gd name="T56" fmla="*/ 56 w 69"/>
              <a:gd name="T57" fmla="*/ 230 h 277"/>
              <a:gd name="T58" fmla="*/ 59 w 69"/>
              <a:gd name="T59" fmla="*/ 225 h 277"/>
              <a:gd name="T60" fmla="*/ 60 w 69"/>
              <a:gd name="T61" fmla="*/ 224 h 277"/>
              <a:gd name="T62" fmla="*/ 63 w 69"/>
              <a:gd name="T63" fmla="*/ 219 h 277"/>
              <a:gd name="T64" fmla="*/ 64 w 69"/>
              <a:gd name="T65" fmla="*/ 216 h 277"/>
              <a:gd name="T66" fmla="*/ 65 w 69"/>
              <a:gd name="T67" fmla="*/ 215 h 277"/>
              <a:gd name="T68" fmla="*/ 67 w 69"/>
              <a:gd name="T69" fmla="*/ 205 h 277"/>
              <a:gd name="T70" fmla="*/ 67 w 69"/>
              <a:gd name="T71" fmla="*/ 204 h 277"/>
              <a:gd name="T72" fmla="*/ 68 w 69"/>
              <a:gd name="T73" fmla="*/ 196 h 277"/>
              <a:gd name="T74" fmla="*/ 68 w 69"/>
              <a:gd name="T75" fmla="*/ 194 h 277"/>
              <a:gd name="T76" fmla="*/ 68 w 69"/>
              <a:gd name="T77" fmla="*/ 0 h 277"/>
              <a:gd name="T78" fmla="*/ 67 w 69"/>
              <a:gd name="T79" fmla="*/ 10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9" h="277">
                <a:moveTo>
                  <a:pt x="67" y="10"/>
                </a:moveTo>
                <a:lnTo>
                  <a:pt x="67" y="11"/>
                </a:lnTo>
                <a:cubicBezTo>
                  <a:pt x="66" y="14"/>
                  <a:pt x="65" y="18"/>
                  <a:pt x="64" y="21"/>
                </a:cubicBezTo>
                <a:cubicBezTo>
                  <a:pt x="64" y="23"/>
                  <a:pt x="63" y="24"/>
                  <a:pt x="63" y="24"/>
                </a:cubicBezTo>
                <a:cubicBezTo>
                  <a:pt x="61" y="27"/>
                  <a:pt x="61" y="29"/>
                  <a:pt x="59" y="32"/>
                </a:cubicBezTo>
                <a:cubicBezTo>
                  <a:pt x="59" y="33"/>
                  <a:pt x="58" y="34"/>
                  <a:pt x="56" y="35"/>
                </a:cubicBezTo>
                <a:cubicBezTo>
                  <a:pt x="55" y="38"/>
                  <a:pt x="54" y="40"/>
                  <a:pt x="52" y="41"/>
                </a:cubicBezTo>
                <a:cubicBezTo>
                  <a:pt x="52" y="43"/>
                  <a:pt x="50" y="45"/>
                  <a:pt x="49" y="46"/>
                </a:cubicBezTo>
                <a:cubicBezTo>
                  <a:pt x="47" y="47"/>
                  <a:pt x="46" y="49"/>
                  <a:pt x="44" y="51"/>
                </a:cubicBezTo>
                <a:cubicBezTo>
                  <a:pt x="43" y="53"/>
                  <a:pt x="41" y="55"/>
                  <a:pt x="38" y="57"/>
                </a:cubicBezTo>
                <a:cubicBezTo>
                  <a:pt x="36" y="59"/>
                  <a:pt x="34" y="60"/>
                  <a:pt x="31" y="63"/>
                </a:cubicBezTo>
                <a:cubicBezTo>
                  <a:pt x="30" y="63"/>
                  <a:pt x="30" y="63"/>
                  <a:pt x="29" y="64"/>
                </a:cubicBezTo>
                <a:cubicBezTo>
                  <a:pt x="25" y="67"/>
                  <a:pt x="22" y="70"/>
                  <a:pt x="17" y="73"/>
                </a:cubicBezTo>
                <a:cubicBezTo>
                  <a:pt x="16" y="73"/>
                  <a:pt x="15" y="73"/>
                  <a:pt x="14" y="74"/>
                </a:cubicBezTo>
                <a:cubicBezTo>
                  <a:pt x="10" y="77"/>
                  <a:pt x="5" y="80"/>
                  <a:pt x="0" y="82"/>
                </a:cubicBezTo>
                <a:lnTo>
                  <a:pt x="0" y="276"/>
                </a:lnTo>
                <a:cubicBezTo>
                  <a:pt x="5" y="274"/>
                  <a:pt x="10" y="271"/>
                  <a:pt x="14" y="268"/>
                </a:cubicBezTo>
                <a:cubicBezTo>
                  <a:pt x="15" y="268"/>
                  <a:pt x="16" y="267"/>
                  <a:pt x="17" y="266"/>
                </a:cubicBezTo>
                <a:cubicBezTo>
                  <a:pt x="18" y="266"/>
                  <a:pt x="19" y="266"/>
                  <a:pt x="20" y="265"/>
                </a:cubicBezTo>
                <a:cubicBezTo>
                  <a:pt x="23" y="263"/>
                  <a:pt x="26" y="260"/>
                  <a:pt x="29" y="259"/>
                </a:cubicBezTo>
                <a:cubicBezTo>
                  <a:pt x="30" y="258"/>
                  <a:pt x="30" y="257"/>
                  <a:pt x="31" y="257"/>
                </a:cubicBezTo>
                <a:cubicBezTo>
                  <a:pt x="33" y="255"/>
                  <a:pt x="34" y="254"/>
                  <a:pt x="36" y="254"/>
                </a:cubicBezTo>
                <a:cubicBezTo>
                  <a:pt x="37" y="253"/>
                  <a:pt x="38" y="252"/>
                  <a:pt x="38" y="251"/>
                </a:cubicBezTo>
                <a:cubicBezTo>
                  <a:pt x="41" y="249"/>
                  <a:pt x="43" y="248"/>
                  <a:pt x="44" y="246"/>
                </a:cubicBezTo>
                <a:cubicBezTo>
                  <a:pt x="45" y="244"/>
                  <a:pt x="46" y="244"/>
                  <a:pt x="46" y="243"/>
                </a:cubicBezTo>
                <a:cubicBezTo>
                  <a:pt x="47" y="242"/>
                  <a:pt x="48" y="241"/>
                  <a:pt x="49" y="240"/>
                </a:cubicBezTo>
                <a:cubicBezTo>
                  <a:pt x="50" y="239"/>
                  <a:pt x="52" y="237"/>
                  <a:pt x="52" y="236"/>
                </a:cubicBezTo>
                <a:cubicBezTo>
                  <a:pt x="53" y="235"/>
                  <a:pt x="54" y="234"/>
                  <a:pt x="54" y="234"/>
                </a:cubicBezTo>
                <a:cubicBezTo>
                  <a:pt x="55" y="232"/>
                  <a:pt x="56" y="231"/>
                  <a:pt x="56" y="230"/>
                </a:cubicBezTo>
                <a:cubicBezTo>
                  <a:pt x="58" y="229"/>
                  <a:pt x="59" y="227"/>
                  <a:pt x="59" y="225"/>
                </a:cubicBezTo>
                <a:cubicBezTo>
                  <a:pt x="60" y="225"/>
                  <a:pt x="60" y="225"/>
                  <a:pt x="60" y="224"/>
                </a:cubicBezTo>
                <a:cubicBezTo>
                  <a:pt x="61" y="223"/>
                  <a:pt x="62" y="220"/>
                  <a:pt x="63" y="219"/>
                </a:cubicBezTo>
                <a:cubicBezTo>
                  <a:pt x="63" y="218"/>
                  <a:pt x="64" y="216"/>
                  <a:pt x="64" y="216"/>
                </a:cubicBezTo>
                <a:cubicBezTo>
                  <a:pt x="64" y="215"/>
                  <a:pt x="65" y="215"/>
                  <a:pt x="65" y="215"/>
                </a:cubicBezTo>
                <a:cubicBezTo>
                  <a:pt x="66" y="212"/>
                  <a:pt x="66" y="208"/>
                  <a:pt x="67" y="205"/>
                </a:cubicBezTo>
                <a:lnTo>
                  <a:pt x="67" y="204"/>
                </a:lnTo>
                <a:cubicBezTo>
                  <a:pt x="67" y="201"/>
                  <a:pt x="68" y="198"/>
                  <a:pt x="68" y="196"/>
                </a:cubicBezTo>
                <a:cubicBezTo>
                  <a:pt x="68" y="195"/>
                  <a:pt x="68" y="194"/>
                  <a:pt x="68" y="194"/>
                </a:cubicBezTo>
                <a:lnTo>
                  <a:pt x="68" y="0"/>
                </a:lnTo>
                <a:cubicBezTo>
                  <a:pt x="68" y="3"/>
                  <a:pt x="67" y="7"/>
                  <a:pt x="67" y="10"/>
                </a:cubicBezTo>
              </a:path>
            </a:pathLst>
          </a:custGeom>
          <a:solidFill>
            <a:schemeClr val="bg1">
              <a:lumMod val="65000"/>
            </a:schemeClr>
          </a:solidFill>
          <a:ln>
            <a:noFill/>
          </a:ln>
          <a:effectLst/>
        </p:spPr>
        <p:txBody>
          <a:bodyPr wrap="none" anchor="ctr"/>
          <a:lstStyle/>
          <a:p>
            <a:endParaRPr lang="en-US" sz="900"/>
          </a:p>
        </p:txBody>
      </p:sp>
      <p:sp>
        <p:nvSpPr>
          <p:cNvPr id="20" name="Freeform 19">
            <a:extLst>
              <a:ext uri="{FF2B5EF4-FFF2-40B4-BE49-F238E27FC236}">
                <a16:creationId xmlns:a16="http://schemas.microsoft.com/office/drawing/2014/main" id="{243A89C4-5E99-7B40-B988-CB9F10052A78}"/>
              </a:ext>
            </a:extLst>
          </p:cNvPr>
          <p:cNvSpPr>
            <a:spLocks noChangeArrowheads="1"/>
          </p:cNvSpPr>
          <p:nvPr/>
        </p:nvSpPr>
        <p:spPr bwMode="auto">
          <a:xfrm>
            <a:off x="2689851" y="4489870"/>
            <a:ext cx="50374" cy="198345"/>
          </a:xfrm>
          <a:custGeom>
            <a:avLst/>
            <a:gdLst>
              <a:gd name="T0" fmla="*/ 0 w 69"/>
              <a:gd name="T1" fmla="*/ 194 h 277"/>
              <a:gd name="T2" fmla="*/ 0 w 69"/>
              <a:gd name="T3" fmla="*/ 0 h 277"/>
              <a:gd name="T4" fmla="*/ 68 w 69"/>
              <a:gd name="T5" fmla="*/ 82 h 277"/>
              <a:gd name="T6" fmla="*/ 68 w 69"/>
              <a:gd name="T7" fmla="*/ 276 h 277"/>
              <a:gd name="T8" fmla="*/ 0 w 69"/>
              <a:gd name="T9" fmla="*/ 194 h 277"/>
            </a:gdLst>
            <a:ahLst/>
            <a:cxnLst>
              <a:cxn ang="0">
                <a:pos x="T0" y="T1"/>
              </a:cxn>
              <a:cxn ang="0">
                <a:pos x="T2" y="T3"/>
              </a:cxn>
              <a:cxn ang="0">
                <a:pos x="T4" y="T5"/>
              </a:cxn>
              <a:cxn ang="0">
                <a:pos x="T6" y="T7"/>
              </a:cxn>
              <a:cxn ang="0">
                <a:pos x="T8" y="T9"/>
              </a:cxn>
            </a:cxnLst>
            <a:rect l="0" t="0" r="r" b="b"/>
            <a:pathLst>
              <a:path w="69" h="277">
                <a:moveTo>
                  <a:pt x="0" y="194"/>
                </a:moveTo>
                <a:lnTo>
                  <a:pt x="0" y="0"/>
                </a:lnTo>
                <a:cubicBezTo>
                  <a:pt x="0" y="30"/>
                  <a:pt x="23" y="59"/>
                  <a:pt x="68" y="82"/>
                </a:cubicBezTo>
                <a:lnTo>
                  <a:pt x="68" y="276"/>
                </a:lnTo>
                <a:cubicBezTo>
                  <a:pt x="23" y="254"/>
                  <a:pt x="0" y="224"/>
                  <a:pt x="0" y="194"/>
                </a:cubicBezTo>
              </a:path>
            </a:pathLst>
          </a:custGeom>
          <a:solidFill>
            <a:schemeClr val="bg1">
              <a:lumMod val="65000"/>
            </a:schemeClr>
          </a:solidFill>
          <a:ln>
            <a:noFill/>
          </a:ln>
          <a:effectLst/>
        </p:spPr>
        <p:txBody>
          <a:bodyPr wrap="none" anchor="ctr"/>
          <a:lstStyle/>
          <a:p>
            <a:endParaRPr lang="en-US" sz="900"/>
          </a:p>
        </p:txBody>
      </p:sp>
      <p:sp>
        <p:nvSpPr>
          <p:cNvPr id="21" name="Freeform 20">
            <a:extLst>
              <a:ext uri="{FF2B5EF4-FFF2-40B4-BE49-F238E27FC236}">
                <a16:creationId xmlns:a16="http://schemas.microsoft.com/office/drawing/2014/main" id="{F940E2AC-DD4C-EE47-88EA-AB79E891FB81}"/>
              </a:ext>
            </a:extLst>
          </p:cNvPr>
          <p:cNvSpPr>
            <a:spLocks noChangeArrowheads="1"/>
          </p:cNvSpPr>
          <p:nvPr/>
        </p:nvSpPr>
        <p:spPr bwMode="auto">
          <a:xfrm>
            <a:off x="3942896" y="4546540"/>
            <a:ext cx="969692" cy="623374"/>
          </a:xfrm>
          <a:custGeom>
            <a:avLst/>
            <a:gdLst>
              <a:gd name="T0" fmla="*/ 1358 w 1359"/>
              <a:gd name="T1" fmla="*/ 0 h 874"/>
              <a:gd name="T2" fmla="*/ 1358 w 1359"/>
              <a:gd name="T3" fmla="*/ 194 h 874"/>
              <a:gd name="T4" fmla="*/ 0 w 1359"/>
              <a:gd name="T5" fmla="*/ 873 h 874"/>
              <a:gd name="T6" fmla="*/ 0 w 1359"/>
              <a:gd name="T7" fmla="*/ 679 h 874"/>
              <a:gd name="T8" fmla="*/ 1358 w 1359"/>
              <a:gd name="T9" fmla="*/ 0 h 874"/>
            </a:gdLst>
            <a:ahLst/>
            <a:cxnLst>
              <a:cxn ang="0">
                <a:pos x="T0" y="T1"/>
              </a:cxn>
              <a:cxn ang="0">
                <a:pos x="T2" y="T3"/>
              </a:cxn>
              <a:cxn ang="0">
                <a:pos x="T4" y="T5"/>
              </a:cxn>
              <a:cxn ang="0">
                <a:pos x="T6" y="T7"/>
              </a:cxn>
              <a:cxn ang="0">
                <a:pos x="T8" y="T9"/>
              </a:cxn>
            </a:cxnLst>
            <a:rect l="0" t="0" r="r" b="b"/>
            <a:pathLst>
              <a:path w="1359" h="874">
                <a:moveTo>
                  <a:pt x="1358" y="0"/>
                </a:moveTo>
                <a:lnTo>
                  <a:pt x="1358" y="194"/>
                </a:lnTo>
                <a:lnTo>
                  <a:pt x="0" y="873"/>
                </a:lnTo>
                <a:lnTo>
                  <a:pt x="0" y="679"/>
                </a:lnTo>
                <a:lnTo>
                  <a:pt x="1358" y="0"/>
                </a:lnTo>
              </a:path>
            </a:pathLst>
          </a:custGeom>
          <a:solidFill>
            <a:schemeClr val="bg1">
              <a:lumMod val="75000"/>
            </a:schemeClr>
          </a:solidFill>
          <a:ln>
            <a:noFill/>
          </a:ln>
          <a:effectLst/>
        </p:spPr>
        <p:txBody>
          <a:bodyPr wrap="none" anchor="ctr"/>
          <a:lstStyle/>
          <a:p>
            <a:endParaRPr lang="en-US" sz="900"/>
          </a:p>
        </p:txBody>
      </p:sp>
      <p:sp>
        <p:nvSpPr>
          <p:cNvPr id="22" name="Freeform 21">
            <a:extLst>
              <a:ext uri="{FF2B5EF4-FFF2-40B4-BE49-F238E27FC236}">
                <a16:creationId xmlns:a16="http://schemas.microsoft.com/office/drawing/2014/main" id="{26605385-4172-3F40-AD2C-2DFDD5051995}"/>
              </a:ext>
            </a:extLst>
          </p:cNvPr>
          <p:cNvSpPr>
            <a:spLocks noChangeArrowheads="1"/>
          </p:cNvSpPr>
          <p:nvPr/>
        </p:nvSpPr>
        <p:spPr bwMode="auto">
          <a:xfrm>
            <a:off x="2737075" y="4546540"/>
            <a:ext cx="969692" cy="623374"/>
          </a:xfrm>
          <a:custGeom>
            <a:avLst/>
            <a:gdLst>
              <a:gd name="T0" fmla="*/ 1359 w 1360"/>
              <a:gd name="T1" fmla="*/ 679 h 874"/>
              <a:gd name="T2" fmla="*/ 1359 w 1360"/>
              <a:gd name="T3" fmla="*/ 873 h 874"/>
              <a:gd name="T4" fmla="*/ 0 w 1360"/>
              <a:gd name="T5" fmla="*/ 194 h 874"/>
              <a:gd name="T6" fmla="*/ 0 w 1360"/>
              <a:gd name="T7" fmla="*/ 0 h 874"/>
              <a:gd name="T8" fmla="*/ 1359 w 1360"/>
              <a:gd name="T9" fmla="*/ 679 h 874"/>
            </a:gdLst>
            <a:ahLst/>
            <a:cxnLst>
              <a:cxn ang="0">
                <a:pos x="T0" y="T1"/>
              </a:cxn>
              <a:cxn ang="0">
                <a:pos x="T2" y="T3"/>
              </a:cxn>
              <a:cxn ang="0">
                <a:pos x="T4" y="T5"/>
              </a:cxn>
              <a:cxn ang="0">
                <a:pos x="T6" y="T7"/>
              </a:cxn>
              <a:cxn ang="0">
                <a:pos x="T8" y="T9"/>
              </a:cxn>
            </a:cxnLst>
            <a:rect l="0" t="0" r="r" b="b"/>
            <a:pathLst>
              <a:path w="1360" h="874">
                <a:moveTo>
                  <a:pt x="1359" y="679"/>
                </a:moveTo>
                <a:lnTo>
                  <a:pt x="1359" y="873"/>
                </a:lnTo>
                <a:lnTo>
                  <a:pt x="0" y="194"/>
                </a:lnTo>
                <a:lnTo>
                  <a:pt x="0" y="0"/>
                </a:lnTo>
                <a:lnTo>
                  <a:pt x="1359" y="679"/>
                </a:lnTo>
              </a:path>
            </a:pathLst>
          </a:custGeom>
          <a:solidFill>
            <a:schemeClr val="bg1">
              <a:lumMod val="75000"/>
            </a:schemeClr>
          </a:solidFill>
          <a:ln>
            <a:noFill/>
          </a:ln>
          <a:effectLst/>
        </p:spPr>
        <p:txBody>
          <a:bodyPr wrap="none" anchor="ctr"/>
          <a:lstStyle/>
          <a:p>
            <a:endParaRPr lang="en-US" sz="900"/>
          </a:p>
        </p:txBody>
      </p:sp>
      <p:sp>
        <p:nvSpPr>
          <p:cNvPr id="23" name="Freeform 22">
            <a:extLst>
              <a:ext uri="{FF2B5EF4-FFF2-40B4-BE49-F238E27FC236}">
                <a16:creationId xmlns:a16="http://schemas.microsoft.com/office/drawing/2014/main" id="{164BF1A4-84FE-5D4A-8BA9-739D435E1BF2}"/>
              </a:ext>
            </a:extLst>
          </p:cNvPr>
          <p:cNvSpPr>
            <a:spLocks noChangeArrowheads="1"/>
          </p:cNvSpPr>
          <p:nvPr/>
        </p:nvSpPr>
        <p:spPr bwMode="auto">
          <a:xfrm>
            <a:off x="2674109" y="3923166"/>
            <a:ext cx="2304594" cy="1136554"/>
          </a:xfrm>
          <a:custGeom>
            <a:avLst/>
            <a:gdLst>
              <a:gd name="T0" fmla="*/ 1611 w 3226"/>
              <a:gd name="T1" fmla="*/ 0 h 1591"/>
              <a:gd name="T2" fmla="*/ 1776 w 3226"/>
              <a:gd name="T3" fmla="*/ 33 h 1591"/>
              <a:gd name="T4" fmla="*/ 3134 w 3226"/>
              <a:gd name="T5" fmla="*/ 713 h 1591"/>
              <a:gd name="T6" fmla="*/ 3134 w 3226"/>
              <a:gd name="T7" fmla="*/ 877 h 1591"/>
              <a:gd name="T8" fmla="*/ 1776 w 3226"/>
              <a:gd name="T9" fmla="*/ 1556 h 1591"/>
              <a:gd name="T10" fmla="*/ 1611 w 3226"/>
              <a:gd name="T11" fmla="*/ 1590 h 1591"/>
              <a:gd name="T12" fmla="*/ 1448 w 3226"/>
              <a:gd name="T13" fmla="*/ 1556 h 1591"/>
              <a:gd name="T14" fmla="*/ 89 w 3226"/>
              <a:gd name="T15" fmla="*/ 877 h 1591"/>
              <a:gd name="T16" fmla="*/ 89 w 3226"/>
              <a:gd name="T17" fmla="*/ 713 h 1591"/>
              <a:gd name="T18" fmla="*/ 1448 w 3226"/>
              <a:gd name="T19" fmla="*/ 33 h 1591"/>
              <a:gd name="T20" fmla="*/ 1611 w 3226"/>
              <a:gd name="T21" fmla="*/ 0 h 15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26" h="1591">
                <a:moveTo>
                  <a:pt x="1611" y="0"/>
                </a:moveTo>
                <a:cubicBezTo>
                  <a:pt x="1672" y="0"/>
                  <a:pt x="1731" y="11"/>
                  <a:pt x="1776" y="33"/>
                </a:cubicBezTo>
                <a:lnTo>
                  <a:pt x="3134" y="713"/>
                </a:lnTo>
                <a:cubicBezTo>
                  <a:pt x="3225" y="758"/>
                  <a:pt x="3225" y="831"/>
                  <a:pt x="3134" y="877"/>
                </a:cubicBezTo>
                <a:lnTo>
                  <a:pt x="1776" y="1556"/>
                </a:lnTo>
                <a:cubicBezTo>
                  <a:pt x="1731" y="1579"/>
                  <a:pt x="1672" y="1590"/>
                  <a:pt x="1611" y="1590"/>
                </a:cubicBezTo>
                <a:cubicBezTo>
                  <a:pt x="1552" y="1590"/>
                  <a:pt x="1493" y="1579"/>
                  <a:pt x="1448" y="1556"/>
                </a:cubicBezTo>
                <a:lnTo>
                  <a:pt x="89" y="877"/>
                </a:lnTo>
                <a:cubicBezTo>
                  <a:pt x="0" y="831"/>
                  <a:pt x="0" y="758"/>
                  <a:pt x="89" y="713"/>
                </a:cubicBezTo>
                <a:lnTo>
                  <a:pt x="1448" y="33"/>
                </a:lnTo>
                <a:cubicBezTo>
                  <a:pt x="1493" y="11"/>
                  <a:pt x="1552" y="0"/>
                  <a:pt x="1611" y="0"/>
                </a:cubicBezTo>
              </a:path>
            </a:pathLst>
          </a:custGeom>
          <a:solidFill>
            <a:schemeClr val="bg1">
              <a:lumMod val="95000"/>
            </a:schemeClr>
          </a:solidFill>
          <a:ln>
            <a:noFill/>
          </a:ln>
          <a:effectLst/>
        </p:spPr>
        <p:txBody>
          <a:bodyPr wrap="none" anchor="ctr"/>
          <a:lstStyle/>
          <a:p>
            <a:endParaRPr lang="en-US" sz="900"/>
          </a:p>
        </p:txBody>
      </p:sp>
      <p:sp>
        <p:nvSpPr>
          <p:cNvPr id="24" name="Freeform 23">
            <a:extLst>
              <a:ext uri="{FF2B5EF4-FFF2-40B4-BE49-F238E27FC236}">
                <a16:creationId xmlns:a16="http://schemas.microsoft.com/office/drawing/2014/main" id="{6D7A9AFD-E990-7549-98ED-921A453E5B73}"/>
              </a:ext>
            </a:extLst>
          </p:cNvPr>
          <p:cNvSpPr>
            <a:spLocks noChangeArrowheads="1"/>
          </p:cNvSpPr>
          <p:nvPr/>
        </p:nvSpPr>
        <p:spPr bwMode="auto">
          <a:xfrm>
            <a:off x="3706768" y="5031386"/>
            <a:ext cx="236128" cy="163715"/>
          </a:xfrm>
          <a:custGeom>
            <a:avLst/>
            <a:gdLst>
              <a:gd name="T0" fmla="*/ 300 w 329"/>
              <a:gd name="T1" fmla="*/ 12 h 229"/>
              <a:gd name="T2" fmla="*/ 275 w 329"/>
              <a:gd name="T3" fmla="*/ 20 h 229"/>
              <a:gd name="T4" fmla="*/ 253 w 329"/>
              <a:gd name="T5" fmla="*/ 25 h 229"/>
              <a:gd name="T6" fmla="*/ 230 w 329"/>
              <a:gd name="T7" fmla="*/ 29 h 229"/>
              <a:gd name="T8" fmla="*/ 204 w 329"/>
              <a:gd name="T9" fmla="*/ 32 h 229"/>
              <a:gd name="T10" fmla="*/ 183 w 329"/>
              <a:gd name="T11" fmla="*/ 34 h 229"/>
              <a:gd name="T12" fmla="*/ 148 w 329"/>
              <a:gd name="T13" fmla="*/ 34 h 229"/>
              <a:gd name="T14" fmla="*/ 121 w 329"/>
              <a:gd name="T15" fmla="*/ 32 h 229"/>
              <a:gd name="T16" fmla="*/ 99 w 329"/>
              <a:gd name="T17" fmla="*/ 30 h 229"/>
              <a:gd name="T18" fmla="*/ 79 w 329"/>
              <a:gd name="T19" fmla="*/ 26 h 229"/>
              <a:gd name="T20" fmla="*/ 59 w 329"/>
              <a:gd name="T21" fmla="*/ 22 h 229"/>
              <a:gd name="T22" fmla="*/ 39 w 329"/>
              <a:gd name="T23" fmla="*/ 16 h 229"/>
              <a:gd name="T24" fmla="*/ 17 w 329"/>
              <a:gd name="T25" fmla="*/ 8 h 229"/>
              <a:gd name="T26" fmla="*/ 0 w 329"/>
              <a:gd name="T27" fmla="*/ 194 h 229"/>
              <a:gd name="T28" fmla="*/ 18 w 329"/>
              <a:gd name="T29" fmla="*/ 203 h 229"/>
              <a:gd name="T30" fmla="*/ 39 w 329"/>
              <a:gd name="T31" fmla="*/ 210 h 229"/>
              <a:gd name="T32" fmla="*/ 48 w 329"/>
              <a:gd name="T33" fmla="*/ 213 h 229"/>
              <a:gd name="T34" fmla="*/ 63 w 329"/>
              <a:gd name="T35" fmla="*/ 217 h 229"/>
              <a:gd name="T36" fmla="*/ 79 w 329"/>
              <a:gd name="T37" fmla="*/ 221 h 229"/>
              <a:gd name="T38" fmla="*/ 93 w 329"/>
              <a:gd name="T39" fmla="*/ 222 h 229"/>
              <a:gd name="T40" fmla="*/ 100 w 329"/>
              <a:gd name="T41" fmla="*/ 224 h 229"/>
              <a:gd name="T42" fmla="*/ 120 w 329"/>
              <a:gd name="T43" fmla="*/ 226 h 229"/>
              <a:gd name="T44" fmla="*/ 138 w 329"/>
              <a:gd name="T45" fmla="*/ 228 h 229"/>
              <a:gd name="T46" fmla="*/ 148 w 329"/>
              <a:gd name="T47" fmla="*/ 228 h 229"/>
              <a:gd name="T48" fmla="*/ 163 w 329"/>
              <a:gd name="T49" fmla="*/ 228 h 229"/>
              <a:gd name="T50" fmla="*/ 183 w 329"/>
              <a:gd name="T51" fmla="*/ 228 h 229"/>
              <a:gd name="T52" fmla="*/ 202 w 329"/>
              <a:gd name="T53" fmla="*/ 227 h 229"/>
              <a:gd name="T54" fmla="*/ 228 w 329"/>
              <a:gd name="T55" fmla="*/ 223 h 229"/>
              <a:gd name="T56" fmla="*/ 251 w 329"/>
              <a:gd name="T57" fmla="*/ 220 h 229"/>
              <a:gd name="T58" fmla="*/ 272 w 329"/>
              <a:gd name="T59" fmla="*/ 215 h 229"/>
              <a:gd name="T60" fmla="*/ 293 w 329"/>
              <a:gd name="T61" fmla="*/ 209 h 229"/>
              <a:gd name="T62" fmla="*/ 313 w 329"/>
              <a:gd name="T63" fmla="*/ 201 h 229"/>
              <a:gd name="T64" fmla="*/ 328 w 329"/>
              <a:gd name="T65" fmla="*/ 194 h 229"/>
              <a:gd name="T66" fmla="*/ 313 w 329"/>
              <a:gd name="T67" fmla="*/ 7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29" h="229">
                <a:moveTo>
                  <a:pt x="313" y="7"/>
                </a:moveTo>
                <a:cubicBezTo>
                  <a:pt x="308" y="9"/>
                  <a:pt x="304" y="10"/>
                  <a:pt x="300" y="12"/>
                </a:cubicBezTo>
                <a:cubicBezTo>
                  <a:pt x="298" y="13"/>
                  <a:pt x="295" y="14"/>
                  <a:pt x="293" y="14"/>
                </a:cubicBezTo>
                <a:cubicBezTo>
                  <a:pt x="287" y="16"/>
                  <a:pt x="281" y="18"/>
                  <a:pt x="275" y="20"/>
                </a:cubicBezTo>
                <a:cubicBezTo>
                  <a:pt x="274" y="20"/>
                  <a:pt x="273" y="20"/>
                  <a:pt x="272" y="20"/>
                </a:cubicBezTo>
                <a:cubicBezTo>
                  <a:pt x="266" y="22"/>
                  <a:pt x="259" y="23"/>
                  <a:pt x="253" y="25"/>
                </a:cubicBezTo>
                <a:cubicBezTo>
                  <a:pt x="253" y="25"/>
                  <a:pt x="252" y="25"/>
                  <a:pt x="251" y="25"/>
                </a:cubicBezTo>
                <a:cubicBezTo>
                  <a:pt x="244" y="27"/>
                  <a:pt x="237" y="28"/>
                  <a:pt x="230" y="29"/>
                </a:cubicBezTo>
                <a:cubicBezTo>
                  <a:pt x="229" y="30"/>
                  <a:pt x="228" y="30"/>
                  <a:pt x="228" y="30"/>
                </a:cubicBezTo>
                <a:cubicBezTo>
                  <a:pt x="220" y="31"/>
                  <a:pt x="212" y="32"/>
                  <a:pt x="204" y="32"/>
                </a:cubicBezTo>
                <a:cubicBezTo>
                  <a:pt x="201" y="33"/>
                  <a:pt x="198" y="33"/>
                  <a:pt x="195" y="33"/>
                </a:cubicBezTo>
                <a:cubicBezTo>
                  <a:pt x="190" y="33"/>
                  <a:pt x="186" y="33"/>
                  <a:pt x="183" y="34"/>
                </a:cubicBezTo>
                <a:cubicBezTo>
                  <a:pt x="176" y="34"/>
                  <a:pt x="170" y="34"/>
                  <a:pt x="163" y="34"/>
                </a:cubicBezTo>
                <a:cubicBezTo>
                  <a:pt x="159" y="34"/>
                  <a:pt x="153" y="34"/>
                  <a:pt x="148" y="34"/>
                </a:cubicBezTo>
                <a:cubicBezTo>
                  <a:pt x="145" y="33"/>
                  <a:pt x="143" y="33"/>
                  <a:pt x="140" y="33"/>
                </a:cubicBezTo>
                <a:cubicBezTo>
                  <a:pt x="133" y="33"/>
                  <a:pt x="127" y="33"/>
                  <a:pt x="121" y="32"/>
                </a:cubicBezTo>
                <a:lnTo>
                  <a:pt x="120" y="32"/>
                </a:lnTo>
                <a:cubicBezTo>
                  <a:pt x="113" y="32"/>
                  <a:pt x="105" y="30"/>
                  <a:pt x="99" y="30"/>
                </a:cubicBezTo>
                <a:cubicBezTo>
                  <a:pt x="97" y="29"/>
                  <a:pt x="94" y="28"/>
                  <a:pt x="93" y="28"/>
                </a:cubicBezTo>
                <a:cubicBezTo>
                  <a:pt x="88" y="28"/>
                  <a:pt x="83" y="27"/>
                  <a:pt x="79" y="26"/>
                </a:cubicBezTo>
                <a:cubicBezTo>
                  <a:pt x="76" y="25"/>
                  <a:pt x="73" y="25"/>
                  <a:pt x="70" y="24"/>
                </a:cubicBezTo>
                <a:cubicBezTo>
                  <a:pt x="67" y="23"/>
                  <a:pt x="63" y="22"/>
                  <a:pt x="59" y="22"/>
                </a:cubicBezTo>
                <a:cubicBezTo>
                  <a:pt x="56" y="20"/>
                  <a:pt x="52" y="20"/>
                  <a:pt x="48" y="19"/>
                </a:cubicBezTo>
                <a:cubicBezTo>
                  <a:pt x="46" y="18"/>
                  <a:pt x="42" y="17"/>
                  <a:pt x="39" y="16"/>
                </a:cubicBezTo>
                <a:cubicBezTo>
                  <a:pt x="33" y="14"/>
                  <a:pt x="26" y="11"/>
                  <a:pt x="19" y="9"/>
                </a:cubicBezTo>
                <a:cubicBezTo>
                  <a:pt x="19" y="9"/>
                  <a:pt x="18" y="8"/>
                  <a:pt x="17" y="8"/>
                </a:cubicBezTo>
                <a:cubicBezTo>
                  <a:pt x="11" y="6"/>
                  <a:pt x="6" y="3"/>
                  <a:pt x="0" y="0"/>
                </a:cubicBezTo>
                <a:lnTo>
                  <a:pt x="0" y="194"/>
                </a:lnTo>
                <a:cubicBezTo>
                  <a:pt x="6" y="197"/>
                  <a:pt x="11" y="200"/>
                  <a:pt x="17" y="202"/>
                </a:cubicBezTo>
                <a:cubicBezTo>
                  <a:pt x="18" y="202"/>
                  <a:pt x="18" y="203"/>
                  <a:pt x="18" y="203"/>
                </a:cubicBezTo>
                <a:cubicBezTo>
                  <a:pt x="19" y="203"/>
                  <a:pt x="19" y="203"/>
                  <a:pt x="19" y="203"/>
                </a:cubicBezTo>
                <a:cubicBezTo>
                  <a:pt x="26" y="206"/>
                  <a:pt x="33" y="208"/>
                  <a:pt x="39" y="210"/>
                </a:cubicBezTo>
                <a:cubicBezTo>
                  <a:pt x="40" y="211"/>
                  <a:pt x="41" y="211"/>
                  <a:pt x="42" y="211"/>
                </a:cubicBezTo>
                <a:cubicBezTo>
                  <a:pt x="44" y="212"/>
                  <a:pt x="46" y="212"/>
                  <a:pt x="48" y="213"/>
                </a:cubicBezTo>
                <a:cubicBezTo>
                  <a:pt x="52" y="214"/>
                  <a:pt x="56" y="215"/>
                  <a:pt x="59" y="216"/>
                </a:cubicBezTo>
                <a:cubicBezTo>
                  <a:pt x="60" y="216"/>
                  <a:pt x="61" y="216"/>
                  <a:pt x="63" y="217"/>
                </a:cubicBezTo>
                <a:cubicBezTo>
                  <a:pt x="65" y="217"/>
                  <a:pt x="68" y="218"/>
                  <a:pt x="70" y="219"/>
                </a:cubicBezTo>
                <a:cubicBezTo>
                  <a:pt x="73" y="219"/>
                  <a:pt x="76" y="220"/>
                  <a:pt x="79" y="221"/>
                </a:cubicBezTo>
                <a:cubicBezTo>
                  <a:pt x="80" y="221"/>
                  <a:pt x="81" y="221"/>
                  <a:pt x="82" y="221"/>
                </a:cubicBezTo>
                <a:cubicBezTo>
                  <a:pt x="85" y="222"/>
                  <a:pt x="89" y="222"/>
                  <a:pt x="93" y="222"/>
                </a:cubicBezTo>
                <a:cubicBezTo>
                  <a:pt x="94" y="223"/>
                  <a:pt x="97" y="223"/>
                  <a:pt x="99" y="223"/>
                </a:cubicBezTo>
                <a:lnTo>
                  <a:pt x="100" y="224"/>
                </a:lnTo>
                <a:cubicBezTo>
                  <a:pt x="107" y="225"/>
                  <a:pt x="113" y="225"/>
                  <a:pt x="119" y="226"/>
                </a:cubicBezTo>
                <a:cubicBezTo>
                  <a:pt x="120" y="226"/>
                  <a:pt x="120" y="226"/>
                  <a:pt x="120" y="226"/>
                </a:cubicBezTo>
                <a:cubicBezTo>
                  <a:pt x="120" y="226"/>
                  <a:pt x="121" y="226"/>
                  <a:pt x="121" y="227"/>
                </a:cubicBezTo>
                <a:cubicBezTo>
                  <a:pt x="127" y="227"/>
                  <a:pt x="132" y="227"/>
                  <a:pt x="138" y="228"/>
                </a:cubicBezTo>
                <a:cubicBezTo>
                  <a:pt x="138" y="228"/>
                  <a:pt x="139" y="228"/>
                  <a:pt x="140" y="228"/>
                </a:cubicBezTo>
                <a:cubicBezTo>
                  <a:pt x="143" y="228"/>
                  <a:pt x="145" y="228"/>
                  <a:pt x="148" y="228"/>
                </a:cubicBezTo>
                <a:cubicBezTo>
                  <a:pt x="151" y="228"/>
                  <a:pt x="154" y="228"/>
                  <a:pt x="158" y="228"/>
                </a:cubicBezTo>
                <a:cubicBezTo>
                  <a:pt x="160" y="228"/>
                  <a:pt x="162" y="228"/>
                  <a:pt x="163" y="228"/>
                </a:cubicBezTo>
                <a:cubicBezTo>
                  <a:pt x="169" y="228"/>
                  <a:pt x="174" y="228"/>
                  <a:pt x="179" y="228"/>
                </a:cubicBezTo>
                <a:cubicBezTo>
                  <a:pt x="180" y="228"/>
                  <a:pt x="181" y="228"/>
                  <a:pt x="183" y="228"/>
                </a:cubicBezTo>
                <a:cubicBezTo>
                  <a:pt x="186" y="228"/>
                  <a:pt x="190" y="227"/>
                  <a:pt x="195" y="227"/>
                </a:cubicBezTo>
                <a:cubicBezTo>
                  <a:pt x="197" y="227"/>
                  <a:pt x="200" y="227"/>
                  <a:pt x="202" y="227"/>
                </a:cubicBezTo>
                <a:cubicBezTo>
                  <a:pt x="203" y="227"/>
                  <a:pt x="204" y="227"/>
                  <a:pt x="204" y="227"/>
                </a:cubicBezTo>
                <a:cubicBezTo>
                  <a:pt x="212" y="226"/>
                  <a:pt x="220" y="225"/>
                  <a:pt x="228" y="223"/>
                </a:cubicBezTo>
                <a:cubicBezTo>
                  <a:pt x="228" y="223"/>
                  <a:pt x="229" y="223"/>
                  <a:pt x="230" y="223"/>
                </a:cubicBezTo>
                <a:cubicBezTo>
                  <a:pt x="237" y="222"/>
                  <a:pt x="244" y="221"/>
                  <a:pt x="251" y="220"/>
                </a:cubicBezTo>
                <a:cubicBezTo>
                  <a:pt x="252" y="220"/>
                  <a:pt x="253" y="219"/>
                  <a:pt x="253" y="219"/>
                </a:cubicBezTo>
                <a:cubicBezTo>
                  <a:pt x="259" y="218"/>
                  <a:pt x="266" y="217"/>
                  <a:pt x="272" y="215"/>
                </a:cubicBezTo>
                <a:cubicBezTo>
                  <a:pt x="273" y="214"/>
                  <a:pt x="274" y="214"/>
                  <a:pt x="275" y="214"/>
                </a:cubicBezTo>
                <a:cubicBezTo>
                  <a:pt x="281" y="212"/>
                  <a:pt x="287" y="211"/>
                  <a:pt x="293" y="209"/>
                </a:cubicBezTo>
                <a:cubicBezTo>
                  <a:pt x="295" y="208"/>
                  <a:pt x="298" y="207"/>
                  <a:pt x="300" y="206"/>
                </a:cubicBezTo>
                <a:cubicBezTo>
                  <a:pt x="304" y="205"/>
                  <a:pt x="308" y="203"/>
                  <a:pt x="313" y="201"/>
                </a:cubicBezTo>
                <a:lnTo>
                  <a:pt x="315" y="200"/>
                </a:lnTo>
                <a:cubicBezTo>
                  <a:pt x="319" y="198"/>
                  <a:pt x="324" y="197"/>
                  <a:pt x="328" y="194"/>
                </a:cubicBezTo>
                <a:lnTo>
                  <a:pt x="328" y="0"/>
                </a:lnTo>
                <a:cubicBezTo>
                  <a:pt x="323" y="3"/>
                  <a:pt x="318" y="4"/>
                  <a:pt x="313" y="7"/>
                </a:cubicBezTo>
              </a:path>
            </a:pathLst>
          </a:custGeom>
          <a:solidFill>
            <a:schemeClr val="bg1">
              <a:lumMod val="65000"/>
            </a:schemeClr>
          </a:solidFill>
          <a:ln>
            <a:noFill/>
          </a:ln>
          <a:effectLst/>
        </p:spPr>
        <p:txBody>
          <a:bodyPr wrap="none" anchor="ctr"/>
          <a:lstStyle/>
          <a:p>
            <a:endParaRPr lang="en-US" sz="900"/>
          </a:p>
        </p:txBody>
      </p:sp>
      <p:sp>
        <p:nvSpPr>
          <p:cNvPr id="25" name="Freeform 24">
            <a:extLst>
              <a:ext uri="{FF2B5EF4-FFF2-40B4-BE49-F238E27FC236}">
                <a16:creationId xmlns:a16="http://schemas.microsoft.com/office/drawing/2014/main" id="{2D5BBA90-D1A5-9F42-AC88-49D4F3D80F1A}"/>
              </a:ext>
            </a:extLst>
          </p:cNvPr>
          <p:cNvSpPr>
            <a:spLocks noChangeArrowheads="1"/>
          </p:cNvSpPr>
          <p:nvPr/>
        </p:nvSpPr>
        <p:spPr bwMode="auto">
          <a:xfrm>
            <a:off x="3524163" y="4417456"/>
            <a:ext cx="598187" cy="141677"/>
          </a:xfrm>
          <a:custGeom>
            <a:avLst/>
            <a:gdLst>
              <a:gd name="T0" fmla="*/ 839 w 840"/>
              <a:gd name="T1" fmla="*/ 99 h 199"/>
              <a:gd name="T2" fmla="*/ 419 w 840"/>
              <a:gd name="T3" fmla="*/ 198 h 199"/>
              <a:gd name="T4" fmla="*/ 0 w 840"/>
              <a:gd name="T5" fmla="*/ 99 h 199"/>
              <a:gd name="T6" fmla="*/ 419 w 840"/>
              <a:gd name="T7" fmla="*/ 0 h 199"/>
              <a:gd name="T8" fmla="*/ 839 w 840"/>
              <a:gd name="T9" fmla="*/ 99 h 199"/>
            </a:gdLst>
            <a:ahLst/>
            <a:cxnLst>
              <a:cxn ang="0">
                <a:pos x="T0" y="T1"/>
              </a:cxn>
              <a:cxn ang="0">
                <a:pos x="T2" y="T3"/>
              </a:cxn>
              <a:cxn ang="0">
                <a:pos x="T4" y="T5"/>
              </a:cxn>
              <a:cxn ang="0">
                <a:pos x="T6" y="T7"/>
              </a:cxn>
              <a:cxn ang="0">
                <a:pos x="T8" y="T9"/>
              </a:cxn>
            </a:cxnLst>
            <a:rect l="0" t="0" r="r" b="b"/>
            <a:pathLst>
              <a:path w="840" h="199">
                <a:moveTo>
                  <a:pt x="839" y="99"/>
                </a:moveTo>
                <a:cubicBezTo>
                  <a:pt x="839" y="154"/>
                  <a:pt x="651" y="198"/>
                  <a:pt x="419" y="198"/>
                </a:cubicBezTo>
                <a:cubicBezTo>
                  <a:pt x="188" y="198"/>
                  <a:pt x="0" y="154"/>
                  <a:pt x="0" y="99"/>
                </a:cubicBezTo>
                <a:cubicBezTo>
                  <a:pt x="0" y="44"/>
                  <a:pt x="188" y="0"/>
                  <a:pt x="419" y="0"/>
                </a:cubicBezTo>
                <a:cubicBezTo>
                  <a:pt x="651" y="0"/>
                  <a:pt x="839" y="44"/>
                  <a:pt x="839" y="99"/>
                </a:cubicBezTo>
              </a:path>
            </a:pathLst>
          </a:custGeom>
          <a:solidFill>
            <a:schemeClr val="bg1">
              <a:lumMod val="75000"/>
            </a:schemeClr>
          </a:solidFill>
          <a:ln>
            <a:noFill/>
          </a:ln>
          <a:effectLst/>
        </p:spPr>
        <p:txBody>
          <a:bodyPr wrap="none" anchor="ctr"/>
          <a:lstStyle/>
          <a:p>
            <a:endParaRPr lang="en-US" sz="900"/>
          </a:p>
        </p:txBody>
      </p:sp>
      <p:sp>
        <p:nvSpPr>
          <p:cNvPr id="26" name="Freeform 25">
            <a:extLst>
              <a:ext uri="{FF2B5EF4-FFF2-40B4-BE49-F238E27FC236}">
                <a16:creationId xmlns:a16="http://schemas.microsoft.com/office/drawing/2014/main" id="{A2847BDE-3FDD-B04C-843E-1FBD0EAC7BF0}"/>
              </a:ext>
            </a:extLst>
          </p:cNvPr>
          <p:cNvSpPr>
            <a:spLocks noChangeArrowheads="1"/>
          </p:cNvSpPr>
          <p:nvPr/>
        </p:nvSpPr>
        <p:spPr bwMode="auto">
          <a:xfrm>
            <a:off x="3190438" y="3022738"/>
            <a:ext cx="1271934" cy="1467132"/>
          </a:xfrm>
          <a:custGeom>
            <a:avLst/>
            <a:gdLst>
              <a:gd name="T0" fmla="*/ 1779 w 1780"/>
              <a:gd name="T1" fmla="*/ 889 h 2054"/>
              <a:gd name="T2" fmla="*/ 889 w 1780"/>
              <a:gd name="T3" fmla="*/ 0 h 2054"/>
              <a:gd name="T4" fmla="*/ 0 w 1780"/>
              <a:gd name="T5" fmla="*/ 889 h 2054"/>
              <a:gd name="T6" fmla="*/ 722 w 1780"/>
              <a:gd name="T7" fmla="*/ 1763 h 2054"/>
              <a:gd name="T8" fmla="*/ 889 w 1780"/>
              <a:gd name="T9" fmla="*/ 2053 h 2054"/>
              <a:gd name="T10" fmla="*/ 1057 w 1780"/>
              <a:gd name="T11" fmla="*/ 1763 h 2054"/>
              <a:gd name="T12" fmla="*/ 1779 w 1780"/>
              <a:gd name="T13" fmla="*/ 889 h 2054"/>
            </a:gdLst>
            <a:ahLst/>
            <a:cxnLst>
              <a:cxn ang="0">
                <a:pos x="T0" y="T1"/>
              </a:cxn>
              <a:cxn ang="0">
                <a:pos x="T2" y="T3"/>
              </a:cxn>
              <a:cxn ang="0">
                <a:pos x="T4" y="T5"/>
              </a:cxn>
              <a:cxn ang="0">
                <a:pos x="T6" y="T7"/>
              </a:cxn>
              <a:cxn ang="0">
                <a:pos x="T8" y="T9"/>
              </a:cxn>
              <a:cxn ang="0">
                <a:pos x="T10" y="T11"/>
              </a:cxn>
              <a:cxn ang="0">
                <a:pos x="T12" y="T13"/>
              </a:cxn>
            </a:cxnLst>
            <a:rect l="0" t="0" r="r" b="b"/>
            <a:pathLst>
              <a:path w="1780" h="2054">
                <a:moveTo>
                  <a:pt x="1779" y="889"/>
                </a:moveTo>
                <a:cubicBezTo>
                  <a:pt x="1779" y="398"/>
                  <a:pt x="1381" y="0"/>
                  <a:pt x="889" y="0"/>
                </a:cubicBezTo>
                <a:cubicBezTo>
                  <a:pt x="399" y="0"/>
                  <a:pt x="0" y="398"/>
                  <a:pt x="0" y="889"/>
                </a:cubicBezTo>
                <a:cubicBezTo>
                  <a:pt x="0" y="1323"/>
                  <a:pt x="311" y="1685"/>
                  <a:pt x="722" y="1763"/>
                </a:cubicBezTo>
                <a:lnTo>
                  <a:pt x="889" y="2053"/>
                </a:lnTo>
                <a:lnTo>
                  <a:pt x="1057" y="1763"/>
                </a:lnTo>
                <a:cubicBezTo>
                  <a:pt x="1468" y="1685"/>
                  <a:pt x="1779" y="1323"/>
                  <a:pt x="1779" y="889"/>
                </a:cubicBezTo>
              </a:path>
            </a:pathLst>
          </a:custGeom>
          <a:solidFill>
            <a:schemeClr val="accent2"/>
          </a:solidFill>
          <a:ln>
            <a:noFill/>
          </a:ln>
          <a:effectLst/>
        </p:spPr>
        <p:txBody>
          <a:bodyPr wrap="none" anchor="ctr"/>
          <a:lstStyle/>
          <a:p>
            <a:endParaRPr lang="en-US" sz="900"/>
          </a:p>
        </p:txBody>
      </p:sp>
      <p:sp>
        <p:nvSpPr>
          <p:cNvPr id="61" name="TextBox 60">
            <a:extLst>
              <a:ext uri="{FF2B5EF4-FFF2-40B4-BE49-F238E27FC236}">
                <a16:creationId xmlns:a16="http://schemas.microsoft.com/office/drawing/2014/main" id="{442A8F84-0017-D24F-994B-8CC257119BBF}"/>
              </a:ext>
            </a:extLst>
          </p:cNvPr>
          <p:cNvSpPr txBox="1"/>
          <p:nvPr/>
        </p:nvSpPr>
        <p:spPr>
          <a:xfrm>
            <a:off x="3567792" y="3295598"/>
            <a:ext cx="514885" cy="784830"/>
          </a:xfrm>
          <a:prstGeom prst="rect">
            <a:avLst/>
          </a:prstGeom>
          <a:noFill/>
        </p:spPr>
        <p:txBody>
          <a:bodyPr wrap="none" rtlCol="0" anchor="ctr">
            <a:spAutoFit/>
          </a:bodyPr>
          <a:lstStyle/>
          <a:p>
            <a:pPr algn="ctr"/>
            <a:r>
              <a:rPr lang="fr-FR" sz="4500" b="1" dirty="0">
                <a:solidFill>
                  <a:schemeClr val="bg1"/>
                </a:solidFill>
                <a:latin typeface="Poppins" pitchFamily="2" charset="77"/>
                <a:cs typeface="Poppins" pitchFamily="2" charset="77"/>
              </a:rPr>
              <a:t>2</a:t>
            </a:r>
          </a:p>
        </p:txBody>
      </p:sp>
      <p:sp>
        <p:nvSpPr>
          <p:cNvPr id="67" name="Subtitle 2">
            <a:extLst>
              <a:ext uri="{FF2B5EF4-FFF2-40B4-BE49-F238E27FC236}">
                <a16:creationId xmlns:a16="http://schemas.microsoft.com/office/drawing/2014/main" id="{EA75FF84-D7A3-5140-8E52-07E8B01EDC14}"/>
              </a:ext>
            </a:extLst>
          </p:cNvPr>
          <p:cNvSpPr txBox="1">
            <a:spLocks/>
          </p:cNvSpPr>
          <p:nvPr/>
        </p:nvSpPr>
        <p:spPr>
          <a:xfrm>
            <a:off x="2754128" y="5995507"/>
            <a:ext cx="2150854" cy="713722"/>
          </a:xfrm>
          <a:prstGeom prst="rect">
            <a:avLst/>
          </a:prstGeom>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750"/>
              </a:lnSpc>
            </a:pPr>
            <a:r>
              <a:rPr lang="fr-FR" sz="1200" b="1" dirty="0">
                <a:solidFill>
                  <a:schemeClr val="accent1">
                    <a:lumMod val="50000"/>
                  </a:schemeClr>
                </a:solidFill>
                <a:latin typeface="Lato Light" panose="020F0502020204030203" pitchFamily="34" charset="0"/>
                <a:ea typeface="Lato Light" panose="020F0502020204030203" pitchFamily="34" charset="0"/>
                <a:cs typeface="Mukta ExtraLight" panose="020B0000000000000000" pitchFamily="34" charset="77"/>
              </a:rPr>
              <a:t>Reprise partielle de la charge des REX en centralisant et en industrialisant </a:t>
            </a:r>
          </a:p>
        </p:txBody>
      </p:sp>
      <p:sp>
        <p:nvSpPr>
          <p:cNvPr id="68" name="TextBox 67">
            <a:extLst>
              <a:ext uri="{FF2B5EF4-FFF2-40B4-BE49-F238E27FC236}">
                <a16:creationId xmlns:a16="http://schemas.microsoft.com/office/drawing/2014/main" id="{8445BE4B-F1DC-784A-945D-B22ACAC1C81C}"/>
              </a:ext>
            </a:extLst>
          </p:cNvPr>
          <p:cNvSpPr txBox="1"/>
          <p:nvPr/>
        </p:nvSpPr>
        <p:spPr>
          <a:xfrm>
            <a:off x="3487955" y="5658375"/>
            <a:ext cx="683200" cy="338554"/>
          </a:xfrm>
          <a:prstGeom prst="rect">
            <a:avLst/>
          </a:prstGeom>
          <a:noFill/>
        </p:spPr>
        <p:txBody>
          <a:bodyPr wrap="none" rtlCol="0" anchor="b" anchorCtr="0">
            <a:spAutoFit/>
          </a:bodyPr>
          <a:lstStyle/>
          <a:p>
            <a:pPr algn="ctr"/>
            <a:r>
              <a:rPr lang="fr-FR" sz="1600" b="1" dirty="0">
                <a:solidFill>
                  <a:schemeClr val="tx2"/>
                </a:solidFill>
                <a:latin typeface="Poppins" pitchFamily="2" charset="77"/>
                <a:ea typeface="League Spartan" charset="0"/>
                <a:cs typeface="Poppins" pitchFamily="2" charset="77"/>
              </a:rPr>
              <a:t>VISO</a:t>
            </a:r>
          </a:p>
        </p:txBody>
      </p:sp>
      <p:sp>
        <p:nvSpPr>
          <p:cNvPr id="28" name="Freeform 27">
            <a:extLst>
              <a:ext uri="{FF2B5EF4-FFF2-40B4-BE49-F238E27FC236}">
                <a16:creationId xmlns:a16="http://schemas.microsoft.com/office/drawing/2014/main" id="{C98FCF60-2B11-1541-A568-3FFE6F4FB5E9}"/>
              </a:ext>
            </a:extLst>
          </p:cNvPr>
          <p:cNvSpPr>
            <a:spLocks noChangeArrowheads="1"/>
          </p:cNvSpPr>
          <p:nvPr/>
        </p:nvSpPr>
        <p:spPr bwMode="auto">
          <a:xfrm>
            <a:off x="7436377" y="3463507"/>
            <a:ext cx="50374" cy="198345"/>
          </a:xfrm>
          <a:custGeom>
            <a:avLst/>
            <a:gdLst>
              <a:gd name="T0" fmla="*/ 68 w 70"/>
              <a:gd name="T1" fmla="*/ 10 h 278"/>
              <a:gd name="T2" fmla="*/ 68 w 70"/>
              <a:gd name="T3" fmla="*/ 12 h 278"/>
              <a:gd name="T4" fmla="*/ 64 w 70"/>
              <a:gd name="T5" fmla="*/ 22 h 278"/>
              <a:gd name="T6" fmla="*/ 63 w 70"/>
              <a:gd name="T7" fmla="*/ 25 h 278"/>
              <a:gd name="T8" fmla="*/ 60 w 70"/>
              <a:gd name="T9" fmla="*/ 32 h 278"/>
              <a:gd name="T10" fmla="*/ 57 w 70"/>
              <a:gd name="T11" fmla="*/ 36 h 278"/>
              <a:gd name="T12" fmla="*/ 53 w 70"/>
              <a:gd name="T13" fmla="*/ 42 h 278"/>
              <a:gd name="T14" fmla="*/ 49 w 70"/>
              <a:gd name="T15" fmla="*/ 47 h 278"/>
              <a:gd name="T16" fmla="*/ 44 w 70"/>
              <a:gd name="T17" fmla="*/ 52 h 278"/>
              <a:gd name="T18" fmla="*/ 39 w 70"/>
              <a:gd name="T19" fmla="*/ 57 h 278"/>
              <a:gd name="T20" fmla="*/ 32 w 70"/>
              <a:gd name="T21" fmla="*/ 63 h 278"/>
              <a:gd name="T22" fmla="*/ 30 w 70"/>
              <a:gd name="T23" fmla="*/ 65 h 278"/>
              <a:gd name="T24" fmla="*/ 17 w 70"/>
              <a:gd name="T25" fmla="*/ 73 h 278"/>
              <a:gd name="T26" fmla="*/ 15 w 70"/>
              <a:gd name="T27" fmla="*/ 75 h 278"/>
              <a:gd name="T28" fmla="*/ 0 w 70"/>
              <a:gd name="T29" fmla="*/ 82 h 278"/>
              <a:gd name="T30" fmla="*/ 0 w 70"/>
              <a:gd name="T31" fmla="*/ 277 h 278"/>
              <a:gd name="T32" fmla="*/ 15 w 70"/>
              <a:gd name="T33" fmla="*/ 268 h 278"/>
              <a:gd name="T34" fmla="*/ 17 w 70"/>
              <a:gd name="T35" fmla="*/ 267 h 278"/>
              <a:gd name="T36" fmla="*/ 20 w 70"/>
              <a:gd name="T37" fmla="*/ 266 h 278"/>
              <a:gd name="T38" fmla="*/ 30 w 70"/>
              <a:gd name="T39" fmla="*/ 259 h 278"/>
              <a:gd name="T40" fmla="*/ 32 w 70"/>
              <a:gd name="T41" fmla="*/ 258 h 278"/>
              <a:gd name="T42" fmla="*/ 36 w 70"/>
              <a:gd name="T43" fmla="*/ 254 h 278"/>
              <a:gd name="T44" fmla="*/ 39 w 70"/>
              <a:gd name="T45" fmla="*/ 251 h 278"/>
              <a:gd name="T46" fmla="*/ 44 w 70"/>
              <a:gd name="T47" fmla="*/ 246 h 278"/>
              <a:gd name="T48" fmla="*/ 47 w 70"/>
              <a:gd name="T49" fmla="*/ 243 h 278"/>
              <a:gd name="T50" fmla="*/ 49 w 70"/>
              <a:gd name="T51" fmla="*/ 240 h 278"/>
              <a:gd name="T52" fmla="*/ 53 w 70"/>
              <a:gd name="T53" fmla="*/ 236 h 278"/>
              <a:gd name="T54" fmla="*/ 55 w 70"/>
              <a:gd name="T55" fmla="*/ 234 h 278"/>
              <a:gd name="T56" fmla="*/ 57 w 70"/>
              <a:gd name="T57" fmla="*/ 230 h 278"/>
              <a:gd name="T58" fmla="*/ 60 w 70"/>
              <a:gd name="T59" fmla="*/ 226 h 278"/>
              <a:gd name="T60" fmla="*/ 61 w 70"/>
              <a:gd name="T61" fmla="*/ 225 h 278"/>
              <a:gd name="T62" fmla="*/ 63 w 70"/>
              <a:gd name="T63" fmla="*/ 219 h 278"/>
              <a:gd name="T64" fmla="*/ 64 w 70"/>
              <a:gd name="T65" fmla="*/ 216 h 278"/>
              <a:gd name="T66" fmla="*/ 64 w 70"/>
              <a:gd name="T67" fmla="*/ 215 h 278"/>
              <a:gd name="T68" fmla="*/ 68 w 70"/>
              <a:gd name="T69" fmla="*/ 206 h 278"/>
              <a:gd name="T70" fmla="*/ 68 w 70"/>
              <a:gd name="T71" fmla="*/ 204 h 278"/>
              <a:gd name="T72" fmla="*/ 69 w 70"/>
              <a:gd name="T73" fmla="*/ 196 h 278"/>
              <a:gd name="T74" fmla="*/ 69 w 70"/>
              <a:gd name="T75" fmla="*/ 195 h 278"/>
              <a:gd name="T76" fmla="*/ 69 w 70"/>
              <a:gd name="T77" fmla="*/ 0 h 278"/>
              <a:gd name="T78" fmla="*/ 68 w 70"/>
              <a:gd name="T79" fmla="*/ 10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70" h="278">
                <a:moveTo>
                  <a:pt x="68" y="10"/>
                </a:moveTo>
                <a:cubicBezTo>
                  <a:pt x="68" y="10"/>
                  <a:pt x="68" y="11"/>
                  <a:pt x="68" y="12"/>
                </a:cubicBezTo>
                <a:cubicBezTo>
                  <a:pt x="67" y="15"/>
                  <a:pt x="66" y="19"/>
                  <a:pt x="64" y="22"/>
                </a:cubicBezTo>
                <a:cubicBezTo>
                  <a:pt x="64" y="23"/>
                  <a:pt x="63" y="24"/>
                  <a:pt x="63" y="25"/>
                </a:cubicBezTo>
                <a:cubicBezTo>
                  <a:pt x="62" y="28"/>
                  <a:pt x="61" y="30"/>
                  <a:pt x="60" y="32"/>
                </a:cubicBezTo>
                <a:cubicBezTo>
                  <a:pt x="59" y="33"/>
                  <a:pt x="58" y="34"/>
                  <a:pt x="57" y="36"/>
                </a:cubicBezTo>
                <a:cubicBezTo>
                  <a:pt x="56" y="38"/>
                  <a:pt x="54" y="40"/>
                  <a:pt x="53" y="42"/>
                </a:cubicBezTo>
                <a:cubicBezTo>
                  <a:pt x="52" y="43"/>
                  <a:pt x="51" y="45"/>
                  <a:pt x="49" y="47"/>
                </a:cubicBezTo>
                <a:cubicBezTo>
                  <a:pt x="47" y="48"/>
                  <a:pt x="46" y="50"/>
                  <a:pt x="44" y="52"/>
                </a:cubicBezTo>
                <a:cubicBezTo>
                  <a:pt x="42" y="53"/>
                  <a:pt x="41" y="55"/>
                  <a:pt x="39" y="57"/>
                </a:cubicBezTo>
                <a:cubicBezTo>
                  <a:pt x="36" y="59"/>
                  <a:pt x="34" y="61"/>
                  <a:pt x="32" y="63"/>
                </a:cubicBezTo>
                <a:cubicBezTo>
                  <a:pt x="31" y="64"/>
                  <a:pt x="30" y="64"/>
                  <a:pt x="30" y="65"/>
                </a:cubicBezTo>
                <a:cubicBezTo>
                  <a:pt x="26" y="67"/>
                  <a:pt x="22" y="70"/>
                  <a:pt x="17" y="73"/>
                </a:cubicBezTo>
                <a:cubicBezTo>
                  <a:pt x="17" y="73"/>
                  <a:pt x="16" y="74"/>
                  <a:pt x="15" y="75"/>
                </a:cubicBezTo>
                <a:cubicBezTo>
                  <a:pt x="10" y="77"/>
                  <a:pt x="6" y="80"/>
                  <a:pt x="0" y="82"/>
                </a:cubicBezTo>
                <a:lnTo>
                  <a:pt x="0" y="277"/>
                </a:lnTo>
                <a:cubicBezTo>
                  <a:pt x="6" y="274"/>
                  <a:pt x="10" y="272"/>
                  <a:pt x="15" y="268"/>
                </a:cubicBezTo>
                <a:cubicBezTo>
                  <a:pt x="16" y="268"/>
                  <a:pt x="17" y="267"/>
                  <a:pt x="17" y="267"/>
                </a:cubicBezTo>
                <a:cubicBezTo>
                  <a:pt x="19" y="267"/>
                  <a:pt x="19" y="266"/>
                  <a:pt x="20" y="266"/>
                </a:cubicBezTo>
                <a:cubicBezTo>
                  <a:pt x="23" y="263"/>
                  <a:pt x="27" y="261"/>
                  <a:pt x="30" y="259"/>
                </a:cubicBezTo>
                <a:cubicBezTo>
                  <a:pt x="30" y="258"/>
                  <a:pt x="31" y="258"/>
                  <a:pt x="32" y="258"/>
                </a:cubicBezTo>
                <a:cubicBezTo>
                  <a:pt x="33" y="256"/>
                  <a:pt x="35" y="255"/>
                  <a:pt x="36" y="254"/>
                </a:cubicBezTo>
                <a:cubicBezTo>
                  <a:pt x="37" y="253"/>
                  <a:pt x="38" y="252"/>
                  <a:pt x="39" y="251"/>
                </a:cubicBezTo>
                <a:cubicBezTo>
                  <a:pt x="41" y="250"/>
                  <a:pt x="42" y="248"/>
                  <a:pt x="44" y="246"/>
                </a:cubicBezTo>
                <a:cubicBezTo>
                  <a:pt x="45" y="245"/>
                  <a:pt x="46" y="245"/>
                  <a:pt x="47" y="243"/>
                </a:cubicBezTo>
                <a:cubicBezTo>
                  <a:pt x="47" y="243"/>
                  <a:pt x="49" y="242"/>
                  <a:pt x="49" y="240"/>
                </a:cubicBezTo>
                <a:cubicBezTo>
                  <a:pt x="51" y="239"/>
                  <a:pt x="52" y="238"/>
                  <a:pt x="53" y="236"/>
                </a:cubicBezTo>
                <a:cubicBezTo>
                  <a:pt x="53" y="236"/>
                  <a:pt x="54" y="235"/>
                  <a:pt x="55" y="234"/>
                </a:cubicBezTo>
                <a:cubicBezTo>
                  <a:pt x="55" y="232"/>
                  <a:pt x="57" y="231"/>
                  <a:pt x="57" y="230"/>
                </a:cubicBezTo>
                <a:cubicBezTo>
                  <a:pt x="58" y="229"/>
                  <a:pt x="59" y="227"/>
                  <a:pt x="60" y="226"/>
                </a:cubicBezTo>
                <a:cubicBezTo>
                  <a:pt x="60" y="226"/>
                  <a:pt x="60" y="225"/>
                  <a:pt x="61" y="225"/>
                </a:cubicBezTo>
                <a:cubicBezTo>
                  <a:pt x="62" y="223"/>
                  <a:pt x="62" y="221"/>
                  <a:pt x="63" y="219"/>
                </a:cubicBezTo>
                <a:cubicBezTo>
                  <a:pt x="63" y="219"/>
                  <a:pt x="64" y="217"/>
                  <a:pt x="64" y="216"/>
                </a:cubicBezTo>
                <a:lnTo>
                  <a:pt x="64" y="215"/>
                </a:lnTo>
                <a:cubicBezTo>
                  <a:pt x="66" y="212"/>
                  <a:pt x="67" y="209"/>
                  <a:pt x="68" y="206"/>
                </a:cubicBezTo>
                <a:cubicBezTo>
                  <a:pt x="68" y="206"/>
                  <a:pt x="68" y="205"/>
                  <a:pt x="68" y="204"/>
                </a:cubicBezTo>
                <a:cubicBezTo>
                  <a:pt x="68" y="202"/>
                  <a:pt x="68" y="199"/>
                  <a:pt x="69" y="196"/>
                </a:cubicBezTo>
                <a:cubicBezTo>
                  <a:pt x="69" y="195"/>
                  <a:pt x="69" y="195"/>
                  <a:pt x="69" y="195"/>
                </a:cubicBezTo>
                <a:lnTo>
                  <a:pt x="69" y="0"/>
                </a:lnTo>
                <a:cubicBezTo>
                  <a:pt x="69" y="4"/>
                  <a:pt x="68" y="7"/>
                  <a:pt x="68" y="10"/>
                </a:cubicBezTo>
              </a:path>
            </a:pathLst>
          </a:custGeom>
          <a:solidFill>
            <a:schemeClr val="bg1">
              <a:lumMod val="65000"/>
            </a:schemeClr>
          </a:solidFill>
          <a:ln>
            <a:noFill/>
          </a:ln>
          <a:effectLst/>
        </p:spPr>
        <p:txBody>
          <a:bodyPr wrap="none" anchor="ctr"/>
          <a:lstStyle/>
          <a:p>
            <a:endParaRPr lang="en-US" sz="900"/>
          </a:p>
        </p:txBody>
      </p:sp>
      <p:sp>
        <p:nvSpPr>
          <p:cNvPr id="30" name="Freeform 29">
            <a:extLst>
              <a:ext uri="{FF2B5EF4-FFF2-40B4-BE49-F238E27FC236}">
                <a16:creationId xmlns:a16="http://schemas.microsoft.com/office/drawing/2014/main" id="{61D37DAA-8DE6-E949-A45D-3F992C21C244}"/>
              </a:ext>
            </a:extLst>
          </p:cNvPr>
          <p:cNvSpPr>
            <a:spLocks noChangeArrowheads="1"/>
          </p:cNvSpPr>
          <p:nvPr/>
        </p:nvSpPr>
        <p:spPr bwMode="auto">
          <a:xfrm>
            <a:off x="5213641" y="3463507"/>
            <a:ext cx="50374" cy="198345"/>
          </a:xfrm>
          <a:custGeom>
            <a:avLst/>
            <a:gdLst>
              <a:gd name="T0" fmla="*/ 0 w 70"/>
              <a:gd name="T1" fmla="*/ 195 h 278"/>
              <a:gd name="T2" fmla="*/ 0 w 70"/>
              <a:gd name="T3" fmla="*/ 0 h 278"/>
              <a:gd name="T4" fmla="*/ 69 w 70"/>
              <a:gd name="T5" fmla="*/ 82 h 278"/>
              <a:gd name="T6" fmla="*/ 69 w 70"/>
              <a:gd name="T7" fmla="*/ 277 h 278"/>
              <a:gd name="T8" fmla="*/ 0 w 70"/>
              <a:gd name="T9" fmla="*/ 195 h 278"/>
            </a:gdLst>
            <a:ahLst/>
            <a:cxnLst>
              <a:cxn ang="0">
                <a:pos x="T0" y="T1"/>
              </a:cxn>
              <a:cxn ang="0">
                <a:pos x="T2" y="T3"/>
              </a:cxn>
              <a:cxn ang="0">
                <a:pos x="T4" y="T5"/>
              </a:cxn>
              <a:cxn ang="0">
                <a:pos x="T6" y="T7"/>
              </a:cxn>
              <a:cxn ang="0">
                <a:pos x="T8" y="T9"/>
              </a:cxn>
            </a:cxnLst>
            <a:rect l="0" t="0" r="r" b="b"/>
            <a:pathLst>
              <a:path w="70" h="278">
                <a:moveTo>
                  <a:pt x="0" y="195"/>
                </a:moveTo>
                <a:lnTo>
                  <a:pt x="0" y="0"/>
                </a:lnTo>
                <a:cubicBezTo>
                  <a:pt x="0" y="30"/>
                  <a:pt x="23" y="59"/>
                  <a:pt x="69" y="82"/>
                </a:cubicBezTo>
                <a:lnTo>
                  <a:pt x="69" y="277"/>
                </a:lnTo>
                <a:cubicBezTo>
                  <a:pt x="23" y="254"/>
                  <a:pt x="0" y="224"/>
                  <a:pt x="0" y="195"/>
                </a:cubicBezTo>
              </a:path>
            </a:pathLst>
          </a:custGeom>
          <a:solidFill>
            <a:schemeClr val="bg1">
              <a:lumMod val="65000"/>
            </a:schemeClr>
          </a:solidFill>
          <a:ln>
            <a:noFill/>
          </a:ln>
          <a:effectLst/>
        </p:spPr>
        <p:txBody>
          <a:bodyPr wrap="none" anchor="ctr"/>
          <a:lstStyle/>
          <a:p>
            <a:endParaRPr lang="en-US" sz="900"/>
          </a:p>
        </p:txBody>
      </p:sp>
      <p:sp>
        <p:nvSpPr>
          <p:cNvPr id="31" name="Freeform 30">
            <a:extLst>
              <a:ext uri="{FF2B5EF4-FFF2-40B4-BE49-F238E27FC236}">
                <a16:creationId xmlns:a16="http://schemas.microsoft.com/office/drawing/2014/main" id="{C9BAB828-188A-7549-ABF8-2E6C5803EF0D}"/>
              </a:ext>
            </a:extLst>
          </p:cNvPr>
          <p:cNvSpPr>
            <a:spLocks noChangeArrowheads="1"/>
          </p:cNvSpPr>
          <p:nvPr/>
        </p:nvSpPr>
        <p:spPr bwMode="auto">
          <a:xfrm>
            <a:off x="6466685" y="3520178"/>
            <a:ext cx="969692" cy="623374"/>
          </a:xfrm>
          <a:custGeom>
            <a:avLst/>
            <a:gdLst>
              <a:gd name="T0" fmla="*/ 1358 w 1359"/>
              <a:gd name="T1" fmla="*/ 0 h 875"/>
              <a:gd name="T2" fmla="*/ 1358 w 1359"/>
              <a:gd name="T3" fmla="*/ 195 h 875"/>
              <a:gd name="T4" fmla="*/ 0 w 1359"/>
              <a:gd name="T5" fmla="*/ 874 h 875"/>
              <a:gd name="T6" fmla="*/ 0 w 1359"/>
              <a:gd name="T7" fmla="*/ 679 h 875"/>
              <a:gd name="T8" fmla="*/ 1358 w 1359"/>
              <a:gd name="T9" fmla="*/ 0 h 875"/>
            </a:gdLst>
            <a:ahLst/>
            <a:cxnLst>
              <a:cxn ang="0">
                <a:pos x="T0" y="T1"/>
              </a:cxn>
              <a:cxn ang="0">
                <a:pos x="T2" y="T3"/>
              </a:cxn>
              <a:cxn ang="0">
                <a:pos x="T4" y="T5"/>
              </a:cxn>
              <a:cxn ang="0">
                <a:pos x="T6" y="T7"/>
              </a:cxn>
              <a:cxn ang="0">
                <a:pos x="T8" y="T9"/>
              </a:cxn>
            </a:cxnLst>
            <a:rect l="0" t="0" r="r" b="b"/>
            <a:pathLst>
              <a:path w="1359" h="875">
                <a:moveTo>
                  <a:pt x="1358" y="0"/>
                </a:moveTo>
                <a:lnTo>
                  <a:pt x="1358" y="195"/>
                </a:lnTo>
                <a:lnTo>
                  <a:pt x="0" y="874"/>
                </a:lnTo>
                <a:lnTo>
                  <a:pt x="0" y="679"/>
                </a:lnTo>
                <a:lnTo>
                  <a:pt x="1358" y="0"/>
                </a:lnTo>
              </a:path>
            </a:pathLst>
          </a:custGeom>
          <a:solidFill>
            <a:schemeClr val="bg1">
              <a:lumMod val="75000"/>
            </a:schemeClr>
          </a:solidFill>
          <a:ln>
            <a:noFill/>
          </a:ln>
          <a:effectLst/>
        </p:spPr>
        <p:txBody>
          <a:bodyPr wrap="none" anchor="ctr"/>
          <a:lstStyle/>
          <a:p>
            <a:endParaRPr lang="en-US" sz="900"/>
          </a:p>
        </p:txBody>
      </p:sp>
      <p:sp>
        <p:nvSpPr>
          <p:cNvPr id="32" name="Freeform 31">
            <a:extLst>
              <a:ext uri="{FF2B5EF4-FFF2-40B4-BE49-F238E27FC236}">
                <a16:creationId xmlns:a16="http://schemas.microsoft.com/office/drawing/2014/main" id="{DC9FD03C-3223-B148-A18B-74A0D0B6B381}"/>
              </a:ext>
            </a:extLst>
          </p:cNvPr>
          <p:cNvSpPr>
            <a:spLocks noChangeArrowheads="1"/>
          </p:cNvSpPr>
          <p:nvPr/>
        </p:nvSpPr>
        <p:spPr bwMode="auto">
          <a:xfrm>
            <a:off x="5264014" y="3520178"/>
            <a:ext cx="969692" cy="623374"/>
          </a:xfrm>
          <a:custGeom>
            <a:avLst/>
            <a:gdLst>
              <a:gd name="T0" fmla="*/ 1358 w 1359"/>
              <a:gd name="T1" fmla="*/ 679 h 875"/>
              <a:gd name="T2" fmla="*/ 1358 w 1359"/>
              <a:gd name="T3" fmla="*/ 874 h 875"/>
              <a:gd name="T4" fmla="*/ 0 w 1359"/>
              <a:gd name="T5" fmla="*/ 195 h 875"/>
              <a:gd name="T6" fmla="*/ 0 w 1359"/>
              <a:gd name="T7" fmla="*/ 0 h 875"/>
              <a:gd name="T8" fmla="*/ 1358 w 1359"/>
              <a:gd name="T9" fmla="*/ 679 h 875"/>
            </a:gdLst>
            <a:ahLst/>
            <a:cxnLst>
              <a:cxn ang="0">
                <a:pos x="T0" y="T1"/>
              </a:cxn>
              <a:cxn ang="0">
                <a:pos x="T2" y="T3"/>
              </a:cxn>
              <a:cxn ang="0">
                <a:pos x="T4" y="T5"/>
              </a:cxn>
              <a:cxn ang="0">
                <a:pos x="T6" y="T7"/>
              </a:cxn>
              <a:cxn ang="0">
                <a:pos x="T8" y="T9"/>
              </a:cxn>
            </a:cxnLst>
            <a:rect l="0" t="0" r="r" b="b"/>
            <a:pathLst>
              <a:path w="1359" h="875">
                <a:moveTo>
                  <a:pt x="1358" y="679"/>
                </a:moveTo>
                <a:lnTo>
                  <a:pt x="1358" y="874"/>
                </a:lnTo>
                <a:lnTo>
                  <a:pt x="0" y="195"/>
                </a:lnTo>
                <a:lnTo>
                  <a:pt x="0" y="0"/>
                </a:lnTo>
                <a:lnTo>
                  <a:pt x="1358" y="679"/>
                </a:lnTo>
              </a:path>
            </a:pathLst>
          </a:custGeom>
          <a:solidFill>
            <a:schemeClr val="bg1">
              <a:lumMod val="75000"/>
            </a:schemeClr>
          </a:solidFill>
          <a:ln>
            <a:noFill/>
          </a:ln>
          <a:effectLst/>
        </p:spPr>
        <p:txBody>
          <a:bodyPr wrap="none" anchor="ctr"/>
          <a:lstStyle/>
          <a:p>
            <a:endParaRPr lang="en-US" sz="900"/>
          </a:p>
        </p:txBody>
      </p:sp>
      <p:sp>
        <p:nvSpPr>
          <p:cNvPr id="33" name="Freeform 32">
            <a:extLst>
              <a:ext uri="{FF2B5EF4-FFF2-40B4-BE49-F238E27FC236}">
                <a16:creationId xmlns:a16="http://schemas.microsoft.com/office/drawing/2014/main" id="{62BD6E5C-E2E8-DA4A-B19F-7A916027F6D1}"/>
              </a:ext>
            </a:extLst>
          </p:cNvPr>
          <p:cNvSpPr>
            <a:spLocks noChangeArrowheads="1"/>
          </p:cNvSpPr>
          <p:nvPr/>
        </p:nvSpPr>
        <p:spPr bwMode="auto">
          <a:xfrm>
            <a:off x="5197900" y="2896804"/>
            <a:ext cx="2304594" cy="1136554"/>
          </a:xfrm>
          <a:custGeom>
            <a:avLst/>
            <a:gdLst>
              <a:gd name="T0" fmla="*/ 1613 w 3227"/>
              <a:gd name="T1" fmla="*/ 0 h 1592"/>
              <a:gd name="T2" fmla="*/ 1777 w 3227"/>
              <a:gd name="T3" fmla="*/ 34 h 1592"/>
              <a:gd name="T4" fmla="*/ 3135 w 3227"/>
              <a:gd name="T5" fmla="*/ 713 h 1592"/>
              <a:gd name="T6" fmla="*/ 3135 w 3227"/>
              <a:gd name="T7" fmla="*/ 877 h 1592"/>
              <a:gd name="T8" fmla="*/ 1777 w 3227"/>
              <a:gd name="T9" fmla="*/ 1556 h 1592"/>
              <a:gd name="T10" fmla="*/ 1613 w 3227"/>
              <a:gd name="T11" fmla="*/ 1591 h 1592"/>
              <a:gd name="T12" fmla="*/ 1449 w 3227"/>
              <a:gd name="T13" fmla="*/ 1556 h 1592"/>
              <a:gd name="T14" fmla="*/ 91 w 3227"/>
              <a:gd name="T15" fmla="*/ 877 h 1592"/>
              <a:gd name="T16" fmla="*/ 91 w 3227"/>
              <a:gd name="T17" fmla="*/ 713 h 1592"/>
              <a:gd name="T18" fmla="*/ 1449 w 3227"/>
              <a:gd name="T19" fmla="*/ 34 h 1592"/>
              <a:gd name="T20" fmla="*/ 1613 w 3227"/>
              <a:gd name="T21" fmla="*/ 0 h 1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27" h="1592">
                <a:moveTo>
                  <a:pt x="1613" y="0"/>
                </a:moveTo>
                <a:cubicBezTo>
                  <a:pt x="1672" y="0"/>
                  <a:pt x="1732" y="12"/>
                  <a:pt x="1777" y="34"/>
                </a:cubicBezTo>
                <a:lnTo>
                  <a:pt x="3135" y="713"/>
                </a:lnTo>
                <a:cubicBezTo>
                  <a:pt x="3226" y="758"/>
                  <a:pt x="3226" y="832"/>
                  <a:pt x="3135" y="877"/>
                </a:cubicBezTo>
                <a:lnTo>
                  <a:pt x="1777" y="1556"/>
                </a:lnTo>
                <a:cubicBezTo>
                  <a:pt x="1732" y="1579"/>
                  <a:pt x="1672" y="1591"/>
                  <a:pt x="1613" y="1591"/>
                </a:cubicBezTo>
                <a:cubicBezTo>
                  <a:pt x="1554" y="1591"/>
                  <a:pt x="1494" y="1579"/>
                  <a:pt x="1449" y="1556"/>
                </a:cubicBezTo>
                <a:lnTo>
                  <a:pt x="91" y="877"/>
                </a:lnTo>
                <a:cubicBezTo>
                  <a:pt x="0" y="832"/>
                  <a:pt x="0" y="758"/>
                  <a:pt x="91" y="713"/>
                </a:cubicBezTo>
                <a:lnTo>
                  <a:pt x="1449" y="34"/>
                </a:lnTo>
                <a:cubicBezTo>
                  <a:pt x="1494" y="12"/>
                  <a:pt x="1554" y="0"/>
                  <a:pt x="1613" y="0"/>
                </a:cubicBezTo>
              </a:path>
            </a:pathLst>
          </a:custGeom>
          <a:solidFill>
            <a:schemeClr val="bg1">
              <a:lumMod val="95000"/>
            </a:schemeClr>
          </a:solidFill>
          <a:ln>
            <a:noFill/>
          </a:ln>
          <a:effectLst/>
        </p:spPr>
        <p:txBody>
          <a:bodyPr wrap="none" anchor="ctr"/>
          <a:lstStyle/>
          <a:p>
            <a:endParaRPr lang="en-US" sz="900"/>
          </a:p>
        </p:txBody>
      </p:sp>
      <p:sp>
        <p:nvSpPr>
          <p:cNvPr id="34" name="Freeform 33">
            <a:extLst>
              <a:ext uri="{FF2B5EF4-FFF2-40B4-BE49-F238E27FC236}">
                <a16:creationId xmlns:a16="http://schemas.microsoft.com/office/drawing/2014/main" id="{B662BAC9-5FB3-964F-B4E3-729D2DCB6EF3}"/>
              </a:ext>
            </a:extLst>
          </p:cNvPr>
          <p:cNvSpPr>
            <a:spLocks noChangeArrowheads="1"/>
          </p:cNvSpPr>
          <p:nvPr/>
        </p:nvSpPr>
        <p:spPr bwMode="auto">
          <a:xfrm>
            <a:off x="6233706" y="4005024"/>
            <a:ext cx="236128" cy="163715"/>
          </a:xfrm>
          <a:custGeom>
            <a:avLst/>
            <a:gdLst>
              <a:gd name="T0" fmla="*/ 300 w 329"/>
              <a:gd name="T1" fmla="*/ 12 h 230"/>
              <a:gd name="T2" fmla="*/ 275 w 329"/>
              <a:gd name="T3" fmla="*/ 20 h 230"/>
              <a:gd name="T4" fmla="*/ 254 w 329"/>
              <a:gd name="T5" fmla="*/ 26 h 230"/>
              <a:gd name="T6" fmla="*/ 230 w 329"/>
              <a:gd name="T7" fmla="*/ 30 h 230"/>
              <a:gd name="T8" fmla="*/ 205 w 329"/>
              <a:gd name="T9" fmla="*/ 33 h 230"/>
              <a:gd name="T10" fmla="*/ 182 w 329"/>
              <a:gd name="T11" fmla="*/ 34 h 230"/>
              <a:gd name="T12" fmla="*/ 148 w 329"/>
              <a:gd name="T13" fmla="*/ 34 h 230"/>
              <a:gd name="T14" fmla="*/ 121 w 329"/>
              <a:gd name="T15" fmla="*/ 32 h 230"/>
              <a:gd name="T16" fmla="*/ 99 w 329"/>
              <a:gd name="T17" fmla="*/ 30 h 230"/>
              <a:gd name="T18" fmla="*/ 79 w 329"/>
              <a:gd name="T19" fmla="*/ 26 h 230"/>
              <a:gd name="T20" fmla="*/ 60 w 329"/>
              <a:gd name="T21" fmla="*/ 22 h 230"/>
              <a:gd name="T22" fmla="*/ 40 w 329"/>
              <a:gd name="T23" fmla="*/ 16 h 230"/>
              <a:gd name="T24" fmla="*/ 18 w 329"/>
              <a:gd name="T25" fmla="*/ 8 h 230"/>
              <a:gd name="T26" fmla="*/ 0 w 329"/>
              <a:gd name="T27" fmla="*/ 195 h 230"/>
              <a:gd name="T28" fmla="*/ 20 w 329"/>
              <a:gd name="T29" fmla="*/ 204 h 230"/>
              <a:gd name="T30" fmla="*/ 42 w 329"/>
              <a:gd name="T31" fmla="*/ 212 h 230"/>
              <a:gd name="T32" fmla="*/ 60 w 329"/>
              <a:gd name="T33" fmla="*/ 216 h 230"/>
              <a:gd name="T34" fmla="*/ 71 w 329"/>
              <a:gd name="T35" fmla="*/ 219 h 230"/>
              <a:gd name="T36" fmla="*/ 82 w 329"/>
              <a:gd name="T37" fmla="*/ 221 h 230"/>
              <a:gd name="T38" fmla="*/ 99 w 329"/>
              <a:gd name="T39" fmla="*/ 224 h 230"/>
              <a:gd name="T40" fmla="*/ 119 w 329"/>
              <a:gd name="T41" fmla="*/ 227 h 230"/>
              <a:gd name="T42" fmla="*/ 138 w 329"/>
              <a:gd name="T43" fmla="*/ 228 h 230"/>
              <a:gd name="T44" fmla="*/ 148 w 329"/>
              <a:gd name="T45" fmla="*/ 228 h 230"/>
              <a:gd name="T46" fmla="*/ 164 w 329"/>
              <a:gd name="T47" fmla="*/ 229 h 230"/>
              <a:gd name="T48" fmla="*/ 182 w 329"/>
              <a:gd name="T49" fmla="*/ 228 h 230"/>
              <a:gd name="T50" fmla="*/ 202 w 329"/>
              <a:gd name="T51" fmla="*/ 227 h 230"/>
              <a:gd name="T52" fmla="*/ 228 w 329"/>
              <a:gd name="T53" fmla="*/ 224 h 230"/>
              <a:gd name="T54" fmla="*/ 230 w 329"/>
              <a:gd name="T55" fmla="*/ 224 h 230"/>
              <a:gd name="T56" fmla="*/ 254 w 329"/>
              <a:gd name="T57" fmla="*/ 219 h 230"/>
              <a:gd name="T58" fmla="*/ 275 w 329"/>
              <a:gd name="T59" fmla="*/ 214 h 230"/>
              <a:gd name="T60" fmla="*/ 300 w 329"/>
              <a:gd name="T61" fmla="*/ 207 h 230"/>
              <a:gd name="T62" fmla="*/ 315 w 329"/>
              <a:gd name="T63" fmla="*/ 200 h 230"/>
              <a:gd name="T64" fmla="*/ 328 w 329"/>
              <a:gd name="T65" fmla="*/ 0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9" h="230">
                <a:moveTo>
                  <a:pt x="313" y="7"/>
                </a:moveTo>
                <a:cubicBezTo>
                  <a:pt x="309" y="9"/>
                  <a:pt x="305" y="11"/>
                  <a:pt x="300" y="12"/>
                </a:cubicBezTo>
                <a:cubicBezTo>
                  <a:pt x="298" y="13"/>
                  <a:pt x="296" y="14"/>
                  <a:pt x="293" y="15"/>
                </a:cubicBezTo>
                <a:cubicBezTo>
                  <a:pt x="288" y="17"/>
                  <a:pt x="281" y="19"/>
                  <a:pt x="275" y="20"/>
                </a:cubicBezTo>
                <a:cubicBezTo>
                  <a:pt x="274" y="21"/>
                  <a:pt x="274" y="21"/>
                  <a:pt x="272" y="21"/>
                </a:cubicBezTo>
                <a:cubicBezTo>
                  <a:pt x="266" y="23"/>
                  <a:pt x="260" y="24"/>
                  <a:pt x="254" y="26"/>
                </a:cubicBezTo>
                <a:cubicBezTo>
                  <a:pt x="253" y="26"/>
                  <a:pt x="252" y="26"/>
                  <a:pt x="251" y="26"/>
                </a:cubicBezTo>
                <a:cubicBezTo>
                  <a:pt x="244" y="27"/>
                  <a:pt x="238" y="29"/>
                  <a:pt x="230" y="30"/>
                </a:cubicBezTo>
                <a:cubicBezTo>
                  <a:pt x="229" y="30"/>
                  <a:pt x="229" y="30"/>
                  <a:pt x="228" y="30"/>
                </a:cubicBezTo>
                <a:cubicBezTo>
                  <a:pt x="220" y="31"/>
                  <a:pt x="213" y="32"/>
                  <a:pt x="205" y="33"/>
                </a:cubicBezTo>
                <a:cubicBezTo>
                  <a:pt x="201" y="33"/>
                  <a:pt x="198" y="33"/>
                  <a:pt x="195" y="34"/>
                </a:cubicBezTo>
                <a:cubicBezTo>
                  <a:pt x="191" y="34"/>
                  <a:pt x="187" y="34"/>
                  <a:pt x="182" y="34"/>
                </a:cubicBezTo>
                <a:cubicBezTo>
                  <a:pt x="176" y="34"/>
                  <a:pt x="170" y="35"/>
                  <a:pt x="164" y="35"/>
                </a:cubicBezTo>
                <a:cubicBezTo>
                  <a:pt x="159" y="35"/>
                  <a:pt x="153" y="34"/>
                  <a:pt x="148" y="34"/>
                </a:cubicBezTo>
                <a:cubicBezTo>
                  <a:pt x="145" y="34"/>
                  <a:pt x="143" y="34"/>
                  <a:pt x="140" y="34"/>
                </a:cubicBezTo>
                <a:cubicBezTo>
                  <a:pt x="134" y="34"/>
                  <a:pt x="128" y="33"/>
                  <a:pt x="121" y="32"/>
                </a:cubicBezTo>
                <a:cubicBezTo>
                  <a:pt x="121" y="32"/>
                  <a:pt x="120" y="32"/>
                  <a:pt x="119" y="32"/>
                </a:cubicBezTo>
                <a:cubicBezTo>
                  <a:pt x="113" y="32"/>
                  <a:pt x="106" y="31"/>
                  <a:pt x="99" y="30"/>
                </a:cubicBezTo>
                <a:cubicBezTo>
                  <a:pt x="97" y="29"/>
                  <a:pt x="95" y="29"/>
                  <a:pt x="93" y="29"/>
                </a:cubicBezTo>
                <a:cubicBezTo>
                  <a:pt x="88" y="28"/>
                  <a:pt x="84" y="27"/>
                  <a:pt x="79" y="26"/>
                </a:cubicBezTo>
                <a:cubicBezTo>
                  <a:pt x="77" y="26"/>
                  <a:pt x="73" y="25"/>
                  <a:pt x="71" y="24"/>
                </a:cubicBezTo>
                <a:cubicBezTo>
                  <a:pt x="67" y="24"/>
                  <a:pt x="63" y="23"/>
                  <a:pt x="60" y="22"/>
                </a:cubicBezTo>
                <a:cubicBezTo>
                  <a:pt x="56" y="21"/>
                  <a:pt x="52" y="20"/>
                  <a:pt x="49" y="19"/>
                </a:cubicBezTo>
                <a:cubicBezTo>
                  <a:pt x="46" y="18"/>
                  <a:pt x="43" y="17"/>
                  <a:pt x="40" y="16"/>
                </a:cubicBezTo>
                <a:cubicBezTo>
                  <a:pt x="33" y="14"/>
                  <a:pt x="27" y="12"/>
                  <a:pt x="20" y="9"/>
                </a:cubicBezTo>
                <a:cubicBezTo>
                  <a:pt x="19" y="9"/>
                  <a:pt x="19" y="9"/>
                  <a:pt x="18" y="8"/>
                </a:cubicBezTo>
                <a:cubicBezTo>
                  <a:pt x="12" y="6"/>
                  <a:pt x="6" y="4"/>
                  <a:pt x="0" y="0"/>
                </a:cubicBezTo>
                <a:lnTo>
                  <a:pt x="0" y="195"/>
                </a:lnTo>
                <a:cubicBezTo>
                  <a:pt x="6" y="197"/>
                  <a:pt x="12" y="200"/>
                  <a:pt x="18" y="203"/>
                </a:cubicBezTo>
                <a:cubicBezTo>
                  <a:pt x="19" y="203"/>
                  <a:pt x="19" y="204"/>
                  <a:pt x="20" y="204"/>
                </a:cubicBezTo>
                <a:cubicBezTo>
                  <a:pt x="27" y="206"/>
                  <a:pt x="33" y="208"/>
                  <a:pt x="40" y="210"/>
                </a:cubicBezTo>
                <a:cubicBezTo>
                  <a:pt x="41" y="211"/>
                  <a:pt x="41" y="211"/>
                  <a:pt x="42" y="212"/>
                </a:cubicBezTo>
                <a:cubicBezTo>
                  <a:pt x="44" y="212"/>
                  <a:pt x="47" y="213"/>
                  <a:pt x="49" y="213"/>
                </a:cubicBezTo>
                <a:cubicBezTo>
                  <a:pt x="52" y="214"/>
                  <a:pt x="56" y="215"/>
                  <a:pt x="60" y="216"/>
                </a:cubicBezTo>
                <a:cubicBezTo>
                  <a:pt x="61" y="216"/>
                  <a:pt x="61" y="217"/>
                  <a:pt x="62" y="217"/>
                </a:cubicBezTo>
                <a:cubicBezTo>
                  <a:pt x="66" y="218"/>
                  <a:pt x="68" y="218"/>
                  <a:pt x="71" y="219"/>
                </a:cubicBezTo>
                <a:cubicBezTo>
                  <a:pt x="73" y="219"/>
                  <a:pt x="77" y="220"/>
                  <a:pt x="79" y="221"/>
                </a:cubicBezTo>
                <a:cubicBezTo>
                  <a:pt x="80" y="221"/>
                  <a:pt x="81" y="221"/>
                  <a:pt x="82" y="221"/>
                </a:cubicBezTo>
                <a:cubicBezTo>
                  <a:pt x="85" y="222"/>
                  <a:pt x="89" y="223"/>
                  <a:pt x="93" y="223"/>
                </a:cubicBezTo>
                <a:cubicBezTo>
                  <a:pt x="95" y="223"/>
                  <a:pt x="97" y="224"/>
                  <a:pt x="99" y="224"/>
                </a:cubicBezTo>
                <a:cubicBezTo>
                  <a:pt x="100" y="224"/>
                  <a:pt x="101" y="224"/>
                  <a:pt x="101" y="224"/>
                </a:cubicBezTo>
                <a:cubicBezTo>
                  <a:pt x="107" y="225"/>
                  <a:pt x="113" y="226"/>
                  <a:pt x="119" y="227"/>
                </a:cubicBezTo>
                <a:cubicBezTo>
                  <a:pt x="120" y="227"/>
                  <a:pt x="121" y="227"/>
                  <a:pt x="121" y="227"/>
                </a:cubicBezTo>
                <a:cubicBezTo>
                  <a:pt x="127" y="227"/>
                  <a:pt x="133" y="227"/>
                  <a:pt x="138" y="228"/>
                </a:cubicBezTo>
                <a:cubicBezTo>
                  <a:pt x="139" y="228"/>
                  <a:pt x="140" y="228"/>
                  <a:pt x="140" y="228"/>
                </a:cubicBezTo>
                <a:cubicBezTo>
                  <a:pt x="143" y="228"/>
                  <a:pt x="145" y="228"/>
                  <a:pt x="148" y="228"/>
                </a:cubicBezTo>
                <a:cubicBezTo>
                  <a:pt x="151" y="229"/>
                  <a:pt x="155" y="229"/>
                  <a:pt x="158" y="229"/>
                </a:cubicBezTo>
                <a:cubicBezTo>
                  <a:pt x="160" y="229"/>
                  <a:pt x="162" y="229"/>
                  <a:pt x="164" y="229"/>
                </a:cubicBezTo>
                <a:cubicBezTo>
                  <a:pt x="169" y="229"/>
                  <a:pt x="174" y="229"/>
                  <a:pt x="179" y="229"/>
                </a:cubicBezTo>
                <a:cubicBezTo>
                  <a:pt x="181" y="229"/>
                  <a:pt x="181" y="228"/>
                  <a:pt x="182" y="228"/>
                </a:cubicBezTo>
                <a:cubicBezTo>
                  <a:pt x="187" y="228"/>
                  <a:pt x="191" y="228"/>
                  <a:pt x="195" y="227"/>
                </a:cubicBezTo>
                <a:cubicBezTo>
                  <a:pt x="197" y="227"/>
                  <a:pt x="200" y="227"/>
                  <a:pt x="202" y="227"/>
                </a:cubicBezTo>
                <a:cubicBezTo>
                  <a:pt x="203" y="227"/>
                  <a:pt x="204" y="227"/>
                  <a:pt x="205" y="227"/>
                </a:cubicBezTo>
                <a:cubicBezTo>
                  <a:pt x="213" y="226"/>
                  <a:pt x="220" y="225"/>
                  <a:pt x="228" y="224"/>
                </a:cubicBezTo>
                <a:cubicBezTo>
                  <a:pt x="229" y="224"/>
                  <a:pt x="229" y="224"/>
                  <a:pt x="229" y="224"/>
                </a:cubicBezTo>
                <a:lnTo>
                  <a:pt x="230" y="224"/>
                </a:lnTo>
                <a:cubicBezTo>
                  <a:pt x="238" y="223"/>
                  <a:pt x="244" y="222"/>
                  <a:pt x="251" y="220"/>
                </a:cubicBezTo>
                <a:cubicBezTo>
                  <a:pt x="252" y="220"/>
                  <a:pt x="253" y="220"/>
                  <a:pt x="254" y="219"/>
                </a:cubicBezTo>
                <a:cubicBezTo>
                  <a:pt x="260" y="218"/>
                  <a:pt x="266" y="217"/>
                  <a:pt x="272" y="215"/>
                </a:cubicBezTo>
                <a:cubicBezTo>
                  <a:pt x="274" y="215"/>
                  <a:pt x="274" y="214"/>
                  <a:pt x="275" y="214"/>
                </a:cubicBezTo>
                <a:cubicBezTo>
                  <a:pt x="281" y="213"/>
                  <a:pt x="288" y="211"/>
                  <a:pt x="293" y="209"/>
                </a:cubicBezTo>
                <a:cubicBezTo>
                  <a:pt x="296" y="208"/>
                  <a:pt x="298" y="207"/>
                  <a:pt x="300" y="207"/>
                </a:cubicBezTo>
                <a:cubicBezTo>
                  <a:pt x="305" y="205"/>
                  <a:pt x="309" y="204"/>
                  <a:pt x="313" y="202"/>
                </a:cubicBezTo>
                <a:cubicBezTo>
                  <a:pt x="314" y="201"/>
                  <a:pt x="314" y="201"/>
                  <a:pt x="315" y="200"/>
                </a:cubicBezTo>
                <a:cubicBezTo>
                  <a:pt x="320" y="199"/>
                  <a:pt x="324" y="197"/>
                  <a:pt x="328" y="195"/>
                </a:cubicBezTo>
                <a:lnTo>
                  <a:pt x="328" y="0"/>
                </a:lnTo>
                <a:cubicBezTo>
                  <a:pt x="323" y="3"/>
                  <a:pt x="318" y="5"/>
                  <a:pt x="313" y="7"/>
                </a:cubicBezTo>
              </a:path>
            </a:pathLst>
          </a:custGeom>
          <a:solidFill>
            <a:schemeClr val="bg1">
              <a:lumMod val="65000"/>
            </a:schemeClr>
          </a:solidFill>
          <a:ln>
            <a:noFill/>
          </a:ln>
          <a:effectLst/>
        </p:spPr>
        <p:txBody>
          <a:bodyPr wrap="none" anchor="ctr"/>
          <a:lstStyle/>
          <a:p>
            <a:endParaRPr lang="en-US" sz="900"/>
          </a:p>
        </p:txBody>
      </p:sp>
      <p:sp>
        <p:nvSpPr>
          <p:cNvPr id="35" name="Freeform 34">
            <a:extLst>
              <a:ext uri="{FF2B5EF4-FFF2-40B4-BE49-F238E27FC236}">
                <a16:creationId xmlns:a16="http://schemas.microsoft.com/office/drawing/2014/main" id="{61CBF10C-CD35-AA45-AA4F-28372B87B7AC}"/>
              </a:ext>
            </a:extLst>
          </p:cNvPr>
          <p:cNvSpPr>
            <a:spLocks noChangeArrowheads="1"/>
          </p:cNvSpPr>
          <p:nvPr/>
        </p:nvSpPr>
        <p:spPr bwMode="auto">
          <a:xfrm>
            <a:off x="6051102" y="3391094"/>
            <a:ext cx="598187" cy="141677"/>
          </a:xfrm>
          <a:custGeom>
            <a:avLst/>
            <a:gdLst>
              <a:gd name="T0" fmla="*/ 839 w 840"/>
              <a:gd name="T1" fmla="*/ 99 h 200"/>
              <a:gd name="T2" fmla="*/ 419 w 840"/>
              <a:gd name="T3" fmla="*/ 199 h 200"/>
              <a:gd name="T4" fmla="*/ 0 w 840"/>
              <a:gd name="T5" fmla="*/ 99 h 200"/>
              <a:gd name="T6" fmla="*/ 419 w 840"/>
              <a:gd name="T7" fmla="*/ 0 h 200"/>
              <a:gd name="T8" fmla="*/ 839 w 840"/>
              <a:gd name="T9" fmla="*/ 99 h 200"/>
            </a:gdLst>
            <a:ahLst/>
            <a:cxnLst>
              <a:cxn ang="0">
                <a:pos x="T0" y="T1"/>
              </a:cxn>
              <a:cxn ang="0">
                <a:pos x="T2" y="T3"/>
              </a:cxn>
              <a:cxn ang="0">
                <a:pos x="T4" y="T5"/>
              </a:cxn>
              <a:cxn ang="0">
                <a:pos x="T6" y="T7"/>
              </a:cxn>
              <a:cxn ang="0">
                <a:pos x="T8" y="T9"/>
              </a:cxn>
            </a:cxnLst>
            <a:rect l="0" t="0" r="r" b="b"/>
            <a:pathLst>
              <a:path w="840" h="200">
                <a:moveTo>
                  <a:pt x="839" y="99"/>
                </a:moveTo>
                <a:cubicBezTo>
                  <a:pt x="839" y="154"/>
                  <a:pt x="651" y="199"/>
                  <a:pt x="419" y="199"/>
                </a:cubicBezTo>
                <a:cubicBezTo>
                  <a:pt x="187" y="199"/>
                  <a:pt x="0" y="154"/>
                  <a:pt x="0" y="99"/>
                </a:cubicBezTo>
                <a:cubicBezTo>
                  <a:pt x="0" y="45"/>
                  <a:pt x="187" y="0"/>
                  <a:pt x="419" y="0"/>
                </a:cubicBezTo>
                <a:cubicBezTo>
                  <a:pt x="651" y="0"/>
                  <a:pt x="839" y="45"/>
                  <a:pt x="839" y="99"/>
                </a:cubicBezTo>
              </a:path>
            </a:pathLst>
          </a:custGeom>
          <a:solidFill>
            <a:schemeClr val="bg1">
              <a:lumMod val="75000"/>
            </a:schemeClr>
          </a:solidFill>
          <a:ln>
            <a:noFill/>
          </a:ln>
          <a:effectLst/>
        </p:spPr>
        <p:txBody>
          <a:bodyPr wrap="none" anchor="ctr"/>
          <a:lstStyle/>
          <a:p>
            <a:endParaRPr lang="en-US" sz="900"/>
          </a:p>
        </p:txBody>
      </p:sp>
      <p:sp>
        <p:nvSpPr>
          <p:cNvPr id="36" name="Freeform 35">
            <a:extLst>
              <a:ext uri="{FF2B5EF4-FFF2-40B4-BE49-F238E27FC236}">
                <a16:creationId xmlns:a16="http://schemas.microsoft.com/office/drawing/2014/main" id="{7941C057-8B95-C144-8BEE-2C81D7DA920C}"/>
              </a:ext>
            </a:extLst>
          </p:cNvPr>
          <p:cNvSpPr>
            <a:spLocks noChangeArrowheads="1"/>
          </p:cNvSpPr>
          <p:nvPr/>
        </p:nvSpPr>
        <p:spPr bwMode="auto">
          <a:xfrm>
            <a:off x="5714230" y="1996375"/>
            <a:ext cx="1271934" cy="1467132"/>
          </a:xfrm>
          <a:custGeom>
            <a:avLst/>
            <a:gdLst>
              <a:gd name="T0" fmla="*/ 1779 w 1780"/>
              <a:gd name="T1" fmla="*/ 890 h 2054"/>
              <a:gd name="T2" fmla="*/ 890 w 1780"/>
              <a:gd name="T3" fmla="*/ 0 h 2054"/>
              <a:gd name="T4" fmla="*/ 0 w 1780"/>
              <a:gd name="T5" fmla="*/ 890 h 2054"/>
              <a:gd name="T6" fmla="*/ 723 w 1780"/>
              <a:gd name="T7" fmla="*/ 1763 h 2054"/>
              <a:gd name="T8" fmla="*/ 890 w 1780"/>
              <a:gd name="T9" fmla="*/ 2053 h 2054"/>
              <a:gd name="T10" fmla="*/ 1058 w 1780"/>
              <a:gd name="T11" fmla="*/ 1763 h 2054"/>
              <a:gd name="T12" fmla="*/ 1779 w 1780"/>
              <a:gd name="T13" fmla="*/ 890 h 2054"/>
            </a:gdLst>
            <a:ahLst/>
            <a:cxnLst>
              <a:cxn ang="0">
                <a:pos x="T0" y="T1"/>
              </a:cxn>
              <a:cxn ang="0">
                <a:pos x="T2" y="T3"/>
              </a:cxn>
              <a:cxn ang="0">
                <a:pos x="T4" y="T5"/>
              </a:cxn>
              <a:cxn ang="0">
                <a:pos x="T6" y="T7"/>
              </a:cxn>
              <a:cxn ang="0">
                <a:pos x="T8" y="T9"/>
              </a:cxn>
              <a:cxn ang="0">
                <a:pos x="T10" y="T11"/>
              </a:cxn>
              <a:cxn ang="0">
                <a:pos x="T12" y="T13"/>
              </a:cxn>
            </a:cxnLst>
            <a:rect l="0" t="0" r="r" b="b"/>
            <a:pathLst>
              <a:path w="1780" h="2054">
                <a:moveTo>
                  <a:pt x="1779" y="890"/>
                </a:moveTo>
                <a:cubicBezTo>
                  <a:pt x="1779" y="398"/>
                  <a:pt x="1381" y="0"/>
                  <a:pt x="890" y="0"/>
                </a:cubicBezTo>
                <a:cubicBezTo>
                  <a:pt x="399" y="0"/>
                  <a:pt x="0" y="398"/>
                  <a:pt x="0" y="890"/>
                </a:cubicBezTo>
                <a:cubicBezTo>
                  <a:pt x="0" y="1324"/>
                  <a:pt x="311" y="1685"/>
                  <a:pt x="723" y="1763"/>
                </a:cubicBezTo>
                <a:lnTo>
                  <a:pt x="890" y="2053"/>
                </a:lnTo>
                <a:lnTo>
                  <a:pt x="1058" y="1763"/>
                </a:lnTo>
                <a:cubicBezTo>
                  <a:pt x="1469" y="1685"/>
                  <a:pt x="1779" y="1324"/>
                  <a:pt x="1779" y="890"/>
                </a:cubicBezTo>
              </a:path>
            </a:pathLst>
          </a:custGeom>
          <a:solidFill>
            <a:schemeClr val="accent3"/>
          </a:solidFill>
          <a:ln>
            <a:noFill/>
          </a:ln>
          <a:effectLst/>
        </p:spPr>
        <p:txBody>
          <a:bodyPr wrap="none" anchor="ctr"/>
          <a:lstStyle/>
          <a:p>
            <a:endParaRPr lang="en-US" sz="900"/>
          </a:p>
        </p:txBody>
      </p:sp>
      <p:sp>
        <p:nvSpPr>
          <p:cNvPr id="60" name="TextBox 59">
            <a:extLst>
              <a:ext uri="{FF2B5EF4-FFF2-40B4-BE49-F238E27FC236}">
                <a16:creationId xmlns:a16="http://schemas.microsoft.com/office/drawing/2014/main" id="{2A4B1A29-D3FC-D34C-AF1B-7821A2C32AD6}"/>
              </a:ext>
            </a:extLst>
          </p:cNvPr>
          <p:cNvSpPr txBox="1"/>
          <p:nvPr/>
        </p:nvSpPr>
        <p:spPr>
          <a:xfrm>
            <a:off x="6083135" y="2260991"/>
            <a:ext cx="534121" cy="784830"/>
          </a:xfrm>
          <a:prstGeom prst="rect">
            <a:avLst/>
          </a:prstGeom>
          <a:noFill/>
        </p:spPr>
        <p:txBody>
          <a:bodyPr wrap="none" rtlCol="0" anchor="ctr">
            <a:spAutoFit/>
          </a:bodyPr>
          <a:lstStyle/>
          <a:p>
            <a:pPr algn="ctr"/>
            <a:r>
              <a:rPr lang="fr-FR" sz="4500" b="1" dirty="0">
                <a:solidFill>
                  <a:schemeClr val="bg1"/>
                </a:solidFill>
                <a:latin typeface="Poppins" pitchFamily="2" charset="77"/>
                <a:cs typeface="Poppins" pitchFamily="2" charset="77"/>
              </a:rPr>
              <a:t>3</a:t>
            </a:r>
          </a:p>
        </p:txBody>
      </p:sp>
      <p:sp>
        <p:nvSpPr>
          <p:cNvPr id="70" name="Subtitle 2">
            <a:extLst>
              <a:ext uri="{FF2B5EF4-FFF2-40B4-BE49-F238E27FC236}">
                <a16:creationId xmlns:a16="http://schemas.microsoft.com/office/drawing/2014/main" id="{EF241A48-708C-744E-9930-4E7DB74CADBE}"/>
              </a:ext>
            </a:extLst>
          </p:cNvPr>
          <p:cNvSpPr txBox="1">
            <a:spLocks/>
          </p:cNvSpPr>
          <p:nvPr/>
        </p:nvSpPr>
        <p:spPr>
          <a:xfrm>
            <a:off x="5281064" y="4818613"/>
            <a:ext cx="2150854" cy="252057"/>
          </a:xfrm>
          <a:prstGeom prst="rect">
            <a:avLst/>
          </a:prstGeom>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750"/>
              </a:lnSpc>
            </a:pPr>
            <a:r>
              <a:rPr lang="fr-FR" sz="1200" b="1" dirty="0" err="1">
                <a:solidFill>
                  <a:schemeClr val="accent2">
                    <a:lumMod val="50000"/>
                    <a:lumOff val="50000"/>
                  </a:schemeClr>
                </a:solidFill>
                <a:latin typeface="Lato Light" panose="020F0502020204030203" pitchFamily="34" charset="0"/>
                <a:ea typeface="Lato Light" panose="020F0502020204030203" pitchFamily="34" charset="0"/>
                <a:cs typeface="Mukta ExtraLight" panose="020B0000000000000000" pitchFamily="34" charset="77"/>
              </a:rPr>
              <a:t>Dimunition</a:t>
            </a:r>
            <a:r>
              <a:rPr lang="fr-FR" sz="1200" b="1" dirty="0">
                <a:solidFill>
                  <a:schemeClr val="accent2">
                    <a:lumMod val="50000"/>
                    <a:lumOff val="50000"/>
                  </a:schemeClr>
                </a:solidFill>
                <a:latin typeface="Lato Light" panose="020F0502020204030203" pitchFamily="34" charset="0"/>
                <a:ea typeface="Lato Light" panose="020F0502020204030203" pitchFamily="34" charset="0"/>
                <a:cs typeface="Mukta ExtraLight" panose="020B0000000000000000" pitchFamily="34" charset="77"/>
              </a:rPr>
              <a:t> charge métier</a:t>
            </a:r>
          </a:p>
        </p:txBody>
      </p:sp>
      <p:sp>
        <p:nvSpPr>
          <p:cNvPr id="71" name="TextBox 70">
            <a:extLst>
              <a:ext uri="{FF2B5EF4-FFF2-40B4-BE49-F238E27FC236}">
                <a16:creationId xmlns:a16="http://schemas.microsoft.com/office/drawing/2014/main" id="{AD84C3D5-2531-1B4F-860A-C867459D19E3}"/>
              </a:ext>
            </a:extLst>
          </p:cNvPr>
          <p:cNvSpPr txBox="1"/>
          <p:nvPr/>
        </p:nvSpPr>
        <p:spPr>
          <a:xfrm>
            <a:off x="6068591" y="4481481"/>
            <a:ext cx="575800" cy="338554"/>
          </a:xfrm>
          <a:prstGeom prst="rect">
            <a:avLst/>
          </a:prstGeom>
          <a:noFill/>
        </p:spPr>
        <p:txBody>
          <a:bodyPr wrap="none" rtlCol="0" anchor="b" anchorCtr="0">
            <a:spAutoFit/>
          </a:bodyPr>
          <a:lstStyle/>
          <a:p>
            <a:pPr algn="ctr"/>
            <a:r>
              <a:rPr lang="fr-FR" sz="1600" b="1" dirty="0">
                <a:solidFill>
                  <a:schemeClr val="tx2"/>
                </a:solidFill>
                <a:latin typeface="Poppins" pitchFamily="2" charset="77"/>
                <a:ea typeface="League Spartan" charset="0"/>
                <a:cs typeface="Poppins" pitchFamily="2" charset="77"/>
              </a:rPr>
              <a:t>REX</a:t>
            </a:r>
          </a:p>
        </p:txBody>
      </p:sp>
      <p:sp>
        <p:nvSpPr>
          <p:cNvPr id="38" name="Freeform 37">
            <a:extLst>
              <a:ext uri="{FF2B5EF4-FFF2-40B4-BE49-F238E27FC236}">
                <a16:creationId xmlns:a16="http://schemas.microsoft.com/office/drawing/2014/main" id="{75FCB89C-FE1E-EC4C-9483-6C0330EEF533}"/>
              </a:ext>
            </a:extLst>
          </p:cNvPr>
          <p:cNvSpPr>
            <a:spLocks noChangeArrowheads="1"/>
          </p:cNvSpPr>
          <p:nvPr/>
        </p:nvSpPr>
        <p:spPr bwMode="auto">
          <a:xfrm>
            <a:off x="9960170" y="4489870"/>
            <a:ext cx="50374" cy="198345"/>
          </a:xfrm>
          <a:custGeom>
            <a:avLst/>
            <a:gdLst>
              <a:gd name="T0" fmla="*/ 67 w 69"/>
              <a:gd name="T1" fmla="*/ 10 h 277"/>
              <a:gd name="T2" fmla="*/ 66 w 69"/>
              <a:gd name="T3" fmla="*/ 11 h 277"/>
              <a:gd name="T4" fmla="*/ 64 w 69"/>
              <a:gd name="T5" fmla="*/ 21 h 277"/>
              <a:gd name="T6" fmla="*/ 62 w 69"/>
              <a:gd name="T7" fmla="*/ 24 h 277"/>
              <a:gd name="T8" fmla="*/ 59 w 69"/>
              <a:gd name="T9" fmla="*/ 32 h 277"/>
              <a:gd name="T10" fmla="*/ 56 w 69"/>
              <a:gd name="T11" fmla="*/ 35 h 277"/>
              <a:gd name="T12" fmla="*/ 53 w 69"/>
              <a:gd name="T13" fmla="*/ 41 h 277"/>
              <a:gd name="T14" fmla="*/ 49 w 69"/>
              <a:gd name="T15" fmla="*/ 46 h 277"/>
              <a:gd name="T16" fmla="*/ 43 w 69"/>
              <a:gd name="T17" fmla="*/ 51 h 277"/>
              <a:gd name="T18" fmla="*/ 38 w 69"/>
              <a:gd name="T19" fmla="*/ 57 h 277"/>
              <a:gd name="T20" fmla="*/ 31 w 69"/>
              <a:gd name="T21" fmla="*/ 63 h 277"/>
              <a:gd name="T22" fmla="*/ 29 w 69"/>
              <a:gd name="T23" fmla="*/ 64 h 277"/>
              <a:gd name="T24" fmla="*/ 17 w 69"/>
              <a:gd name="T25" fmla="*/ 73 h 277"/>
              <a:gd name="T26" fmla="*/ 14 w 69"/>
              <a:gd name="T27" fmla="*/ 74 h 277"/>
              <a:gd name="T28" fmla="*/ 0 w 69"/>
              <a:gd name="T29" fmla="*/ 82 h 277"/>
              <a:gd name="T30" fmla="*/ 0 w 69"/>
              <a:gd name="T31" fmla="*/ 276 h 277"/>
              <a:gd name="T32" fmla="*/ 14 w 69"/>
              <a:gd name="T33" fmla="*/ 268 h 277"/>
              <a:gd name="T34" fmla="*/ 17 w 69"/>
              <a:gd name="T35" fmla="*/ 266 h 277"/>
              <a:gd name="T36" fmla="*/ 19 w 69"/>
              <a:gd name="T37" fmla="*/ 265 h 277"/>
              <a:gd name="T38" fmla="*/ 29 w 69"/>
              <a:gd name="T39" fmla="*/ 259 h 277"/>
              <a:gd name="T40" fmla="*/ 31 w 69"/>
              <a:gd name="T41" fmla="*/ 257 h 277"/>
              <a:gd name="T42" fmla="*/ 35 w 69"/>
              <a:gd name="T43" fmla="*/ 254 h 277"/>
              <a:gd name="T44" fmla="*/ 38 w 69"/>
              <a:gd name="T45" fmla="*/ 251 h 277"/>
              <a:gd name="T46" fmla="*/ 43 w 69"/>
              <a:gd name="T47" fmla="*/ 246 h 277"/>
              <a:gd name="T48" fmla="*/ 46 w 69"/>
              <a:gd name="T49" fmla="*/ 243 h 277"/>
              <a:gd name="T50" fmla="*/ 49 w 69"/>
              <a:gd name="T51" fmla="*/ 240 h 277"/>
              <a:gd name="T52" fmla="*/ 53 w 69"/>
              <a:gd name="T53" fmla="*/ 236 h 277"/>
              <a:gd name="T54" fmla="*/ 54 w 69"/>
              <a:gd name="T55" fmla="*/ 234 h 277"/>
              <a:gd name="T56" fmla="*/ 56 w 69"/>
              <a:gd name="T57" fmla="*/ 230 h 277"/>
              <a:gd name="T58" fmla="*/ 59 w 69"/>
              <a:gd name="T59" fmla="*/ 225 h 277"/>
              <a:gd name="T60" fmla="*/ 60 w 69"/>
              <a:gd name="T61" fmla="*/ 224 h 277"/>
              <a:gd name="T62" fmla="*/ 62 w 69"/>
              <a:gd name="T63" fmla="*/ 219 h 277"/>
              <a:gd name="T64" fmla="*/ 64 w 69"/>
              <a:gd name="T65" fmla="*/ 216 h 277"/>
              <a:gd name="T66" fmla="*/ 64 w 69"/>
              <a:gd name="T67" fmla="*/ 215 h 277"/>
              <a:gd name="T68" fmla="*/ 66 w 69"/>
              <a:gd name="T69" fmla="*/ 205 h 277"/>
              <a:gd name="T70" fmla="*/ 67 w 69"/>
              <a:gd name="T71" fmla="*/ 204 h 277"/>
              <a:gd name="T72" fmla="*/ 68 w 69"/>
              <a:gd name="T73" fmla="*/ 196 h 277"/>
              <a:gd name="T74" fmla="*/ 68 w 69"/>
              <a:gd name="T75" fmla="*/ 194 h 277"/>
              <a:gd name="T76" fmla="*/ 68 w 69"/>
              <a:gd name="T77" fmla="*/ 0 h 277"/>
              <a:gd name="T78" fmla="*/ 67 w 69"/>
              <a:gd name="T79" fmla="*/ 10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9" h="277">
                <a:moveTo>
                  <a:pt x="67" y="10"/>
                </a:moveTo>
                <a:cubicBezTo>
                  <a:pt x="66" y="10"/>
                  <a:pt x="66" y="11"/>
                  <a:pt x="66" y="11"/>
                </a:cubicBezTo>
                <a:cubicBezTo>
                  <a:pt x="66" y="14"/>
                  <a:pt x="65" y="18"/>
                  <a:pt x="64" y="21"/>
                </a:cubicBezTo>
                <a:cubicBezTo>
                  <a:pt x="64" y="23"/>
                  <a:pt x="63" y="24"/>
                  <a:pt x="62" y="24"/>
                </a:cubicBezTo>
                <a:cubicBezTo>
                  <a:pt x="61" y="27"/>
                  <a:pt x="60" y="29"/>
                  <a:pt x="59" y="32"/>
                </a:cubicBezTo>
                <a:cubicBezTo>
                  <a:pt x="58" y="33"/>
                  <a:pt x="58" y="34"/>
                  <a:pt x="56" y="35"/>
                </a:cubicBezTo>
                <a:cubicBezTo>
                  <a:pt x="55" y="38"/>
                  <a:pt x="54" y="40"/>
                  <a:pt x="53" y="41"/>
                </a:cubicBezTo>
                <a:cubicBezTo>
                  <a:pt x="51" y="43"/>
                  <a:pt x="50" y="45"/>
                  <a:pt x="49" y="46"/>
                </a:cubicBezTo>
                <a:cubicBezTo>
                  <a:pt x="47" y="47"/>
                  <a:pt x="45" y="49"/>
                  <a:pt x="43" y="51"/>
                </a:cubicBezTo>
                <a:cubicBezTo>
                  <a:pt x="42" y="53"/>
                  <a:pt x="40" y="55"/>
                  <a:pt x="38" y="57"/>
                </a:cubicBezTo>
                <a:cubicBezTo>
                  <a:pt x="36" y="59"/>
                  <a:pt x="34" y="60"/>
                  <a:pt x="31" y="63"/>
                </a:cubicBezTo>
                <a:cubicBezTo>
                  <a:pt x="30" y="63"/>
                  <a:pt x="29" y="63"/>
                  <a:pt x="29" y="64"/>
                </a:cubicBezTo>
                <a:cubicBezTo>
                  <a:pt x="25" y="67"/>
                  <a:pt x="21" y="70"/>
                  <a:pt x="17" y="73"/>
                </a:cubicBezTo>
                <a:cubicBezTo>
                  <a:pt x="16" y="73"/>
                  <a:pt x="15" y="73"/>
                  <a:pt x="14" y="74"/>
                </a:cubicBezTo>
                <a:cubicBezTo>
                  <a:pt x="10" y="77"/>
                  <a:pt x="5" y="80"/>
                  <a:pt x="0" y="82"/>
                </a:cubicBezTo>
                <a:lnTo>
                  <a:pt x="0" y="276"/>
                </a:lnTo>
                <a:cubicBezTo>
                  <a:pt x="5" y="274"/>
                  <a:pt x="10" y="271"/>
                  <a:pt x="14" y="268"/>
                </a:cubicBezTo>
                <a:cubicBezTo>
                  <a:pt x="15" y="268"/>
                  <a:pt x="16" y="267"/>
                  <a:pt x="17" y="266"/>
                </a:cubicBezTo>
                <a:cubicBezTo>
                  <a:pt x="18" y="266"/>
                  <a:pt x="18" y="266"/>
                  <a:pt x="19" y="265"/>
                </a:cubicBezTo>
                <a:cubicBezTo>
                  <a:pt x="23" y="263"/>
                  <a:pt x="25" y="260"/>
                  <a:pt x="29" y="259"/>
                </a:cubicBezTo>
                <a:cubicBezTo>
                  <a:pt x="29" y="258"/>
                  <a:pt x="30" y="257"/>
                  <a:pt x="31" y="257"/>
                </a:cubicBezTo>
                <a:cubicBezTo>
                  <a:pt x="32" y="255"/>
                  <a:pt x="34" y="254"/>
                  <a:pt x="35" y="254"/>
                </a:cubicBezTo>
                <a:cubicBezTo>
                  <a:pt x="37" y="253"/>
                  <a:pt x="37" y="252"/>
                  <a:pt x="38" y="251"/>
                </a:cubicBezTo>
                <a:cubicBezTo>
                  <a:pt x="40" y="249"/>
                  <a:pt x="42" y="248"/>
                  <a:pt x="43" y="246"/>
                </a:cubicBezTo>
                <a:cubicBezTo>
                  <a:pt x="45" y="244"/>
                  <a:pt x="45" y="244"/>
                  <a:pt x="46" y="243"/>
                </a:cubicBezTo>
                <a:cubicBezTo>
                  <a:pt x="47" y="242"/>
                  <a:pt x="48" y="241"/>
                  <a:pt x="49" y="240"/>
                </a:cubicBezTo>
                <a:cubicBezTo>
                  <a:pt x="50" y="239"/>
                  <a:pt x="51" y="237"/>
                  <a:pt x="53" y="236"/>
                </a:cubicBezTo>
                <a:cubicBezTo>
                  <a:pt x="53" y="235"/>
                  <a:pt x="54" y="234"/>
                  <a:pt x="54" y="234"/>
                </a:cubicBezTo>
                <a:cubicBezTo>
                  <a:pt x="55" y="232"/>
                  <a:pt x="56" y="231"/>
                  <a:pt x="56" y="230"/>
                </a:cubicBezTo>
                <a:cubicBezTo>
                  <a:pt x="58" y="229"/>
                  <a:pt x="58" y="227"/>
                  <a:pt x="59" y="225"/>
                </a:cubicBezTo>
                <a:cubicBezTo>
                  <a:pt x="59" y="225"/>
                  <a:pt x="60" y="225"/>
                  <a:pt x="60" y="224"/>
                </a:cubicBezTo>
                <a:cubicBezTo>
                  <a:pt x="61" y="223"/>
                  <a:pt x="62" y="220"/>
                  <a:pt x="62" y="219"/>
                </a:cubicBezTo>
                <a:cubicBezTo>
                  <a:pt x="63" y="218"/>
                  <a:pt x="64" y="216"/>
                  <a:pt x="64" y="216"/>
                </a:cubicBezTo>
                <a:cubicBezTo>
                  <a:pt x="64" y="215"/>
                  <a:pt x="64" y="215"/>
                  <a:pt x="64" y="215"/>
                </a:cubicBezTo>
                <a:cubicBezTo>
                  <a:pt x="65" y="212"/>
                  <a:pt x="66" y="208"/>
                  <a:pt x="66" y="205"/>
                </a:cubicBezTo>
                <a:lnTo>
                  <a:pt x="67" y="204"/>
                </a:lnTo>
                <a:cubicBezTo>
                  <a:pt x="67" y="201"/>
                  <a:pt x="68" y="198"/>
                  <a:pt x="68" y="196"/>
                </a:cubicBezTo>
                <a:cubicBezTo>
                  <a:pt x="68" y="195"/>
                  <a:pt x="68" y="194"/>
                  <a:pt x="68" y="194"/>
                </a:cubicBezTo>
                <a:lnTo>
                  <a:pt x="68" y="0"/>
                </a:lnTo>
                <a:cubicBezTo>
                  <a:pt x="68" y="3"/>
                  <a:pt x="67" y="7"/>
                  <a:pt x="67" y="10"/>
                </a:cubicBezTo>
              </a:path>
            </a:pathLst>
          </a:custGeom>
          <a:solidFill>
            <a:schemeClr val="bg1">
              <a:lumMod val="65000"/>
            </a:schemeClr>
          </a:solidFill>
          <a:ln>
            <a:noFill/>
          </a:ln>
          <a:effectLst/>
        </p:spPr>
        <p:txBody>
          <a:bodyPr wrap="none" anchor="ctr"/>
          <a:lstStyle/>
          <a:p>
            <a:endParaRPr lang="en-US" sz="900"/>
          </a:p>
        </p:txBody>
      </p:sp>
      <p:sp>
        <p:nvSpPr>
          <p:cNvPr id="40" name="Freeform 39">
            <a:extLst>
              <a:ext uri="{FF2B5EF4-FFF2-40B4-BE49-F238E27FC236}">
                <a16:creationId xmlns:a16="http://schemas.microsoft.com/office/drawing/2014/main" id="{CD88A076-9ADE-F646-A2A3-DE24803F7AE1}"/>
              </a:ext>
            </a:extLst>
          </p:cNvPr>
          <p:cNvSpPr>
            <a:spLocks noChangeArrowheads="1"/>
          </p:cNvSpPr>
          <p:nvPr/>
        </p:nvSpPr>
        <p:spPr bwMode="auto">
          <a:xfrm>
            <a:off x="7740582" y="4489870"/>
            <a:ext cx="50374" cy="198345"/>
          </a:xfrm>
          <a:custGeom>
            <a:avLst/>
            <a:gdLst>
              <a:gd name="T0" fmla="*/ 0 w 69"/>
              <a:gd name="T1" fmla="*/ 194 h 277"/>
              <a:gd name="T2" fmla="*/ 0 w 69"/>
              <a:gd name="T3" fmla="*/ 0 h 277"/>
              <a:gd name="T4" fmla="*/ 68 w 69"/>
              <a:gd name="T5" fmla="*/ 82 h 277"/>
              <a:gd name="T6" fmla="*/ 68 w 69"/>
              <a:gd name="T7" fmla="*/ 276 h 277"/>
              <a:gd name="T8" fmla="*/ 0 w 69"/>
              <a:gd name="T9" fmla="*/ 194 h 277"/>
            </a:gdLst>
            <a:ahLst/>
            <a:cxnLst>
              <a:cxn ang="0">
                <a:pos x="T0" y="T1"/>
              </a:cxn>
              <a:cxn ang="0">
                <a:pos x="T2" y="T3"/>
              </a:cxn>
              <a:cxn ang="0">
                <a:pos x="T4" y="T5"/>
              </a:cxn>
              <a:cxn ang="0">
                <a:pos x="T6" y="T7"/>
              </a:cxn>
              <a:cxn ang="0">
                <a:pos x="T8" y="T9"/>
              </a:cxn>
            </a:cxnLst>
            <a:rect l="0" t="0" r="r" b="b"/>
            <a:pathLst>
              <a:path w="69" h="277">
                <a:moveTo>
                  <a:pt x="0" y="194"/>
                </a:moveTo>
                <a:lnTo>
                  <a:pt x="0" y="0"/>
                </a:lnTo>
                <a:cubicBezTo>
                  <a:pt x="0" y="30"/>
                  <a:pt x="23" y="59"/>
                  <a:pt x="68" y="82"/>
                </a:cubicBezTo>
                <a:lnTo>
                  <a:pt x="68" y="276"/>
                </a:lnTo>
                <a:cubicBezTo>
                  <a:pt x="23" y="254"/>
                  <a:pt x="0" y="224"/>
                  <a:pt x="0" y="194"/>
                </a:cubicBezTo>
              </a:path>
            </a:pathLst>
          </a:custGeom>
          <a:solidFill>
            <a:schemeClr val="bg1">
              <a:lumMod val="65000"/>
            </a:schemeClr>
          </a:solidFill>
          <a:ln>
            <a:noFill/>
          </a:ln>
          <a:effectLst/>
        </p:spPr>
        <p:txBody>
          <a:bodyPr wrap="none" anchor="ctr"/>
          <a:lstStyle/>
          <a:p>
            <a:endParaRPr lang="en-US" sz="900"/>
          </a:p>
        </p:txBody>
      </p:sp>
      <p:sp>
        <p:nvSpPr>
          <p:cNvPr id="41" name="Freeform 40">
            <a:extLst>
              <a:ext uri="{FF2B5EF4-FFF2-40B4-BE49-F238E27FC236}">
                <a16:creationId xmlns:a16="http://schemas.microsoft.com/office/drawing/2014/main" id="{8DA2DCC2-2774-B24C-8BD1-90E31CC0FBCE}"/>
              </a:ext>
            </a:extLst>
          </p:cNvPr>
          <p:cNvSpPr>
            <a:spLocks noChangeArrowheads="1"/>
          </p:cNvSpPr>
          <p:nvPr/>
        </p:nvSpPr>
        <p:spPr bwMode="auto">
          <a:xfrm>
            <a:off x="8993625" y="4546540"/>
            <a:ext cx="969692" cy="623374"/>
          </a:xfrm>
          <a:custGeom>
            <a:avLst/>
            <a:gdLst>
              <a:gd name="T0" fmla="*/ 1358 w 1359"/>
              <a:gd name="T1" fmla="*/ 0 h 874"/>
              <a:gd name="T2" fmla="*/ 1358 w 1359"/>
              <a:gd name="T3" fmla="*/ 194 h 874"/>
              <a:gd name="T4" fmla="*/ 0 w 1359"/>
              <a:gd name="T5" fmla="*/ 873 h 874"/>
              <a:gd name="T6" fmla="*/ 0 w 1359"/>
              <a:gd name="T7" fmla="*/ 679 h 874"/>
              <a:gd name="T8" fmla="*/ 1358 w 1359"/>
              <a:gd name="T9" fmla="*/ 0 h 874"/>
            </a:gdLst>
            <a:ahLst/>
            <a:cxnLst>
              <a:cxn ang="0">
                <a:pos x="T0" y="T1"/>
              </a:cxn>
              <a:cxn ang="0">
                <a:pos x="T2" y="T3"/>
              </a:cxn>
              <a:cxn ang="0">
                <a:pos x="T4" y="T5"/>
              </a:cxn>
              <a:cxn ang="0">
                <a:pos x="T6" y="T7"/>
              </a:cxn>
              <a:cxn ang="0">
                <a:pos x="T8" y="T9"/>
              </a:cxn>
            </a:cxnLst>
            <a:rect l="0" t="0" r="r" b="b"/>
            <a:pathLst>
              <a:path w="1359" h="874">
                <a:moveTo>
                  <a:pt x="1358" y="0"/>
                </a:moveTo>
                <a:lnTo>
                  <a:pt x="1358" y="194"/>
                </a:lnTo>
                <a:lnTo>
                  <a:pt x="0" y="873"/>
                </a:lnTo>
                <a:lnTo>
                  <a:pt x="0" y="679"/>
                </a:lnTo>
                <a:lnTo>
                  <a:pt x="1358" y="0"/>
                </a:lnTo>
              </a:path>
            </a:pathLst>
          </a:custGeom>
          <a:solidFill>
            <a:schemeClr val="bg1">
              <a:lumMod val="75000"/>
            </a:schemeClr>
          </a:solidFill>
          <a:ln>
            <a:noFill/>
          </a:ln>
          <a:effectLst/>
        </p:spPr>
        <p:txBody>
          <a:bodyPr wrap="none" anchor="ctr"/>
          <a:lstStyle/>
          <a:p>
            <a:endParaRPr lang="en-US" sz="900"/>
          </a:p>
        </p:txBody>
      </p:sp>
      <p:sp>
        <p:nvSpPr>
          <p:cNvPr id="42" name="Freeform 41">
            <a:extLst>
              <a:ext uri="{FF2B5EF4-FFF2-40B4-BE49-F238E27FC236}">
                <a16:creationId xmlns:a16="http://schemas.microsoft.com/office/drawing/2014/main" id="{C277959B-79B4-B948-9A8B-0632E163A89A}"/>
              </a:ext>
            </a:extLst>
          </p:cNvPr>
          <p:cNvSpPr>
            <a:spLocks noChangeArrowheads="1"/>
          </p:cNvSpPr>
          <p:nvPr/>
        </p:nvSpPr>
        <p:spPr bwMode="auto">
          <a:xfrm>
            <a:off x="7787808" y="4546540"/>
            <a:ext cx="969692" cy="623374"/>
          </a:xfrm>
          <a:custGeom>
            <a:avLst/>
            <a:gdLst>
              <a:gd name="T0" fmla="*/ 1358 w 1359"/>
              <a:gd name="T1" fmla="*/ 679 h 874"/>
              <a:gd name="T2" fmla="*/ 1358 w 1359"/>
              <a:gd name="T3" fmla="*/ 873 h 874"/>
              <a:gd name="T4" fmla="*/ 0 w 1359"/>
              <a:gd name="T5" fmla="*/ 194 h 874"/>
              <a:gd name="T6" fmla="*/ 0 w 1359"/>
              <a:gd name="T7" fmla="*/ 0 h 874"/>
              <a:gd name="T8" fmla="*/ 1358 w 1359"/>
              <a:gd name="T9" fmla="*/ 679 h 874"/>
            </a:gdLst>
            <a:ahLst/>
            <a:cxnLst>
              <a:cxn ang="0">
                <a:pos x="T0" y="T1"/>
              </a:cxn>
              <a:cxn ang="0">
                <a:pos x="T2" y="T3"/>
              </a:cxn>
              <a:cxn ang="0">
                <a:pos x="T4" y="T5"/>
              </a:cxn>
              <a:cxn ang="0">
                <a:pos x="T6" y="T7"/>
              </a:cxn>
              <a:cxn ang="0">
                <a:pos x="T8" y="T9"/>
              </a:cxn>
            </a:cxnLst>
            <a:rect l="0" t="0" r="r" b="b"/>
            <a:pathLst>
              <a:path w="1359" h="874">
                <a:moveTo>
                  <a:pt x="1358" y="679"/>
                </a:moveTo>
                <a:lnTo>
                  <a:pt x="1358" y="873"/>
                </a:lnTo>
                <a:lnTo>
                  <a:pt x="0" y="194"/>
                </a:lnTo>
                <a:lnTo>
                  <a:pt x="0" y="0"/>
                </a:lnTo>
                <a:lnTo>
                  <a:pt x="1358" y="679"/>
                </a:lnTo>
              </a:path>
            </a:pathLst>
          </a:custGeom>
          <a:solidFill>
            <a:schemeClr val="bg1">
              <a:lumMod val="75000"/>
            </a:schemeClr>
          </a:solidFill>
          <a:ln>
            <a:noFill/>
          </a:ln>
          <a:effectLst/>
        </p:spPr>
        <p:txBody>
          <a:bodyPr wrap="none" anchor="ctr"/>
          <a:lstStyle/>
          <a:p>
            <a:endParaRPr lang="en-US" sz="900"/>
          </a:p>
        </p:txBody>
      </p:sp>
      <p:sp>
        <p:nvSpPr>
          <p:cNvPr id="43" name="Freeform 42">
            <a:extLst>
              <a:ext uri="{FF2B5EF4-FFF2-40B4-BE49-F238E27FC236}">
                <a16:creationId xmlns:a16="http://schemas.microsoft.com/office/drawing/2014/main" id="{2331575B-BF3F-7C44-86C8-4C6CECB0207A}"/>
              </a:ext>
            </a:extLst>
          </p:cNvPr>
          <p:cNvSpPr>
            <a:spLocks noChangeArrowheads="1"/>
          </p:cNvSpPr>
          <p:nvPr/>
        </p:nvSpPr>
        <p:spPr bwMode="auto">
          <a:xfrm>
            <a:off x="7721691" y="3923166"/>
            <a:ext cx="2304594" cy="1136554"/>
          </a:xfrm>
          <a:custGeom>
            <a:avLst/>
            <a:gdLst>
              <a:gd name="T0" fmla="*/ 1614 w 3227"/>
              <a:gd name="T1" fmla="*/ 0 h 1591"/>
              <a:gd name="T2" fmla="*/ 1778 w 3227"/>
              <a:gd name="T3" fmla="*/ 33 h 1591"/>
              <a:gd name="T4" fmla="*/ 3136 w 3227"/>
              <a:gd name="T5" fmla="*/ 713 h 1591"/>
              <a:gd name="T6" fmla="*/ 3136 w 3227"/>
              <a:gd name="T7" fmla="*/ 877 h 1591"/>
              <a:gd name="T8" fmla="*/ 1778 w 3227"/>
              <a:gd name="T9" fmla="*/ 1556 h 1591"/>
              <a:gd name="T10" fmla="*/ 1614 w 3227"/>
              <a:gd name="T11" fmla="*/ 1590 h 1591"/>
              <a:gd name="T12" fmla="*/ 1449 w 3227"/>
              <a:gd name="T13" fmla="*/ 1556 h 1591"/>
              <a:gd name="T14" fmla="*/ 91 w 3227"/>
              <a:gd name="T15" fmla="*/ 877 h 1591"/>
              <a:gd name="T16" fmla="*/ 91 w 3227"/>
              <a:gd name="T17" fmla="*/ 713 h 1591"/>
              <a:gd name="T18" fmla="*/ 1449 w 3227"/>
              <a:gd name="T19" fmla="*/ 33 h 1591"/>
              <a:gd name="T20" fmla="*/ 1614 w 3227"/>
              <a:gd name="T21" fmla="*/ 0 h 15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27" h="1591">
                <a:moveTo>
                  <a:pt x="1614" y="0"/>
                </a:moveTo>
                <a:cubicBezTo>
                  <a:pt x="1673" y="0"/>
                  <a:pt x="1732" y="11"/>
                  <a:pt x="1778" y="33"/>
                </a:cubicBezTo>
                <a:lnTo>
                  <a:pt x="3136" y="713"/>
                </a:lnTo>
                <a:cubicBezTo>
                  <a:pt x="3226" y="758"/>
                  <a:pt x="3226" y="831"/>
                  <a:pt x="3136" y="877"/>
                </a:cubicBezTo>
                <a:lnTo>
                  <a:pt x="1778" y="1556"/>
                </a:lnTo>
                <a:cubicBezTo>
                  <a:pt x="1732" y="1579"/>
                  <a:pt x="1673" y="1590"/>
                  <a:pt x="1614" y="1590"/>
                </a:cubicBezTo>
                <a:cubicBezTo>
                  <a:pt x="1554" y="1590"/>
                  <a:pt x="1495" y="1579"/>
                  <a:pt x="1449" y="1556"/>
                </a:cubicBezTo>
                <a:lnTo>
                  <a:pt x="91" y="877"/>
                </a:lnTo>
                <a:cubicBezTo>
                  <a:pt x="0" y="831"/>
                  <a:pt x="0" y="758"/>
                  <a:pt x="91" y="713"/>
                </a:cubicBezTo>
                <a:lnTo>
                  <a:pt x="1449" y="33"/>
                </a:lnTo>
                <a:cubicBezTo>
                  <a:pt x="1495" y="11"/>
                  <a:pt x="1554" y="0"/>
                  <a:pt x="1614" y="0"/>
                </a:cubicBezTo>
              </a:path>
            </a:pathLst>
          </a:custGeom>
          <a:solidFill>
            <a:schemeClr val="bg1">
              <a:lumMod val="95000"/>
            </a:schemeClr>
          </a:solidFill>
          <a:ln>
            <a:noFill/>
          </a:ln>
          <a:effectLst/>
        </p:spPr>
        <p:txBody>
          <a:bodyPr wrap="none" anchor="ctr"/>
          <a:lstStyle/>
          <a:p>
            <a:endParaRPr lang="en-US" sz="900"/>
          </a:p>
        </p:txBody>
      </p:sp>
      <p:sp>
        <p:nvSpPr>
          <p:cNvPr id="44" name="Freeform 43">
            <a:extLst>
              <a:ext uri="{FF2B5EF4-FFF2-40B4-BE49-F238E27FC236}">
                <a16:creationId xmlns:a16="http://schemas.microsoft.com/office/drawing/2014/main" id="{6F3F77BA-E8FA-BF46-835D-64B0640118FB}"/>
              </a:ext>
            </a:extLst>
          </p:cNvPr>
          <p:cNvSpPr>
            <a:spLocks noChangeArrowheads="1"/>
          </p:cNvSpPr>
          <p:nvPr/>
        </p:nvSpPr>
        <p:spPr bwMode="auto">
          <a:xfrm>
            <a:off x="8757500" y="5031386"/>
            <a:ext cx="236125" cy="163715"/>
          </a:xfrm>
          <a:custGeom>
            <a:avLst/>
            <a:gdLst>
              <a:gd name="T0" fmla="*/ 300 w 330"/>
              <a:gd name="T1" fmla="*/ 12 h 229"/>
              <a:gd name="T2" fmla="*/ 275 w 330"/>
              <a:gd name="T3" fmla="*/ 20 h 229"/>
              <a:gd name="T4" fmla="*/ 254 w 330"/>
              <a:gd name="T5" fmla="*/ 25 h 229"/>
              <a:gd name="T6" fmla="*/ 230 w 330"/>
              <a:gd name="T7" fmla="*/ 29 h 229"/>
              <a:gd name="T8" fmla="*/ 205 w 330"/>
              <a:gd name="T9" fmla="*/ 32 h 229"/>
              <a:gd name="T10" fmla="*/ 183 w 330"/>
              <a:gd name="T11" fmla="*/ 34 h 229"/>
              <a:gd name="T12" fmla="*/ 148 w 330"/>
              <a:gd name="T13" fmla="*/ 34 h 229"/>
              <a:gd name="T14" fmla="*/ 122 w 330"/>
              <a:gd name="T15" fmla="*/ 32 h 229"/>
              <a:gd name="T16" fmla="*/ 100 w 330"/>
              <a:gd name="T17" fmla="*/ 30 h 229"/>
              <a:gd name="T18" fmla="*/ 80 w 330"/>
              <a:gd name="T19" fmla="*/ 26 h 229"/>
              <a:gd name="T20" fmla="*/ 60 w 330"/>
              <a:gd name="T21" fmla="*/ 22 h 229"/>
              <a:gd name="T22" fmla="*/ 40 w 330"/>
              <a:gd name="T23" fmla="*/ 16 h 229"/>
              <a:gd name="T24" fmla="*/ 18 w 330"/>
              <a:gd name="T25" fmla="*/ 8 h 229"/>
              <a:gd name="T26" fmla="*/ 0 w 330"/>
              <a:gd name="T27" fmla="*/ 194 h 229"/>
              <a:gd name="T28" fmla="*/ 18 w 330"/>
              <a:gd name="T29" fmla="*/ 203 h 229"/>
              <a:gd name="T30" fmla="*/ 40 w 330"/>
              <a:gd name="T31" fmla="*/ 210 h 229"/>
              <a:gd name="T32" fmla="*/ 49 w 330"/>
              <a:gd name="T33" fmla="*/ 213 h 229"/>
              <a:gd name="T34" fmla="*/ 63 w 330"/>
              <a:gd name="T35" fmla="*/ 217 h 229"/>
              <a:gd name="T36" fmla="*/ 80 w 330"/>
              <a:gd name="T37" fmla="*/ 221 h 229"/>
              <a:gd name="T38" fmla="*/ 93 w 330"/>
              <a:gd name="T39" fmla="*/ 222 h 229"/>
              <a:gd name="T40" fmla="*/ 101 w 330"/>
              <a:gd name="T41" fmla="*/ 224 h 229"/>
              <a:gd name="T42" fmla="*/ 122 w 330"/>
              <a:gd name="T43" fmla="*/ 227 h 229"/>
              <a:gd name="T44" fmla="*/ 141 w 330"/>
              <a:gd name="T45" fmla="*/ 228 h 229"/>
              <a:gd name="T46" fmla="*/ 159 w 330"/>
              <a:gd name="T47" fmla="*/ 228 h 229"/>
              <a:gd name="T48" fmla="*/ 179 w 330"/>
              <a:gd name="T49" fmla="*/ 228 h 229"/>
              <a:gd name="T50" fmla="*/ 195 w 330"/>
              <a:gd name="T51" fmla="*/ 227 h 229"/>
              <a:gd name="T52" fmla="*/ 205 w 330"/>
              <a:gd name="T53" fmla="*/ 227 h 229"/>
              <a:gd name="T54" fmla="*/ 230 w 330"/>
              <a:gd name="T55" fmla="*/ 223 h 229"/>
              <a:gd name="T56" fmla="*/ 254 w 330"/>
              <a:gd name="T57" fmla="*/ 219 h 229"/>
              <a:gd name="T58" fmla="*/ 273 w 330"/>
              <a:gd name="T59" fmla="*/ 215 h 229"/>
              <a:gd name="T60" fmla="*/ 294 w 330"/>
              <a:gd name="T61" fmla="*/ 209 h 229"/>
              <a:gd name="T62" fmla="*/ 313 w 330"/>
              <a:gd name="T63" fmla="*/ 201 h 229"/>
              <a:gd name="T64" fmla="*/ 329 w 330"/>
              <a:gd name="T65" fmla="*/ 194 h 229"/>
              <a:gd name="T66" fmla="*/ 313 w 330"/>
              <a:gd name="T67" fmla="*/ 7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30" h="229">
                <a:moveTo>
                  <a:pt x="313" y="7"/>
                </a:moveTo>
                <a:cubicBezTo>
                  <a:pt x="309" y="9"/>
                  <a:pt x="305" y="10"/>
                  <a:pt x="300" y="12"/>
                </a:cubicBezTo>
                <a:cubicBezTo>
                  <a:pt x="298" y="13"/>
                  <a:pt x="296" y="14"/>
                  <a:pt x="294" y="14"/>
                </a:cubicBezTo>
                <a:cubicBezTo>
                  <a:pt x="288" y="16"/>
                  <a:pt x="282" y="18"/>
                  <a:pt x="275" y="20"/>
                </a:cubicBezTo>
                <a:cubicBezTo>
                  <a:pt x="275" y="20"/>
                  <a:pt x="274" y="20"/>
                  <a:pt x="272" y="20"/>
                </a:cubicBezTo>
                <a:cubicBezTo>
                  <a:pt x="267" y="22"/>
                  <a:pt x="260" y="23"/>
                  <a:pt x="254" y="25"/>
                </a:cubicBezTo>
                <a:cubicBezTo>
                  <a:pt x="253" y="25"/>
                  <a:pt x="253" y="25"/>
                  <a:pt x="252" y="25"/>
                </a:cubicBezTo>
                <a:cubicBezTo>
                  <a:pt x="245" y="27"/>
                  <a:pt x="237" y="28"/>
                  <a:pt x="230" y="29"/>
                </a:cubicBezTo>
                <a:cubicBezTo>
                  <a:pt x="230" y="30"/>
                  <a:pt x="229" y="30"/>
                  <a:pt x="229" y="30"/>
                </a:cubicBezTo>
                <a:cubicBezTo>
                  <a:pt x="221" y="31"/>
                  <a:pt x="213" y="32"/>
                  <a:pt x="205" y="32"/>
                </a:cubicBezTo>
                <a:cubicBezTo>
                  <a:pt x="202" y="33"/>
                  <a:pt x="198" y="33"/>
                  <a:pt x="195" y="33"/>
                </a:cubicBezTo>
                <a:cubicBezTo>
                  <a:pt x="191" y="33"/>
                  <a:pt x="187" y="33"/>
                  <a:pt x="183" y="34"/>
                </a:cubicBezTo>
                <a:cubicBezTo>
                  <a:pt x="177" y="34"/>
                  <a:pt x="171" y="34"/>
                  <a:pt x="165" y="34"/>
                </a:cubicBezTo>
                <a:cubicBezTo>
                  <a:pt x="159" y="34"/>
                  <a:pt x="154" y="34"/>
                  <a:pt x="148" y="34"/>
                </a:cubicBezTo>
                <a:cubicBezTo>
                  <a:pt x="146" y="33"/>
                  <a:pt x="143" y="33"/>
                  <a:pt x="141" y="33"/>
                </a:cubicBezTo>
                <a:cubicBezTo>
                  <a:pt x="134" y="33"/>
                  <a:pt x="128" y="33"/>
                  <a:pt x="122" y="32"/>
                </a:cubicBezTo>
                <a:cubicBezTo>
                  <a:pt x="121" y="32"/>
                  <a:pt x="121" y="32"/>
                  <a:pt x="120" y="32"/>
                </a:cubicBezTo>
                <a:cubicBezTo>
                  <a:pt x="113" y="32"/>
                  <a:pt x="107" y="30"/>
                  <a:pt x="100" y="30"/>
                </a:cubicBezTo>
                <a:cubicBezTo>
                  <a:pt x="98" y="29"/>
                  <a:pt x="95" y="28"/>
                  <a:pt x="93" y="28"/>
                </a:cubicBezTo>
                <a:cubicBezTo>
                  <a:pt x="88" y="28"/>
                  <a:pt x="84" y="27"/>
                  <a:pt x="80" y="26"/>
                </a:cubicBezTo>
                <a:cubicBezTo>
                  <a:pt x="77" y="25"/>
                  <a:pt x="74" y="25"/>
                  <a:pt x="71" y="24"/>
                </a:cubicBezTo>
                <a:cubicBezTo>
                  <a:pt x="68" y="23"/>
                  <a:pt x="64" y="22"/>
                  <a:pt x="60" y="22"/>
                </a:cubicBezTo>
                <a:cubicBezTo>
                  <a:pt x="57" y="20"/>
                  <a:pt x="53" y="20"/>
                  <a:pt x="49" y="19"/>
                </a:cubicBezTo>
                <a:cubicBezTo>
                  <a:pt x="46" y="18"/>
                  <a:pt x="43" y="17"/>
                  <a:pt x="40" y="16"/>
                </a:cubicBezTo>
                <a:cubicBezTo>
                  <a:pt x="33" y="14"/>
                  <a:pt x="27" y="11"/>
                  <a:pt x="20" y="9"/>
                </a:cubicBezTo>
                <a:lnTo>
                  <a:pt x="18" y="8"/>
                </a:lnTo>
                <a:cubicBezTo>
                  <a:pt x="12" y="6"/>
                  <a:pt x="6" y="3"/>
                  <a:pt x="0" y="0"/>
                </a:cubicBezTo>
                <a:lnTo>
                  <a:pt x="0" y="194"/>
                </a:lnTo>
                <a:cubicBezTo>
                  <a:pt x="6" y="197"/>
                  <a:pt x="12" y="200"/>
                  <a:pt x="18" y="202"/>
                </a:cubicBezTo>
                <a:lnTo>
                  <a:pt x="18" y="203"/>
                </a:lnTo>
                <a:cubicBezTo>
                  <a:pt x="19" y="203"/>
                  <a:pt x="20" y="203"/>
                  <a:pt x="20" y="203"/>
                </a:cubicBezTo>
                <a:cubicBezTo>
                  <a:pt x="27" y="206"/>
                  <a:pt x="33" y="208"/>
                  <a:pt x="40" y="210"/>
                </a:cubicBezTo>
                <a:cubicBezTo>
                  <a:pt x="41" y="211"/>
                  <a:pt x="42" y="211"/>
                  <a:pt x="42" y="211"/>
                </a:cubicBezTo>
                <a:cubicBezTo>
                  <a:pt x="45" y="212"/>
                  <a:pt x="47" y="212"/>
                  <a:pt x="49" y="213"/>
                </a:cubicBezTo>
                <a:cubicBezTo>
                  <a:pt x="53" y="214"/>
                  <a:pt x="57" y="215"/>
                  <a:pt x="60" y="216"/>
                </a:cubicBezTo>
                <a:cubicBezTo>
                  <a:pt x="61" y="216"/>
                  <a:pt x="62" y="216"/>
                  <a:pt x="63" y="217"/>
                </a:cubicBezTo>
                <a:cubicBezTo>
                  <a:pt x="66" y="217"/>
                  <a:pt x="69" y="218"/>
                  <a:pt x="71" y="219"/>
                </a:cubicBezTo>
                <a:cubicBezTo>
                  <a:pt x="74" y="219"/>
                  <a:pt x="77" y="220"/>
                  <a:pt x="80" y="221"/>
                </a:cubicBezTo>
                <a:cubicBezTo>
                  <a:pt x="80" y="221"/>
                  <a:pt x="81" y="221"/>
                  <a:pt x="82" y="221"/>
                </a:cubicBezTo>
                <a:cubicBezTo>
                  <a:pt x="86" y="222"/>
                  <a:pt x="90" y="222"/>
                  <a:pt x="93" y="222"/>
                </a:cubicBezTo>
                <a:cubicBezTo>
                  <a:pt x="95" y="223"/>
                  <a:pt x="98" y="223"/>
                  <a:pt x="100" y="223"/>
                </a:cubicBezTo>
                <a:cubicBezTo>
                  <a:pt x="100" y="223"/>
                  <a:pt x="100" y="224"/>
                  <a:pt x="101" y="224"/>
                </a:cubicBezTo>
                <a:cubicBezTo>
                  <a:pt x="107" y="225"/>
                  <a:pt x="113" y="225"/>
                  <a:pt x="120" y="226"/>
                </a:cubicBezTo>
                <a:cubicBezTo>
                  <a:pt x="121" y="226"/>
                  <a:pt x="121" y="226"/>
                  <a:pt x="122" y="227"/>
                </a:cubicBezTo>
                <a:cubicBezTo>
                  <a:pt x="127" y="227"/>
                  <a:pt x="133" y="227"/>
                  <a:pt x="139" y="228"/>
                </a:cubicBezTo>
                <a:cubicBezTo>
                  <a:pt x="140" y="228"/>
                  <a:pt x="140" y="228"/>
                  <a:pt x="141" y="228"/>
                </a:cubicBezTo>
                <a:cubicBezTo>
                  <a:pt x="143" y="228"/>
                  <a:pt x="146" y="228"/>
                  <a:pt x="148" y="228"/>
                </a:cubicBezTo>
                <a:cubicBezTo>
                  <a:pt x="152" y="228"/>
                  <a:pt x="155" y="228"/>
                  <a:pt x="159" y="228"/>
                </a:cubicBezTo>
                <a:cubicBezTo>
                  <a:pt x="161" y="228"/>
                  <a:pt x="162" y="228"/>
                  <a:pt x="165" y="228"/>
                </a:cubicBezTo>
                <a:cubicBezTo>
                  <a:pt x="170" y="228"/>
                  <a:pt x="174" y="228"/>
                  <a:pt x="179" y="228"/>
                </a:cubicBezTo>
                <a:cubicBezTo>
                  <a:pt x="181" y="228"/>
                  <a:pt x="182" y="228"/>
                  <a:pt x="183" y="228"/>
                </a:cubicBezTo>
                <a:cubicBezTo>
                  <a:pt x="187" y="228"/>
                  <a:pt x="191" y="227"/>
                  <a:pt x="195" y="227"/>
                </a:cubicBezTo>
                <a:cubicBezTo>
                  <a:pt x="198" y="227"/>
                  <a:pt x="200" y="227"/>
                  <a:pt x="203" y="227"/>
                </a:cubicBezTo>
                <a:lnTo>
                  <a:pt x="205" y="227"/>
                </a:lnTo>
                <a:cubicBezTo>
                  <a:pt x="213" y="226"/>
                  <a:pt x="221" y="225"/>
                  <a:pt x="229" y="223"/>
                </a:cubicBezTo>
                <a:lnTo>
                  <a:pt x="230" y="223"/>
                </a:lnTo>
                <a:cubicBezTo>
                  <a:pt x="237" y="222"/>
                  <a:pt x="245" y="221"/>
                  <a:pt x="252" y="220"/>
                </a:cubicBezTo>
                <a:cubicBezTo>
                  <a:pt x="253" y="220"/>
                  <a:pt x="253" y="219"/>
                  <a:pt x="254" y="219"/>
                </a:cubicBezTo>
                <a:cubicBezTo>
                  <a:pt x="260" y="218"/>
                  <a:pt x="267" y="217"/>
                  <a:pt x="272" y="215"/>
                </a:cubicBezTo>
                <a:cubicBezTo>
                  <a:pt x="273" y="215"/>
                  <a:pt x="273" y="215"/>
                  <a:pt x="273" y="215"/>
                </a:cubicBezTo>
                <a:cubicBezTo>
                  <a:pt x="274" y="214"/>
                  <a:pt x="275" y="214"/>
                  <a:pt x="275" y="214"/>
                </a:cubicBezTo>
                <a:cubicBezTo>
                  <a:pt x="282" y="212"/>
                  <a:pt x="288" y="211"/>
                  <a:pt x="294" y="209"/>
                </a:cubicBezTo>
                <a:cubicBezTo>
                  <a:pt x="296" y="208"/>
                  <a:pt x="298" y="207"/>
                  <a:pt x="300" y="206"/>
                </a:cubicBezTo>
                <a:cubicBezTo>
                  <a:pt x="305" y="205"/>
                  <a:pt x="309" y="203"/>
                  <a:pt x="313" y="201"/>
                </a:cubicBezTo>
                <a:cubicBezTo>
                  <a:pt x="314" y="201"/>
                  <a:pt x="315" y="200"/>
                  <a:pt x="316" y="200"/>
                </a:cubicBezTo>
                <a:cubicBezTo>
                  <a:pt x="320" y="198"/>
                  <a:pt x="324" y="197"/>
                  <a:pt x="329" y="194"/>
                </a:cubicBezTo>
                <a:lnTo>
                  <a:pt x="329" y="0"/>
                </a:lnTo>
                <a:cubicBezTo>
                  <a:pt x="324" y="3"/>
                  <a:pt x="319" y="4"/>
                  <a:pt x="313" y="7"/>
                </a:cubicBezTo>
              </a:path>
            </a:pathLst>
          </a:custGeom>
          <a:solidFill>
            <a:schemeClr val="bg1">
              <a:lumMod val="65000"/>
            </a:schemeClr>
          </a:solidFill>
          <a:ln>
            <a:noFill/>
          </a:ln>
          <a:effectLst/>
        </p:spPr>
        <p:txBody>
          <a:bodyPr wrap="none" anchor="ctr"/>
          <a:lstStyle/>
          <a:p>
            <a:endParaRPr lang="en-US" sz="900"/>
          </a:p>
        </p:txBody>
      </p:sp>
      <p:sp>
        <p:nvSpPr>
          <p:cNvPr id="45" name="Freeform 44">
            <a:extLst>
              <a:ext uri="{FF2B5EF4-FFF2-40B4-BE49-F238E27FC236}">
                <a16:creationId xmlns:a16="http://schemas.microsoft.com/office/drawing/2014/main" id="{1A5B6298-247F-6147-9B6F-DC2247DDF246}"/>
              </a:ext>
            </a:extLst>
          </p:cNvPr>
          <p:cNvSpPr>
            <a:spLocks noChangeArrowheads="1"/>
          </p:cNvSpPr>
          <p:nvPr/>
        </p:nvSpPr>
        <p:spPr bwMode="auto">
          <a:xfrm>
            <a:off x="8574896" y="4417456"/>
            <a:ext cx="598187" cy="141677"/>
          </a:xfrm>
          <a:custGeom>
            <a:avLst/>
            <a:gdLst>
              <a:gd name="T0" fmla="*/ 839 w 840"/>
              <a:gd name="T1" fmla="*/ 99 h 199"/>
              <a:gd name="T2" fmla="*/ 419 w 840"/>
              <a:gd name="T3" fmla="*/ 198 h 199"/>
              <a:gd name="T4" fmla="*/ 0 w 840"/>
              <a:gd name="T5" fmla="*/ 99 h 199"/>
              <a:gd name="T6" fmla="*/ 419 w 840"/>
              <a:gd name="T7" fmla="*/ 0 h 199"/>
              <a:gd name="T8" fmla="*/ 839 w 840"/>
              <a:gd name="T9" fmla="*/ 99 h 199"/>
            </a:gdLst>
            <a:ahLst/>
            <a:cxnLst>
              <a:cxn ang="0">
                <a:pos x="T0" y="T1"/>
              </a:cxn>
              <a:cxn ang="0">
                <a:pos x="T2" y="T3"/>
              </a:cxn>
              <a:cxn ang="0">
                <a:pos x="T4" y="T5"/>
              </a:cxn>
              <a:cxn ang="0">
                <a:pos x="T6" y="T7"/>
              </a:cxn>
              <a:cxn ang="0">
                <a:pos x="T8" y="T9"/>
              </a:cxn>
            </a:cxnLst>
            <a:rect l="0" t="0" r="r" b="b"/>
            <a:pathLst>
              <a:path w="840" h="199">
                <a:moveTo>
                  <a:pt x="839" y="99"/>
                </a:moveTo>
                <a:cubicBezTo>
                  <a:pt x="839" y="154"/>
                  <a:pt x="651" y="198"/>
                  <a:pt x="419" y="198"/>
                </a:cubicBezTo>
                <a:cubicBezTo>
                  <a:pt x="187" y="198"/>
                  <a:pt x="0" y="154"/>
                  <a:pt x="0" y="99"/>
                </a:cubicBezTo>
                <a:cubicBezTo>
                  <a:pt x="0" y="44"/>
                  <a:pt x="187" y="0"/>
                  <a:pt x="419" y="0"/>
                </a:cubicBezTo>
                <a:cubicBezTo>
                  <a:pt x="651" y="0"/>
                  <a:pt x="839" y="44"/>
                  <a:pt x="839" y="99"/>
                </a:cubicBezTo>
              </a:path>
            </a:pathLst>
          </a:custGeom>
          <a:solidFill>
            <a:schemeClr val="bg1">
              <a:lumMod val="75000"/>
            </a:schemeClr>
          </a:solidFill>
          <a:ln>
            <a:noFill/>
          </a:ln>
          <a:effectLst/>
        </p:spPr>
        <p:txBody>
          <a:bodyPr wrap="none" anchor="ctr"/>
          <a:lstStyle/>
          <a:p>
            <a:endParaRPr lang="en-US" sz="900"/>
          </a:p>
        </p:txBody>
      </p:sp>
      <p:sp>
        <p:nvSpPr>
          <p:cNvPr id="46" name="Freeform 45">
            <a:extLst>
              <a:ext uri="{FF2B5EF4-FFF2-40B4-BE49-F238E27FC236}">
                <a16:creationId xmlns:a16="http://schemas.microsoft.com/office/drawing/2014/main" id="{D84F0C3B-CEE2-5946-B05F-8D3FB9B90799}"/>
              </a:ext>
            </a:extLst>
          </p:cNvPr>
          <p:cNvSpPr>
            <a:spLocks noChangeArrowheads="1"/>
          </p:cNvSpPr>
          <p:nvPr/>
        </p:nvSpPr>
        <p:spPr bwMode="auto">
          <a:xfrm>
            <a:off x="8238021" y="3022738"/>
            <a:ext cx="1271934" cy="1467132"/>
          </a:xfrm>
          <a:custGeom>
            <a:avLst/>
            <a:gdLst>
              <a:gd name="T0" fmla="*/ 1779 w 1780"/>
              <a:gd name="T1" fmla="*/ 889 h 2054"/>
              <a:gd name="T2" fmla="*/ 889 w 1780"/>
              <a:gd name="T3" fmla="*/ 0 h 2054"/>
              <a:gd name="T4" fmla="*/ 0 w 1780"/>
              <a:gd name="T5" fmla="*/ 889 h 2054"/>
              <a:gd name="T6" fmla="*/ 722 w 1780"/>
              <a:gd name="T7" fmla="*/ 1763 h 2054"/>
              <a:gd name="T8" fmla="*/ 889 w 1780"/>
              <a:gd name="T9" fmla="*/ 2053 h 2054"/>
              <a:gd name="T10" fmla="*/ 1057 w 1780"/>
              <a:gd name="T11" fmla="*/ 1763 h 2054"/>
              <a:gd name="T12" fmla="*/ 1779 w 1780"/>
              <a:gd name="T13" fmla="*/ 889 h 2054"/>
            </a:gdLst>
            <a:ahLst/>
            <a:cxnLst>
              <a:cxn ang="0">
                <a:pos x="T0" y="T1"/>
              </a:cxn>
              <a:cxn ang="0">
                <a:pos x="T2" y="T3"/>
              </a:cxn>
              <a:cxn ang="0">
                <a:pos x="T4" y="T5"/>
              </a:cxn>
              <a:cxn ang="0">
                <a:pos x="T6" y="T7"/>
              </a:cxn>
              <a:cxn ang="0">
                <a:pos x="T8" y="T9"/>
              </a:cxn>
              <a:cxn ang="0">
                <a:pos x="T10" y="T11"/>
              </a:cxn>
              <a:cxn ang="0">
                <a:pos x="T12" y="T13"/>
              </a:cxn>
            </a:cxnLst>
            <a:rect l="0" t="0" r="r" b="b"/>
            <a:pathLst>
              <a:path w="1780" h="2054">
                <a:moveTo>
                  <a:pt x="1779" y="889"/>
                </a:moveTo>
                <a:cubicBezTo>
                  <a:pt x="1779" y="398"/>
                  <a:pt x="1381" y="0"/>
                  <a:pt x="889" y="0"/>
                </a:cubicBezTo>
                <a:cubicBezTo>
                  <a:pt x="398" y="0"/>
                  <a:pt x="0" y="398"/>
                  <a:pt x="0" y="889"/>
                </a:cubicBezTo>
                <a:cubicBezTo>
                  <a:pt x="0" y="1323"/>
                  <a:pt x="311" y="1685"/>
                  <a:pt x="722" y="1763"/>
                </a:cubicBezTo>
                <a:lnTo>
                  <a:pt x="889" y="2053"/>
                </a:lnTo>
                <a:lnTo>
                  <a:pt x="1057" y="1763"/>
                </a:lnTo>
                <a:cubicBezTo>
                  <a:pt x="1468" y="1685"/>
                  <a:pt x="1779" y="1323"/>
                  <a:pt x="1779" y="889"/>
                </a:cubicBezTo>
              </a:path>
            </a:pathLst>
          </a:custGeom>
          <a:solidFill>
            <a:schemeClr val="accent1">
              <a:lumMod val="60000"/>
              <a:lumOff val="40000"/>
            </a:schemeClr>
          </a:solidFill>
          <a:ln>
            <a:noFill/>
          </a:ln>
          <a:effectLst/>
        </p:spPr>
        <p:txBody>
          <a:bodyPr wrap="none" anchor="ctr"/>
          <a:lstStyle/>
          <a:p>
            <a:endParaRPr lang="en-US" sz="900"/>
          </a:p>
        </p:txBody>
      </p:sp>
      <p:sp>
        <p:nvSpPr>
          <p:cNvPr id="62" name="TextBox 61">
            <a:extLst>
              <a:ext uri="{FF2B5EF4-FFF2-40B4-BE49-F238E27FC236}">
                <a16:creationId xmlns:a16="http://schemas.microsoft.com/office/drawing/2014/main" id="{EB9C3411-2157-D54D-934E-9CF77BF83B23}"/>
              </a:ext>
            </a:extLst>
          </p:cNvPr>
          <p:cNvSpPr txBox="1"/>
          <p:nvPr/>
        </p:nvSpPr>
        <p:spPr>
          <a:xfrm>
            <a:off x="8587663" y="3295598"/>
            <a:ext cx="575800" cy="784830"/>
          </a:xfrm>
          <a:prstGeom prst="rect">
            <a:avLst/>
          </a:prstGeom>
          <a:noFill/>
        </p:spPr>
        <p:txBody>
          <a:bodyPr wrap="none" rtlCol="0" anchor="ctr">
            <a:spAutoFit/>
          </a:bodyPr>
          <a:lstStyle/>
          <a:p>
            <a:pPr algn="ctr"/>
            <a:r>
              <a:rPr lang="fr-FR" sz="4500" b="1" dirty="0">
                <a:solidFill>
                  <a:schemeClr val="bg1"/>
                </a:solidFill>
                <a:latin typeface="Poppins" pitchFamily="2" charset="77"/>
                <a:cs typeface="Poppins" pitchFamily="2" charset="77"/>
              </a:rPr>
              <a:t>4</a:t>
            </a:r>
          </a:p>
        </p:txBody>
      </p:sp>
      <p:sp>
        <p:nvSpPr>
          <p:cNvPr id="73" name="Subtitle 2">
            <a:extLst>
              <a:ext uri="{FF2B5EF4-FFF2-40B4-BE49-F238E27FC236}">
                <a16:creationId xmlns:a16="http://schemas.microsoft.com/office/drawing/2014/main" id="{AEB41844-093F-424B-B804-22AC2D875B64}"/>
              </a:ext>
            </a:extLst>
          </p:cNvPr>
          <p:cNvSpPr txBox="1">
            <a:spLocks/>
          </p:cNvSpPr>
          <p:nvPr/>
        </p:nvSpPr>
        <p:spPr>
          <a:xfrm>
            <a:off x="7804858" y="5995507"/>
            <a:ext cx="2150854" cy="482889"/>
          </a:xfrm>
          <a:prstGeom prst="rect">
            <a:avLst/>
          </a:prstGeom>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750"/>
              </a:lnSpc>
            </a:pPr>
            <a:r>
              <a:rPr lang="fr-FR" sz="1200" b="1" dirty="0">
                <a:solidFill>
                  <a:schemeClr val="accent2">
                    <a:lumMod val="50000"/>
                    <a:lumOff val="50000"/>
                  </a:schemeClr>
                </a:solidFill>
                <a:latin typeface="Lato Light" panose="020F0502020204030203" pitchFamily="34" charset="0"/>
                <a:ea typeface="Lato Light" panose="020F0502020204030203" pitchFamily="34" charset="0"/>
                <a:cs typeface="Mukta ExtraLight" panose="020B0000000000000000" pitchFamily="34" charset="77"/>
              </a:rPr>
              <a:t> Rôle pilotage opérationnel  jour J renforcé.</a:t>
            </a:r>
          </a:p>
        </p:txBody>
      </p:sp>
      <p:sp>
        <p:nvSpPr>
          <p:cNvPr id="74" name="TextBox 73">
            <a:extLst>
              <a:ext uri="{FF2B5EF4-FFF2-40B4-BE49-F238E27FC236}">
                <a16:creationId xmlns:a16="http://schemas.microsoft.com/office/drawing/2014/main" id="{9A5F261D-A0B8-D34C-9566-60C9197D42AA}"/>
              </a:ext>
            </a:extLst>
          </p:cNvPr>
          <p:cNvSpPr txBox="1"/>
          <p:nvPr/>
        </p:nvSpPr>
        <p:spPr>
          <a:xfrm>
            <a:off x="8592385" y="5658375"/>
            <a:ext cx="575800" cy="338554"/>
          </a:xfrm>
          <a:prstGeom prst="rect">
            <a:avLst/>
          </a:prstGeom>
          <a:noFill/>
        </p:spPr>
        <p:txBody>
          <a:bodyPr wrap="none" rtlCol="0" anchor="b" anchorCtr="0">
            <a:spAutoFit/>
          </a:bodyPr>
          <a:lstStyle/>
          <a:p>
            <a:pPr algn="ctr"/>
            <a:r>
              <a:rPr lang="fr-FR" sz="1600" b="1" dirty="0">
                <a:solidFill>
                  <a:schemeClr val="tx2"/>
                </a:solidFill>
                <a:latin typeface="Poppins" pitchFamily="2" charset="77"/>
                <a:ea typeface="League Spartan" charset="0"/>
                <a:cs typeface="Poppins" pitchFamily="2" charset="77"/>
              </a:rPr>
              <a:t>REX</a:t>
            </a:r>
          </a:p>
        </p:txBody>
      </p:sp>
      <p:sp>
        <p:nvSpPr>
          <p:cNvPr id="53" name="Freeform 27">
            <a:extLst>
              <a:ext uri="{FF2B5EF4-FFF2-40B4-BE49-F238E27FC236}">
                <a16:creationId xmlns:a16="http://schemas.microsoft.com/office/drawing/2014/main" id="{7586AF80-B3FF-97FD-194B-44C7716BB992}"/>
              </a:ext>
            </a:extLst>
          </p:cNvPr>
          <p:cNvSpPr>
            <a:spLocks noChangeArrowheads="1"/>
          </p:cNvSpPr>
          <p:nvPr/>
        </p:nvSpPr>
        <p:spPr bwMode="auto">
          <a:xfrm>
            <a:off x="12065230" y="3443448"/>
            <a:ext cx="50374" cy="198345"/>
          </a:xfrm>
          <a:custGeom>
            <a:avLst/>
            <a:gdLst>
              <a:gd name="T0" fmla="*/ 68 w 70"/>
              <a:gd name="T1" fmla="*/ 10 h 278"/>
              <a:gd name="T2" fmla="*/ 68 w 70"/>
              <a:gd name="T3" fmla="*/ 12 h 278"/>
              <a:gd name="T4" fmla="*/ 64 w 70"/>
              <a:gd name="T5" fmla="*/ 22 h 278"/>
              <a:gd name="T6" fmla="*/ 63 w 70"/>
              <a:gd name="T7" fmla="*/ 25 h 278"/>
              <a:gd name="T8" fmla="*/ 60 w 70"/>
              <a:gd name="T9" fmla="*/ 32 h 278"/>
              <a:gd name="T10" fmla="*/ 57 w 70"/>
              <a:gd name="T11" fmla="*/ 36 h 278"/>
              <a:gd name="T12" fmla="*/ 53 w 70"/>
              <a:gd name="T13" fmla="*/ 42 h 278"/>
              <a:gd name="T14" fmla="*/ 49 w 70"/>
              <a:gd name="T15" fmla="*/ 47 h 278"/>
              <a:gd name="T16" fmla="*/ 44 w 70"/>
              <a:gd name="T17" fmla="*/ 52 h 278"/>
              <a:gd name="T18" fmla="*/ 39 w 70"/>
              <a:gd name="T19" fmla="*/ 57 h 278"/>
              <a:gd name="T20" fmla="*/ 32 w 70"/>
              <a:gd name="T21" fmla="*/ 63 h 278"/>
              <a:gd name="T22" fmla="*/ 30 w 70"/>
              <a:gd name="T23" fmla="*/ 65 h 278"/>
              <a:gd name="T24" fmla="*/ 17 w 70"/>
              <a:gd name="T25" fmla="*/ 73 h 278"/>
              <a:gd name="T26" fmla="*/ 15 w 70"/>
              <a:gd name="T27" fmla="*/ 75 h 278"/>
              <a:gd name="T28" fmla="*/ 0 w 70"/>
              <a:gd name="T29" fmla="*/ 82 h 278"/>
              <a:gd name="T30" fmla="*/ 0 w 70"/>
              <a:gd name="T31" fmla="*/ 277 h 278"/>
              <a:gd name="T32" fmla="*/ 15 w 70"/>
              <a:gd name="T33" fmla="*/ 268 h 278"/>
              <a:gd name="T34" fmla="*/ 17 w 70"/>
              <a:gd name="T35" fmla="*/ 267 h 278"/>
              <a:gd name="T36" fmla="*/ 20 w 70"/>
              <a:gd name="T37" fmla="*/ 266 h 278"/>
              <a:gd name="T38" fmla="*/ 30 w 70"/>
              <a:gd name="T39" fmla="*/ 259 h 278"/>
              <a:gd name="T40" fmla="*/ 32 w 70"/>
              <a:gd name="T41" fmla="*/ 258 h 278"/>
              <a:gd name="T42" fmla="*/ 36 w 70"/>
              <a:gd name="T43" fmla="*/ 254 h 278"/>
              <a:gd name="T44" fmla="*/ 39 w 70"/>
              <a:gd name="T45" fmla="*/ 251 h 278"/>
              <a:gd name="T46" fmla="*/ 44 w 70"/>
              <a:gd name="T47" fmla="*/ 246 h 278"/>
              <a:gd name="T48" fmla="*/ 47 w 70"/>
              <a:gd name="T49" fmla="*/ 243 h 278"/>
              <a:gd name="T50" fmla="*/ 49 w 70"/>
              <a:gd name="T51" fmla="*/ 240 h 278"/>
              <a:gd name="T52" fmla="*/ 53 w 70"/>
              <a:gd name="T53" fmla="*/ 236 h 278"/>
              <a:gd name="T54" fmla="*/ 55 w 70"/>
              <a:gd name="T55" fmla="*/ 234 h 278"/>
              <a:gd name="T56" fmla="*/ 57 w 70"/>
              <a:gd name="T57" fmla="*/ 230 h 278"/>
              <a:gd name="T58" fmla="*/ 60 w 70"/>
              <a:gd name="T59" fmla="*/ 226 h 278"/>
              <a:gd name="T60" fmla="*/ 61 w 70"/>
              <a:gd name="T61" fmla="*/ 225 h 278"/>
              <a:gd name="T62" fmla="*/ 63 w 70"/>
              <a:gd name="T63" fmla="*/ 219 h 278"/>
              <a:gd name="T64" fmla="*/ 64 w 70"/>
              <a:gd name="T65" fmla="*/ 216 h 278"/>
              <a:gd name="T66" fmla="*/ 64 w 70"/>
              <a:gd name="T67" fmla="*/ 215 h 278"/>
              <a:gd name="T68" fmla="*/ 68 w 70"/>
              <a:gd name="T69" fmla="*/ 206 h 278"/>
              <a:gd name="T70" fmla="*/ 68 w 70"/>
              <a:gd name="T71" fmla="*/ 204 h 278"/>
              <a:gd name="T72" fmla="*/ 69 w 70"/>
              <a:gd name="T73" fmla="*/ 196 h 278"/>
              <a:gd name="T74" fmla="*/ 69 w 70"/>
              <a:gd name="T75" fmla="*/ 195 h 278"/>
              <a:gd name="T76" fmla="*/ 69 w 70"/>
              <a:gd name="T77" fmla="*/ 0 h 278"/>
              <a:gd name="T78" fmla="*/ 68 w 70"/>
              <a:gd name="T79" fmla="*/ 10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70" h="278">
                <a:moveTo>
                  <a:pt x="68" y="10"/>
                </a:moveTo>
                <a:cubicBezTo>
                  <a:pt x="68" y="10"/>
                  <a:pt x="68" y="11"/>
                  <a:pt x="68" y="12"/>
                </a:cubicBezTo>
                <a:cubicBezTo>
                  <a:pt x="67" y="15"/>
                  <a:pt x="66" y="19"/>
                  <a:pt x="64" y="22"/>
                </a:cubicBezTo>
                <a:cubicBezTo>
                  <a:pt x="64" y="23"/>
                  <a:pt x="63" y="24"/>
                  <a:pt x="63" y="25"/>
                </a:cubicBezTo>
                <a:cubicBezTo>
                  <a:pt x="62" y="28"/>
                  <a:pt x="61" y="30"/>
                  <a:pt x="60" y="32"/>
                </a:cubicBezTo>
                <a:cubicBezTo>
                  <a:pt x="59" y="33"/>
                  <a:pt x="58" y="34"/>
                  <a:pt x="57" y="36"/>
                </a:cubicBezTo>
                <a:cubicBezTo>
                  <a:pt x="56" y="38"/>
                  <a:pt x="54" y="40"/>
                  <a:pt x="53" y="42"/>
                </a:cubicBezTo>
                <a:cubicBezTo>
                  <a:pt x="52" y="43"/>
                  <a:pt x="51" y="45"/>
                  <a:pt x="49" y="47"/>
                </a:cubicBezTo>
                <a:cubicBezTo>
                  <a:pt x="47" y="48"/>
                  <a:pt x="46" y="50"/>
                  <a:pt x="44" y="52"/>
                </a:cubicBezTo>
                <a:cubicBezTo>
                  <a:pt x="42" y="53"/>
                  <a:pt x="41" y="55"/>
                  <a:pt x="39" y="57"/>
                </a:cubicBezTo>
                <a:cubicBezTo>
                  <a:pt x="36" y="59"/>
                  <a:pt x="34" y="61"/>
                  <a:pt x="32" y="63"/>
                </a:cubicBezTo>
                <a:cubicBezTo>
                  <a:pt x="31" y="64"/>
                  <a:pt x="30" y="64"/>
                  <a:pt x="30" y="65"/>
                </a:cubicBezTo>
                <a:cubicBezTo>
                  <a:pt x="26" y="67"/>
                  <a:pt x="22" y="70"/>
                  <a:pt x="17" y="73"/>
                </a:cubicBezTo>
                <a:cubicBezTo>
                  <a:pt x="17" y="73"/>
                  <a:pt x="16" y="74"/>
                  <a:pt x="15" y="75"/>
                </a:cubicBezTo>
                <a:cubicBezTo>
                  <a:pt x="10" y="77"/>
                  <a:pt x="6" y="80"/>
                  <a:pt x="0" y="82"/>
                </a:cubicBezTo>
                <a:lnTo>
                  <a:pt x="0" y="277"/>
                </a:lnTo>
                <a:cubicBezTo>
                  <a:pt x="6" y="274"/>
                  <a:pt x="10" y="272"/>
                  <a:pt x="15" y="268"/>
                </a:cubicBezTo>
                <a:cubicBezTo>
                  <a:pt x="16" y="268"/>
                  <a:pt x="17" y="267"/>
                  <a:pt x="17" y="267"/>
                </a:cubicBezTo>
                <a:cubicBezTo>
                  <a:pt x="19" y="267"/>
                  <a:pt x="19" y="266"/>
                  <a:pt x="20" y="266"/>
                </a:cubicBezTo>
                <a:cubicBezTo>
                  <a:pt x="23" y="263"/>
                  <a:pt x="27" y="261"/>
                  <a:pt x="30" y="259"/>
                </a:cubicBezTo>
                <a:cubicBezTo>
                  <a:pt x="30" y="258"/>
                  <a:pt x="31" y="258"/>
                  <a:pt x="32" y="258"/>
                </a:cubicBezTo>
                <a:cubicBezTo>
                  <a:pt x="33" y="256"/>
                  <a:pt x="35" y="255"/>
                  <a:pt x="36" y="254"/>
                </a:cubicBezTo>
                <a:cubicBezTo>
                  <a:pt x="37" y="253"/>
                  <a:pt x="38" y="252"/>
                  <a:pt x="39" y="251"/>
                </a:cubicBezTo>
                <a:cubicBezTo>
                  <a:pt x="41" y="250"/>
                  <a:pt x="42" y="248"/>
                  <a:pt x="44" y="246"/>
                </a:cubicBezTo>
                <a:cubicBezTo>
                  <a:pt x="45" y="245"/>
                  <a:pt x="46" y="245"/>
                  <a:pt x="47" y="243"/>
                </a:cubicBezTo>
                <a:cubicBezTo>
                  <a:pt x="47" y="243"/>
                  <a:pt x="49" y="242"/>
                  <a:pt x="49" y="240"/>
                </a:cubicBezTo>
                <a:cubicBezTo>
                  <a:pt x="51" y="239"/>
                  <a:pt x="52" y="238"/>
                  <a:pt x="53" y="236"/>
                </a:cubicBezTo>
                <a:cubicBezTo>
                  <a:pt x="53" y="236"/>
                  <a:pt x="54" y="235"/>
                  <a:pt x="55" y="234"/>
                </a:cubicBezTo>
                <a:cubicBezTo>
                  <a:pt x="55" y="232"/>
                  <a:pt x="57" y="231"/>
                  <a:pt x="57" y="230"/>
                </a:cubicBezTo>
                <a:cubicBezTo>
                  <a:pt x="58" y="229"/>
                  <a:pt x="59" y="227"/>
                  <a:pt x="60" y="226"/>
                </a:cubicBezTo>
                <a:cubicBezTo>
                  <a:pt x="60" y="226"/>
                  <a:pt x="60" y="225"/>
                  <a:pt x="61" y="225"/>
                </a:cubicBezTo>
                <a:cubicBezTo>
                  <a:pt x="62" y="223"/>
                  <a:pt x="62" y="221"/>
                  <a:pt x="63" y="219"/>
                </a:cubicBezTo>
                <a:cubicBezTo>
                  <a:pt x="63" y="219"/>
                  <a:pt x="64" y="217"/>
                  <a:pt x="64" y="216"/>
                </a:cubicBezTo>
                <a:lnTo>
                  <a:pt x="64" y="215"/>
                </a:lnTo>
                <a:cubicBezTo>
                  <a:pt x="66" y="212"/>
                  <a:pt x="67" y="209"/>
                  <a:pt x="68" y="206"/>
                </a:cubicBezTo>
                <a:cubicBezTo>
                  <a:pt x="68" y="206"/>
                  <a:pt x="68" y="205"/>
                  <a:pt x="68" y="204"/>
                </a:cubicBezTo>
                <a:cubicBezTo>
                  <a:pt x="68" y="202"/>
                  <a:pt x="68" y="199"/>
                  <a:pt x="69" y="196"/>
                </a:cubicBezTo>
                <a:cubicBezTo>
                  <a:pt x="69" y="195"/>
                  <a:pt x="69" y="195"/>
                  <a:pt x="69" y="195"/>
                </a:cubicBezTo>
                <a:lnTo>
                  <a:pt x="69" y="0"/>
                </a:lnTo>
                <a:cubicBezTo>
                  <a:pt x="69" y="4"/>
                  <a:pt x="68" y="7"/>
                  <a:pt x="68" y="10"/>
                </a:cubicBezTo>
              </a:path>
            </a:pathLst>
          </a:custGeom>
          <a:solidFill>
            <a:schemeClr val="bg1">
              <a:lumMod val="65000"/>
            </a:schemeClr>
          </a:solidFill>
          <a:ln>
            <a:noFill/>
          </a:ln>
          <a:effectLst/>
        </p:spPr>
        <p:txBody>
          <a:bodyPr wrap="none" anchor="ctr"/>
          <a:lstStyle/>
          <a:p>
            <a:endParaRPr lang="en-US" sz="900"/>
          </a:p>
        </p:txBody>
      </p:sp>
      <p:sp>
        <p:nvSpPr>
          <p:cNvPr id="54" name="Freeform 29">
            <a:extLst>
              <a:ext uri="{FF2B5EF4-FFF2-40B4-BE49-F238E27FC236}">
                <a16:creationId xmlns:a16="http://schemas.microsoft.com/office/drawing/2014/main" id="{DE40C3CC-E5DE-73D1-F7B6-9235036A51C1}"/>
              </a:ext>
            </a:extLst>
          </p:cNvPr>
          <p:cNvSpPr>
            <a:spLocks noChangeArrowheads="1"/>
          </p:cNvSpPr>
          <p:nvPr/>
        </p:nvSpPr>
        <p:spPr bwMode="auto">
          <a:xfrm>
            <a:off x="9842493" y="3443448"/>
            <a:ext cx="50374" cy="198345"/>
          </a:xfrm>
          <a:custGeom>
            <a:avLst/>
            <a:gdLst>
              <a:gd name="T0" fmla="*/ 0 w 70"/>
              <a:gd name="T1" fmla="*/ 195 h 278"/>
              <a:gd name="T2" fmla="*/ 0 w 70"/>
              <a:gd name="T3" fmla="*/ 0 h 278"/>
              <a:gd name="T4" fmla="*/ 69 w 70"/>
              <a:gd name="T5" fmla="*/ 82 h 278"/>
              <a:gd name="T6" fmla="*/ 69 w 70"/>
              <a:gd name="T7" fmla="*/ 277 h 278"/>
              <a:gd name="T8" fmla="*/ 0 w 70"/>
              <a:gd name="T9" fmla="*/ 195 h 278"/>
            </a:gdLst>
            <a:ahLst/>
            <a:cxnLst>
              <a:cxn ang="0">
                <a:pos x="T0" y="T1"/>
              </a:cxn>
              <a:cxn ang="0">
                <a:pos x="T2" y="T3"/>
              </a:cxn>
              <a:cxn ang="0">
                <a:pos x="T4" y="T5"/>
              </a:cxn>
              <a:cxn ang="0">
                <a:pos x="T6" y="T7"/>
              </a:cxn>
              <a:cxn ang="0">
                <a:pos x="T8" y="T9"/>
              </a:cxn>
            </a:cxnLst>
            <a:rect l="0" t="0" r="r" b="b"/>
            <a:pathLst>
              <a:path w="70" h="278">
                <a:moveTo>
                  <a:pt x="0" y="195"/>
                </a:moveTo>
                <a:lnTo>
                  <a:pt x="0" y="0"/>
                </a:lnTo>
                <a:cubicBezTo>
                  <a:pt x="0" y="30"/>
                  <a:pt x="23" y="59"/>
                  <a:pt x="69" y="82"/>
                </a:cubicBezTo>
                <a:lnTo>
                  <a:pt x="69" y="277"/>
                </a:lnTo>
                <a:cubicBezTo>
                  <a:pt x="23" y="254"/>
                  <a:pt x="0" y="224"/>
                  <a:pt x="0" y="195"/>
                </a:cubicBezTo>
              </a:path>
            </a:pathLst>
          </a:custGeom>
          <a:solidFill>
            <a:schemeClr val="bg1">
              <a:lumMod val="65000"/>
            </a:schemeClr>
          </a:solidFill>
          <a:ln>
            <a:noFill/>
          </a:ln>
          <a:effectLst/>
        </p:spPr>
        <p:txBody>
          <a:bodyPr wrap="none" anchor="ctr"/>
          <a:lstStyle/>
          <a:p>
            <a:endParaRPr lang="en-US" sz="900"/>
          </a:p>
        </p:txBody>
      </p:sp>
      <p:sp>
        <p:nvSpPr>
          <p:cNvPr id="55" name="Freeform 30">
            <a:extLst>
              <a:ext uri="{FF2B5EF4-FFF2-40B4-BE49-F238E27FC236}">
                <a16:creationId xmlns:a16="http://schemas.microsoft.com/office/drawing/2014/main" id="{5519EF11-7C39-95D7-2895-5631F39CF8F1}"/>
              </a:ext>
            </a:extLst>
          </p:cNvPr>
          <p:cNvSpPr>
            <a:spLocks noChangeArrowheads="1"/>
          </p:cNvSpPr>
          <p:nvPr/>
        </p:nvSpPr>
        <p:spPr bwMode="auto">
          <a:xfrm>
            <a:off x="11095537" y="3500118"/>
            <a:ext cx="969692" cy="623374"/>
          </a:xfrm>
          <a:custGeom>
            <a:avLst/>
            <a:gdLst>
              <a:gd name="T0" fmla="*/ 1358 w 1359"/>
              <a:gd name="T1" fmla="*/ 0 h 875"/>
              <a:gd name="T2" fmla="*/ 1358 w 1359"/>
              <a:gd name="T3" fmla="*/ 195 h 875"/>
              <a:gd name="T4" fmla="*/ 0 w 1359"/>
              <a:gd name="T5" fmla="*/ 874 h 875"/>
              <a:gd name="T6" fmla="*/ 0 w 1359"/>
              <a:gd name="T7" fmla="*/ 679 h 875"/>
              <a:gd name="T8" fmla="*/ 1358 w 1359"/>
              <a:gd name="T9" fmla="*/ 0 h 875"/>
            </a:gdLst>
            <a:ahLst/>
            <a:cxnLst>
              <a:cxn ang="0">
                <a:pos x="T0" y="T1"/>
              </a:cxn>
              <a:cxn ang="0">
                <a:pos x="T2" y="T3"/>
              </a:cxn>
              <a:cxn ang="0">
                <a:pos x="T4" y="T5"/>
              </a:cxn>
              <a:cxn ang="0">
                <a:pos x="T6" y="T7"/>
              </a:cxn>
              <a:cxn ang="0">
                <a:pos x="T8" y="T9"/>
              </a:cxn>
            </a:cxnLst>
            <a:rect l="0" t="0" r="r" b="b"/>
            <a:pathLst>
              <a:path w="1359" h="875">
                <a:moveTo>
                  <a:pt x="1358" y="0"/>
                </a:moveTo>
                <a:lnTo>
                  <a:pt x="1358" y="195"/>
                </a:lnTo>
                <a:lnTo>
                  <a:pt x="0" y="874"/>
                </a:lnTo>
                <a:lnTo>
                  <a:pt x="0" y="679"/>
                </a:lnTo>
                <a:lnTo>
                  <a:pt x="1358" y="0"/>
                </a:lnTo>
              </a:path>
            </a:pathLst>
          </a:custGeom>
          <a:solidFill>
            <a:schemeClr val="bg1">
              <a:lumMod val="75000"/>
            </a:schemeClr>
          </a:solidFill>
          <a:ln>
            <a:noFill/>
          </a:ln>
          <a:effectLst/>
        </p:spPr>
        <p:txBody>
          <a:bodyPr wrap="none" anchor="ctr"/>
          <a:lstStyle/>
          <a:p>
            <a:endParaRPr lang="en-US" sz="900"/>
          </a:p>
        </p:txBody>
      </p:sp>
      <p:sp>
        <p:nvSpPr>
          <p:cNvPr id="56" name="Freeform 31">
            <a:extLst>
              <a:ext uri="{FF2B5EF4-FFF2-40B4-BE49-F238E27FC236}">
                <a16:creationId xmlns:a16="http://schemas.microsoft.com/office/drawing/2014/main" id="{BDB899BC-311A-2CD9-2625-F534BE9505BD}"/>
              </a:ext>
            </a:extLst>
          </p:cNvPr>
          <p:cNvSpPr>
            <a:spLocks noChangeArrowheads="1"/>
          </p:cNvSpPr>
          <p:nvPr/>
        </p:nvSpPr>
        <p:spPr bwMode="auto">
          <a:xfrm>
            <a:off x="9892867" y="3500118"/>
            <a:ext cx="969692" cy="623374"/>
          </a:xfrm>
          <a:custGeom>
            <a:avLst/>
            <a:gdLst>
              <a:gd name="T0" fmla="*/ 1358 w 1359"/>
              <a:gd name="T1" fmla="*/ 679 h 875"/>
              <a:gd name="T2" fmla="*/ 1358 w 1359"/>
              <a:gd name="T3" fmla="*/ 874 h 875"/>
              <a:gd name="T4" fmla="*/ 0 w 1359"/>
              <a:gd name="T5" fmla="*/ 195 h 875"/>
              <a:gd name="T6" fmla="*/ 0 w 1359"/>
              <a:gd name="T7" fmla="*/ 0 h 875"/>
              <a:gd name="T8" fmla="*/ 1358 w 1359"/>
              <a:gd name="T9" fmla="*/ 679 h 875"/>
            </a:gdLst>
            <a:ahLst/>
            <a:cxnLst>
              <a:cxn ang="0">
                <a:pos x="T0" y="T1"/>
              </a:cxn>
              <a:cxn ang="0">
                <a:pos x="T2" y="T3"/>
              </a:cxn>
              <a:cxn ang="0">
                <a:pos x="T4" y="T5"/>
              </a:cxn>
              <a:cxn ang="0">
                <a:pos x="T6" y="T7"/>
              </a:cxn>
              <a:cxn ang="0">
                <a:pos x="T8" y="T9"/>
              </a:cxn>
            </a:cxnLst>
            <a:rect l="0" t="0" r="r" b="b"/>
            <a:pathLst>
              <a:path w="1359" h="875">
                <a:moveTo>
                  <a:pt x="1358" y="679"/>
                </a:moveTo>
                <a:lnTo>
                  <a:pt x="1358" y="874"/>
                </a:lnTo>
                <a:lnTo>
                  <a:pt x="0" y="195"/>
                </a:lnTo>
                <a:lnTo>
                  <a:pt x="0" y="0"/>
                </a:lnTo>
                <a:lnTo>
                  <a:pt x="1358" y="679"/>
                </a:lnTo>
              </a:path>
            </a:pathLst>
          </a:custGeom>
          <a:solidFill>
            <a:schemeClr val="bg1">
              <a:lumMod val="75000"/>
            </a:schemeClr>
          </a:solidFill>
          <a:ln>
            <a:noFill/>
          </a:ln>
          <a:effectLst/>
        </p:spPr>
        <p:txBody>
          <a:bodyPr wrap="none" anchor="ctr"/>
          <a:lstStyle/>
          <a:p>
            <a:endParaRPr lang="en-US" sz="900"/>
          </a:p>
        </p:txBody>
      </p:sp>
      <p:sp>
        <p:nvSpPr>
          <p:cNvPr id="57" name="Freeform 32">
            <a:extLst>
              <a:ext uri="{FF2B5EF4-FFF2-40B4-BE49-F238E27FC236}">
                <a16:creationId xmlns:a16="http://schemas.microsoft.com/office/drawing/2014/main" id="{95A25BE7-1FAC-8BF2-B039-4ED7532E3714}"/>
              </a:ext>
            </a:extLst>
          </p:cNvPr>
          <p:cNvSpPr>
            <a:spLocks noChangeArrowheads="1"/>
          </p:cNvSpPr>
          <p:nvPr/>
        </p:nvSpPr>
        <p:spPr bwMode="auto">
          <a:xfrm>
            <a:off x="9826752" y="2876744"/>
            <a:ext cx="2304594" cy="1136554"/>
          </a:xfrm>
          <a:custGeom>
            <a:avLst/>
            <a:gdLst>
              <a:gd name="T0" fmla="*/ 1613 w 3227"/>
              <a:gd name="T1" fmla="*/ 0 h 1592"/>
              <a:gd name="T2" fmla="*/ 1777 w 3227"/>
              <a:gd name="T3" fmla="*/ 34 h 1592"/>
              <a:gd name="T4" fmla="*/ 3135 w 3227"/>
              <a:gd name="T5" fmla="*/ 713 h 1592"/>
              <a:gd name="T6" fmla="*/ 3135 w 3227"/>
              <a:gd name="T7" fmla="*/ 877 h 1592"/>
              <a:gd name="T8" fmla="*/ 1777 w 3227"/>
              <a:gd name="T9" fmla="*/ 1556 h 1592"/>
              <a:gd name="T10" fmla="*/ 1613 w 3227"/>
              <a:gd name="T11" fmla="*/ 1591 h 1592"/>
              <a:gd name="T12" fmla="*/ 1449 w 3227"/>
              <a:gd name="T13" fmla="*/ 1556 h 1592"/>
              <a:gd name="T14" fmla="*/ 91 w 3227"/>
              <a:gd name="T15" fmla="*/ 877 h 1592"/>
              <a:gd name="T16" fmla="*/ 91 w 3227"/>
              <a:gd name="T17" fmla="*/ 713 h 1592"/>
              <a:gd name="T18" fmla="*/ 1449 w 3227"/>
              <a:gd name="T19" fmla="*/ 34 h 1592"/>
              <a:gd name="T20" fmla="*/ 1613 w 3227"/>
              <a:gd name="T21" fmla="*/ 0 h 1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27" h="1592">
                <a:moveTo>
                  <a:pt x="1613" y="0"/>
                </a:moveTo>
                <a:cubicBezTo>
                  <a:pt x="1672" y="0"/>
                  <a:pt x="1732" y="12"/>
                  <a:pt x="1777" y="34"/>
                </a:cubicBezTo>
                <a:lnTo>
                  <a:pt x="3135" y="713"/>
                </a:lnTo>
                <a:cubicBezTo>
                  <a:pt x="3226" y="758"/>
                  <a:pt x="3226" y="832"/>
                  <a:pt x="3135" y="877"/>
                </a:cubicBezTo>
                <a:lnTo>
                  <a:pt x="1777" y="1556"/>
                </a:lnTo>
                <a:cubicBezTo>
                  <a:pt x="1732" y="1579"/>
                  <a:pt x="1672" y="1591"/>
                  <a:pt x="1613" y="1591"/>
                </a:cubicBezTo>
                <a:cubicBezTo>
                  <a:pt x="1554" y="1591"/>
                  <a:pt x="1494" y="1579"/>
                  <a:pt x="1449" y="1556"/>
                </a:cubicBezTo>
                <a:lnTo>
                  <a:pt x="91" y="877"/>
                </a:lnTo>
                <a:cubicBezTo>
                  <a:pt x="0" y="832"/>
                  <a:pt x="0" y="758"/>
                  <a:pt x="91" y="713"/>
                </a:cubicBezTo>
                <a:lnTo>
                  <a:pt x="1449" y="34"/>
                </a:lnTo>
                <a:cubicBezTo>
                  <a:pt x="1494" y="12"/>
                  <a:pt x="1554" y="0"/>
                  <a:pt x="1613" y="0"/>
                </a:cubicBezTo>
              </a:path>
            </a:pathLst>
          </a:custGeom>
          <a:solidFill>
            <a:schemeClr val="bg1">
              <a:lumMod val="95000"/>
            </a:schemeClr>
          </a:solidFill>
          <a:ln>
            <a:noFill/>
          </a:ln>
          <a:effectLst/>
        </p:spPr>
        <p:txBody>
          <a:bodyPr wrap="none" anchor="ctr"/>
          <a:lstStyle/>
          <a:p>
            <a:endParaRPr lang="en-US" sz="900"/>
          </a:p>
        </p:txBody>
      </p:sp>
      <p:sp>
        <p:nvSpPr>
          <p:cNvPr id="58" name="Freeform 33">
            <a:extLst>
              <a:ext uri="{FF2B5EF4-FFF2-40B4-BE49-F238E27FC236}">
                <a16:creationId xmlns:a16="http://schemas.microsoft.com/office/drawing/2014/main" id="{55832DD0-1519-CDF7-384D-071F12BE2608}"/>
              </a:ext>
            </a:extLst>
          </p:cNvPr>
          <p:cNvSpPr>
            <a:spLocks noChangeArrowheads="1"/>
          </p:cNvSpPr>
          <p:nvPr/>
        </p:nvSpPr>
        <p:spPr bwMode="auto">
          <a:xfrm>
            <a:off x="10862559" y="3984964"/>
            <a:ext cx="236128" cy="163715"/>
          </a:xfrm>
          <a:custGeom>
            <a:avLst/>
            <a:gdLst>
              <a:gd name="T0" fmla="*/ 300 w 329"/>
              <a:gd name="T1" fmla="*/ 12 h 230"/>
              <a:gd name="T2" fmla="*/ 275 w 329"/>
              <a:gd name="T3" fmla="*/ 20 h 230"/>
              <a:gd name="T4" fmla="*/ 254 w 329"/>
              <a:gd name="T5" fmla="*/ 26 h 230"/>
              <a:gd name="T6" fmla="*/ 230 w 329"/>
              <a:gd name="T7" fmla="*/ 30 h 230"/>
              <a:gd name="T8" fmla="*/ 205 w 329"/>
              <a:gd name="T9" fmla="*/ 33 h 230"/>
              <a:gd name="T10" fmla="*/ 182 w 329"/>
              <a:gd name="T11" fmla="*/ 34 h 230"/>
              <a:gd name="T12" fmla="*/ 148 w 329"/>
              <a:gd name="T13" fmla="*/ 34 h 230"/>
              <a:gd name="T14" fmla="*/ 121 w 329"/>
              <a:gd name="T15" fmla="*/ 32 h 230"/>
              <a:gd name="T16" fmla="*/ 99 w 329"/>
              <a:gd name="T17" fmla="*/ 30 h 230"/>
              <a:gd name="T18" fmla="*/ 79 w 329"/>
              <a:gd name="T19" fmla="*/ 26 h 230"/>
              <a:gd name="T20" fmla="*/ 60 w 329"/>
              <a:gd name="T21" fmla="*/ 22 h 230"/>
              <a:gd name="T22" fmla="*/ 40 w 329"/>
              <a:gd name="T23" fmla="*/ 16 h 230"/>
              <a:gd name="T24" fmla="*/ 18 w 329"/>
              <a:gd name="T25" fmla="*/ 8 h 230"/>
              <a:gd name="T26" fmla="*/ 0 w 329"/>
              <a:gd name="T27" fmla="*/ 195 h 230"/>
              <a:gd name="T28" fmla="*/ 20 w 329"/>
              <a:gd name="T29" fmla="*/ 204 h 230"/>
              <a:gd name="T30" fmla="*/ 42 w 329"/>
              <a:gd name="T31" fmla="*/ 212 h 230"/>
              <a:gd name="T32" fmla="*/ 60 w 329"/>
              <a:gd name="T33" fmla="*/ 216 h 230"/>
              <a:gd name="T34" fmla="*/ 71 w 329"/>
              <a:gd name="T35" fmla="*/ 219 h 230"/>
              <a:gd name="T36" fmla="*/ 82 w 329"/>
              <a:gd name="T37" fmla="*/ 221 h 230"/>
              <a:gd name="T38" fmla="*/ 99 w 329"/>
              <a:gd name="T39" fmla="*/ 224 h 230"/>
              <a:gd name="T40" fmla="*/ 119 w 329"/>
              <a:gd name="T41" fmla="*/ 227 h 230"/>
              <a:gd name="T42" fmla="*/ 138 w 329"/>
              <a:gd name="T43" fmla="*/ 228 h 230"/>
              <a:gd name="T44" fmla="*/ 148 w 329"/>
              <a:gd name="T45" fmla="*/ 228 h 230"/>
              <a:gd name="T46" fmla="*/ 164 w 329"/>
              <a:gd name="T47" fmla="*/ 229 h 230"/>
              <a:gd name="T48" fmla="*/ 182 w 329"/>
              <a:gd name="T49" fmla="*/ 228 h 230"/>
              <a:gd name="T50" fmla="*/ 202 w 329"/>
              <a:gd name="T51" fmla="*/ 227 h 230"/>
              <a:gd name="T52" fmla="*/ 228 w 329"/>
              <a:gd name="T53" fmla="*/ 224 h 230"/>
              <a:gd name="T54" fmla="*/ 230 w 329"/>
              <a:gd name="T55" fmla="*/ 224 h 230"/>
              <a:gd name="T56" fmla="*/ 254 w 329"/>
              <a:gd name="T57" fmla="*/ 219 h 230"/>
              <a:gd name="T58" fmla="*/ 275 w 329"/>
              <a:gd name="T59" fmla="*/ 214 h 230"/>
              <a:gd name="T60" fmla="*/ 300 w 329"/>
              <a:gd name="T61" fmla="*/ 207 h 230"/>
              <a:gd name="T62" fmla="*/ 315 w 329"/>
              <a:gd name="T63" fmla="*/ 200 h 230"/>
              <a:gd name="T64" fmla="*/ 328 w 329"/>
              <a:gd name="T65" fmla="*/ 0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9" h="230">
                <a:moveTo>
                  <a:pt x="313" y="7"/>
                </a:moveTo>
                <a:cubicBezTo>
                  <a:pt x="309" y="9"/>
                  <a:pt x="305" y="11"/>
                  <a:pt x="300" y="12"/>
                </a:cubicBezTo>
                <a:cubicBezTo>
                  <a:pt x="298" y="13"/>
                  <a:pt x="296" y="14"/>
                  <a:pt x="293" y="15"/>
                </a:cubicBezTo>
                <a:cubicBezTo>
                  <a:pt x="288" y="17"/>
                  <a:pt x="281" y="19"/>
                  <a:pt x="275" y="20"/>
                </a:cubicBezTo>
                <a:cubicBezTo>
                  <a:pt x="274" y="21"/>
                  <a:pt x="274" y="21"/>
                  <a:pt x="272" y="21"/>
                </a:cubicBezTo>
                <a:cubicBezTo>
                  <a:pt x="266" y="23"/>
                  <a:pt x="260" y="24"/>
                  <a:pt x="254" y="26"/>
                </a:cubicBezTo>
                <a:cubicBezTo>
                  <a:pt x="253" y="26"/>
                  <a:pt x="252" y="26"/>
                  <a:pt x="251" y="26"/>
                </a:cubicBezTo>
                <a:cubicBezTo>
                  <a:pt x="244" y="27"/>
                  <a:pt x="238" y="29"/>
                  <a:pt x="230" y="30"/>
                </a:cubicBezTo>
                <a:cubicBezTo>
                  <a:pt x="229" y="30"/>
                  <a:pt x="229" y="30"/>
                  <a:pt x="228" y="30"/>
                </a:cubicBezTo>
                <a:cubicBezTo>
                  <a:pt x="220" y="31"/>
                  <a:pt x="213" y="32"/>
                  <a:pt x="205" y="33"/>
                </a:cubicBezTo>
                <a:cubicBezTo>
                  <a:pt x="201" y="33"/>
                  <a:pt x="198" y="33"/>
                  <a:pt x="195" y="34"/>
                </a:cubicBezTo>
                <a:cubicBezTo>
                  <a:pt x="191" y="34"/>
                  <a:pt x="187" y="34"/>
                  <a:pt x="182" y="34"/>
                </a:cubicBezTo>
                <a:cubicBezTo>
                  <a:pt x="176" y="34"/>
                  <a:pt x="170" y="35"/>
                  <a:pt x="164" y="35"/>
                </a:cubicBezTo>
                <a:cubicBezTo>
                  <a:pt x="159" y="35"/>
                  <a:pt x="153" y="34"/>
                  <a:pt x="148" y="34"/>
                </a:cubicBezTo>
                <a:cubicBezTo>
                  <a:pt x="145" y="34"/>
                  <a:pt x="143" y="34"/>
                  <a:pt x="140" y="34"/>
                </a:cubicBezTo>
                <a:cubicBezTo>
                  <a:pt x="134" y="34"/>
                  <a:pt x="128" y="33"/>
                  <a:pt x="121" y="32"/>
                </a:cubicBezTo>
                <a:cubicBezTo>
                  <a:pt x="121" y="32"/>
                  <a:pt x="120" y="32"/>
                  <a:pt x="119" y="32"/>
                </a:cubicBezTo>
                <a:cubicBezTo>
                  <a:pt x="113" y="32"/>
                  <a:pt x="106" y="31"/>
                  <a:pt x="99" y="30"/>
                </a:cubicBezTo>
                <a:cubicBezTo>
                  <a:pt x="97" y="29"/>
                  <a:pt x="95" y="29"/>
                  <a:pt x="93" y="29"/>
                </a:cubicBezTo>
                <a:cubicBezTo>
                  <a:pt x="88" y="28"/>
                  <a:pt x="84" y="27"/>
                  <a:pt x="79" y="26"/>
                </a:cubicBezTo>
                <a:cubicBezTo>
                  <a:pt x="77" y="26"/>
                  <a:pt x="73" y="25"/>
                  <a:pt x="71" y="24"/>
                </a:cubicBezTo>
                <a:cubicBezTo>
                  <a:pt x="67" y="24"/>
                  <a:pt x="63" y="23"/>
                  <a:pt x="60" y="22"/>
                </a:cubicBezTo>
                <a:cubicBezTo>
                  <a:pt x="56" y="21"/>
                  <a:pt x="52" y="20"/>
                  <a:pt x="49" y="19"/>
                </a:cubicBezTo>
                <a:cubicBezTo>
                  <a:pt x="46" y="18"/>
                  <a:pt x="43" y="17"/>
                  <a:pt x="40" y="16"/>
                </a:cubicBezTo>
                <a:cubicBezTo>
                  <a:pt x="33" y="14"/>
                  <a:pt x="27" y="12"/>
                  <a:pt x="20" y="9"/>
                </a:cubicBezTo>
                <a:cubicBezTo>
                  <a:pt x="19" y="9"/>
                  <a:pt x="19" y="9"/>
                  <a:pt x="18" y="8"/>
                </a:cubicBezTo>
                <a:cubicBezTo>
                  <a:pt x="12" y="6"/>
                  <a:pt x="6" y="4"/>
                  <a:pt x="0" y="0"/>
                </a:cubicBezTo>
                <a:lnTo>
                  <a:pt x="0" y="195"/>
                </a:lnTo>
                <a:cubicBezTo>
                  <a:pt x="6" y="197"/>
                  <a:pt x="12" y="200"/>
                  <a:pt x="18" y="203"/>
                </a:cubicBezTo>
                <a:cubicBezTo>
                  <a:pt x="19" y="203"/>
                  <a:pt x="19" y="204"/>
                  <a:pt x="20" y="204"/>
                </a:cubicBezTo>
                <a:cubicBezTo>
                  <a:pt x="27" y="206"/>
                  <a:pt x="33" y="208"/>
                  <a:pt x="40" y="210"/>
                </a:cubicBezTo>
                <a:cubicBezTo>
                  <a:pt x="41" y="211"/>
                  <a:pt x="41" y="211"/>
                  <a:pt x="42" y="212"/>
                </a:cubicBezTo>
                <a:cubicBezTo>
                  <a:pt x="44" y="212"/>
                  <a:pt x="47" y="213"/>
                  <a:pt x="49" y="213"/>
                </a:cubicBezTo>
                <a:cubicBezTo>
                  <a:pt x="52" y="214"/>
                  <a:pt x="56" y="215"/>
                  <a:pt x="60" y="216"/>
                </a:cubicBezTo>
                <a:cubicBezTo>
                  <a:pt x="61" y="216"/>
                  <a:pt x="61" y="217"/>
                  <a:pt x="62" y="217"/>
                </a:cubicBezTo>
                <a:cubicBezTo>
                  <a:pt x="66" y="218"/>
                  <a:pt x="68" y="218"/>
                  <a:pt x="71" y="219"/>
                </a:cubicBezTo>
                <a:cubicBezTo>
                  <a:pt x="73" y="219"/>
                  <a:pt x="77" y="220"/>
                  <a:pt x="79" y="221"/>
                </a:cubicBezTo>
                <a:cubicBezTo>
                  <a:pt x="80" y="221"/>
                  <a:pt x="81" y="221"/>
                  <a:pt x="82" y="221"/>
                </a:cubicBezTo>
                <a:cubicBezTo>
                  <a:pt x="85" y="222"/>
                  <a:pt x="89" y="223"/>
                  <a:pt x="93" y="223"/>
                </a:cubicBezTo>
                <a:cubicBezTo>
                  <a:pt x="95" y="223"/>
                  <a:pt x="97" y="224"/>
                  <a:pt x="99" y="224"/>
                </a:cubicBezTo>
                <a:cubicBezTo>
                  <a:pt x="100" y="224"/>
                  <a:pt x="101" y="224"/>
                  <a:pt x="101" y="224"/>
                </a:cubicBezTo>
                <a:cubicBezTo>
                  <a:pt x="107" y="225"/>
                  <a:pt x="113" y="226"/>
                  <a:pt x="119" y="227"/>
                </a:cubicBezTo>
                <a:cubicBezTo>
                  <a:pt x="120" y="227"/>
                  <a:pt x="121" y="227"/>
                  <a:pt x="121" y="227"/>
                </a:cubicBezTo>
                <a:cubicBezTo>
                  <a:pt x="127" y="227"/>
                  <a:pt x="133" y="227"/>
                  <a:pt x="138" y="228"/>
                </a:cubicBezTo>
                <a:cubicBezTo>
                  <a:pt x="139" y="228"/>
                  <a:pt x="140" y="228"/>
                  <a:pt x="140" y="228"/>
                </a:cubicBezTo>
                <a:cubicBezTo>
                  <a:pt x="143" y="228"/>
                  <a:pt x="145" y="228"/>
                  <a:pt x="148" y="228"/>
                </a:cubicBezTo>
                <a:cubicBezTo>
                  <a:pt x="151" y="229"/>
                  <a:pt x="155" y="229"/>
                  <a:pt x="158" y="229"/>
                </a:cubicBezTo>
                <a:cubicBezTo>
                  <a:pt x="160" y="229"/>
                  <a:pt x="162" y="229"/>
                  <a:pt x="164" y="229"/>
                </a:cubicBezTo>
                <a:cubicBezTo>
                  <a:pt x="169" y="229"/>
                  <a:pt x="174" y="229"/>
                  <a:pt x="179" y="229"/>
                </a:cubicBezTo>
                <a:cubicBezTo>
                  <a:pt x="181" y="229"/>
                  <a:pt x="181" y="228"/>
                  <a:pt x="182" y="228"/>
                </a:cubicBezTo>
                <a:cubicBezTo>
                  <a:pt x="187" y="228"/>
                  <a:pt x="191" y="228"/>
                  <a:pt x="195" y="227"/>
                </a:cubicBezTo>
                <a:cubicBezTo>
                  <a:pt x="197" y="227"/>
                  <a:pt x="200" y="227"/>
                  <a:pt x="202" y="227"/>
                </a:cubicBezTo>
                <a:cubicBezTo>
                  <a:pt x="203" y="227"/>
                  <a:pt x="204" y="227"/>
                  <a:pt x="205" y="227"/>
                </a:cubicBezTo>
                <a:cubicBezTo>
                  <a:pt x="213" y="226"/>
                  <a:pt x="220" y="225"/>
                  <a:pt x="228" y="224"/>
                </a:cubicBezTo>
                <a:cubicBezTo>
                  <a:pt x="229" y="224"/>
                  <a:pt x="229" y="224"/>
                  <a:pt x="229" y="224"/>
                </a:cubicBezTo>
                <a:lnTo>
                  <a:pt x="230" y="224"/>
                </a:lnTo>
                <a:cubicBezTo>
                  <a:pt x="238" y="223"/>
                  <a:pt x="244" y="222"/>
                  <a:pt x="251" y="220"/>
                </a:cubicBezTo>
                <a:cubicBezTo>
                  <a:pt x="252" y="220"/>
                  <a:pt x="253" y="220"/>
                  <a:pt x="254" y="219"/>
                </a:cubicBezTo>
                <a:cubicBezTo>
                  <a:pt x="260" y="218"/>
                  <a:pt x="266" y="217"/>
                  <a:pt x="272" y="215"/>
                </a:cubicBezTo>
                <a:cubicBezTo>
                  <a:pt x="274" y="215"/>
                  <a:pt x="274" y="214"/>
                  <a:pt x="275" y="214"/>
                </a:cubicBezTo>
                <a:cubicBezTo>
                  <a:pt x="281" y="213"/>
                  <a:pt x="288" y="211"/>
                  <a:pt x="293" y="209"/>
                </a:cubicBezTo>
                <a:cubicBezTo>
                  <a:pt x="296" y="208"/>
                  <a:pt x="298" y="207"/>
                  <a:pt x="300" y="207"/>
                </a:cubicBezTo>
                <a:cubicBezTo>
                  <a:pt x="305" y="205"/>
                  <a:pt x="309" y="204"/>
                  <a:pt x="313" y="202"/>
                </a:cubicBezTo>
                <a:cubicBezTo>
                  <a:pt x="314" y="201"/>
                  <a:pt x="314" y="201"/>
                  <a:pt x="315" y="200"/>
                </a:cubicBezTo>
                <a:cubicBezTo>
                  <a:pt x="320" y="199"/>
                  <a:pt x="324" y="197"/>
                  <a:pt x="328" y="195"/>
                </a:cubicBezTo>
                <a:lnTo>
                  <a:pt x="328" y="0"/>
                </a:lnTo>
                <a:cubicBezTo>
                  <a:pt x="323" y="3"/>
                  <a:pt x="318" y="5"/>
                  <a:pt x="313" y="7"/>
                </a:cubicBezTo>
              </a:path>
            </a:pathLst>
          </a:custGeom>
          <a:solidFill>
            <a:schemeClr val="bg1">
              <a:lumMod val="65000"/>
            </a:schemeClr>
          </a:solidFill>
          <a:ln>
            <a:noFill/>
          </a:ln>
          <a:effectLst/>
        </p:spPr>
        <p:txBody>
          <a:bodyPr wrap="none" anchor="ctr"/>
          <a:lstStyle/>
          <a:p>
            <a:endParaRPr lang="en-US" sz="900"/>
          </a:p>
        </p:txBody>
      </p:sp>
      <p:sp>
        <p:nvSpPr>
          <p:cNvPr id="65" name="Freeform 34">
            <a:extLst>
              <a:ext uri="{FF2B5EF4-FFF2-40B4-BE49-F238E27FC236}">
                <a16:creationId xmlns:a16="http://schemas.microsoft.com/office/drawing/2014/main" id="{D9230710-2BEE-F280-90F9-B19F4BC1CC96}"/>
              </a:ext>
            </a:extLst>
          </p:cNvPr>
          <p:cNvSpPr>
            <a:spLocks noChangeArrowheads="1"/>
          </p:cNvSpPr>
          <p:nvPr/>
        </p:nvSpPr>
        <p:spPr bwMode="auto">
          <a:xfrm>
            <a:off x="10679955" y="3371034"/>
            <a:ext cx="598187" cy="141677"/>
          </a:xfrm>
          <a:custGeom>
            <a:avLst/>
            <a:gdLst>
              <a:gd name="T0" fmla="*/ 839 w 840"/>
              <a:gd name="T1" fmla="*/ 99 h 200"/>
              <a:gd name="T2" fmla="*/ 419 w 840"/>
              <a:gd name="T3" fmla="*/ 199 h 200"/>
              <a:gd name="T4" fmla="*/ 0 w 840"/>
              <a:gd name="T5" fmla="*/ 99 h 200"/>
              <a:gd name="T6" fmla="*/ 419 w 840"/>
              <a:gd name="T7" fmla="*/ 0 h 200"/>
              <a:gd name="T8" fmla="*/ 839 w 840"/>
              <a:gd name="T9" fmla="*/ 99 h 200"/>
            </a:gdLst>
            <a:ahLst/>
            <a:cxnLst>
              <a:cxn ang="0">
                <a:pos x="T0" y="T1"/>
              </a:cxn>
              <a:cxn ang="0">
                <a:pos x="T2" y="T3"/>
              </a:cxn>
              <a:cxn ang="0">
                <a:pos x="T4" y="T5"/>
              </a:cxn>
              <a:cxn ang="0">
                <a:pos x="T6" y="T7"/>
              </a:cxn>
              <a:cxn ang="0">
                <a:pos x="T8" y="T9"/>
              </a:cxn>
            </a:cxnLst>
            <a:rect l="0" t="0" r="r" b="b"/>
            <a:pathLst>
              <a:path w="840" h="200">
                <a:moveTo>
                  <a:pt x="839" y="99"/>
                </a:moveTo>
                <a:cubicBezTo>
                  <a:pt x="839" y="154"/>
                  <a:pt x="651" y="199"/>
                  <a:pt x="419" y="199"/>
                </a:cubicBezTo>
                <a:cubicBezTo>
                  <a:pt x="187" y="199"/>
                  <a:pt x="0" y="154"/>
                  <a:pt x="0" y="99"/>
                </a:cubicBezTo>
                <a:cubicBezTo>
                  <a:pt x="0" y="45"/>
                  <a:pt x="187" y="0"/>
                  <a:pt x="419" y="0"/>
                </a:cubicBezTo>
                <a:cubicBezTo>
                  <a:pt x="651" y="0"/>
                  <a:pt x="839" y="45"/>
                  <a:pt x="839" y="99"/>
                </a:cubicBezTo>
              </a:path>
            </a:pathLst>
          </a:custGeom>
          <a:solidFill>
            <a:schemeClr val="bg1">
              <a:lumMod val="75000"/>
            </a:schemeClr>
          </a:solidFill>
          <a:ln>
            <a:noFill/>
          </a:ln>
          <a:effectLst/>
        </p:spPr>
        <p:txBody>
          <a:bodyPr wrap="none" anchor="ctr"/>
          <a:lstStyle/>
          <a:p>
            <a:endParaRPr lang="en-US" sz="900"/>
          </a:p>
        </p:txBody>
      </p:sp>
      <p:sp>
        <p:nvSpPr>
          <p:cNvPr id="66" name="Freeform 35">
            <a:extLst>
              <a:ext uri="{FF2B5EF4-FFF2-40B4-BE49-F238E27FC236}">
                <a16:creationId xmlns:a16="http://schemas.microsoft.com/office/drawing/2014/main" id="{E86C5C3E-64BC-F9FB-D8D4-21F8559F08DC}"/>
              </a:ext>
            </a:extLst>
          </p:cNvPr>
          <p:cNvSpPr>
            <a:spLocks noChangeArrowheads="1"/>
          </p:cNvSpPr>
          <p:nvPr/>
        </p:nvSpPr>
        <p:spPr bwMode="auto">
          <a:xfrm>
            <a:off x="10343082" y="1976316"/>
            <a:ext cx="1271934" cy="1467132"/>
          </a:xfrm>
          <a:custGeom>
            <a:avLst/>
            <a:gdLst>
              <a:gd name="T0" fmla="*/ 1779 w 1780"/>
              <a:gd name="T1" fmla="*/ 890 h 2054"/>
              <a:gd name="T2" fmla="*/ 890 w 1780"/>
              <a:gd name="T3" fmla="*/ 0 h 2054"/>
              <a:gd name="T4" fmla="*/ 0 w 1780"/>
              <a:gd name="T5" fmla="*/ 890 h 2054"/>
              <a:gd name="T6" fmla="*/ 723 w 1780"/>
              <a:gd name="T7" fmla="*/ 1763 h 2054"/>
              <a:gd name="T8" fmla="*/ 890 w 1780"/>
              <a:gd name="T9" fmla="*/ 2053 h 2054"/>
              <a:gd name="T10" fmla="*/ 1058 w 1780"/>
              <a:gd name="T11" fmla="*/ 1763 h 2054"/>
              <a:gd name="T12" fmla="*/ 1779 w 1780"/>
              <a:gd name="T13" fmla="*/ 890 h 2054"/>
            </a:gdLst>
            <a:ahLst/>
            <a:cxnLst>
              <a:cxn ang="0">
                <a:pos x="T0" y="T1"/>
              </a:cxn>
              <a:cxn ang="0">
                <a:pos x="T2" y="T3"/>
              </a:cxn>
              <a:cxn ang="0">
                <a:pos x="T4" y="T5"/>
              </a:cxn>
              <a:cxn ang="0">
                <a:pos x="T6" y="T7"/>
              </a:cxn>
              <a:cxn ang="0">
                <a:pos x="T8" y="T9"/>
              </a:cxn>
              <a:cxn ang="0">
                <a:pos x="T10" y="T11"/>
              </a:cxn>
              <a:cxn ang="0">
                <a:pos x="T12" y="T13"/>
              </a:cxn>
            </a:cxnLst>
            <a:rect l="0" t="0" r="r" b="b"/>
            <a:pathLst>
              <a:path w="1780" h="2054">
                <a:moveTo>
                  <a:pt x="1779" y="890"/>
                </a:moveTo>
                <a:cubicBezTo>
                  <a:pt x="1779" y="398"/>
                  <a:pt x="1381" y="0"/>
                  <a:pt x="890" y="0"/>
                </a:cubicBezTo>
                <a:cubicBezTo>
                  <a:pt x="399" y="0"/>
                  <a:pt x="0" y="398"/>
                  <a:pt x="0" y="890"/>
                </a:cubicBezTo>
                <a:cubicBezTo>
                  <a:pt x="0" y="1324"/>
                  <a:pt x="311" y="1685"/>
                  <a:pt x="723" y="1763"/>
                </a:cubicBezTo>
                <a:lnTo>
                  <a:pt x="890" y="2053"/>
                </a:lnTo>
                <a:lnTo>
                  <a:pt x="1058" y="1763"/>
                </a:lnTo>
                <a:cubicBezTo>
                  <a:pt x="1469" y="1685"/>
                  <a:pt x="1779" y="1324"/>
                  <a:pt x="1779" y="890"/>
                </a:cubicBezTo>
              </a:path>
            </a:pathLst>
          </a:custGeom>
          <a:solidFill>
            <a:schemeClr val="bg2">
              <a:lumMod val="75000"/>
            </a:schemeClr>
          </a:solidFill>
          <a:ln>
            <a:noFill/>
          </a:ln>
          <a:effectLst/>
        </p:spPr>
        <p:txBody>
          <a:bodyPr wrap="none" anchor="ctr"/>
          <a:lstStyle/>
          <a:p>
            <a:endParaRPr lang="en-US" sz="900"/>
          </a:p>
        </p:txBody>
      </p:sp>
      <p:sp>
        <p:nvSpPr>
          <p:cNvPr id="69" name="TextBox 59">
            <a:extLst>
              <a:ext uri="{FF2B5EF4-FFF2-40B4-BE49-F238E27FC236}">
                <a16:creationId xmlns:a16="http://schemas.microsoft.com/office/drawing/2014/main" id="{0CA5D20B-F171-EDC0-B9BE-E4A39AFAA053}"/>
              </a:ext>
            </a:extLst>
          </p:cNvPr>
          <p:cNvSpPr txBox="1"/>
          <p:nvPr/>
        </p:nvSpPr>
        <p:spPr>
          <a:xfrm>
            <a:off x="10699163" y="2240932"/>
            <a:ext cx="559769" cy="784830"/>
          </a:xfrm>
          <a:prstGeom prst="rect">
            <a:avLst/>
          </a:prstGeom>
          <a:noFill/>
        </p:spPr>
        <p:txBody>
          <a:bodyPr wrap="none" rtlCol="0" anchor="ctr">
            <a:spAutoFit/>
          </a:bodyPr>
          <a:lstStyle/>
          <a:p>
            <a:pPr algn="ctr"/>
            <a:r>
              <a:rPr lang="fr-FR" sz="4500" b="1" dirty="0">
                <a:solidFill>
                  <a:schemeClr val="bg1"/>
                </a:solidFill>
                <a:latin typeface="Poppins" pitchFamily="2" charset="77"/>
                <a:cs typeface="Poppins" pitchFamily="2" charset="77"/>
              </a:rPr>
              <a:t>5</a:t>
            </a:r>
          </a:p>
        </p:txBody>
      </p:sp>
      <p:sp>
        <p:nvSpPr>
          <p:cNvPr id="76" name="Subtitle 2">
            <a:extLst>
              <a:ext uri="{FF2B5EF4-FFF2-40B4-BE49-F238E27FC236}">
                <a16:creationId xmlns:a16="http://schemas.microsoft.com/office/drawing/2014/main" id="{4A8A59D3-0008-41B7-AD68-16EFC210DE05}"/>
              </a:ext>
            </a:extLst>
          </p:cNvPr>
          <p:cNvSpPr txBox="1">
            <a:spLocks/>
          </p:cNvSpPr>
          <p:nvPr/>
        </p:nvSpPr>
        <p:spPr>
          <a:xfrm>
            <a:off x="10045175" y="4927766"/>
            <a:ext cx="2150854" cy="482889"/>
          </a:xfrm>
          <a:prstGeom prst="rect">
            <a:avLst/>
          </a:prstGeom>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750"/>
              </a:lnSpc>
            </a:pPr>
            <a:r>
              <a:rPr lang="fr-FR" sz="1200" b="1" dirty="0">
                <a:solidFill>
                  <a:schemeClr val="accent2">
                    <a:lumMod val="50000"/>
                    <a:lumOff val="50000"/>
                  </a:schemeClr>
                </a:solidFill>
                <a:latin typeface="Lato Light" panose="020F0502020204030203" pitchFamily="34" charset="0"/>
                <a:ea typeface="Lato Light" panose="020F0502020204030203" pitchFamily="34" charset="0"/>
                <a:cs typeface="Mukta ExtraLight" panose="020B0000000000000000" pitchFamily="34" charset="77"/>
              </a:rPr>
              <a:t>Augmentation performance terrain </a:t>
            </a:r>
          </a:p>
        </p:txBody>
      </p:sp>
      <p:sp>
        <p:nvSpPr>
          <p:cNvPr id="77" name="TextBox 73">
            <a:extLst>
              <a:ext uri="{FF2B5EF4-FFF2-40B4-BE49-F238E27FC236}">
                <a16:creationId xmlns:a16="http://schemas.microsoft.com/office/drawing/2014/main" id="{665DD572-7E1F-1DE5-32A4-90E853D005ED}"/>
              </a:ext>
            </a:extLst>
          </p:cNvPr>
          <p:cNvSpPr txBox="1"/>
          <p:nvPr/>
        </p:nvSpPr>
        <p:spPr>
          <a:xfrm>
            <a:off x="10227572" y="4590634"/>
            <a:ext cx="1786066" cy="338554"/>
          </a:xfrm>
          <a:prstGeom prst="rect">
            <a:avLst/>
          </a:prstGeom>
          <a:noFill/>
        </p:spPr>
        <p:txBody>
          <a:bodyPr wrap="none" rtlCol="0" anchor="b" anchorCtr="0">
            <a:spAutoFit/>
          </a:bodyPr>
          <a:lstStyle/>
          <a:p>
            <a:pPr algn="ctr"/>
            <a:r>
              <a:rPr lang="fr-FR" sz="1600" b="1" dirty="0">
                <a:solidFill>
                  <a:schemeClr val="tx2"/>
                </a:solidFill>
                <a:latin typeface="Poppins" pitchFamily="2" charset="77"/>
                <a:ea typeface="League Spartan" charset="0"/>
                <a:cs typeface="Poppins" pitchFamily="2" charset="77"/>
              </a:rPr>
              <a:t>AGENT TERRAIN</a:t>
            </a:r>
          </a:p>
        </p:txBody>
      </p:sp>
      <p:pic>
        <p:nvPicPr>
          <p:cNvPr id="9" name="Image 8">
            <a:extLst>
              <a:ext uri="{FF2B5EF4-FFF2-40B4-BE49-F238E27FC236}">
                <a16:creationId xmlns:a16="http://schemas.microsoft.com/office/drawing/2014/main" id="{52704C5B-8F2C-1670-C11B-AF48258A09D7}"/>
              </a:ext>
            </a:extLst>
          </p:cNvPr>
          <p:cNvPicPr>
            <a:picLocks noChangeAspect="1"/>
          </p:cNvPicPr>
          <p:nvPr/>
        </p:nvPicPr>
        <p:blipFill>
          <a:blip r:embed="rId3"/>
          <a:stretch>
            <a:fillRect/>
          </a:stretch>
        </p:blipFill>
        <p:spPr>
          <a:xfrm>
            <a:off x="11262361" y="0"/>
            <a:ext cx="929640" cy="889222"/>
          </a:xfrm>
          <a:prstGeom prst="rect">
            <a:avLst/>
          </a:prstGeom>
        </p:spPr>
      </p:pic>
    </p:spTree>
    <p:extLst>
      <p:ext uri="{BB962C8B-B14F-4D97-AF65-F5344CB8AC3E}">
        <p14:creationId xmlns:p14="http://schemas.microsoft.com/office/powerpoint/2010/main" val="2963176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80">
                                          <p:stCondLst>
                                            <p:cond delay="0"/>
                                          </p:stCondLst>
                                        </p:cTn>
                                        <p:tgtEl>
                                          <p:spTgt spid="8"/>
                                        </p:tgtEl>
                                      </p:cBhvr>
                                    </p:animEffect>
                                    <p:anim calcmode="lin" valueType="num">
                                      <p:cBhvr>
                                        <p:cTn id="8"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13" dur="26">
                                          <p:stCondLst>
                                            <p:cond delay="650"/>
                                          </p:stCondLst>
                                        </p:cTn>
                                        <p:tgtEl>
                                          <p:spTgt spid="8"/>
                                        </p:tgtEl>
                                      </p:cBhvr>
                                      <p:to x="100000" y="60000"/>
                                    </p:animScale>
                                    <p:animScale>
                                      <p:cBhvr>
                                        <p:cTn id="14" dur="166" decel="50000">
                                          <p:stCondLst>
                                            <p:cond delay="676"/>
                                          </p:stCondLst>
                                        </p:cTn>
                                        <p:tgtEl>
                                          <p:spTgt spid="8"/>
                                        </p:tgtEl>
                                      </p:cBhvr>
                                      <p:to x="100000" y="100000"/>
                                    </p:animScale>
                                    <p:animScale>
                                      <p:cBhvr>
                                        <p:cTn id="15" dur="26">
                                          <p:stCondLst>
                                            <p:cond delay="1312"/>
                                          </p:stCondLst>
                                        </p:cTn>
                                        <p:tgtEl>
                                          <p:spTgt spid="8"/>
                                        </p:tgtEl>
                                      </p:cBhvr>
                                      <p:to x="100000" y="80000"/>
                                    </p:animScale>
                                    <p:animScale>
                                      <p:cBhvr>
                                        <p:cTn id="16" dur="166" decel="50000">
                                          <p:stCondLst>
                                            <p:cond delay="1338"/>
                                          </p:stCondLst>
                                        </p:cTn>
                                        <p:tgtEl>
                                          <p:spTgt spid="8"/>
                                        </p:tgtEl>
                                      </p:cBhvr>
                                      <p:to x="100000" y="100000"/>
                                    </p:animScale>
                                    <p:animScale>
                                      <p:cBhvr>
                                        <p:cTn id="17" dur="26">
                                          <p:stCondLst>
                                            <p:cond delay="1642"/>
                                          </p:stCondLst>
                                        </p:cTn>
                                        <p:tgtEl>
                                          <p:spTgt spid="8"/>
                                        </p:tgtEl>
                                      </p:cBhvr>
                                      <p:to x="100000" y="90000"/>
                                    </p:animScale>
                                    <p:animScale>
                                      <p:cBhvr>
                                        <p:cTn id="18" dur="166" decel="50000">
                                          <p:stCondLst>
                                            <p:cond delay="1668"/>
                                          </p:stCondLst>
                                        </p:cTn>
                                        <p:tgtEl>
                                          <p:spTgt spid="8"/>
                                        </p:tgtEl>
                                      </p:cBhvr>
                                      <p:to x="100000" y="100000"/>
                                    </p:animScale>
                                    <p:animScale>
                                      <p:cBhvr>
                                        <p:cTn id="19" dur="26">
                                          <p:stCondLst>
                                            <p:cond delay="1808"/>
                                          </p:stCondLst>
                                        </p:cTn>
                                        <p:tgtEl>
                                          <p:spTgt spid="8"/>
                                        </p:tgtEl>
                                      </p:cBhvr>
                                      <p:to x="100000" y="95000"/>
                                    </p:animScale>
                                    <p:animScale>
                                      <p:cBhvr>
                                        <p:cTn id="20" dur="166" decel="50000">
                                          <p:stCondLst>
                                            <p:cond delay="1834"/>
                                          </p:stCondLst>
                                        </p:cTn>
                                        <p:tgtEl>
                                          <p:spTgt spid="8"/>
                                        </p:tgtEl>
                                      </p:cBhvr>
                                      <p:to x="100000" y="100000"/>
                                    </p:animScale>
                                  </p:childTnLst>
                                </p:cTn>
                              </p:par>
                              <p:par>
                                <p:cTn id="21" presetID="26"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wipe(down)">
                                      <p:cBhvr>
                                        <p:cTn id="23" dur="580">
                                          <p:stCondLst>
                                            <p:cond delay="0"/>
                                          </p:stCondLst>
                                        </p:cTn>
                                        <p:tgtEl>
                                          <p:spTgt spid="10"/>
                                        </p:tgtEl>
                                      </p:cBhvr>
                                    </p:animEffect>
                                    <p:anim calcmode="lin" valueType="num">
                                      <p:cBhvr>
                                        <p:cTn id="24"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29" dur="26">
                                          <p:stCondLst>
                                            <p:cond delay="650"/>
                                          </p:stCondLst>
                                        </p:cTn>
                                        <p:tgtEl>
                                          <p:spTgt spid="10"/>
                                        </p:tgtEl>
                                      </p:cBhvr>
                                      <p:to x="100000" y="60000"/>
                                    </p:animScale>
                                    <p:animScale>
                                      <p:cBhvr>
                                        <p:cTn id="30" dur="166" decel="50000">
                                          <p:stCondLst>
                                            <p:cond delay="676"/>
                                          </p:stCondLst>
                                        </p:cTn>
                                        <p:tgtEl>
                                          <p:spTgt spid="10"/>
                                        </p:tgtEl>
                                      </p:cBhvr>
                                      <p:to x="100000" y="100000"/>
                                    </p:animScale>
                                    <p:animScale>
                                      <p:cBhvr>
                                        <p:cTn id="31" dur="26">
                                          <p:stCondLst>
                                            <p:cond delay="1312"/>
                                          </p:stCondLst>
                                        </p:cTn>
                                        <p:tgtEl>
                                          <p:spTgt spid="10"/>
                                        </p:tgtEl>
                                      </p:cBhvr>
                                      <p:to x="100000" y="80000"/>
                                    </p:animScale>
                                    <p:animScale>
                                      <p:cBhvr>
                                        <p:cTn id="32" dur="166" decel="50000">
                                          <p:stCondLst>
                                            <p:cond delay="1338"/>
                                          </p:stCondLst>
                                        </p:cTn>
                                        <p:tgtEl>
                                          <p:spTgt spid="10"/>
                                        </p:tgtEl>
                                      </p:cBhvr>
                                      <p:to x="100000" y="100000"/>
                                    </p:animScale>
                                    <p:animScale>
                                      <p:cBhvr>
                                        <p:cTn id="33" dur="26">
                                          <p:stCondLst>
                                            <p:cond delay="1642"/>
                                          </p:stCondLst>
                                        </p:cTn>
                                        <p:tgtEl>
                                          <p:spTgt spid="10"/>
                                        </p:tgtEl>
                                      </p:cBhvr>
                                      <p:to x="100000" y="90000"/>
                                    </p:animScale>
                                    <p:animScale>
                                      <p:cBhvr>
                                        <p:cTn id="34" dur="166" decel="50000">
                                          <p:stCondLst>
                                            <p:cond delay="1668"/>
                                          </p:stCondLst>
                                        </p:cTn>
                                        <p:tgtEl>
                                          <p:spTgt spid="10"/>
                                        </p:tgtEl>
                                      </p:cBhvr>
                                      <p:to x="100000" y="100000"/>
                                    </p:animScale>
                                    <p:animScale>
                                      <p:cBhvr>
                                        <p:cTn id="35" dur="26">
                                          <p:stCondLst>
                                            <p:cond delay="1808"/>
                                          </p:stCondLst>
                                        </p:cTn>
                                        <p:tgtEl>
                                          <p:spTgt spid="10"/>
                                        </p:tgtEl>
                                      </p:cBhvr>
                                      <p:to x="100000" y="95000"/>
                                    </p:animScale>
                                    <p:animScale>
                                      <p:cBhvr>
                                        <p:cTn id="36" dur="166" decel="50000">
                                          <p:stCondLst>
                                            <p:cond delay="1834"/>
                                          </p:stCondLst>
                                        </p:cTn>
                                        <p:tgtEl>
                                          <p:spTgt spid="10"/>
                                        </p:tgtEl>
                                      </p:cBhvr>
                                      <p:to x="100000" y="100000"/>
                                    </p:animScale>
                                  </p:childTnLst>
                                </p:cTn>
                              </p:par>
                              <p:par>
                                <p:cTn id="37" presetID="26" presetClass="entr" presetSubtype="0"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wipe(down)">
                                      <p:cBhvr>
                                        <p:cTn id="39" dur="580">
                                          <p:stCondLst>
                                            <p:cond delay="0"/>
                                          </p:stCondLst>
                                        </p:cTn>
                                        <p:tgtEl>
                                          <p:spTgt spid="11"/>
                                        </p:tgtEl>
                                      </p:cBhvr>
                                    </p:animEffect>
                                    <p:anim calcmode="lin" valueType="num">
                                      <p:cBhvr>
                                        <p:cTn id="40"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45" dur="26">
                                          <p:stCondLst>
                                            <p:cond delay="650"/>
                                          </p:stCondLst>
                                        </p:cTn>
                                        <p:tgtEl>
                                          <p:spTgt spid="11"/>
                                        </p:tgtEl>
                                      </p:cBhvr>
                                      <p:to x="100000" y="60000"/>
                                    </p:animScale>
                                    <p:animScale>
                                      <p:cBhvr>
                                        <p:cTn id="46" dur="166" decel="50000">
                                          <p:stCondLst>
                                            <p:cond delay="676"/>
                                          </p:stCondLst>
                                        </p:cTn>
                                        <p:tgtEl>
                                          <p:spTgt spid="11"/>
                                        </p:tgtEl>
                                      </p:cBhvr>
                                      <p:to x="100000" y="100000"/>
                                    </p:animScale>
                                    <p:animScale>
                                      <p:cBhvr>
                                        <p:cTn id="47" dur="26">
                                          <p:stCondLst>
                                            <p:cond delay="1312"/>
                                          </p:stCondLst>
                                        </p:cTn>
                                        <p:tgtEl>
                                          <p:spTgt spid="11"/>
                                        </p:tgtEl>
                                      </p:cBhvr>
                                      <p:to x="100000" y="80000"/>
                                    </p:animScale>
                                    <p:animScale>
                                      <p:cBhvr>
                                        <p:cTn id="48" dur="166" decel="50000">
                                          <p:stCondLst>
                                            <p:cond delay="1338"/>
                                          </p:stCondLst>
                                        </p:cTn>
                                        <p:tgtEl>
                                          <p:spTgt spid="11"/>
                                        </p:tgtEl>
                                      </p:cBhvr>
                                      <p:to x="100000" y="100000"/>
                                    </p:animScale>
                                    <p:animScale>
                                      <p:cBhvr>
                                        <p:cTn id="49" dur="26">
                                          <p:stCondLst>
                                            <p:cond delay="1642"/>
                                          </p:stCondLst>
                                        </p:cTn>
                                        <p:tgtEl>
                                          <p:spTgt spid="11"/>
                                        </p:tgtEl>
                                      </p:cBhvr>
                                      <p:to x="100000" y="90000"/>
                                    </p:animScale>
                                    <p:animScale>
                                      <p:cBhvr>
                                        <p:cTn id="50" dur="166" decel="50000">
                                          <p:stCondLst>
                                            <p:cond delay="1668"/>
                                          </p:stCondLst>
                                        </p:cTn>
                                        <p:tgtEl>
                                          <p:spTgt spid="11"/>
                                        </p:tgtEl>
                                      </p:cBhvr>
                                      <p:to x="100000" y="100000"/>
                                    </p:animScale>
                                    <p:animScale>
                                      <p:cBhvr>
                                        <p:cTn id="51" dur="26">
                                          <p:stCondLst>
                                            <p:cond delay="1808"/>
                                          </p:stCondLst>
                                        </p:cTn>
                                        <p:tgtEl>
                                          <p:spTgt spid="11"/>
                                        </p:tgtEl>
                                      </p:cBhvr>
                                      <p:to x="100000" y="95000"/>
                                    </p:animScale>
                                    <p:animScale>
                                      <p:cBhvr>
                                        <p:cTn id="52" dur="166" decel="50000">
                                          <p:stCondLst>
                                            <p:cond delay="1834"/>
                                          </p:stCondLst>
                                        </p:cTn>
                                        <p:tgtEl>
                                          <p:spTgt spid="11"/>
                                        </p:tgtEl>
                                      </p:cBhvr>
                                      <p:to x="100000" y="100000"/>
                                    </p:animScale>
                                  </p:childTnLst>
                                </p:cTn>
                              </p:par>
                              <p:par>
                                <p:cTn id="53" presetID="26" presetClass="entr" presetSubtype="0" fill="hold" grpId="0" nodeType="with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wipe(down)">
                                      <p:cBhvr>
                                        <p:cTn id="55" dur="580">
                                          <p:stCondLst>
                                            <p:cond delay="0"/>
                                          </p:stCondLst>
                                        </p:cTn>
                                        <p:tgtEl>
                                          <p:spTgt spid="12"/>
                                        </p:tgtEl>
                                      </p:cBhvr>
                                    </p:animEffect>
                                    <p:anim calcmode="lin" valueType="num">
                                      <p:cBhvr>
                                        <p:cTn id="56" dur="1822" tmFilter="0,0; 0.14,0.36; 0.43,0.73; 0.71,0.91; 1.0,1.0">
                                          <p:stCondLst>
                                            <p:cond delay="0"/>
                                          </p:stCondLst>
                                        </p:cTn>
                                        <p:tgtEl>
                                          <p:spTgt spid="12"/>
                                        </p:tgtEl>
                                        <p:attrNameLst>
                                          <p:attrName>ppt_x</p:attrName>
                                        </p:attrNameLst>
                                      </p:cBhvr>
                                      <p:tavLst>
                                        <p:tav tm="0">
                                          <p:val>
                                            <p:strVal val="#ppt_x-0.25"/>
                                          </p:val>
                                        </p:tav>
                                        <p:tav tm="100000">
                                          <p:val>
                                            <p:strVal val="#ppt_x"/>
                                          </p:val>
                                        </p:tav>
                                      </p:tavLst>
                                    </p:anim>
                                    <p:anim calcmode="lin" valueType="num">
                                      <p:cBhvr>
                                        <p:cTn id="57" dur="664" tmFilter="0.0,0.0; 0.25,0.07; 0.50,0.2; 0.75,0.467; 1.0,1.0">
                                          <p:stCondLst>
                                            <p:cond delay="0"/>
                                          </p:stCondLst>
                                        </p:cTn>
                                        <p:tgtEl>
                                          <p:spTgt spid="12"/>
                                        </p:tgtEl>
                                        <p:attrNameLst>
                                          <p:attrName>ppt_y</p:attrName>
                                        </p:attrNameLst>
                                      </p:cBhvr>
                                      <p:tavLst>
                                        <p:tav tm="0" fmla="#ppt_y-sin(pi*$)/3">
                                          <p:val>
                                            <p:fltVal val="0.5"/>
                                          </p:val>
                                        </p:tav>
                                        <p:tav tm="100000">
                                          <p:val>
                                            <p:fltVal val="1"/>
                                          </p:val>
                                        </p:tav>
                                      </p:tavLst>
                                    </p:anim>
                                    <p:anim calcmode="lin" valueType="num">
                                      <p:cBhvr>
                                        <p:cTn id="58" dur="664" tmFilter="0, 0; 0.125,0.2665; 0.25,0.4; 0.375,0.465; 0.5,0.5;  0.625,0.535; 0.75,0.6; 0.875,0.7335; 1,1">
                                          <p:stCondLst>
                                            <p:cond delay="664"/>
                                          </p:stCondLst>
                                        </p:cTn>
                                        <p:tgtEl>
                                          <p:spTgt spid="12"/>
                                        </p:tgtEl>
                                        <p:attrNameLst>
                                          <p:attrName>ppt_y</p:attrName>
                                        </p:attrNameLst>
                                      </p:cBhvr>
                                      <p:tavLst>
                                        <p:tav tm="0" fmla="#ppt_y-sin(pi*$)/9">
                                          <p:val>
                                            <p:fltVal val="0"/>
                                          </p:val>
                                        </p:tav>
                                        <p:tav tm="100000">
                                          <p:val>
                                            <p:fltVal val="1"/>
                                          </p:val>
                                        </p:tav>
                                      </p:tavLst>
                                    </p:anim>
                                    <p:anim calcmode="lin" valueType="num">
                                      <p:cBhvr>
                                        <p:cTn id="59" dur="332" tmFilter="0, 0; 0.125,0.2665; 0.25,0.4; 0.375,0.465; 0.5,0.5;  0.625,0.535; 0.75,0.6; 0.875,0.7335; 1,1">
                                          <p:stCondLst>
                                            <p:cond delay="1324"/>
                                          </p:stCondLst>
                                        </p:cTn>
                                        <p:tgtEl>
                                          <p:spTgt spid="12"/>
                                        </p:tgtEl>
                                        <p:attrNameLst>
                                          <p:attrName>ppt_y</p:attrName>
                                        </p:attrNameLst>
                                      </p:cBhvr>
                                      <p:tavLst>
                                        <p:tav tm="0" fmla="#ppt_y-sin(pi*$)/27">
                                          <p:val>
                                            <p:fltVal val="0"/>
                                          </p:val>
                                        </p:tav>
                                        <p:tav tm="100000">
                                          <p:val>
                                            <p:fltVal val="1"/>
                                          </p:val>
                                        </p:tav>
                                      </p:tavLst>
                                    </p:anim>
                                    <p:anim calcmode="lin" valueType="num">
                                      <p:cBhvr>
                                        <p:cTn id="60" dur="164" tmFilter="0, 0; 0.125,0.2665; 0.25,0.4; 0.375,0.465; 0.5,0.5;  0.625,0.535; 0.75,0.6; 0.875,0.7335; 1,1">
                                          <p:stCondLst>
                                            <p:cond delay="1656"/>
                                          </p:stCondLst>
                                        </p:cTn>
                                        <p:tgtEl>
                                          <p:spTgt spid="12"/>
                                        </p:tgtEl>
                                        <p:attrNameLst>
                                          <p:attrName>ppt_y</p:attrName>
                                        </p:attrNameLst>
                                      </p:cBhvr>
                                      <p:tavLst>
                                        <p:tav tm="0" fmla="#ppt_y-sin(pi*$)/81">
                                          <p:val>
                                            <p:fltVal val="0"/>
                                          </p:val>
                                        </p:tav>
                                        <p:tav tm="100000">
                                          <p:val>
                                            <p:fltVal val="1"/>
                                          </p:val>
                                        </p:tav>
                                      </p:tavLst>
                                    </p:anim>
                                    <p:animScale>
                                      <p:cBhvr>
                                        <p:cTn id="61" dur="26">
                                          <p:stCondLst>
                                            <p:cond delay="650"/>
                                          </p:stCondLst>
                                        </p:cTn>
                                        <p:tgtEl>
                                          <p:spTgt spid="12"/>
                                        </p:tgtEl>
                                      </p:cBhvr>
                                      <p:to x="100000" y="60000"/>
                                    </p:animScale>
                                    <p:animScale>
                                      <p:cBhvr>
                                        <p:cTn id="62" dur="166" decel="50000">
                                          <p:stCondLst>
                                            <p:cond delay="676"/>
                                          </p:stCondLst>
                                        </p:cTn>
                                        <p:tgtEl>
                                          <p:spTgt spid="12"/>
                                        </p:tgtEl>
                                      </p:cBhvr>
                                      <p:to x="100000" y="100000"/>
                                    </p:animScale>
                                    <p:animScale>
                                      <p:cBhvr>
                                        <p:cTn id="63" dur="26">
                                          <p:stCondLst>
                                            <p:cond delay="1312"/>
                                          </p:stCondLst>
                                        </p:cTn>
                                        <p:tgtEl>
                                          <p:spTgt spid="12"/>
                                        </p:tgtEl>
                                      </p:cBhvr>
                                      <p:to x="100000" y="80000"/>
                                    </p:animScale>
                                    <p:animScale>
                                      <p:cBhvr>
                                        <p:cTn id="64" dur="166" decel="50000">
                                          <p:stCondLst>
                                            <p:cond delay="1338"/>
                                          </p:stCondLst>
                                        </p:cTn>
                                        <p:tgtEl>
                                          <p:spTgt spid="12"/>
                                        </p:tgtEl>
                                      </p:cBhvr>
                                      <p:to x="100000" y="100000"/>
                                    </p:animScale>
                                    <p:animScale>
                                      <p:cBhvr>
                                        <p:cTn id="65" dur="26">
                                          <p:stCondLst>
                                            <p:cond delay="1642"/>
                                          </p:stCondLst>
                                        </p:cTn>
                                        <p:tgtEl>
                                          <p:spTgt spid="12"/>
                                        </p:tgtEl>
                                      </p:cBhvr>
                                      <p:to x="100000" y="90000"/>
                                    </p:animScale>
                                    <p:animScale>
                                      <p:cBhvr>
                                        <p:cTn id="66" dur="166" decel="50000">
                                          <p:stCondLst>
                                            <p:cond delay="1668"/>
                                          </p:stCondLst>
                                        </p:cTn>
                                        <p:tgtEl>
                                          <p:spTgt spid="12"/>
                                        </p:tgtEl>
                                      </p:cBhvr>
                                      <p:to x="100000" y="100000"/>
                                    </p:animScale>
                                    <p:animScale>
                                      <p:cBhvr>
                                        <p:cTn id="67" dur="26">
                                          <p:stCondLst>
                                            <p:cond delay="1808"/>
                                          </p:stCondLst>
                                        </p:cTn>
                                        <p:tgtEl>
                                          <p:spTgt spid="12"/>
                                        </p:tgtEl>
                                      </p:cBhvr>
                                      <p:to x="100000" y="95000"/>
                                    </p:animScale>
                                    <p:animScale>
                                      <p:cBhvr>
                                        <p:cTn id="68" dur="166" decel="50000">
                                          <p:stCondLst>
                                            <p:cond delay="1834"/>
                                          </p:stCondLst>
                                        </p:cTn>
                                        <p:tgtEl>
                                          <p:spTgt spid="12"/>
                                        </p:tgtEl>
                                      </p:cBhvr>
                                      <p:to x="100000" y="100000"/>
                                    </p:animScale>
                                  </p:childTnLst>
                                </p:cTn>
                              </p:par>
                              <p:par>
                                <p:cTn id="69" presetID="26" presetClass="entr" presetSubtype="0" fill="hold" grpId="0" nodeType="withEffect">
                                  <p:stCondLst>
                                    <p:cond delay="0"/>
                                  </p:stCondLst>
                                  <p:childTnLst>
                                    <p:set>
                                      <p:cBhvr>
                                        <p:cTn id="70" dur="1" fill="hold">
                                          <p:stCondLst>
                                            <p:cond delay="0"/>
                                          </p:stCondLst>
                                        </p:cTn>
                                        <p:tgtEl>
                                          <p:spTgt spid="13"/>
                                        </p:tgtEl>
                                        <p:attrNameLst>
                                          <p:attrName>style.visibility</p:attrName>
                                        </p:attrNameLst>
                                      </p:cBhvr>
                                      <p:to>
                                        <p:strVal val="visible"/>
                                      </p:to>
                                    </p:set>
                                    <p:animEffect transition="in" filter="wipe(down)">
                                      <p:cBhvr>
                                        <p:cTn id="71" dur="580">
                                          <p:stCondLst>
                                            <p:cond delay="0"/>
                                          </p:stCondLst>
                                        </p:cTn>
                                        <p:tgtEl>
                                          <p:spTgt spid="13"/>
                                        </p:tgtEl>
                                      </p:cBhvr>
                                    </p:animEffect>
                                    <p:anim calcmode="lin" valueType="num">
                                      <p:cBhvr>
                                        <p:cTn id="72" dur="1822" tmFilter="0,0; 0.14,0.36; 0.43,0.73; 0.71,0.91; 1.0,1.0">
                                          <p:stCondLst>
                                            <p:cond delay="0"/>
                                          </p:stCondLst>
                                        </p:cTn>
                                        <p:tgtEl>
                                          <p:spTgt spid="13"/>
                                        </p:tgtEl>
                                        <p:attrNameLst>
                                          <p:attrName>ppt_x</p:attrName>
                                        </p:attrNameLst>
                                      </p:cBhvr>
                                      <p:tavLst>
                                        <p:tav tm="0">
                                          <p:val>
                                            <p:strVal val="#ppt_x-0.25"/>
                                          </p:val>
                                        </p:tav>
                                        <p:tav tm="100000">
                                          <p:val>
                                            <p:strVal val="#ppt_x"/>
                                          </p:val>
                                        </p:tav>
                                      </p:tavLst>
                                    </p:anim>
                                    <p:anim calcmode="lin" valueType="num">
                                      <p:cBhvr>
                                        <p:cTn id="73" dur="664" tmFilter="0.0,0.0; 0.25,0.07; 0.50,0.2; 0.75,0.467; 1.0,1.0">
                                          <p:stCondLst>
                                            <p:cond delay="0"/>
                                          </p:stCondLst>
                                        </p:cTn>
                                        <p:tgtEl>
                                          <p:spTgt spid="13"/>
                                        </p:tgtEl>
                                        <p:attrNameLst>
                                          <p:attrName>ppt_y</p:attrName>
                                        </p:attrNameLst>
                                      </p:cBhvr>
                                      <p:tavLst>
                                        <p:tav tm="0" fmla="#ppt_y-sin(pi*$)/3">
                                          <p:val>
                                            <p:fltVal val="0.5"/>
                                          </p:val>
                                        </p:tav>
                                        <p:tav tm="100000">
                                          <p:val>
                                            <p:fltVal val="1"/>
                                          </p:val>
                                        </p:tav>
                                      </p:tavLst>
                                    </p:anim>
                                    <p:anim calcmode="lin" valueType="num">
                                      <p:cBhvr>
                                        <p:cTn id="74" dur="664" tmFilter="0, 0; 0.125,0.2665; 0.25,0.4; 0.375,0.465; 0.5,0.5;  0.625,0.535; 0.75,0.6; 0.875,0.7335; 1,1">
                                          <p:stCondLst>
                                            <p:cond delay="664"/>
                                          </p:stCondLst>
                                        </p:cTn>
                                        <p:tgtEl>
                                          <p:spTgt spid="13"/>
                                        </p:tgtEl>
                                        <p:attrNameLst>
                                          <p:attrName>ppt_y</p:attrName>
                                        </p:attrNameLst>
                                      </p:cBhvr>
                                      <p:tavLst>
                                        <p:tav tm="0" fmla="#ppt_y-sin(pi*$)/9">
                                          <p:val>
                                            <p:fltVal val="0"/>
                                          </p:val>
                                        </p:tav>
                                        <p:tav tm="100000">
                                          <p:val>
                                            <p:fltVal val="1"/>
                                          </p:val>
                                        </p:tav>
                                      </p:tavLst>
                                    </p:anim>
                                    <p:anim calcmode="lin" valueType="num">
                                      <p:cBhvr>
                                        <p:cTn id="75" dur="332" tmFilter="0, 0; 0.125,0.2665; 0.25,0.4; 0.375,0.465; 0.5,0.5;  0.625,0.535; 0.75,0.6; 0.875,0.7335; 1,1">
                                          <p:stCondLst>
                                            <p:cond delay="1324"/>
                                          </p:stCondLst>
                                        </p:cTn>
                                        <p:tgtEl>
                                          <p:spTgt spid="13"/>
                                        </p:tgtEl>
                                        <p:attrNameLst>
                                          <p:attrName>ppt_y</p:attrName>
                                        </p:attrNameLst>
                                      </p:cBhvr>
                                      <p:tavLst>
                                        <p:tav tm="0" fmla="#ppt_y-sin(pi*$)/27">
                                          <p:val>
                                            <p:fltVal val="0"/>
                                          </p:val>
                                        </p:tav>
                                        <p:tav tm="100000">
                                          <p:val>
                                            <p:fltVal val="1"/>
                                          </p:val>
                                        </p:tav>
                                      </p:tavLst>
                                    </p:anim>
                                    <p:anim calcmode="lin" valueType="num">
                                      <p:cBhvr>
                                        <p:cTn id="76" dur="164" tmFilter="0, 0; 0.125,0.2665; 0.25,0.4; 0.375,0.465; 0.5,0.5;  0.625,0.535; 0.75,0.6; 0.875,0.7335; 1,1">
                                          <p:stCondLst>
                                            <p:cond delay="1656"/>
                                          </p:stCondLst>
                                        </p:cTn>
                                        <p:tgtEl>
                                          <p:spTgt spid="13"/>
                                        </p:tgtEl>
                                        <p:attrNameLst>
                                          <p:attrName>ppt_y</p:attrName>
                                        </p:attrNameLst>
                                      </p:cBhvr>
                                      <p:tavLst>
                                        <p:tav tm="0" fmla="#ppt_y-sin(pi*$)/81">
                                          <p:val>
                                            <p:fltVal val="0"/>
                                          </p:val>
                                        </p:tav>
                                        <p:tav tm="100000">
                                          <p:val>
                                            <p:fltVal val="1"/>
                                          </p:val>
                                        </p:tav>
                                      </p:tavLst>
                                    </p:anim>
                                    <p:animScale>
                                      <p:cBhvr>
                                        <p:cTn id="77" dur="26">
                                          <p:stCondLst>
                                            <p:cond delay="650"/>
                                          </p:stCondLst>
                                        </p:cTn>
                                        <p:tgtEl>
                                          <p:spTgt spid="13"/>
                                        </p:tgtEl>
                                      </p:cBhvr>
                                      <p:to x="100000" y="60000"/>
                                    </p:animScale>
                                    <p:animScale>
                                      <p:cBhvr>
                                        <p:cTn id="78" dur="166" decel="50000">
                                          <p:stCondLst>
                                            <p:cond delay="676"/>
                                          </p:stCondLst>
                                        </p:cTn>
                                        <p:tgtEl>
                                          <p:spTgt spid="13"/>
                                        </p:tgtEl>
                                      </p:cBhvr>
                                      <p:to x="100000" y="100000"/>
                                    </p:animScale>
                                    <p:animScale>
                                      <p:cBhvr>
                                        <p:cTn id="79" dur="26">
                                          <p:stCondLst>
                                            <p:cond delay="1312"/>
                                          </p:stCondLst>
                                        </p:cTn>
                                        <p:tgtEl>
                                          <p:spTgt spid="13"/>
                                        </p:tgtEl>
                                      </p:cBhvr>
                                      <p:to x="100000" y="80000"/>
                                    </p:animScale>
                                    <p:animScale>
                                      <p:cBhvr>
                                        <p:cTn id="80" dur="166" decel="50000">
                                          <p:stCondLst>
                                            <p:cond delay="1338"/>
                                          </p:stCondLst>
                                        </p:cTn>
                                        <p:tgtEl>
                                          <p:spTgt spid="13"/>
                                        </p:tgtEl>
                                      </p:cBhvr>
                                      <p:to x="100000" y="100000"/>
                                    </p:animScale>
                                    <p:animScale>
                                      <p:cBhvr>
                                        <p:cTn id="81" dur="26">
                                          <p:stCondLst>
                                            <p:cond delay="1642"/>
                                          </p:stCondLst>
                                        </p:cTn>
                                        <p:tgtEl>
                                          <p:spTgt spid="13"/>
                                        </p:tgtEl>
                                      </p:cBhvr>
                                      <p:to x="100000" y="90000"/>
                                    </p:animScale>
                                    <p:animScale>
                                      <p:cBhvr>
                                        <p:cTn id="82" dur="166" decel="50000">
                                          <p:stCondLst>
                                            <p:cond delay="1668"/>
                                          </p:stCondLst>
                                        </p:cTn>
                                        <p:tgtEl>
                                          <p:spTgt spid="13"/>
                                        </p:tgtEl>
                                      </p:cBhvr>
                                      <p:to x="100000" y="100000"/>
                                    </p:animScale>
                                    <p:animScale>
                                      <p:cBhvr>
                                        <p:cTn id="83" dur="26">
                                          <p:stCondLst>
                                            <p:cond delay="1808"/>
                                          </p:stCondLst>
                                        </p:cTn>
                                        <p:tgtEl>
                                          <p:spTgt spid="13"/>
                                        </p:tgtEl>
                                      </p:cBhvr>
                                      <p:to x="100000" y="95000"/>
                                    </p:animScale>
                                    <p:animScale>
                                      <p:cBhvr>
                                        <p:cTn id="84" dur="166" decel="50000">
                                          <p:stCondLst>
                                            <p:cond delay="1834"/>
                                          </p:stCondLst>
                                        </p:cTn>
                                        <p:tgtEl>
                                          <p:spTgt spid="13"/>
                                        </p:tgtEl>
                                      </p:cBhvr>
                                      <p:to x="100000" y="100000"/>
                                    </p:animScale>
                                  </p:childTnLst>
                                </p:cTn>
                              </p:par>
                              <p:par>
                                <p:cTn id="85" presetID="26" presetClass="entr" presetSubtype="0" fill="hold" grpId="0" nodeType="withEffect">
                                  <p:stCondLst>
                                    <p:cond delay="0"/>
                                  </p:stCondLst>
                                  <p:childTnLst>
                                    <p:set>
                                      <p:cBhvr>
                                        <p:cTn id="86" dur="1" fill="hold">
                                          <p:stCondLst>
                                            <p:cond delay="0"/>
                                          </p:stCondLst>
                                        </p:cTn>
                                        <p:tgtEl>
                                          <p:spTgt spid="14"/>
                                        </p:tgtEl>
                                        <p:attrNameLst>
                                          <p:attrName>style.visibility</p:attrName>
                                        </p:attrNameLst>
                                      </p:cBhvr>
                                      <p:to>
                                        <p:strVal val="visible"/>
                                      </p:to>
                                    </p:set>
                                    <p:animEffect transition="in" filter="wipe(down)">
                                      <p:cBhvr>
                                        <p:cTn id="87" dur="580">
                                          <p:stCondLst>
                                            <p:cond delay="0"/>
                                          </p:stCondLst>
                                        </p:cTn>
                                        <p:tgtEl>
                                          <p:spTgt spid="14"/>
                                        </p:tgtEl>
                                      </p:cBhvr>
                                    </p:animEffect>
                                    <p:anim calcmode="lin" valueType="num">
                                      <p:cBhvr>
                                        <p:cTn id="88" dur="1822" tmFilter="0,0; 0.14,0.36; 0.43,0.73; 0.71,0.91; 1.0,1.0">
                                          <p:stCondLst>
                                            <p:cond delay="0"/>
                                          </p:stCondLst>
                                        </p:cTn>
                                        <p:tgtEl>
                                          <p:spTgt spid="14"/>
                                        </p:tgtEl>
                                        <p:attrNameLst>
                                          <p:attrName>ppt_x</p:attrName>
                                        </p:attrNameLst>
                                      </p:cBhvr>
                                      <p:tavLst>
                                        <p:tav tm="0">
                                          <p:val>
                                            <p:strVal val="#ppt_x-0.25"/>
                                          </p:val>
                                        </p:tav>
                                        <p:tav tm="100000">
                                          <p:val>
                                            <p:strVal val="#ppt_x"/>
                                          </p:val>
                                        </p:tav>
                                      </p:tavLst>
                                    </p:anim>
                                    <p:anim calcmode="lin" valueType="num">
                                      <p:cBhvr>
                                        <p:cTn id="89" dur="664" tmFilter="0.0,0.0; 0.25,0.07; 0.50,0.2; 0.75,0.467; 1.0,1.0">
                                          <p:stCondLst>
                                            <p:cond delay="0"/>
                                          </p:stCondLst>
                                        </p:cTn>
                                        <p:tgtEl>
                                          <p:spTgt spid="14"/>
                                        </p:tgtEl>
                                        <p:attrNameLst>
                                          <p:attrName>ppt_y</p:attrName>
                                        </p:attrNameLst>
                                      </p:cBhvr>
                                      <p:tavLst>
                                        <p:tav tm="0" fmla="#ppt_y-sin(pi*$)/3">
                                          <p:val>
                                            <p:fltVal val="0.5"/>
                                          </p:val>
                                        </p:tav>
                                        <p:tav tm="100000">
                                          <p:val>
                                            <p:fltVal val="1"/>
                                          </p:val>
                                        </p:tav>
                                      </p:tavLst>
                                    </p:anim>
                                    <p:anim calcmode="lin" valueType="num">
                                      <p:cBhvr>
                                        <p:cTn id="90" dur="664" tmFilter="0, 0; 0.125,0.2665; 0.25,0.4; 0.375,0.465; 0.5,0.5;  0.625,0.535; 0.75,0.6; 0.875,0.7335; 1,1">
                                          <p:stCondLst>
                                            <p:cond delay="664"/>
                                          </p:stCondLst>
                                        </p:cTn>
                                        <p:tgtEl>
                                          <p:spTgt spid="14"/>
                                        </p:tgtEl>
                                        <p:attrNameLst>
                                          <p:attrName>ppt_y</p:attrName>
                                        </p:attrNameLst>
                                      </p:cBhvr>
                                      <p:tavLst>
                                        <p:tav tm="0" fmla="#ppt_y-sin(pi*$)/9">
                                          <p:val>
                                            <p:fltVal val="0"/>
                                          </p:val>
                                        </p:tav>
                                        <p:tav tm="100000">
                                          <p:val>
                                            <p:fltVal val="1"/>
                                          </p:val>
                                        </p:tav>
                                      </p:tavLst>
                                    </p:anim>
                                    <p:anim calcmode="lin" valueType="num">
                                      <p:cBhvr>
                                        <p:cTn id="91" dur="332" tmFilter="0, 0; 0.125,0.2665; 0.25,0.4; 0.375,0.465; 0.5,0.5;  0.625,0.535; 0.75,0.6; 0.875,0.7335; 1,1">
                                          <p:stCondLst>
                                            <p:cond delay="1324"/>
                                          </p:stCondLst>
                                        </p:cTn>
                                        <p:tgtEl>
                                          <p:spTgt spid="14"/>
                                        </p:tgtEl>
                                        <p:attrNameLst>
                                          <p:attrName>ppt_y</p:attrName>
                                        </p:attrNameLst>
                                      </p:cBhvr>
                                      <p:tavLst>
                                        <p:tav tm="0" fmla="#ppt_y-sin(pi*$)/27">
                                          <p:val>
                                            <p:fltVal val="0"/>
                                          </p:val>
                                        </p:tav>
                                        <p:tav tm="100000">
                                          <p:val>
                                            <p:fltVal val="1"/>
                                          </p:val>
                                        </p:tav>
                                      </p:tavLst>
                                    </p:anim>
                                    <p:anim calcmode="lin" valueType="num">
                                      <p:cBhvr>
                                        <p:cTn id="92" dur="164" tmFilter="0, 0; 0.125,0.2665; 0.25,0.4; 0.375,0.465; 0.5,0.5;  0.625,0.535; 0.75,0.6; 0.875,0.7335; 1,1">
                                          <p:stCondLst>
                                            <p:cond delay="1656"/>
                                          </p:stCondLst>
                                        </p:cTn>
                                        <p:tgtEl>
                                          <p:spTgt spid="14"/>
                                        </p:tgtEl>
                                        <p:attrNameLst>
                                          <p:attrName>ppt_y</p:attrName>
                                        </p:attrNameLst>
                                      </p:cBhvr>
                                      <p:tavLst>
                                        <p:tav tm="0" fmla="#ppt_y-sin(pi*$)/81">
                                          <p:val>
                                            <p:fltVal val="0"/>
                                          </p:val>
                                        </p:tav>
                                        <p:tav tm="100000">
                                          <p:val>
                                            <p:fltVal val="1"/>
                                          </p:val>
                                        </p:tav>
                                      </p:tavLst>
                                    </p:anim>
                                    <p:animScale>
                                      <p:cBhvr>
                                        <p:cTn id="93" dur="26">
                                          <p:stCondLst>
                                            <p:cond delay="650"/>
                                          </p:stCondLst>
                                        </p:cTn>
                                        <p:tgtEl>
                                          <p:spTgt spid="14"/>
                                        </p:tgtEl>
                                      </p:cBhvr>
                                      <p:to x="100000" y="60000"/>
                                    </p:animScale>
                                    <p:animScale>
                                      <p:cBhvr>
                                        <p:cTn id="94" dur="166" decel="50000">
                                          <p:stCondLst>
                                            <p:cond delay="676"/>
                                          </p:stCondLst>
                                        </p:cTn>
                                        <p:tgtEl>
                                          <p:spTgt spid="14"/>
                                        </p:tgtEl>
                                      </p:cBhvr>
                                      <p:to x="100000" y="100000"/>
                                    </p:animScale>
                                    <p:animScale>
                                      <p:cBhvr>
                                        <p:cTn id="95" dur="26">
                                          <p:stCondLst>
                                            <p:cond delay="1312"/>
                                          </p:stCondLst>
                                        </p:cTn>
                                        <p:tgtEl>
                                          <p:spTgt spid="14"/>
                                        </p:tgtEl>
                                      </p:cBhvr>
                                      <p:to x="100000" y="80000"/>
                                    </p:animScale>
                                    <p:animScale>
                                      <p:cBhvr>
                                        <p:cTn id="96" dur="166" decel="50000">
                                          <p:stCondLst>
                                            <p:cond delay="1338"/>
                                          </p:stCondLst>
                                        </p:cTn>
                                        <p:tgtEl>
                                          <p:spTgt spid="14"/>
                                        </p:tgtEl>
                                      </p:cBhvr>
                                      <p:to x="100000" y="100000"/>
                                    </p:animScale>
                                    <p:animScale>
                                      <p:cBhvr>
                                        <p:cTn id="97" dur="26">
                                          <p:stCondLst>
                                            <p:cond delay="1642"/>
                                          </p:stCondLst>
                                        </p:cTn>
                                        <p:tgtEl>
                                          <p:spTgt spid="14"/>
                                        </p:tgtEl>
                                      </p:cBhvr>
                                      <p:to x="100000" y="90000"/>
                                    </p:animScale>
                                    <p:animScale>
                                      <p:cBhvr>
                                        <p:cTn id="98" dur="166" decel="50000">
                                          <p:stCondLst>
                                            <p:cond delay="1668"/>
                                          </p:stCondLst>
                                        </p:cTn>
                                        <p:tgtEl>
                                          <p:spTgt spid="14"/>
                                        </p:tgtEl>
                                      </p:cBhvr>
                                      <p:to x="100000" y="100000"/>
                                    </p:animScale>
                                    <p:animScale>
                                      <p:cBhvr>
                                        <p:cTn id="99" dur="26">
                                          <p:stCondLst>
                                            <p:cond delay="1808"/>
                                          </p:stCondLst>
                                        </p:cTn>
                                        <p:tgtEl>
                                          <p:spTgt spid="14"/>
                                        </p:tgtEl>
                                      </p:cBhvr>
                                      <p:to x="100000" y="95000"/>
                                    </p:animScale>
                                    <p:animScale>
                                      <p:cBhvr>
                                        <p:cTn id="100" dur="166" decel="50000">
                                          <p:stCondLst>
                                            <p:cond delay="1834"/>
                                          </p:stCondLst>
                                        </p:cTn>
                                        <p:tgtEl>
                                          <p:spTgt spid="14"/>
                                        </p:tgtEl>
                                      </p:cBhvr>
                                      <p:to x="100000" y="100000"/>
                                    </p:animScale>
                                  </p:childTnLst>
                                </p:cTn>
                              </p:par>
                              <p:par>
                                <p:cTn id="101" presetID="26" presetClass="entr" presetSubtype="0" fill="hold" grpId="0" nodeType="withEffect">
                                  <p:stCondLst>
                                    <p:cond delay="0"/>
                                  </p:stCondLst>
                                  <p:childTnLst>
                                    <p:set>
                                      <p:cBhvr>
                                        <p:cTn id="102" dur="1" fill="hold">
                                          <p:stCondLst>
                                            <p:cond delay="0"/>
                                          </p:stCondLst>
                                        </p:cTn>
                                        <p:tgtEl>
                                          <p:spTgt spid="15"/>
                                        </p:tgtEl>
                                        <p:attrNameLst>
                                          <p:attrName>style.visibility</p:attrName>
                                        </p:attrNameLst>
                                      </p:cBhvr>
                                      <p:to>
                                        <p:strVal val="visible"/>
                                      </p:to>
                                    </p:set>
                                    <p:animEffect transition="in" filter="wipe(down)">
                                      <p:cBhvr>
                                        <p:cTn id="103" dur="580">
                                          <p:stCondLst>
                                            <p:cond delay="0"/>
                                          </p:stCondLst>
                                        </p:cTn>
                                        <p:tgtEl>
                                          <p:spTgt spid="15"/>
                                        </p:tgtEl>
                                      </p:cBhvr>
                                    </p:animEffect>
                                    <p:anim calcmode="lin" valueType="num">
                                      <p:cBhvr>
                                        <p:cTn id="104" dur="1822" tmFilter="0,0; 0.14,0.36; 0.43,0.73; 0.71,0.91; 1.0,1.0">
                                          <p:stCondLst>
                                            <p:cond delay="0"/>
                                          </p:stCondLst>
                                        </p:cTn>
                                        <p:tgtEl>
                                          <p:spTgt spid="15"/>
                                        </p:tgtEl>
                                        <p:attrNameLst>
                                          <p:attrName>ppt_x</p:attrName>
                                        </p:attrNameLst>
                                      </p:cBhvr>
                                      <p:tavLst>
                                        <p:tav tm="0">
                                          <p:val>
                                            <p:strVal val="#ppt_x-0.25"/>
                                          </p:val>
                                        </p:tav>
                                        <p:tav tm="100000">
                                          <p:val>
                                            <p:strVal val="#ppt_x"/>
                                          </p:val>
                                        </p:tav>
                                      </p:tavLst>
                                    </p:anim>
                                    <p:anim calcmode="lin" valueType="num">
                                      <p:cBhvr>
                                        <p:cTn id="105" dur="664" tmFilter="0.0,0.0; 0.25,0.07; 0.50,0.2; 0.75,0.467; 1.0,1.0">
                                          <p:stCondLst>
                                            <p:cond delay="0"/>
                                          </p:stCondLst>
                                        </p:cTn>
                                        <p:tgtEl>
                                          <p:spTgt spid="15"/>
                                        </p:tgtEl>
                                        <p:attrNameLst>
                                          <p:attrName>ppt_y</p:attrName>
                                        </p:attrNameLst>
                                      </p:cBhvr>
                                      <p:tavLst>
                                        <p:tav tm="0" fmla="#ppt_y-sin(pi*$)/3">
                                          <p:val>
                                            <p:fltVal val="0.5"/>
                                          </p:val>
                                        </p:tav>
                                        <p:tav tm="100000">
                                          <p:val>
                                            <p:fltVal val="1"/>
                                          </p:val>
                                        </p:tav>
                                      </p:tavLst>
                                    </p:anim>
                                    <p:anim calcmode="lin" valueType="num">
                                      <p:cBhvr>
                                        <p:cTn id="106" dur="664" tmFilter="0, 0; 0.125,0.2665; 0.25,0.4; 0.375,0.465; 0.5,0.5;  0.625,0.535; 0.75,0.6; 0.875,0.7335; 1,1">
                                          <p:stCondLst>
                                            <p:cond delay="664"/>
                                          </p:stCondLst>
                                        </p:cTn>
                                        <p:tgtEl>
                                          <p:spTgt spid="15"/>
                                        </p:tgtEl>
                                        <p:attrNameLst>
                                          <p:attrName>ppt_y</p:attrName>
                                        </p:attrNameLst>
                                      </p:cBhvr>
                                      <p:tavLst>
                                        <p:tav tm="0" fmla="#ppt_y-sin(pi*$)/9">
                                          <p:val>
                                            <p:fltVal val="0"/>
                                          </p:val>
                                        </p:tav>
                                        <p:tav tm="100000">
                                          <p:val>
                                            <p:fltVal val="1"/>
                                          </p:val>
                                        </p:tav>
                                      </p:tavLst>
                                    </p:anim>
                                    <p:anim calcmode="lin" valueType="num">
                                      <p:cBhvr>
                                        <p:cTn id="107" dur="332" tmFilter="0, 0; 0.125,0.2665; 0.25,0.4; 0.375,0.465; 0.5,0.5;  0.625,0.535; 0.75,0.6; 0.875,0.7335; 1,1">
                                          <p:stCondLst>
                                            <p:cond delay="1324"/>
                                          </p:stCondLst>
                                        </p:cTn>
                                        <p:tgtEl>
                                          <p:spTgt spid="15"/>
                                        </p:tgtEl>
                                        <p:attrNameLst>
                                          <p:attrName>ppt_y</p:attrName>
                                        </p:attrNameLst>
                                      </p:cBhvr>
                                      <p:tavLst>
                                        <p:tav tm="0" fmla="#ppt_y-sin(pi*$)/27">
                                          <p:val>
                                            <p:fltVal val="0"/>
                                          </p:val>
                                        </p:tav>
                                        <p:tav tm="100000">
                                          <p:val>
                                            <p:fltVal val="1"/>
                                          </p:val>
                                        </p:tav>
                                      </p:tavLst>
                                    </p:anim>
                                    <p:anim calcmode="lin" valueType="num">
                                      <p:cBhvr>
                                        <p:cTn id="108" dur="164" tmFilter="0, 0; 0.125,0.2665; 0.25,0.4; 0.375,0.465; 0.5,0.5;  0.625,0.535; 0.75,0.6; 0.875,0.7335; 1,1">
                                          <p:stCondLst>
                                            <p:cond delay="1656"/>
                                          </p:stCondLst>
                                        </p:cTn>
                                        <p:tgtEl>
                                          <p:spTgt spid="15"/>
                                        </p:tgtEl>
                                        <p:attrNameLst>
                                          <p:attrName>ppt_y</p:attrName>
                                        </p:attrNameLst>
                                      </p:cBhvr>
                                      <p:tavLst>
                                        <p:tav tm="0" fmla="#ppt_y-sin(pi*$)/81">
                                          <p:val>
                                            <p:fltVal val="0"/>
                                          </p:val>
                                        </p:tav>
                                        <p:tav tm="100000">
                                          <p:val>
                                            <p:fltVal val="1"/>
                                          </p:val>
                                        </p:tav>
                                      </p:tavLst>
                                    </p:anim>
                                    <p:animScale>
                                      <p:cBhvr>
                                        <p:cTn id="109" dur="26">
                                          <p:stCondLst>
                                            <p:cond delay="650"/>
                                          </p:stCondLst>
                                        </p:cTn>
                                        <p:tgtEl>
                                          <p:spTgt spid="15"/>
                                        </p:tgtEl>
                                      </p:cBhvr>
                                      <p:to x="100000" y="60000"/>
                                    </p:animScale>
                                    <p:animScale>
                                      <p:cBhvr>
                                        <p:cTn id="110" dur="166" decel="50000">
                                          <p:stCondLst>
                                            <p:cond delay="676"/>
                                          </p:stCondLst>
                                        </p:cTn>
                                        <p:tgtEl>
                                          <p:spTgt spid="15"/>
                                        </p:tgtEl>
                                      </p:cBhvr>
                                      <p:to x="100000" y="100000"/>
                                    </p:animScale>
                                    <p:animScale>
                                      <p:cBhvr>
                                        <p:cTn id="111" dur="26">
                                          <p:stCondLst>
                                            <p:cond delay="1312"/>
                                          </p:stCondLst>
                                        </p:cTn>
                                        <p:tgtEl>
                                          <p:spTgt spid="15"/>
                                        </p:tgtEl>
                                      </p:cBhvr>
                                      <p:to x="100000" y="80000"/>
                                    </p:animScale>
                                    <p:animScale>
                                      <p:cBhvr>
                                        <p:cTn id="112" dur="166" decel="50000">
                                          <p:stCondLst>
                                            <p:cond delay="1338"/>
                                          </p:stCondLst>
                                        </p:cTn>
                                        <p:tgtEl>
                                          <p:spTgt spid="15"/>
                                        </p:tgtEl>
                                      </p:cBhvr>
                                      <p:to x="100000" y="100000"/>
                                    </p:animScale>
                                    <p:animScale>
                                      <p:cBhvr>
                                        <p:cTn id="113" dur="26">
                                          <p:stCondLst>
                                            <p:cond delay="1642"/>
                                          </p:stCondLst>
                                        </p:cTn>
                                        <p:tgtEl>
                                          <p:spTgt spid="15"/>
                                        </p:tgtEl>
                                      </p:cBhvr>
                                      <p:to x="100000" y="90000"/>
                                    </p:animScale>
                                    <p:animScale>
                                      <p:cBhvr>
                                        <p:cTn id="114" dur="166" decel="50000">
                                          <p:stCondLst>
                                            <p:cond delay="1668"/>
                                          </p:stCondLst>
                                        </p:cTn>
                                        <p:tgtEl>
                                          <p:spTgt spid="15"/>
                                        </p:tgtEl>
                                      </p:cBhvr>
                                      <p:to x="100000" y="100000"/>
                                    </p:animScale>
                                    <p:animScale>
                                      <p:cBhvr>
                                        <p:cTn id="115" dur="26">
                                          <p:stCondLst>
                                            <p:cond delay="1808"/>
                                          </p:stCondLst>
                                        </p:cTn>
                                        <p:tgtEl>
                                          <p:spTgt spid="15"/>
                                        </p:tgtEl>
                                      </p:cBhvr>
                                      <p:to x="100000" y="95000"/>
                                    </p:animScale>
                                    <p:animScale>
                                      <p:cBhvr>
                                        <p:cTn id="116" dur="166" decel="50000">
                                          <p:stCondLst>
                                            <p:cond delay="1834"/>
                                          </p:stCondLst>
                                        </p:cTn>
                                        <p:tgtEl>
                                          <p:spTgt spid="15"/>
                                        </p:tgtEl>
                                      </p:cBhvr>
                                      <p:to x="100000" y="100000"/>
                                    </p:animScale>
                                  </p:childTnLst>
                                </p:cTn>
                              </p:par>
                              <p:par>
                                <p:cTn id="117" presetID="26" presetClass="entr" presetSubtype="0" fill="hold" grpId="0" nodeType="withEffect">
                                  <p:stCondLst>
                                    <p:cond delay="0"/>
                                  </p:stCondLst>
                                  <p:childTnLst>
                                    <p:set>
                                      <p:cBhvr>
                                        <p:cTn id="118" dur="1" fill="hold">
                                          <p:stCondLst>
                                            <p:cond delay="0"/>
                                          </p:stCondLst>
                                        </p:cTn>
                                        <p:tgtEl>
                                          <p:spTgt spid="16"/>
                                        </p:tgtEl>
                                        <p:attrNameLst>
                                          <p:attrName>style.visibility</p:attrName>
                                        </p:attrNameLst>
                                      </p:cBhvr>
                                      <p:to>
                                        <p:strVal val="visible"/>
                                      </p:to>
                                    </p:set>
                                    <p:animEffect transition="in" filter="wipe(down)">
                                      <p:cBhvr>
                                        <p:cTn id="119" dur="580">
                                          <p:stCondLst>
                                            <p:cond delay="0"/>
                                          </p:stCondLst>
                                        </p:cTn>
                                        <p:tgtEl>
                                          <p:spTgt spid="16"/>
                                        </p:tgtEl>
                                      </p:cBhvr>
                                    </p:animEffect>
                                    <p:anim calcmode="lin" valueType="num">
                                      <p:cBhvr>
                                        <p:cTn id="120" dur="1822" tmFilter="0,0; 0.14,0.36; 0.43,0.73; 0.71,0.91; 1.0,1.0">
                                          <p:stCondLst>
                                            <p:cond delay="0"/>
                                          </p:stCondLst>
                                        </p:cTn>
                                        <p:tgtEl>
                                          <p:spTgt spid="16"/>
                                        </p:tgtEl>
                                        <p:attrNameLst>
                                          <p:attrName>ppt_x</p:attrName>
                                        </p:attrNameLst>
                                      </p:cBhvr>
                                      <p:tavLst>
                                        <p:tav tm="0">
                                          <p:val>
                                            <p:strVal val="#ppt_x-0.25"/>
                                          </p:val>
                                        </p:tav>
                                        <p:tav tm="100000">
                                          <p:val>
                                            <p:strVal val="#ppt_x"/>
                                          </p:val>
                                        </p:tav>
                                      </p:tavLst>
                                    </p:anim>
                                    <p:anim calcmode="lin" valueType="num">
                                      <p:cBhvr>
                                        <p:cTn id="121" dur="664" tmFilter="0.0,0.0; 0.25,0.07; 0.50,0.2; 0.75,0.467; 1.0,1.0">
                                          <p:stCondLst>
                                            <p:cond delay="0"/>
                                          </p:stCondLst>
                                        </p:cTn>
                                        <p:tgtEl>
                                          <p:spTgt spid="16"/>
                                        </p:tgtEl>
                                        <p:attrNameLst>
                                          <p:attrName>ppt_y</p:attrName>
                                        </p:attrNameLst>
                                      </p:cBhvr>
                                      <p:tavLst>
                                        <p:tav tm="0" fmla="#ppt_y-sin(pi*$)/3">
                                          <p:val>
                                            <p:fltVal val="0.5"/>
                                          </p:val>
                                        </p:tav>
                                        <p:tav tm="100000">
                                          <p:val>
                                            <p:fltVal val="1"/>
                                          </p:val>
                                        </p:tav>
                                      </p:tavLst>
                                    </p:anim>
                                    <p:anim calcmode="lin" valueType="num">
                                      <p:cBhvr>
                                        <p:cTn id="122" dur="664" tmFilter="0, 0; 0.125,0.2665; 0.25,0.4; 0.375,0.465; 0.5,0.5;  0.625,0.535; 0.75,0.6; 0.875,0.7335; 1,1">
                                          <p:stCondLst>
                                            <p:cond delay="664"/>
                                          </p:stCondLst>
                                        </p:cTn>
                                        <p:tgtEl>
                                          <p:spTgt spid="16"/>
                                        </p:tgtEl>
                                        <p:attrNameLst>
                                          <p:attrName>ppt_y</p:attrName>
                                        </p:attrNameLst>
                                      </p:cBhvr>
                                      <p:tavLst>
                                        <p:tav tm="0" fmla="#ppt_y-sin(pi*$)/9">
                                          <p:val>
                                            <p:fltVal val="0"/>
                                          </p:val>
                                        </p:tav>
                                        <p:tav tm="100000">
                                          <p:val>
                                            <p:fltVal val="1"/>
                                          </p:val>
                                        </p:tav>
                                      </p:tavLst>
                                    </p:anim>
                                    <p:anim calcmode="lin" valueType="num">
                                      <p:cBhvr>
                                        <p:cTn id="123" dur="332" tmFilter="0, 0; 0.125,0.2665; 0.25,0.4; 0.375,0.465; 0.5,0.5;  0.625,0.535; 0.75,0.6; 0.875,0.7335; 1,1">
                                          <p:stCondLst>
                                            <p:cond delay="1324"/>
                                          </p:stCondLst>
                                        </p:cTn>
                                        <p:tgtEl>
                                          <p:spTgt spid="16"/>
                                        </p:tgtEl>
                                        <p:attrNameLst>
                                          <p:attrName>ppt_y</p:attrName>
                                        </p:attrNameLst>
                                      </p:cBhvr>
                                      <p:tavLst>
                                        <p:tav tm="0" fmla="#ppt_y-sin(pi*$)/27">
                                          <p:val>
                                            <p:fltVal val="0"/>
                                          </p:val>
                                        </p:tav>
                                        <p:tav tm="100000">
                                          <p:val>
                                            <p:fltVal val="1"/>
                                          </p:val>
                                        </p:tav>
                                      </p:tavLst>
                                    </p:anim>
                                    <p:anim calcmode="lin" valueType="num">
                                      <p:cBhvr>
                                        <p:cTn id="124" dur="164" tmFilter="0, 0; 0.125,0.2665; 0.25,0.4; 0.375,0.465; 0.5,0.5;  0.625,0.535; 0.75,0.6; 0.875,0.7335; 1,1">
                                          <p:stCondLst>
                                            <p:cond delay="1656"/>
                                          </p:stCondLst>
                                        </p:cTn>
                                        <p:tgtEl>
                                          <p:spTgt spid="16"/>
                                        </p:tgtEl>
                                        <p:attrNameLst>
                                          <p:attrName>ppt_y</p:attrName>
                                        </p:attrNameLst>
                                      </p:cBhvr>
                                      <p:tavLst>
                                        <p:tav tm="0" fmla="#ppt_y-sin(pi*$)/81">
                                          <p:val>
                                            <p:fltVal val="0"/>
                                          </p:val>
                                        </p:tav>
                                        <p:tav tm="100000">
                                          <p:val>
                                            <p:fltVal val="1"/>
                                          </p:val>
                                        </p:tav>
                                      </p:tavLst>
                                    </p:anim>
                                    <p:animScale>
                                      <p:cBhvr>
                                        <p:cTn id="125" dur="26">
                                          <p:stCondLst>
                                            <p:cond delay="650"/>
                                          </p:stCondLst>
                                        </p:cTn>
                                        <p:tgtEl>
                                          <p:spTgt spid="16"/>
                                        </p:tgtEl>
                                      </p:cBhvr>
                                      <p:to x="100000" y="60000"/>
                                    </p:animScale>
                                    <p:animScale>
                                      <p:cBhvr>
                                        <p:cTn id="126" dur="166" decel="50000">
                                          <p:stCondLst>
                                            <p:cond delay="676"/>
                                          </p:stCondLst>
                                        </p:cTn>
                                        <p:tgtEl>
                                          <p:spTgt spid="16"/>
                                        </p:tgtEl>
                                      </p:cBhvr>
                                      <p:to x="100000" y="100000"/>
                                    </p:animScale>
                                    <p:animScale>
                                      <p:cBhvr>
                                        <p:cTn id="127" dur="26">
                                          <p:stCondLst>
                                            <p:cond delay="1312"/>
                                          </p:stCondLst>
                                        </p:cTn>
                                        <p:tgtEl>
                                          <p:spTgt spid="16"/>
                                        </p:tgtEl>
                                      </p:cBhvr>
                                      <p:to x="100000" y="80000"/>
                                    </p:animScale>
                                    <p:animScale>
                                      <p:cBhvr>
                                        <p:cTn id="128" dur="166" decel="50000">
                                          <p:stCondLst>
                                            <p:cond delay="1338"/>
                                          </p:stCondLst>
                                        </p:cTn>
                                        <p:tgtEl>
                                          <p:spTgt spid="16"/>
                                        </p:tgtEl>
                                      </p:cBhvr>
                                      <p:to x="100000" y="100000"/>
                                    </p:animScale>
                                    <p:animScale>
                                      <p:cBhvr>
                                        <p:cTn id="129" dur="26">
                                          <p:stCondLst>
                                            <p:cond delay="1642"/>
                                          </p:stCondLst>
                                        </p:cTn>
                                        <p:tgtEl>
                                          <p:spTgt spid="16"/>
                                        </p:tgtEl>
                                      </p:cBhvr>
                                      <p:to x="100000" y="90000"/>
                                    </p:animScale>
                                    <p:animScale>
                                      <p:cBhvr>
                                        <p:cTn id="130" dur="166" decel="50000">
                                          <p:stCondLst>
                                            <p:cond delay="1668"/>
                                          </p:stCondLst>
                                        </p:cTn>
                                        <p:tgtEl>
                                          <p:spTgt spid="16"/>
                                        </p:tgtEl>
                                      </p:cBhvr>
                                      <p:to x="100000" y="100000"/>
                                    </p:animScale>
                                    <p:animScale>
                                      <p:cBhvr>
                                        <p:cTn id="131" dur="26">
                                          <p:stCondLst>
                                            <p:cond delay="1808"/>
                                          </p:stCondLst>
                                        </p:cTn>
                                        <p:tgtEl>
                                          <p:spTgt spid="16"/>
                                        </p:tgtEl>
                                      </p:cBhvr>
                                      <p:to x="100000" y="95000"/>
                                    </p:animScale>
                                    <p:animScale>
                                      <p:cBhvr>
                                        <p:cTn id="132" dur="166" decel="50000">
                                          <p:stCondLst>
                                            <p:cond delay="1834"/>
                                          </p:stCondLst>
                                        </p:cTn>
                                        <p:tgtEl>
                                          <p:spTgt spid="16"/>
                                        </p:tgtEl>
                                      </p:cBhvr>
                                      <p:to x="100000" y="100000"/>
                                    </p:animScale>
                                  </p:childTnLst>
                                </p:cTn>
                              </p:par>
                              <p:par>
                                <p:cTn id="133" presetID="26" presetClass="entr" presetSubtype="0" fill="hold" grpId="0" nodeType="withEffect">
                                  <p:stCondLst>
                                    <p:cond delay="0"/>
                                  </p:stCondLst>
                                  <p:childTnLst>
                                    <p:set>
                                      <p:cBhvr>
                                        <p:cTn id="134" dur="1" fill="hold">
                                          <p:stCondLst>
                                            <p:cond delay="0"/>
                                          </p:stCondLst>
                                        </p:cTn>
                                        <p:tgtEl>
                                          <p:spTgt spid="59"/>
                                        </p:tgtEl>
                                        <p:attrNameLst>
                                          <p:attrName>style.visibility</p:attrName>
                                        </p:attrNameLst>
                                      </p:cBhvr>
                                      <p:to>
                                        <p:strVal val="visible"/>
                                      </p:to>
                                    </p:set>
                                    <p:animEffect transition="in" filter="wipe(down)">
                                      <p:cBhvr>
                                        <p:cTn id="135" dur="580">
                                          <p:stCondLst>
                                            <p:cond delay="0"/>
                                          </p:stCondLst>
                                        </p:cTn>
                                        <p:tgtEl>
                                          <p:spTgt spid="59"/>
                                        </p:tgtEl>
                                      </p:cBhvr>
                                    </p:animEffect>
                                    <p:anim calcmode="lin" valueType="num">
                                      <p:cBhvr>
                                        <p:cTn id="136" dur="1822" tmFilter="0,0; 0.14,0.36; 0.43,0.73; 0.71,0.91; 1.0,1.0">
                                          <p:stCondLst>
                                            <p:cond delay="0"/>
                                          </p:stCondLst>
                                        </p:cTn>
                                        <p:tgtEl>
                                          <p:spTgt spid="59"/>
                                        </p:tgtEl>
                                        <p:attrNameLst>
                                          <p:attrName>ppt_x</p:attrName>
                                        </p:attrNameLst>
                                      </p:cBhvr>
                                      <p:tavLst>
                                        <p:tav tm="0">
                                          <p:val>
                                            <p:strVal val="#ppt_x-0.25"/>
                                          </p:val>
                                        </p:tav>
                                        <p:tav tm="100000">
                                          <p:val>
                                            <p:strVal val="#ppt_x"/>
                                          </p:val>
                                        </p:tav>
                                      </p:tavLst>
                                    </p:anim>
                                    <p:anim calcmode="lin" valueType="num">
                                      <p:cBhvr>
                                        <p:cTn id="137" dur="664" tmFilter="0.0,0.0; 0.25,0.07; 0.50,0.2; 0.75,0.467; 1.0,1.0">
                                          <p:stCondLst>
                                            <p:cond delay="0"/>
                                          </p:stCondLst>
                                        </p:cTn>
                                        <p:tgtEl>
                                          <p:spTgt spid="59"/>
                                        </p:tgtEl>
                                        <p:attrNameLst>
                                          <p:attrName>ppt_y</p:attrName>
                                        </p:attrNameLst>
                                      </p:cBhvr>
                                      <p:tavLst>
                                        <p:tav tm="0" fmla="#ppt_y-sin(pi*$)/3">
                                          <p:val>
                                            <p:fltVal val="0.5"/>
                                          </p:val>
                                        </p:tav>
                                        <p:tav tm="100000">
                                          <p:val>
                                            <p:fltVal val="1"/>
                                          </p:val>
                                        </p:tav>
                                      </p:tavLst>
                                    </p:anim>
                                    <p:anim calcmode="lin" valueType="num">
                                      <p:cBhvr>
                                        <p:cTn id="138" dur="664" tmFilter="0, 0; 0.125,0.2665; 0.25,0.4; 0.375,0.465; 0.5,0.5;  0.625,0.535; 0.75,0.6; 0.875,0.7335; 1,1">
                                          <p:stCondLst>
                                            <p:cond delay="664"/>
                                          </p:stCondLst>
                                        </p:cTn>
                                        <p:tgtEl>
                                          <p:spTgt spid="59"/>
                                        </p:tgtEl>
                                        <p:attrNameLst>
                                          <p:attrName>ppt_y</p:attrName>
                                        </p:attrNameLst>
                                      </p:cBhvr>
                                      <p:tavLst>
                                        <p:tav tm="0" fmla="#ppt_y-sin(pi*$)/9">
                                          <p:val>
                                            <p:fltVal val="0"/>
                                          </p:val>
                                        </p:tav>
                                        <p:tav tm="100000">
                                          <p:val>
                                            <p:fltVal val="1"/>
                                          </p:val>
                                        </p:tav>
                                      </p:tavLst>
                                    </p:anim>
                                    <p:anim calcmode="lin" valueType="num">
                                      <p:cBhvr>
                                        <p:cTn id="139" dur="332" tmFilter="0, 0; 0.125,0.2665; 0.25,0.4; 0.375,0.465; 0.5,0.5;  0.625,0.535; 0.75,0.6; 0.875,0.7335; 1,1">
                                          <p:stCondLst>
                                            <p:cond delay="1324"/>
                                          </p:stCondLst>
                                        </p:cTn>
                                        <p:tgtEl>
                                          <p:spTgt spid="59"/>
                                        </p:tgtEl>
                                        <p:attrNameLst>
                                          <p:attrName>ppt_y</p:attrName>
                                        </p:attrNameLst>
                                      </p:cBhvr>
                                      <p:tavLst>
                                        <p:tav tm="0" fmla="#ppt_y-sin(pi*$)/27">
                                          <p:val>
                                            <p:fltVal val="0"/>
                                          </p:val>
                                        </p:tav>
                                        <p:tav tm="100000">
                                          <p:val>
                                            <p:fltVal val="1"/>
                                          </p:val>
                                        </p:tav>
                                      </p:tavLst>
                                    </p:anim>
                                    <p:anim calcmode="lin" valueType="num">
                                      <p:cBhvr>
                                        <p:cTn id="140" dur="164" tmFilter="0, 0; 0.125,0.2665; 0.25,0.4; 0.375,0.465; 0.5,0.5;  0.625,0.535; 0.75,0.6; 0.875,0.7335; 1,1">
                                          <p:stCondLst>
                                            <p:cond delay="1656"/>
                                          </p:stCondLst>
                                        </p:cTn>
                                        <p:tgtEl>
                                          <p:spTgt spid="59"/>
                                        </p:tgtEl>
                                        <p:attrNameLst>
                                          <p:attrName>ppt_y</p:attrName>
                                        </p:attrNameLst>
                                      </p:cBhvr>
                                      <p:tavLst>
                                        <p:tav tm="0" fmla="#ppt_y-sin(pi*$)/81">
                                          <p:val>
                                            <p:fltVal val="0"/>
                                          </p:val>
                                        </p:tav>
                                        <p:tav tm="100000">
                                          <p:val>
                                            <p:fltVal val="1"/>
                                          </p:val>
                                        </p:tav>
                                      </p:tavLst>
                                    </p:anim>
                                    <p:animScale>
                                      <p:cBhvr>
                                        <p:cTn id="141" dur="26">
                                          <p:stCondLst>
                                            <p:cond delay="650"/>
                                          </p:stCondLst>
                                        </p:cTn>
                                        <p:tgtEl>
                                          <p:spTgt spid="59"/>
                                        </p:tgtEl>
                                      </p:cBhvr>
                                      <p:to x="100000" y="60000"/>
                                    </p:animScale>
                                    <p:animScale>
                                      <p:cBhvr>
                                        <p:cTn id="142" dur="166" decel="50000">
                                          <p:stCondLst>
                                            <p:cond delay="676"/>
                                          </p:stCondLst>
                                        </p:cTn>
                                        <p:tgtEl>
                                          <p:spTgt spid="59"/>
                                        </p:tgtEl>
                                      </p:cBhvr>
                                      <p:to x="100000" y="100000"/>
                                    </p:animScale>
                                    <p:animScale>
                                      <p:cBhvr>
                                        <p:cTn id="143" dur="26">
                                          <p:stCondLst>
                                            <p:cond delay="1312"/>
                                          </p:stCondLst>
                                        </p:cTn>
                                        <p:tgtEl>
                                          <p:spTgt spid="59"/>
                                        </p:tgtEl>
                                      </p:cBhvr>
                                      <p:to x="100000" y="80000"/>
                                    </p:animScale>
                                    <p:animScale>
                                      <p:cBhvr>
                                        <p:cTn id="144" dur="166" decel="50000">
                                          <p:stCondLst>
                                            <p:cond delay="1338"/>
                                          </p:stCondLst>
                                        </p:cTn>
                                        <p:tgtEl>
                                          <p:spTgt spid="59"/>
                                        </p:tgtEl>
                                      </p:cBhvr>
                                      <p:to x="100000" y="100000"/>
                                    </p:animScale>
                                    <p:animScale>
                                      <p:cBhvr>
                                        <p:cTn id="145" dur="26">
                                          <p:stCondLst>
                                            <p:cond delay="1642"/>
                                          </p:stCondLst>
                                        </p:cTn>
                                        <p:tgtEl>
                                          <p:spTgt spid="59"/>
                                        </p:tgtEl>
                                      </p:cBhvr>
                                      <p:to x="100000" y="90000"/>
                                    </p:animScale>
                                    <p:animScale>
                                      <p:cBhvr>
                                        <p:cTn id="146" dur="166" decel="50000">
                                          <p:stCondLst>
                                            <p:cond delay="1668"/>
                                          </p:stCondLst>
                                        </p:cTn>
                                        <p:tgtEl>
                                          <p:spTgt spid="59"/>
                                        </p:tgtEl>
                                      </p:cBhvr>
                                      <p:to x="100000" y="100000"/>
                                    </p:animScale>
                                    <p:animScale>
                                      <p:cBhvr>
                                        <p:cTn id="147" dur="26">
                                          <p:stCondLst>
                                            <p:cond delay="1808"/>
                                          </p:stCondLst>
                                        </p:cTn>
                                        <p:tgtEl>
                                          <p:spTgt spid="59"/>
                                        </p:tgtEl>
                                      </p:cBhvr>
                                      <p:to x="100000" y="95000"/>
                                    </p:animScale>
                                    <p:animScale>
                                      <p:cBhvr>
                                        <p:cTn id="148" dur="166" decel="50000">
                                          <p:stCondLst>
                                            <p:cond delay="1834"/>
                                          </p:stCondLst>
                                        </p:cTn>
                                        <p:tgtEl>
                                          <p:spTgt spid="59"/>
                                        </p:tgtEl>
                                      </p:cBhvr>
                                      <p:to x="100000" y="100000"/>
                                    </p:animScale>
                                  </p:childTnLst>
                                </p:cTn>
                              </p:par>
                              <p:par>
                                <p:cTn id="149" presetID="26" presetClass="entr" presetSubtype="0" fill="hold" grpId="0" nodeType="withEffect">
                                  <p:stCondLst>
                                    <p:cond delay="0"/>
                                  </p:stCondLst>
                                  <p:childTnLst>
                                    <p:set>
                                      <p:cBhvr>
                                        <p:cTn id="150" dur="1" fill="hold">
                                          <p:stCondLst>
                                            <p:cond delay="0"/>
                                          </p:stCondLst>
                                        </p:cTn>
                                        <p:tgtEl>
                                          <p:spTgt spid="63"/>
                                        </p:tgtEl>
                                        <p:attrNameLst>
                                          <p:attrName>style.visibility</p:attrName>
                                        </p:attrNameLst>
                                      </p:cBhvr>
                                      <p:to>
                                        <p:strVal val="visible"/>
                                      </p:to>
                                    </p:set>
                                    <p:animEffect transition="in" filter="wipe(down)">
                                      <p:cBhvr>
                                        <p:cTn id="151" dur="580">
                                          <p:stCondLst>
                                            <p:cond delay="0"/>
                                          </p:stCondLst>
                                        </p:cTn>
                                        <p:tgtEl>
                                          <p:spTgt spid="63"/>
                                        </p:tgtEl>
                                      </p:cBhvr>
                                    </p:animEffect>
                                    <p:anim calcmode="lin" valueType="num">
                                      <p:cBhvr>
                                        <p:cTn id="152" dur="1822" tmFilter="0,0; 0.14,0.36; 0.43,0.73; 0.71,0.91; 1.0,1.0">
                                          <p:stCondLst>
                                            <p:cond delay="0"/>
                                          </p:stCondLst>
                                        </p:cTn>
                                        <p:tgtEl>
                                          <p:spTgt spid="63"/>
                                        </p:tgtEl>
                                        <p:attrNameLst>
                                          <p:attrName>ppt_x</p:attrName>
                                        </p:attrNameLst>
                                      </p:cBhvr>
                                      <p:tavLst>
                                        <p:tav tm="0">
                                          <p:val>
                                            <p:strVal val="#ppt_x-0.25"/>
                                          </p:val>
                                        </p:tav>
                                        <p:tav tm="100000">
                                          <p:val>
                                            <p:strVal val="#ppt_x"/>
                                          </p:val>
                                        </p:tav>
                                      </p:tavLst>
                                    </p:anim>
                                    <p:anim calcmode="lin" valueType="num">
                                      <p:cBhvr>
                                        <p:cTn id="153" dur="664" tmFilter="0.0,0.0; 0.25,0.07; 0.50,0.2; 0.75,0.467; 1.0,1.0">
                                          <p:stCondLst>
                                            <p:cond delay="0"/>
                                          </p:stCondLst>
                                        </p:cTn>
                                        <p:tgtEl>
                                          <p:spTgt spid="63"/>
                                        </p:tgtEl>
                                        <p:attrNameLst>
                                          <p:attrName>ppt_y</p:attrName>
                                        </p:attrNameLst>
                                      </p:cBhvr>
                                      <p:tavLst>
                                        <p:tav tm="0" fmla="#ppt_y-sin(pi*$)/3">
                                          <p:val>
                                            <p:fltVal val="0.5"/>
                                          </p:val>
                                        </p:tav>
                                        <p:tav tm="100000">
                                          <p:val>
                                            <p:fltVal val="1"/>
                                          </p:val>
                                        </p:tav>
                                      </p:tavLst>
                                    </p:anim>
                                    <p:anim calcmode="lin" valueType="num">
                                      <p:cBhvr>
                                        <p:cTn id="154" dur="664" tmFilter="0, 0; 0.125,0.2665; 0.25,0.4; 0.375,0.465; 0.5,0.5;  0.625,0.535; 0.75,0.6; 0.875,0.7335; 1,1">
                                          <p:stCondLst>
                                            <p:cond delay="664"/>
                                          </p:stCondLst>
                                        </p:cTn>
                                        <p:tgtEl>
                                          <p:spTgt spid="63"/>
                                        </p:tgtEl>
                                        <p:attrNameLst>
                                          <p:attrName>ppt_y</p:attrName>
                                        </p:attrNameLst>
                                      </p:cBhvr>
                                      <p:tavLst>
                                        <p:tav tm="0" fmla="#ppt_y-sin(pi*$)/9">
                                          <p:val>
                                            <p:fltVal val="0"/>
                                          </p:val>
                                        </p:tav>
                                        <p:tav tm="100000">
                                          <p:val>
                                            <p:fltVal val="1"/>
                                          </p:val>
                                        </p:tav>
                                      </p:tavLst>
                                    </p:anim>
                                    <p:anim calcmode="lin" valueType="num">
                                      <p:cBhvr>
                                        <p:cTn id="155" dur="332" tmFilter="0, 0; 0.125,0.2665; 0.25,0.4; 0.375,0.465; 0.5,0.5;  0.625,0.535; 0.75,0.6; 0.875,0.7335; 1,1">
                                          <p:stCondLst>
                                            <p:cond delay="1324"/>
                                          </p:stCondLst>
                                        </p:cTn>
                                        <p:tgtEl>
                                          <p:spTgt spid="63"/>
                                        </p:tgtEl>
                                        <p:attrNameLst>
                                          <p:attrName>ppt_y</p:attrName>
                                        </p:attrNameLst>
                                      </p:cBhvr>
                                      <p:tavLst>
                                        <p:tav tm="0" fmla="#ppt_y-sin(pi*$)/27">
                                          <p:val>
                                            <p:fltVal val="0"/>
                                          </p:val>
                                        </p:tav>
                                        <p:tav tm="100000">
                                          <p:val>
                                            <p:fltVal val="1"/>
                                          </p:val>
                                        </p:tav>
                                      </p:tavLst>
                                    </p:anim>
                                    <p:anim calcmode="lin" valueType="num">
                                      <p:cBhvr>
                                        <p:cTn id="156" dur="164" tmFilter="0, 0; 0.125,0.2665; 0.25,0.4; 0.375,0.465; 0.5,0.5;  0.625,0.535; 0.75,0.6; 0.875,0.7335; 1,1">
                                          <p:stCondLst>
                                            <p:cond delay="1656"/>
                                          </p:stCondLst>
                                        </p:cTn>
                                        <p:tgtEl>
                                          <p:spTgt spid="63"/>
                                        </p:tgtEl>
                                        <p:attrNameLst>
                                          <p:attrName>ppt_y</p:attrName>
                                        </p:attrNameLst>
                                      </p:cBhvr>
                                      <p:tavLst>
                                        <p:tav tm="0" fmla="#ppt_y-sin(pi*$)/81">
                                          <p:val>
                                            <p:fltVal val="0"/>
                                          </p:val>
                                        </p:tav>
                                        <p:tav tm="100000">
                                          <p:val>
                                            <p:fltVal val="1"/>
                                          </p:val>
                                        </p:tav>
                                      </p:tavLst>
                                    </p:anim>
                                    <p:animScale>
                                      <p:cBhvr>
                                        <p:cTn id="157" dur="26">
                                          <p:stCondLst>
                                            <p:cond delay="650"/>
                                          </p:stCondLst>
                                        </p:cTn>
                                        <p:tgtEl>
                                          <p:spTgt spid="63"/>
                                        </p:tgtEl>
                                      </p:cBhvr>
                                      <p:to x="100000" y="60000"/>
                                    </p:animScale>
                                    <p:animScale>
                                      <p:cBhvr>
                                        <p:cTn id="158" dur="166" decel="50000">
                                          <p:stCondLst>
                                            <p:cond delay="676"/>
                                          </p:stCondLst>
                                        </p:cTn>
                                        <p:tgtEl>
                                          <p:spTgt spid="63"/>
                                        </p:tgtEl>
                                      </p:cBhvr>
                                      <p:to x="100000" y="100000"/>
                                    </p:animScale>
                                    <p:animScale>
                                      <p:cBhvr>
                                        <p:cTn id="159" dur="26">
                                          <p:stCondLst>
                                            <p:cond delay="1312"/>
                                          </p:stCondLst>
                                        </p:cTn>
                                        <p:tgtEl>
                                          <p:spTgt spid="63"/>
                                        </p:tgtEl>
                                      </p:cBhvr>
                                      <p:to x="100000" y="80000"/>
                                    </p:animScale>
                                    <p:animScale>
                                      <p:cBhvr>
                                        <p:cTn id="160" dur="166" decel="50000">
                                          <p:stCondLst>
                                            <p:cond delay="1338"/>
                                          </p:stCondLst>
                                        </p:cTn>
                                        <p:tgtEl>
                                          <p:spTgt spid="63"/>
                                        </p:tgtEl>
                                      </p:cBhvr>
                                      <p:to x="100000" y="100000"/>
                                    </p:animScale>
                                    <p:animScale>
                                      <p:cBhvr>
                                        <p:cTn id="161" dur="26">
                                          <p:stCondLst>
                                            <p:cond delay="1642"/>
                                          </p:stCondLst>
                                        </p:cTn>
                                        <p:tgtEl>
                                          <p:spTgt spid="63"/>
                                        </p:tgtEl>
                                      </p:cBhvr>
                                      <p:to x="100000" y="90000"/>
                                    </p:animScale>
                                    <p:animScale>
                                      <p:cBhvr>
                                        <p:cTn id="162" dur="166" decel="50000">
                                          <p:stCondLst>
                                            <p:cond delay="1668"/>
                                          </p:stCondLst>
                                        </p:cTn>
                                        <p:tgtEl>
                                          <p:spTgt spid="63"/>
                                        </p:tgtEl>
                                      </p:cBhvr>
                                      <p:to x="100000" y="100000"/>
                                    </p:animScale>
                                    <p:animScale>
                                      <p:cBhvr>
                                        <p:cTn id="163" dur="26">
                                          <p:stCondLst>
                                            <p:cond delay="1808"/>
                                          </p:stCondLst>
                                        </p:cTn>
                                        <p:tgtEl>
                                          <p:spTgt spid="63"/>
                                        </p:tgtEl>
                                      </p:cBhvr>
                                      <p:to x="100000" y="95000"/>
                                    </p:animScale>
                                    <p:animScale>
                                      <p:cBhvr>
                                        <p:cTn id="164" dur="166" decel="50000">
                                          <p:stCondLst>
                                            <p:cond delay="1834"/>
                                          </p:stCondLst>
                                        </p:cTn>
                                        <p:tgtEl>
                                          <p:spTgt spid="63"/>
                                        </p:tgtEl>
                                      </p:cBhvr>
                                      <p:to x="100000" y="100000"/>
                                    </p:animScale>
                                  </p:childTnLst>
                                </p:cTn>
                              </p:par>
                              <p:par>
                                <p:cTn id="165" presetID="26" presetClass="entr" presetSubtype="0" fill="hold" grpId="0" nodeType="withEffect">
                                  <p:stCondLst>
                                    <p:cond delay="0"/>
                                  </p:stCondLst>
                                  <p:childTnLst>
                                    <p:set>
                                      <p:cBhvr>
                                        <p:cTn id="166" dur="1" fill="hold">
                                          <p:stCondLst>
                                            <p:cond delay="0"/>
                                          </p:stCondLst>
                                        </p:cTn>
                                        <p:tgtEl>
                                          <p:spTgt spid="64"/>
                                        </p:tgtEl>
                                        <p:attrNameLst>
                                          <p:attrName>style.visibility</p:attrName>
                                        </p:attrNameLst>
                                      </p:cBhvr>
                                      <p:to>
                                        <p:strVal val="visible"/>
                                      </p:to>
                                    </p:set>
                                    <p:animEffect transition="in" filter="wipe(down)">
                                      <p:cBhvr>
                                        <p:cTn id="167" dur="580">
                                          <p:stCondLst>
                                            <p:cond delay="0"/>
                                          </p:stCondLst>
                                        </p:cTn>
                                        <p:tgtEl>
                                          <p:spTgt spid="64"/>
                                        </p:tgtEl>
                                      </p:cBhvr>
                                    </p:animEffect>
                                    <p:anim calcmode="lin" valueType="num">
                                      <p:cBhvr>
                                        <p:cTn id="168" dur="1822" tmFilter="0,0; 0.14,0.36; 0.43,0.73; 0.71,0.91; 1.0,1.0">
                                          <p:stCondLst>
                                            <p:cond delay="0"/>
                                          </p:stCondLst>
                                        </p:cTn>
                                        <p:tgtEl>
                                          <p:spTgt spid="64"/>
                                        </p:tgtEl>
                                        <p:attrNameLst>
                                          <p:attrName>ppt_x</p:attrName>
                                        </p:attrNameLst>
                                      </p:cBhvr>
                                      <p:tavLst>
                                        <p:tav tm="0">
                                          <p:val>
                                            <p:strVal val="#ppt_x-0.25"/>
                                          </p:val>
                                        </p:tav>
                                        <p:tav tm="100000">
                                          <p:val>
                                            <p:strVal val="#ppt_x"/>
                                          </p:val>
                                        </p:tav>
                                      </p:tavLst>
                                    </p:anim>
                                    <p:anim calcmode="lin" valueType="num">
                                      <p:cBhvr>
                                        <p:cTn id="169" dur="664" tmFilter="0.0,0.0; 0.25,0.07; 0.50,0.2; 0.75,0.467; 1.0,1.0">
                                          <p:stCondLst>
                                            <p:cond delay="0"/>
                                          </p:stCondLst>
                                        </p:cTn>
                                        <p:tgtEl>
                                          <p:spTgt spid="64"/>
                                        </p:tgtEl>
                                        <p:attrNameLst>
                                          <p:attrName>ppt_y</p:attrName>
                                        </p:attrNameLst>
                                      </p:cBhvr>
                                      <p:tavLst>
                                        <p:tav tm="0" fmla="#ppt_y-sin(pi*$)/3">
                                          <p:val>
                                            <p:fltVal val="0.5"/>
                                          </p:val>
                                        </p:tav>
                                        <p:tav tm="100000">
                                          <p:val>
                                            <p:fltVal val="1"/>
                                          </p:val>
                                        </p:tav>
                                      </p:tavLst>
                                    </p:anim>
                                    <p:anim calcmode="lin" valueType="num">
                                      <p:cBhvr>
                                        <p:cTn id="170" dur="664" tmFilter="0, 0; 0.125,0.2665; 0.25,0.4; 0.375,0.465; 0.5,0.5;  0.625,0.535; 0.75,0.6; 0.875,0.7335; 1,1">
                                          <p:stCondLst>
                                            <p:cond delay="664"/>
                                          </p:stCondLst>
                                        </p:cTn>
                                        <p:tgtEl>
                                          <p:spTgt spid="64"/>
                                        </p:tgtEl>
                                        <p:attrNameLst>
                                          <p:attrName>ppt_y</p:attrName>
                                        </p:attrNameLst>
                                      </p:cBhvr>
                                      <p:tavLst>
                                        <p:tav tm="0" fmla="#ppt_y-sin(pi*$)/9">
                                          <p:val>
                                            <p:fltVal val="0"/>
                                          </p:val>
                                        </p:tav>
                                        <p:tav tm="100000">
                                          <p:val>
                                            <p:fltVal val="1"/>
                                          </p:val>
                                        </p:tav>
                                      </p:tavLst>
                                    </p:anim>
                                    <p:anim calcmode="lin" valueType="num">
                                      <p:cBhvr>
                                        <p:cTn id="171" dur="332" tmFilter="0, 0; 0.125,0.2665; 0.25,0.4; 0.375,0.465; 0.5,0.5;  0.625,0.535; 0.75,0.6; 0.875,0.7335; 1,1">
                                          <p:stCondLst>
                                            <p:cond delay="1324"/>
                                          </p:stCondLst>
                                        </p:cTn>
                                        <p:tgtEl>
                                          <p:spTgt spid="64"/>
                                        </p:tgtEl>
                                        <p:attrNameLst>
                                          <p:attrName>ppt_y</p:attrName>
                                        </p:attrNameLst>
                                      </p:cBhvr>
                                      <p:tavLst>
                                        <p:tav tm="0" fmla="#ppt_y-sin(pi*$)/27">
                                          <p:val>
                                            <p:fltVal val="0"/>
                                          </p:val>
                                        </p:tav>
                                        <p:tav tm="100000">
                                          <p:val>
                                            <p:fltVal val="1"/>
                                          </p:val>
                                        </p:tav>
                                      </p:tavLst>
                                    </p:anim>
                                    <p:anim calcmode="lin" valueType="num">
                                      <p:cBhvr>
                                        <p:cTn id="172" dur="164" tmFilter="0, 0; 0.125,0.2665; 0.25,0.4; 0.375,0.465; 0.5,0.5;  0.625,0.535; 0.75,0.6; 0.875,0.7335; 1,1">
                                          <p:stCondLst>
                                            <p:cond delay="1656"/>
                                          </p:stCondLst>
                                        </p:cTn>
                                        <p:tgtEl>
                                          <p:spTgt spid="64"/>
                                        </p:tgtEl>
                                        <p:attrNameLst>
                                          <p:attrName>ppt_y</p:attrName>
                                        </p:attrNameLst>
                                      </p:cBhvr>
                                      <p:tavLst>
                                        <p:tav tm="0" fmla="#ppt_y-sin(pi*$)/81">
                                          <p:val>
                                            <p:fltVal val="0"/>
                                          </p:val>
                                        </p:tav>
                                        <p:tav tm="100000">
                                          <p:val>
                                            <p:fltVal val="1"/>
                                          </p:val>
                                        </p:tav>
                                      </p:tavLst>
                                    </p:anim>
                                    <p:animScale>
                                      <p:cBhvr>
                                        <p:cTn id="173" dur="26">
                                          <p:stCondLst>
                                            <p:cond delay="650"/>
                                          </p:stCondLst>
                                        </p:cTn>
                                        <p:tgtEl>
                                          <p:spTgt spid="64"/>
                                        </p:tgtEl>
                                      </p:cBhvr>
                                      <p:to x="100000" y="60000"/>
                                    </p:animScale>
                                    <p:animScale>
                                      <p:cBhvr>
                                        <p:cTn id="174" dur="166" decel="50000">
                                          <p:stCondLst>
                                            <p:cond delay="676"/>
                                          </p:stCondLst>
                                        </p:cTn>
                                        <p:tgtEl>
                                          <p:spTgt spid="64"/>
                                        </p:tgtEl>
                                      </p:cBhvr>
                                      <p:to x="100000" y="100000"/>
                                    </p:animScale>
                                    <p:animScale>
                                      <p:cBhvr>
                                        <p:cTn id="175" dur="26">
                                          <p:stCondLst>
                                            <p:cond delay="1312"/>
                                          </p:stCondLst>
                                        </p:cTn>
                                        <p:tgtEl>
                                          <p:spTgt spid="64"/>
                                        </p:tgtEl>
                                      </p:cBhvr>
                                      <p:to x="100000" y="80000"/>
                                    </p:animScale>
                                    <p:animScale>
                                      <p:cBhvr>
                                        <p:cTn id="176" dur="166" decel="50000">
                                          <p:stCondLst>
                                            <p:cond delay="1338"/>
                                          </p:stCondLst>
                                        </p:cTn>
                                        <p:tgtEl>
                                          <p:spTgt spid="64"/>
                                        </p:tgtEl>
                                      </p:cBhvr>
                                      <p:to x="100000" y="100000"/>
                                    </p:animScale>
                                    <p:animScale>
                                      <p:cBhvr>
                                        <p:cTn id="177" dur="26">
                                          <p:stCondLst>
                                            <p:cond delay="1642"/>
                                          </p:stCondLst>
                                        </p:cTn>
                                        <p:tgtEl>
                                          <p:spTgt spid="64"/>
                                        </p:tgtEl>
                                      </p:cBhvr>
                                      <p:to x="100000" y="90000"/>
                                    </p:animScale>
                                    <p:animScale>
                                      <p:cBhvr>
                                        <p:cTn id="178" dur="166" decel="50000">
                                          <p:stCondLst>
                                            <p:cond delay="1668"/>
                                          </p:stCondLst>
                                        </p:cTn>
                                        <p:tgtEl>
                                          <p:spTgt spid="64"/>
                                        </p:tgtEl>
                                      </p:cBhvr>
                                      <p:to x="100000" y="100000"/>
                                    </p:animScale>
                                    <p:animScale>
                                      <p:cBhvr>
                                        <p:cTn id="179" dur="26">
                                          <p:stCondLst>
                                            <p:cond delay="1808"/>
                                          </p:stCondLst>
                                        </p:cTn>
                                        <p:tgtEl>
                                          <p:spTgt spid="64"/>
                                        </p:tgtEl>
                                      </p:cBhvr>
                                      <p:to x="100000" y="95000"/>
                                    </p:animScale>
                                    <p:animScale>
                                      <p:cBhvr>
                                        <p:cTn id="180" dur="166" decel="50000">
                                          <p:stCondLst>
                                            <p:cond delay="1834"/>
                                          </p:stCondLst>
                                        </p:cTn>
                                        <p:tgtEl>
                                          <p:spTgt spid="64"/>
                                        </p:tgtEl>
                                      </p:cBhvr>
                                      <p:to x="100000" y="100000"/>
                                    </p:animScale>
                                  </p:childTnLst>
                                </p:cTn>
                              </p:par>
                              <p:par>
                                <p:cTn id="181" presetID="26" presetClass="entr" presetSubtype="0" fill="hold" grpId="0" nodeType="withEffect">
                                  <p:stCondLst>
                                    <p:cond delay="0"/>
                                  </p:stCondLst>
                                  <p:childTnLst>
                                    <p:set>
                                      <p:cBhvr>
                                        <p:cTn id="182" dur="1" fill="hold">
                                          <p:stCondLst>
                                            <p:cond delay="0"/>
                                          </p:stCondLst>
                                        </p:cTn>
                                        <p:tgtEl>
                                          <p:spTgt spid="18"/>
                                        </p:tgtEl>
                                        <p:attrNameLst>
                                          <p:attrName>style.visibility</p:attrName>
                                        </p:attrNameLst>
                                      </p:cBhvr>
                                      <p:to>
                                        <p:strVal val="visible"/>
                                      </p:to>
                                    </p:set>
                                    <p:animEffect transition="in" filter="wipe(down)">
                                      <p:cBhvr>
                                        <p:cTn id="183" dur="580">
                                          <p:stCondLst>
                                            <p:cond delay="0"/>
                                          </p:stCondLst>
                                        </p:cTn>
                                        <p:tgtEl>
                                          <p:spTgt spid="18"/>
                                        </p:tgtEl>
                                      </p:cBhvr>
                                    </p:animEffect>
                                    <p:anim calcmode="lin" valueType="num">
                                      <p:cBhvr>
                                        <p:cTn id="184" dur="1822" tmFilter="0,0; 0.14,0.36; 0.43,0.73; 0.71,0.91; 1.0,1.0">
                                          <p:stCondLst>
                                            <p:cond delay="0"/>
                                          </p:stCondLst>
                                        </p:cTn>
                                        <p:tgtEl>
                                          <p:spTgt spid="18"/>
                                        </p:tgtEl>
                                        <p:attrNameLst>
                                          <p:attrName>ppt_x</p:attrName>
                                        </p:attrNameLst>
                                      </p:cBhvr>
                                      <p:tavLst>
                                        <p:tav tm="0">
                                          <p:val>
                                            <p:strVal val="#ppt_x-0.25"/>
                                          </p:val>
                                        </p:tav>
                                        <p:tav tm="100000">
                                          <p:val>
                                            <p:strVal val="#ppt_x"/>
                                          </p:val>
                                        </p:tav>
                                      </p:tavLst>
                                    </p:anim>
                                    <p:anim calcmode="lin" valueType="num">
                                      <p:cBhvr>
                                        <p:cTn id="185" dur="664" tmFilter="0.0,0.0; 0.25,0.07; 0.50,0.2; 0.75,0.467; 1.0,1.0">
                                          <p:stCondLst>
                                            <p:cond delay="0"/>
                                          </p:stCondLst>
                                        </p:cTn>
                                        <p:tgtEl>
                                          <p:spTgt spid="18"/>
                                        </p:tgtEl>
                                        <p:attrNameLst>
                                          <p:attrName>ppt_y</p:attrName>
                                        </p:attrNameLst>
                                      </p:cBhvr>
                                      <p:tavLst>
                                        <p:tav tm="0" fmla="#ppt_y-sin(pi*$)/3">
                                          <p:val>
                                            <p:fltVal val="0.5"/>
                                          </p:val>
                                        </p:tav>
                                        <p:tav tm="100000">
                                          <p:val>
                                            <p:fltVal val="1"/>
                                          </p:val>
                                        </p:tav>
                                      </p:tavLst>
                                    </p:anim>
                                    <p:anim calcmode="lin" valueType="num">
                                      <p:cBhvr>
                                        <p:cTn id="186" dur="664" tmFilter="0, 0; 0.125,0.2665; 0.25,0.4; 0.375,0.465; 0.5,0.5;  0.625,0.535; 0.75,0.6; 0.875,0.7335; 1,1">
                                          <p:stCondLst>
                                            <p:cond delay="664"/>
                                          </p:stCondLst>
                                        </p:cTn>
                                        <p:tgtEl>
                                          <p:spTgt spid="18"/>
                                        </p:tgtEl>
                                        <p:attrNameLst>
                                          <p:attrName>ppt_y</p:attrName>
                                        </p:attrNameLst>
                                      </p:cBhvr>
                                      <p:tavLst>
                                        <p:tav tm="0" fmla="#ppt_y-sin(pi*$)/9">
                                          <p:val>
                                            <p:fltVal val="0"/>
                                          </p:val>
                                        </p:tav>
                                        <p:tav tm="100000">
                                          <p:val>
                                            <p:fltVal val="1"/>
                                          </p:val>
                                        </p:tav>
                                      </p:tavLst>
                                    </p:anim>
                                    <p:anim calcmode="lin" valueType="num">
                                      <p:cBhvr>
                                        <p:cTn id="187" dur="332" tmFilter="0, 0; 0.125,0.2665; 0.25,0.4; 0.375,0.465; 0.5,0.5;  0.625,0.535; 0.75,0.6; 0.875,0.7335; 1,1">
                                          <p:stCondLst>
                                            <p:cond delay="1324"/>
                                          </p:stCondLst>
                                        </p:cTn>
                                        <p:tgtEl>
                                          <p:spTgt spid="18"/>
                                        </p:tgtEl>
                                        <p:attrNameLst>
                                          <p:attrName>ppt_y</p:attrName>
                                        </p:attrNameLst>
                                      </p:cBhvr>
                                      <p:tavLst>
                                        <p:tav tm="0" fmla="#ppt_y-sin(pi*$)/27">
                                          <p:val>
                                            <p:fltVal val="0"/>
                                          </p:val>
                                        </p:tav>
                                        <p:tav tm="100000">
                                          <p:val>
                                            <p:fltVal val="1"/>
                                          </p:val>
                                        </p:tav>
                                      </p:tavLst>
                                    </p:anim>
                                    <p:anim calcmode="lin" valueType="num">
                                      <p:cBhvr>
                                        <p:cTn id="188" dur="164" tmFilter="0, 0; 0.125,0.2665; 0.25,0.4; 0.375,0.465; 0.5,0.5;  0.625,0.535; 0.75,0.6; 0.875,0.7335; 1,1">
                                          <p:stCondLst>
                                            <p:cond delay="1656"/>
                                          </p:stCondLst>
                                        </p:cTn>
                                        <p:tgtEl>
                                          <p:spTgt spid="18"/>
                                        </p:tgtEl>
                                        <p:attrNameLst>
                                          <p:attrName>ppt_y</p:attrName>
                                        </p:attrNameLst>
                                      </p:cBhvr>
                                      <p:tavLst>
                                        <p:tav tm="0" fmla="#ppt_y-sin(pi*$)/81">
                                          <p:val>
                                            <p:fltVal val="0"/>
                                          </p:val>
                                        </p:tav>
                                        <p:tav tm="100000">
                                          <p:val>
                                            <p:fltVal val="1"/>
                                          </p:val>
                                        </p:tav>
                                      </p:tavLst>
                                    </p:anim>
                                    <p:animScale>
                                      <p:cBhvr>
                                        <p:cTn id="189" dur="26">
                                          <p:stCondLst>
                                            <p:cond delay="650"/>
                                          </p:stCondLst>
                                        </p:cTn>
                                        <p:tgtEl>
                                          <p:spTgt spid="18"/>
                                        </p:tgtEl>
                                      </p:cBhvr>
                                      <p:to x="100000" y="60000"/>
                                    </p:animScale>
                                    <p:animScale>
                                      <p:cBhvr>
                                        <p:cTn id="190" dur="166" decel="50000">
                                          <p:stCondLst>
                                            <p:cond delay="676"/>
                                          </p:stCondLst>
                                        </p:cTn>
                                        <p:tgtEl>
                                          <p:spTgt spid="18"/>
                                        </p:tgtEl>
                                      </p:cBhvr>
                                      <p:to x="100000" y="100000"/>
                                    </p:animScale>
                                    <p:animScale>
                                      <p:cBhvr>
                                        <p:cTn id="191" dur="26">
                                          <p:stCondLst>
                                            <p:cond delay="1312"/>
                                          </p:stCondLst>
                                        </p:cTn>
                                        <p:tgtEl>
                                          <p:spTgt spid="18"/>
                                        </p:tgtEl>
                                      </p:cBhvr>
                                      <p:to x="100000" y="80000"/>
                                    </p:animScale>
                                    <p:animScale>
                                      <p:cBhvr>
                                        <p:cTn id="192" dur="166" decel="50000">
                                          <p:stCondLst>
                                            <p:cond delay="1338"/>
                                          </p:stCondLst>
                                        </p:cTn>
                                        <p:tgtEl>
                                          <p:spTgt spid="18"/>
                                        </p:tgtEl>
                                      </p:cBhvr>
                                      <p:to x="100000" y="100000"/>
                                    </p:animScale>
                                    <p:animScale>
                                      <p:cBhvr>
                                        <p:cTn id="193" dur="26">
                                          <p:stCondLst>
                                            <p:cond delay="1642"/>
                                          </p:stCondLst>
                                        </p:cTn>
                                        <p:tgtEl>
                                          <p:spTgt spid="18"/>
                                        </p:tgtEl>
                                      </p:cBhvr>
                                      <p:to x="100000" y="90000"/>
                                    </p:animScale>
                                    <p:animScale>
                                      <p:cBhvr>
                                        <p:cTn id="194" dur="166" decel="50000">
                                          <p:stCondLst>
                                            <p:cond delay="1668"/>
                                          </p:stCondLst>
                                        </p:cTn>
                                        <p:tgtEl>
                                          <p:spTgt spid="18"/>
                                        </p:tgtEl>
                                      </p:cBhvr>
                                      <p:to x="100000" y="100000"/>
                                    </p:animScale>
                                    <p:animScale>
                                      <p:cBhvr>
                                        <p:cTn id="195" dur="26">
                                          <p:stCondLst>
                                            <p:cond delay="1808"/>
                                          </p:stCondLst>
                                        </p:cTn>
                                        <p:tgtEl>
                                          <p:spTgt spid="18"/>
                                        </p:tgtEl>
                                      </p:cBhvr>
                                      <p:to x="100000" y="95000"/>
                                    </p:animScale>
                                    <p:animScale>
                                      <p:cBhvr>
                                        <p:cTn id="196" dur="166" decel="50000">
                                          <p:stCondLst>
                                            <p:cond delay="1834"/>
                                          </p:stCondLst>
                                        </p:cTn>
                                        <p:tgtEl>
                                          <p:spTgt spid="18"/>
                                        </p:tgtEl>
                                      </p:cBhvr>
                                      <p:to x="100000" y="100000"/>
                                    </p:animScale>
                                  </p:childTnLst>
                                </p:cTn>
                              </p:par>
                              <p:par>
                                <p:cTn id="197" presetID="26" presetClass="entr" presetSubtype="0" fill="hold" grpId="0" nodeType="withEffect">
                                  <p:stCondLst>
                                    <p:cond delay="0"/>
                                  </p:stCondLst>
                                  <p:childTnLst>
                                    <p:set>
                                      <p:cBhvr>
                                        <p:cTn id="198" dur="1" fill="hold">
                                          <p:stCondLst>
                                            <p:cond delay="0"/>
                                          </p:stCondLst>
                                        </p:cTn>
                                        <p:tgtEl>
                                          <p:spTgt spid="20"/>
                                        </p:tgtEl>
                                        <p:attrNameLst>
                                          <p:attrName>style.visibility</p:attrName>
                                        </p:attrNameLst>
                                      </p:cBhvr>
                                      <p:to>
                                        <p:strVal val="visible"/>
                                      </p:to>
                                    </p:set>
                                    <p:animEffect transition="in" filter="wipe(down)">
                                      <p:cBhvr>
                                        <p:cTn id="199" dur="580">
                                          <p:stCondLst>
                                            <p:cond delay="0"/>
                                          </p:stCondLst>
                                        </p:cTn>
                                        <p:tgtEl>
                                          <p:spTgt spid="20"/>
                                        </p:tgtEl>
                                      </p:cBhvr>
                                    </p:animEffect>
                                    <p:anim calcmode="lin" valueType="num">
                                      <p:cBhvr>
                                        <p:cTn id="200" dur="1822" tmFilter="0,0; 0.14,0.36; 0.43,0.73; 0.71,0.91; 1.0,1.0">
                                          <p:stCondLst>
                                            <p:cond delay="0"/>
                                          </p:stCondLst>
                                        </p:cTn>
                                        <p:tgtEl>
                                          <p:spTgt spid="20"/>
                                        </p:tgtEl>
                                        <p:attrNameLst>
                                          <p:attrName>ppt_x</p:attrName>
                                        </p:attrNameLst>
                                      </p:cBhvr>
                                      <p:tavLst>
                                        <p:tav tm="0">
                                          <p:val>
                                            <p:strVal val="#ppt_x-0.25"/>
                                          </p:val>
                                        </p:tav>
                                        <p:tav tm="100000">
                                          <p:val>
                                            <p:strVal val="#ppt_x"/>
                                          </p:val>
                                        </p:tav>
                                      </p:tavLst>
                                    </p:anim>
                                    <p:anim calcmode="lin" valueType="num">
                                      <p:cBhvr>
                                        <p:cTn id="201" dur="664" tmFilter="0.0,0.0; 0.25,0.07; 0.50,0.2; 0.75,0.467; 1.0,1.0">
                                          <p:stCondLst>
                                            <p:cond delay="0"/>
                                          </p:stCondLst>
                                        </p:cTn>
                                        <p:tgtEl>
                                          <p:spTgt spid="20"/>
                                        </p:tgtEl>
                                        <p:attrNameLst>
                                          <p:attrName>ppt_y</p:attrName>
                                        </p:attrNameLst>
                                      </p:cBhvr>
                                      <p:tavLst>
                                        <p:tav tm="0" fmla="#ppt_y-sin(pi*$)/3">
                                          <p:val>
                                            <p:fltVal val="0.5"/>
                                          </p:val>
                                        </p:tav>
                                        <p:tav tm="100000">
                                          <p:val>
                                            <p:fltVal val="1"/>
                                          </p:val>
                                        </p:tav>
                                      </p:tavLst>
                                    </p:anim>
                                    <p:anim calcmode="lin" valueType="num">
                                      <p:cBhvr>
                                        <p:cTn id="202" dur="664" tmFilter="0, 0; 0.125,0.2665; 0.25,0.4; 0.375,0.465; 0.5,0.5;  0.625,0.535; 0.75,0.6; 0.875,0.7335; 1,1">
                                          <p:stCondLst>
                                            <p:cond delay="664"/>
                                          </p:stCondLst>
                                        </p:cTn>
                                        <p:tgtEl>
                                          <p:spTgt spid="20"/>
                                        </p:tgtEl>
                                        <p:attrNameLst>
                                          <p:attrName>ppt_y</p:attrName>
                                        </p:attrNameLst>
                                      </p:cBhvr>
                                      <p:tavLst>
                                        <p:tav tm="0" fmla="#ppt_y-sin(pi*$)/9">
                                          <p:val>
                                            <p:fltVal val="0"/>
                                          </p:val>
                                        </p:tav>
                                        <p:tav tm="100000">
                                          <p:val>
                                            <p:fltVal val="1"/>
                                          </p:val>
                                        </p:tav>
                                      </p:tavLst>
                                    </p:anim>
                                    <p:anim calcmode="lin" valueType="num">
                                      <p:cBhvr>
                                        <p:cTn id="203" dur="332" tmFilter="0, 0; 0.125,0.2665; 0.25,0.4; 0.375,0.465; 0.5,0.5;  0.625,0.535; 0.75,0.6; 0.875,0.7335; 1,1">
                                          <p:stCondLst>
                                            <p:cond delay="1324"/>
                                          </p:stCondLst>
                                        </p:cTn>
                                        <p:tgtEl>
                                          <p:spTgt spid="20"/>
                                        </p:tgtEl>
                                        <p:attrNameLst>
                                          <p:attrName>ppt_y</p:attrName>
                                        </p:attrNameLst>
                                      </p:cBhvr>
                                      <p:tavLst>
                                        <p:tav tm="0" fmla="#ppt_y-sin(pi*$)/27">
                                          <p:val>
                                            <p:fltVal val="0"/>
                                          </p:val>
                                        </p:tav>
                                        <p:tav tm="100000">
                                          <p:val>
                                            <p:fltVal val="1"/>
                                          </p:val>
                                        </p:tav>
                                      </p:tavLst>
                                    </p:anim>
                                    <p:anim calcmode="lin" valueType="num">
                                      <p:cBhvr>
                                        <p:cTn id="204" dur="164" tmFilter="0, 0; 0.125,0.2665; 0.25,0.4; 0.375,0.465; 0.5,0.5;  0.625,0.535; 0.75,0.6; 0.875,0.7335; 1,1">
                                          <p:stCondLst>
                                            <p:cond delay="1656"/>
                                          </p:stCondLst>
                                        </p:cTn>
                                        <p:tgtEl>
                                          <p:spTgt spid="20"/>
                                        </p:tgtEl>
                                        <p:attrNameLst>
                                          <p:attrName>ppt_y</p:attrName>
                                        </p:attrNameLst>
                                      </p:cBhvr>
                                      <p:tavLst>
                                        <p:tav tm="0" fmla="#ppt_y-sin(pi*$)/81">
                                          <p:val>
                                            <p:fltVal val="0"/>
                                          </p:val>
                                        </p:tav>
                                        <p:tav tm="100000">
                                          <p:val>
                                            <p:fltVal val="1"/>
                                          </p:val>
                                        </p:tav>
                                      </p:tavLst>
                                    </p:anim>
                                    <p:animScale>
                                      <p:cBhvr>
                                        <p:cTn id="205" dur="26">
                                          <p:stCondLst>
                                            <p:cond delay="650"/>
                                          </p:stCondLst>
                                        </p:cTn>
                                        <p:tgtEl>
                                          <p:spTgt spid="20"/>
                                        </p:tgtEl>
                                      </p:cBhvr>
                                      <p:to x="100000" y="60000"/>
                                    </p:animScale>
                                    <p:animScale>
                                      <p:cBhvr>
                                        <p:cTn id="206" dur="166" decel="50000">
                                          <p:stCondLst>
                                            <p:cond delay="676"/>
                                          </p:stCondLst>
                                        </p:cTn>
                                        <p:tgtEl>
                                          <p:spTgt spid="20"/>
                                        </p:tgtEl>
                                      </p:cBhvr>
                                      <p:to x="100000" y="100000"/>
                                    </p:animScale>
                                    <p:animScale>
                                      <p:cBhvr>
                                        <p:cTn id="207" dur="26">
                                          <p:stCondLst>
                                            <p:cond delay="1312"/>
                                          </p:stCondLst>
                                        </p:cTn>
                                        <p:tgtEl>
                                          <p:spTgt spid="20"/>
                                        </p:tgtEl>
                                      </p:cBhvr>
                                      <p:to x="100000" y="80000"/>
                                    </p:animScale>
                                    <p:animScale>
                                      <p:cBhvr>
                                        <p:cTn id="208" dur="166" decel="50000">
                                          <p:stCondLst>
                                            <p:cond delay="1338"/>
                                          </p:stCondLst>
                                        </p:cTn>
                                        <p:tgtEl>
                                          <p:spTgt spid="20"/>
                                        </p:tgtEl>
                                      </p:cBhvr>
                                      <p:to x="100000" y="100000"/>
                                    </p:animScale>
                                    <p:animScale>
                                      <p:cBhvr>
                                        <p:cTn id="209" dur="26">
                                          <p:stCondLst>
                                            <p:cond delay="1642"/>
                                          </p:stCondLst>
                                        </p:cTn>
                                        <p:tgtEl>
                                          <p:spTgt spid="20"/>
                                        </p:tgtEl>
                                      </p:cBhvr>
                                      <p:to x="100000" y="90000"/>
                                    </p:animScale>
                                    <p:animScale>
                                      <p:cBhvr>
                                        <p:cTn id="210" dur="166" decel="50000">
                                          <p:stCondLst>
                                            <p:cond delay="1668"/>
                                          </p:stCondLst>
                                        </p:cTn>
                                        <p:tgtEl>
                                          <p:spTgt spid="20"/>
                                        </p:tgtEl>
                                      </p:cBhvr>
                                      <p:to x="100000" y="100000"/>
                                    </p:animScale>
                                    <p:animScale>
                                      <p:cBhvr>
                                        <p:cTn id="211" dur="26">
                                          <p:stCondLst>
                                            <p:cond delay="1808"/>
                                          </p:stCondLst>
                                        </p:cTn>
                                        <p:tgtEl>
                                          <p:spTgt spid="20"/>
                                        </p:tgtEl>
                                      </p:cBhvr>
                                      <p:to x="100000" y="95000"/>
                                    </p:animScale>
                                    <p:animScale>
                                      <p:cBhvr>
                                        <p:cTn id="212" dur="166" decel="50000">
                                          <p:stCondLst>
                                            <p:cond delay="1834"/>
                                          </p:stCondLst>
                                        </p:cTn>
                                        <p:tgtEl>
                                          <p:spTgt spid="20"/>
                                        </p:tgtEl>
                                      </p:cBhvr>
                                      <p:to x="100000" y="100000"/>
                                    </p:animScale>
                                  </p:childTnLst>
                                </p:cTn>
                              </p:par>
                              <p:par>
                                <p:cTn id="213" presetID="26" presetClass="entr" presetSubtype="0" fill="hold" grpId="0" nodeType="withEffect">
                                  <p:stCondLst>
                                    <p:cond delay="0"/>
                                  </p:stCondLst>
                                  <p:childTnLst>
                                    <p:set>
                                      <p:cBhvr>
                                        <p:cTn id="214" dur="1" fill="hold">
                                          <p:stCondLst>
                                            <p:cond delay="0"/>
                                          </p:stCondLst>
                                        </p:cTn>
                                        <p:tgtEl>
                                          <p:spTgt spid="21"/>
                                        </p:tgtEl>
                                        <p:attrNameLst>
                                          <p:attrName>style.visibility</p:attrName>
                                        </p:attrNameLst>
                                      </p:cBhvr>
                                      <p:to>
                                        <p:strVal val="visible"/>
                                      </p:to>
                                    </p:set>
                                    <p:animEffect transition="in" filter="wipe(down)">
                                      <p:cBhvr>
                                        <p:cTn id="215" dur="580">
                                          <p:stCondLst>
                                            <p:cond delay="0"/>
                                          </p:stCondLst>
                                        </p:cTn>
                                        <p:tgtEl>
                                          <p:spTgt spid="21"/>
                                        </p:tgtEl>
                                      </p:cBhvr>
                                    </p:animEffect>
                                    <p:anim calcmode="lin" valueType="num">
                                      <p:cBhvr>
                                        <p:cTn id="216" dur="1822" tmFilter="0,0; 0.14,0.36; 0.43,0.73; 0.71,0.91; 1.0,1.0">
                                          <p:stCondLst>
                                            <p:cond delay="0"/>
                                          </p:stCondLst>
                                        </p:cTn>
                                        <p:tgtEl>
                                          <p:spTgt spid="21"/>
                                        </p:tgtEl>
                                        <p:attrNameLst>
                                          <p:attrName>ppt_x</p:attrName>
                                        </p:attrNameLst>
                                      </p:cBhvr>
                                      <p:tavLst>
                                        <p:tav tm="0">
                                          <p:val>
                                            <p:strVal val="#ppt_x-0.25"/>
                                          </p:val>
                                        </p:tav>
                                        <p:tav tm="100000">
                                          <p:val>
                                            <p:strVal val="#ppt_x"/>
                                          </p:val>
                                        </p:tav>
                                      </p:tavLst>
                                    </p:anim>
                                    <p:anim calcmode="lin" valueType="num">
                                      <p:cBhvr>
                                        <p:cTn id="217" dur="664" tmFilter="0.0,0.0; 0.25,0.07; 0.50,0.2; 0.75,0.467; 1.0,1.0">
                                          <p:stCondLst>
                                            <p:cond delay="0"/>
                                          </p:stCondLst>
                                        </p:cTn>
                                        <p:tgtEl>
                                          <p:spTgt spid="21"/>
                                        </p:tgtEl>
                                        <p:attrNameLst>
                                          <p:attrName>ppt_y</p:attrName>
                                        </p:attrNameLst>
                                      </p:cBhvr>
                                      <p:tavLst>
                                        <p:tav tm="0" fmla="#ppt_y-sin(pi*$)/3">
                                          <p:val>
                                            <p:fltVal val="0.5"/>
                                          </p:val>
                                        </p:tav>
                                        <p:tav tm="100000">
                                          <p:val>
                                            <p:fltVal val="1"/>
                                          </p:val>
                                        </p:tav>
                                      </p:tavLst>
                                    </p:anim>
                                    <p:anim calcmode="lin" valueType="num">
                                      <p:cBhvr>
                                        <p:cTn id="218" dur="664" tmFilter="0, 0; 0.125,0.2665; 0.25,0.4; 0.375,0.465; 0.5,0.5;  0.625,0.535; 0.75,0.6; 0.875,0.7335; 1,1">
                                          <p:stCondLst>
                                            <p:cond delay="664"/>
                                          </p:stCondLst>
                                        </p:cTn>
                                        <p:tgtEl>
                                          <p:spTgt spid="21"/>
                                        </p:tgtEl>
                                        <p:attrNameLst>
                                          <p:attrName>ppt_y</p:attrName>
                                        </p:attrNameLst>
                                      </p:cBhvr>
                                      <p:tavLst>
                                        <p:tav tm="0" fmla="#ppt_y-sin(pi*$)/9">
                                          <p:val>
                                            <p:fltVal val="0"/>
                                          </p:val>
                                        </p:tav>
                                        <p:tav tm="100000">
                                          <p:val>
                                            <p:fltVal val="1"/>
                                          </p:val>
                                        </p:tav>
                                      </p:tavLst>
                                    </p:anim>
                                    <p:anim calcmode="lin" valueType="num">
                                      <p:cBhvr>
                                        <p:cTn id="219" dur="332" tmFilter="0, 0; 0.125,0.2665; 0.25,0.4; 0.375,0.465; 0.5,0.5;  0.625,0.535; 0.75,0.6; 0.875,0.7335; 1,1">
                                          <p:stCondLst>
                                            <p:cond delay="1324"/>
                                          </p:stCondLst>
                                        </p:cTn>
                                        <p:tgtEl>
                                          <p:spTgt spid="21"/>
                                        </p:tgtEl>
                                        <p:attrNameLst>
                                          <p:attrName>ppt_y</p:attrName>
                                        </p:attrNameLst>
                                      </p:cBhvr>
                                      <p:tavLst>
                                        <p:tav tm="0" fmla="#ppt_y-sin(pi*$)/27">
                                          <p:val>
                                            <p:fltVal val="0"/>
                                          </p:val>
                                        </p:tav>
                                        <p:tav tm="100000">
                                          <p:val>
                                            <p:fltVal val="1"/>
                                          </p:val>
                                        </p:tav>
                                      </p:tavLst>
                                    </p:anim>
                                    <p:anim calcmode="lin" valueType="num">
                                      <p:cBhvr>
                                        <p:cTn id="220" dur="164" tmFilter="0, 0; 0.125,0.2665; 0.25,0.4; 0.375,0.465; 0.5,0.5;  0.625,0.535; 0.75,0.6; 0.875,0.7335; 1,1">
                                          <p:stCondLst>
                                            <p:cond delay="1656"/>
                                          </p:stCondLst>
                                        </p:cTn>
                                        <p:tgtEl>
                                          <p:spTgt spid="21"/>
                                        </p:tgtEl>
                                        <p:attrNameLst>
                                          <p:attrName>ppt_y</p:attrName>
                                        </p:attrNameLst>
                                      </p:cBhvr>
                                      <p:tavLst>
                                        <p:tav tm="0" fmla="#ppt_y-sin(pi*$)/81">
                                          <p:val>
                                            <p:fltVal val="0"/>
                                          </p:val>
                                        </p:tav>
                                        <p:tav tm="100000">
                                          <p:val>
                                            <p:fltVal val="1"/>
                                          </p:val>
                                        </p:tav>
                                      </p:tavLst>
                                    </p:anim>
                                    <p:animScale>
                                      <p:cBhvr>
                                        <p:cTn id="221" dur="26">
                                          <p:stCondLst>
                                            <p:cond delay="650"/>
                                          </p:stCondLst>
                                        </p:cTn>
                                        <p:tgtEl>
                                          <p:spTgt spid="21"/>
                                        </p:tgtEl>
                                      </p:cBhvr>
                                      <p:to x="100000" y="60000"/>
                                    </p:animScale>
                                    <p:animScale>
                                      <p:cBhvr>
                                        <p:cTn id="222" dur="166" decel="50000">
                                          <p:stCondLst>
                                            <p:cond delay="676"/>
                                          </p:stCondLst>
                                        </p:cTn>
                                        <p:tgtEl>
                                          <p:spTgt spid="21"/>
                                        </p:tgtEl>
                                      </p:cBhvr>
                                      <p:to x="100000" y="100000"/>
                                    </p:animScale>
                                    <p:animScale>
                                      <p:cBhvr>
                                        <p:cTn id="223" dur="26">
                                          <p:stCondLst>
                                            <p:cond delay="1312"/>
                                          </p:stCondLst>
                                        </p:cTn>
                                        <p:tgtEl>
                                          <p:spTgt spid="21"/>
                                        </p:tgtEl>
                                      </p:cBhvr>
                                      <p:to x="100000" y="80000"/>
                                    </p:animScale>
                                    <p:animScale>
                                      <p:cBhvr>
                                        <p:cTn id="224" dur="166" decel="50000">
                                          <p:stCondLst>
                                            <p:cond delay="1338"/>
                                          </p:stCondLst>
                                        </p:cTn>
                                        <p:tgtEl>
                                          <p:spTgt spid="21"/>
                                        </p:tgtEl>
                                      </p:cBhvr>
                                      <p:to x="100000" y="100000"/>
                                    </p:animScale>
                                    <p:animScale>
                                      <p:cBhvr>
                                        <p:cTn id="225" dur="26">
                                          <p:stCondLst>
                                            <p:cond delay="1642"/>
                                          </p:stCondLst>
                                        </p:cTn>
                                        <p:tgtEl>
                                          <p:spTgt spid="21"/>
                                        </p:tgtEl>
                                      </p:cBhvr>
                                      <p:to x="100000" y="90000"/>
                                    </p:animScale>
                                    <p:animScale>
                                      <p:cBhvr>
                                        <p:cTn id="226" dur="166" decel="50000">
                                          <p:stCondLst>
                                            <p:cond delay="1668"/>
                                          </p:stCondLst>
                                        </p:cTn>
                                        <p:tgtEl>
                                          <p:spTgt spid="21"/>
                                        </p:tgtEl>
                                      </p:cBhvr>
                                      <p:to x="100000" y="100000"/>
                                    </p:animScale>
                                    <p:animScale>
                                      <p:cBhvr>
                                        <p:cTn id="227" dur="26">
                                          <p:stCondLst>
                                            <p:cond delay="1808"/>
                                          </p:stCondLst>
                                        </p:cTn>
                                        <p:tgtEl>
                                          <p:spTgt spid="21"/>
                                        </p:tgtEl>
                                      </p:cBhvr>
                                      <p:to x="100000" y="95000"/>
                                    </p:animScale>
                                    <p:animScale>
                                      <p:cBhvr>
                                        <p:cTn id="228" dur="166" decel="50000">
                                          <p:stCondLst>
                                            <p:cond delay="1834"/>
                                          </p:stCondLst>
                                        </p:cTn>
                                        <p:tgtEl>
                                          <p:spTgt spid="21"/>
                                        </p:tgtEl>
                                      </p:cBhvr>
                                      <p:to x="100000" y="100000"/>
                                    </p:animScale>
                                  </p:childTnLst>
                                </p:cTn>
                              </p:par>
                              <p:par>
                                <p:cTn id="229" presetID="26" presetClass="entr" presetSubtype="0" fill="hold" grpId="0" nodeType="withEffect">
                                  <p:stCondLst>
                                    <p:cond delay="0"/>
                                  </p:stCondLst>
                                  <p:childTnLst>
                                    <p:set>
                                      <p:cBhvr>
                                        <p:cTn id="230" dur="1" fill="hold">
                                          <p:stCondLst>
                                            <p:cond delay="0"/>
                                          </p:stCondLst>
                                        </p:cTn>
                                        <p:tgtEl>
                                          <p:spTgt spid="22"/>
                                        </p:tgtEl>
                                        <p:attrNameLst>
                                          <p:attrName>style.visibility</p:attrName>
                                        </p:attrNameLst>
                                      </p:cBhvr>
                                      <p:to>
                                        <p:strVal val="visible"/>
                                      </p:to>
                                    </p:set>
                                    <p:animEffect transition="in" filter="wipe(down)">
                                      <p:cBhvr>
                                        <p:cTn id="231" dur="580">
                                          <p:stCondLst>
                                            <p:cond delay="0"/>
                                          </p:stCondLst>
                                        </p:cTn>
                                        <p:tgtEl>
                                          <p:spTgt spid="22"/>
                                        </p:tgtEl>
                                      </p:cBhvr>
                                    </p:animEffect>
                                    <p:anim calcmode="lin" valueType="num">
                                      <p:cBhvr>
                                        <p:cTn id="232" dur="1822" tmFilter="0,0; 0.14,0.36; 0.43,0.73; 0.71,0.91; 1.0,1.0">
                                          <p:stCondLst>
                                            <p:cond delay="0"/>
                                          </p:stCondLst>
                                        </p:cTn>
                                        <p:tgtEl>
                                          <p:spTgt spid="22"/>
                                        </p:tgtEl>
                                        <p:attrNameLst>
                                          <p:attrName>ppt_x</p:attrName>
                                        </p:attrNameLst>
                                      </p:cBhvr>
                                      <p:tavLst>
                                        <p:tav tm="0">
                                          <p:val>
                                            <p:strVal val="#ppt_x-0.25"/>
                                          </p:val>
                                        </p:tav>
                                        <p:tav tm="100000">
                                          <p:val>
                                            <p:strVal val="#ppt_x"/>
                                          </p:val>
                                        </p:tav>
                                      </p:tavLst>
                                    </p:anim>
                                    <p:anim calcmode="lin" valueType="num">
                                      <p:cBhvr>
                                        <p:cTn id="233" dur="664" tmFilter="0.0,0.0; 0.25,0.07; 0.50,0.2; 0.75,0.467; 1.0,1.0">
                                          <p:stCondLst>
                                            <p:cond delay="0"/>
                                          </p:stCondLst>
                                        </p:cTn>
                                        <p:tgtEl>
                                          <p:spTgt spid="22"/>
                                        </p:tgtEl>
                                        <p:attrNameLst>
                                          <p:attrName>ppt_y</p:attrName>
                                        </p:attrNameLst>
                                      </p:cBhvr>
                                      <p:tavLst>
                                        <p:tav tm="0" fmla="#ppt_y-sin(pi*$)/3">
                                          <p:val>
                                            <p:fltVal val="0.5"/>
                                          </p:val>
                                        </p:tav>
                                        <p:tav tm="100000">
                                          <p:val>
                                            <p:fltVal val="1"/>
                                          </p:val>
                                        </p:tav>
                                      </p:tavLst>
                                    </p:anim>
                                    <p:anim calcmode="lin" valueType="num">
                                      <p:cBhvr>
                                        <p:cTn id="234" dur="664" tmFilter="0, 0; 0.125,0.2665; 0.25,0.4; 0.375,0.465; 0.5,0.5;  0.625,0.535; 0.75,0.6; 0.875,0.7335; 1,1">
                                          <p:stCondLst>
                                            <p:cond delay="664"/>
                                          </p:stCondLst>
                                        </p:cTn>
                                        <p:tgtEl>
                                          <p:spTgt spid="22"/>
                                        </p:tgtEl>
                                        <p:attrNameLst>
                                          <p:attrName>ppt_y</p:attrName>
                                        </p:attrNameLst>
                                      </p:cBhvr>
                                      <p:tavLst>
                                        <p:tav tm="0" fmla="#ppt_y-sin(pi*$)/9">
                                          <p:val>
                                            <p:fltVal val="0"/>
                                          </p:val>
                                        </p:tav>
                                        <p:tav tm="100000">
                                          <p:val>
                                            <p:fltVal val="1"/>
                                          </p:val>
                                        </p:tav>
                                      </p:tavLst>
                                    </p:anim>
                                    <p:anim calcmode="lin" valueType="num">
                                      <p:cBhvr>
                                        <p:cTn id="235" dur="332" tmFilter="0, 0; 0.125,0.2665; 0.25,0.4; 0.375,0.465; 0.5,0.5;  0.625,0.535; 0.75,0.6; 0.875,0.7335; 1,1">
                                          <p:stCondLst>
                                            <p:cond delay="1324"/>
                                          </p:stCondLst>
                                        </p:cTn>
                                        <p:tgtEl>
                                          <p:spTgt spid="22"/>
                                        </p:tgtEl>
                                        <p:attrNameLst>
                                          <p:attrName>ppt_y</p:attrName>
                                        </p:attrNameLst>
                                      </p:cBhvr>
                                      <p:tavLst>
                                        <p:tav tm="0" fmla="#ppt_y-sin(pi*$)/27">
                                          <p:val>
                                            <p:fltVal val="0"/>
                                          </p:val>
                                        </p:tav>
                                        <p:tav tm="100000">
                                          <p:val>
                                            <p:fltVal val="1"/>
                                          </p:val>
                                        </p:tav>
                                      </p:tavLst>
                                    </p:anim>
                                    <p:anim calcmode="lin" valueType="num">
                                      <p:cBhvr>
                                        <p:cTn id="236" dur="164" tmFilter="0, 0; 0.125,0.2665; 0.25,0.4; 0.375,0.465; 0.5,0.5;  0.625,0.535; 0.75,0.6; 0.875,0.7335; 1,1">
                                          <p:stCondLst>
                                            <p:cond delay="1656"/>
                                          </p:stCondLst>
                                        </p:cTn>
                                        <p:tgtEl>
                                          <p:spTgt spid="22"/>
                                        </p:tgtEl>
                                        <p:attrNameLst>
                                          <p:attrName>ppt_y</p:attrName>
                                        </p:attrNameLst>
                                      </p:cBhvr>
                                      <p:tavLst>
                                        <p:tav tm="0" fmla="#ppt_y-sin(pi*$)/81">
                                          <p:val>
                                            <p:fltVal val="0"/>
                                          </p:val>
                                        </p:tav>
                                        <p:tav tm="100000">
                                          <p:val>
                                            <p:fltVal val="1"/>
                                          </p:val>
                                        </p:tav>
                                      </p:tavLst>
                                    </p:anim>
                                    <p:animScale>
                                      <p:cBhvr>
                                        <p:cTn id="237" dur="26">
                                          <p:stCondLst>
                                            <p:cond delay="650"/>
                                          </p:stCondLst>
                                        </p:cTn>
                                        <p:tgtEl>
                                          <p:spTgt spid="22"/>
                                        </p:tgtEl>
                                      </p:cBhvr>
                                      <p:to x="100000" y="60000"/>
                                    </p:animScale>
                                    <p:animScale>
                                      <p:cBhvr>
                                        <p:cTn id="238" dur="166" decel="50000">
                                          <p:stCondLst>
                                            <p:cond delay="676"/>
                                          </p:stCondLst>
                                        </p:cTn>
                                        <p:tgtEl>
                                          <p:spTgt spid="22"/>
                                        </p:tgtEl>
                                      </p:cBhvr>
                                      <p:to x="100000" y="100000"/>
                                    </p:animScale>
                                    <p:animScale>
                                      <p:cBhvr>
                                        <p:cTn id="239" dur="26">
                                          <p:stCondLst>
                                            <p:cond delay="1312"/>
                                          </p:stCondLst>
                                        </p:cTn>
                                        <p:tgtEl>
                                          <p:spTgt spid="22"/>
                                        </p:tgtEl>
                                      </p:cBhvr>
                                      <p:to x="100000" y="80000"/>
                                    </p:animScale>
                                    <p:animScale>
                                      <p:cBhvr>
                                        <p:cTn id="240" dur="166" decel="50000">
                                          <p:stCondLst>
                                            <p:cond delay="1338"/>
                                          </p:stCondLst>
                                        </p:cTn>
                                        <p:tgtEl>
                                          <p:spTgt spid="22"/>
                                        </p:tgtEl>
                                      </p:cBhvr>
                                      <p:to x="100000" y="100000"/>
                                    </p:animScale>
                                    <p:animScale>
                                      <p:cBhvr>
                                        <p:cTn id="241" dur="26">
                                          <p:stCondLst>
                                            <p:cond delay="1642"/>
                                          </p:stCondLst>
                                        </p:cTn>
                                        <p:tgtEl>
                                          <p:spTgt spid="22"/>
                                        </p:tgtEl>
                                      </p:cBhvr>
                                      <p:to x="100000" y="90000"/>
                                    </p:animScale>
                                    <p:animScale>
                                      <p:cBhvr>
                                        <p:cTn id="242" dur="166" decel="50000">
                                          <p:stCondLst>
                                            <p:cond delay="1668"/>
                                          </p:stCondLst>
                                        </p:cTn>
                                        <p:tgtEl>
                                          <p:spTgt spid="22"/>
                                        </p:tgtEl>
                                      </p:cBhvr>
                                      <p:to x="100000" y="100000"/>
                                    </p:animScale>
                                    <p:animScale>
                                      <p:cBhvr>
                                        <p:cTn id="243" dur="26">
                                          <p:stCondLst>
                                            <p:cond delay="1808"/>
                                          </p:stCondLst>
                                        </p:cTn>
                                        <p:tgtEl>
                                          <p:spTgt spid="22"/>
                                        </p:tgtEl>
                                      </p:cBhvr>
                                      <p:to x="100000" y="95000"/>
                                    </p:animScale>
                                    <p:animScale>
                                      <p:cBhvr>
                                        <p:cTn id="244" dur="166" decel="50000">
                                          <p:stCondLst>
                                            <p:cond delay="1834"/>
                                          </p:stCondLst>
                                        </p:cTn>
                                        <p:tgtEl>
                                          <p:spTgt spid="22"/>
                                        </p:tgtEl>
                                      </p:cBhvr>
                                      <p:to x="100000" y="100000"/>
                                    </p:animScale>
                                  </p:childTnLst>
                                </p:cTn>
                              </p:par>
                              <p:par>
                                <p:cTn id="245" presetID="26" presetClass="entr" presetSubtype="0" fill="hold" grpId="0" nodeType="withEffect">
                                  <p:stCondLst>
                                    <p:cond delay="0"/>
                                  </p:stCondLst>
                                  <p:childTnLst>
                                    <p:set>
                                      <p:cBhvr>
                                        <p:cTn id="246" dur="1" fill="hold">
                                          <p:stCondLst>
                                            <p:cond delay="0"/>
                                          </p:stCondLst>
                                        </p:cTn>
                                        <p:tgtEl>
                                          <p:spTgt spid="23"/>
                                        </p:tgtEl>
                                        <p:attrNameLst>
                                          <p:attrName>style.visibility</p:attrName>
                                        </p:attrNameLst>
                                      </p:cBhvr>
                                      <p:to>
                                        <p:strVal val="visible"/>
                                      </p:to>
                                    </p:set>
                                    <p:animEffect transition="in" filter="wipe(down)">
                                      <p:cBhvr>
                                        <p:cTn id="247" dur="580">
                                          <p:stCondLst>
                                            <p:cond delay="0"/>
                                          </p:stCondLst>
                                        </p:cTn>
                                        <p:tgtEl>
                                          <p:spTgt spid="23"/>
                                        </p:tgtEl>
                                      </p:cBhvr>
                                    </p:animEffect>
                                    <p:anim calcmode="lin" valueType="num">
                                      <p:cBhvr>
                                        <p:cTn id="248" dur="1822" tmFilter="0,0; 0.14,0.36; 0.43,0.73; 0.71,0.91; 1.0,1.0">
                                          <p:stCondLst>
                                            <p:cond delay="0"/>
                                          </p:stCondLst>
                                        </p:cTn>
                                        <p:tgtEl>
                                          <p:spTgt spid="23"/>
                                        </p:tgtEl>
                                        <p:attrNameLst>
                                          <p:attrName>ppt_x</p:attrName>
                                        </p:attrNameLst>
                                      </p:cBhvr>
                                      <p:tavLst>
                                        <p:tav tm="0">
                                          <p:val>
                                            <p:strVal val="#ppt_x-0.25"/>
                                          </p:val>
                                        </p:tav>
                                        <p:tav tm="100000">
                                          <p:val>
                                            <p:strVal val="#ppt_x"/>
                                          </p:val>
                                        </p:tav>
                                      </p:tavLst>
                                    </p:anim>
                                    <p:anim calcmode="lin" valueType="num">
                                      <p:cBhvr>
                                        <p:cTn id="249" dur="664" tmFilter="0.0,0.0; 0.25,0.07; 0.50,0.2; 0.75,0.467; 1.0,1.0">
                                          <p:stCondLst>
                                            <p:cond delay="0"/>
                                          </p:stCondLst>
                                        </p:cTn>
                                        <p:tgtEl>
                                          <p:spTgt spid="23"/>
                                        </p:tgtEl>
                                        <p:attrNameLst>
                                          <p:attrName>ppt_y</p:attrName>
                                        </p:attrNameLst>
                                      </p:cBhvr>
                                      <p:tavLst>
                                        <p:tav tm="0" fmla="#ppt_y-sin(pi*$)/3">
                                          <p:val>
                                            <p:fltVal val="0.5"/>
                                          </p:val>
                                        </p:tav>
                                        <p:tav tm="100000">
                                          <p:val>
                                            <p:fltVal val="1"/>
                                          </p:val>
                                        </p:tav>
                                      </p:tavLst>
                                    </p:anim>
                                    <p:anim calcmode="lin" valueType="num">
                                      <p:cBhvr>
                                        <p:cTn id="250" dur="664" tmFilter="0, 0; 0.125,0.2665; 0.25,0.4; 0.375,0.465; 0.5,0.5;  0.625,0.535; 0.75,0.6; 0.875,0.7335; 1,1">
                                          <p:stCondLst>
                                            <p:cond delay="664"/>
                                          </p:stCondLst>
                                        </p:cTn>
                                        <p:tgtEl>
                                          <p:spTgt spid="23"/>
                                        </p:tgtEl>
                                        <p:attrNameLst>
                                          <p:attrName>ppt_y</p:attrName>
                                        </p:attrNameLst>
                                      </p:cBhvr>
                                      <p:tavLst>
                                        <p:tav tm="0" fmla="#ppt_y-sin(pi*$)/9">
                                          <p:val>
                                            <p:fltVal val="0"/>
                                          </p:val>
                                        </p:tav>
                                        <p:tav tm="100000">
                                          <p:val>
                                            <p:fltVal val="1"/>
                                          </p:val>
                                        </p:tav>
                                      </p:tavLst>
                                    </p:anim>
                                    <p:anim calcmode="lin" valueType="num">
                                      <p:cBhvr>
                                        <p:cTn id="251" dur="332" tmFilter="0, 0; 0.125,0.2665; 0.25,0.4; 0.375,0.465; 0.5,0.5;  0.625,0.535; 0.75,0.6; 0.875,0.7335; 1,1">
                                          <p:stCondLst>
                                            <p:cond delay="1324"/>
                                          </p:stCondLst>
                                        </p:cTn>
                                        <p:tgtEl>
                                          <p:spTgt spid="23"/>
                                        </p:tgtEl>
                                        <p:attrNameLst>
                                          <p:attrName>ppt_y</p:attrName>
                                        </p:attrNameLst>
                                      </p:cBhvr>
                                      <p:tavLst>
                                        <p:tav tm="0" fmla="#ppt_y-sin(pi*$)/27">
                                          <p:val>
                                            <p:fltVal val="0"/>
                                          </p:val>
                                        </p:tav>
                                        <p:tav tm="100000">
                                          <p:val>
                                            <p:fltVal val="1"/>
                                          </p:val>
                                        </p:tav>
                                      </p:tavLst>
                                    </p:anim>
                                    <p:anim calcmode="lin" valueType="num">
                                      <p:cBhvr>
                                        <p:cTn id="252" dur="164" tmFilter="0, 0; 0.125,0.2665; 0.25,0.4; 0.375,0.465; 0.5,0.5;  0.625,0.535; 0.75,0.6; 0.875,0.7335; 1,1">
                                          <p:stCondLst>
                                            <p:cond delay="1656"/>
                                          </p:stCondLst>
                                        </p:cTn>
                                        <p:tgtEl>
                                          <p:spTgt spid="23"/>
                                        </p:tgtEl>
                                        <p:attrNameLst>
                                          <p:attrName>ppt_y</p:attrName>
                                        </p:attrNameLst>
                                      </p:cBhvr>
                                      <p:tavLst>
                                        <p:tav tm="0" fmla="#ppt_y-sin(pi*$)/81">
                                          <p:val>
                                            <p:fltVal val="0"/>
                                          </p:val>
                                        </p:tav>
                                        <p:tav tm="100000">
                                          <p:val>
                                            <p:fltVal val="1"/>
                                          </p:val>
                                        </p:tav>
                                      </p:tavLst>
                                    </p:anim>
                                    <p:animScale>
                                      <p:cBhvr>
                                        <p:cTn id="253" dur="26">
                                          <p:stCondLst>
                                            <p:cond delay="650"/>
                                          </p:stCondLst>
                                        </p:cTn>
                                        <p:tgtEl>
                                          <p:spTgt spid="23"/>
                                        </p:tgtEl>
                                      </p:cBhvr>
                                      <p:to x="100000" y="60000"/>
                                    </p:animScale>
                                    <p:animScale>
                                      <p:cBhvr>
                                        <p:cTn id="254" dur="166" decel="50000">
                                          <p:stCondLst>
                                            <p:cond delay="676"/>
                                          </p:stCondLst>
                                        </p:cTn>
                                        <p:tgtEl>
                                          <p:spTgt spid="23"/>
                                        </p:tgtEl>
                                      </p:cBhvr>
                                      <p:to x="100000" y="100000"/>
                                    </p:animScale>
                                    <p:animScale>
                                      <p:cBhvr>
                                        <p:cTn id="255" dur="26">
                                          <p:stCondLst>
                                            <p:cond delay="1312"/>
                                          </p:stCondLst>
                                        </p:cTn>
                                        <p:tgtEl>
                                          <p:spTgt spid="23"/>
                                        </p:tgtEl>
                                      </p:cBhvr>
                                      <p:to x="100000" y="80000"/>
                                    </p:animScale>
                                    <p:animScale>
                                      <p:cBhvr>
                                        <p:cTn id="256" dur="166" decel="50000">
                                          <p:stCondLst>
                                            <p:cond delay="1338"/>
                                          </p:stCondLst>
                                        </p:cTn>
                                        <p:tgtEl>
                                          <p:spTgt spid="23"/>
                                        </p:tgtEl>
                                      </p:cBhvr>
                                      <p:to x="100000" y="100000"/>
                                    </p:animScale>
                                    <p:animScale>
                                      <p:cBhvr>
                                        <p:cTn id="257" dur="26">
                                          <p:stCondLst>
                                            <p:cond delay="1642"/>
                                          </p:stCondLst>
                                        </p:cTn>
                                        <p:tgtEl>
                                          <p:spTgt spid="23"/>
                                        </p:tgtEl>
                                      </p:cBhvr>
                                      <p:to x="100000" y="90000"/>
                                    </p:animScale>
                                    <p:animScale>
                                      <p:cBhvr>
                                        <p:cTn id="258" dur="166" decel="50000">
                                          <p:stCondLst>
                                            <p:cond delay="1668"/>
                                          </p:stCondLst>
                                        </p:cTn>
                                        <p:tgtEl>
                                          <p:spTgt spid="23"/>
                                        </p:tgtEl>
                                      </p:cBhvr>
                                      <p:to x="100000" y="100000"/>
                                    </p:animScale>
                                    <p:animScale>
                                      <p:cBhvr>
                                        <p:cTn id="259" dur="26">
                                          <p:stCondLst>
                                            <p:cond delay="1808"/>
                                          </p:stCondLst>
                                        </p:cTn>
                                        <p:tgtEl>
                                          <p:spTgt spid="23"/>
                                        </p:tgtEl>
                                      </p:cBhvr>
                                      <p:to x="100000" y="95000"/>
                                    </p:animScale>
                                    <p:animScale>
                                      <p:cBhvr>
                                        <p:cTn id="260" dur="166" decel="50000">
                                          <p:stCondLst>
                                            <p:cond delay="1834"/>
                                          </p:stCondLst>
                                        </p:cTn>
                                        <p:tgtEl>
                                          <p:spTgt spid="23"/>
                                        </p:tgtEl>
                                      </p:cBhvr>
                                      <p:to x="100000" y="100000"/>
                                    </p:animScale>
                                  </p:childTnLst>
                                </p:cTn>
                              </p:par>
                              <p:par>
                                <p:cTn id="261" presetID="26" presetClass="entr" presetSubtype="0" fill="hold" grpId="0" nodeType="withEffect">
                                  <p:stCondLst>
                                    <p:cond delay="0"/>
                                  </p:stCondLst>
                                  <p:childTnLst>
                                    <p:set>
                                      <p:cBhvr>
                                        <p:cTn id="262" dur="1" fill="hold">
                                          <p:stCondLst>
                                            <p:cond delay="0"/>
                                          </p:stCondLst>
                                        </p:cTn>
                                        <p:tgtEl>
                                          <p:spTgt spid="24"/>
                                        </p:tgtEl>
                                        <p:attrNameLst>
                                          <p:attrName>style.visibility</p:attrName>
                                        </p:attrNameLst>
                                      </p:cBhvr>
                                      <p:to>
                                        <p:strVal val="visible"/>
                                      </p:to>
                                    </p:set>
                                    <p:animEffect transition="in" filter="wipe(down)">
                                      <p:cBhvr>
                                        <p:cTn id="263" dur="580">
                                          <p:stCondLst>
                                            <p:cond delay="0"/>
                                          </p:stCondLst>
                                        </p:cTn>
                                        <p:tgtEl>
                                          <p:spTgt spid="24"/>
                                        </p:tgtEl>
                                      </p:cBhvr>
                                    </p:animEffect>
                                    <p:anim calcmode="lin" valueType="num">
                                      <p:cBhvr>
                                        <p:cTn id="264" dur="1822" tmFilter="0,0; 0.14,0.36; 0.43,0.73; 0.71,0.91; 1.0,1.0">
                                          <p:stCondLst>
                                            <p:cond delay="0"/>
                                          </p:stCondLst>
                                        </p:cTn>
                                        <p:tgtEl>
                                          <p:spTgt spid="24"/>
                                        </p:tgtEl>
                                        <p:attrNameLst>
                                          <p:attrName>ppt_x</p:attrName>
                                        </p:attrNameLst>
                                      </p:cBhvr>
                                      <p:tavLst>
                                        <p:tav tm="0">
                                          <p:val>
                                            <p:strVal val="#ppt_x-0.25"/>
                                          </p:val>
                                        </p:tav>
                                        <p:tav tm="100000">
                                          <p:val>
                                            <p:strVal val="#ppt_x"/>
                                          </p:val>
                                        </p:tav>
                                      </p:tavLst>
                                    </p:anim>
                                    <p:anim calcmode="lin" valueType="num">
                                      <p:cBhvr>
                                        <p:cTn id="265" dur="664" tmFilter="0.0,0.0; 0.25,0.07; 0.50,0.2; 0.75,0.467; 1.0,1.0">
                                          <p:stCondLst>
                                            <p:cond delay="0"/>
                                          </p:stCondLst>
                                        </p:cTn>
                                        <p:tgtEl>
                                          <p:spTgt spid="24"/>
                                        </p:tgtEl>
                                        <p:attrNameLst>
                                          <p:attrName>ppt_y</p:attrName>
                                        </p:attrNameLst>
                                      </p:cBhvr>
                                      <p:tavLst>
                                        <p:tav tm="0" fmla="#ppt_y-sin(pi*$)/3">
                                          <p:val>
                                            <p:fltVal val="0.5"/>
                                          </p:val>
                                        </p:tav>
                                        <p:tav tm="100000">
                                          <p:val>
                                            <p:fltVal val="1"/>
                                          </p:val>
                                        </p:tav>
                                      </p:tavLst>
                                    </p:anim>
                                    <p:anim calcmode="lin" valueType="num">
                                      <p:cBhvr>
                                        <p:cTn id="266" dur="664" tmFilter="0, 0; 0.125,0.2665; 0.25,0.4; 0.375,0.465; 0.5,0.5;  0.625,0.535; 0.75,0.6; 0.875,0.7335; 1,1">
                                          <p:stCondLst>
                                            <p:cond delay="664"/>
                                          </p:stCondLst>
                                        </p:cTn>
                                        <p:tgtEl>
                                          <p:spTgt spid="24"/>
                                        </p:tgtEl>
                                        <p:attrNameLst>
                                          <p:attrName>ppt_y</p:attrName>
                                        </p:attrNameLst>
                                      </p:cBhvr>
                                      <p:tavLst>
                                        <p:tav tm="0" fmla="#ppt_y-sin(pi*$)/9">
                                          <p:val>
                                            <p:fltVal val="0"/>
                                          </p:val>
                                        </p:tav>
                                        <p:tav tm="100000">
                                          <p:val>
                                            <p:fltVal val="1"/>
                                          </p:val>
                                        </p:tav>
                                      </p:tavLst>
                                    </p:anim>
                                    <p:anim calcmode="lin" valueType="num">
                                      <p:cBhvr>
                                        <p:cTn id="267" dur="332" tmFilter="0, 0; 0.125,0.2665; 0.25,0.4; 0.375,0.465; 0.5,0.5;  0.625,0.535; 0.75,0.6; 0.875,0.7335; 1,1">
                                          <p:stCondLst>
                                            <p:cond delay="1324"/>
                                          </p:stCondLst>
                                        </p:cTn>
                                        <p:tgtEl>
                                          <p:spTgt spid="24"/>
                                        </p:tgtEl>
                                        <p:attrNameLst>
                                          <p:attrName>ppt_y</p:attrName>
                                        </p:attrNameLst>
                                      </p:cBhvr>
                                      <p:tavLst>
                                        <p:tav tm="0" fmla="#ppt_y-sin(pi*$)/27">
                                          <p:val>
                                            <p:fltVal val="0"/>
                                          </p:val>
                                        </p:tav>
                                        <p:tav tm="100000">
                                          <p:val>
                                            <p:fltVal val="1"/>
                                          </p:val>
                                        </p:tav>
                                      </p:tavLst>
                                    </p:anim>
                                    <p:anim calcmode="lin" valueType="num">
                                      <p:cBhvr>
                                        <p:cTn id="268" dur="164" tmFilter="0, 0; 0.125,0.2665; 0.25,0.4; 0.375,0.465; 0.5,0.5;  0.625,0.535; 0.75,0.6; 0.875,0.7335; 1,1">
                                          <p:stCondLst>
                                            <p:cond delay="1656"/>
                                          </p:stCondLst>
                                        </p:cTn>
                                        <p:tgtEl>
                                          <p:spTgt spid="24"/>
                                        </p:tgtEl>
                                        <p:attrNameLst>
                                          <p:attrName>ppt_y</p:attrName>
                                        </p:attrNameLst>
                                      </p:cBhvr>
                                      <p:tavLst>
                                        <p:tav tm="0" fmla="#ppt_y-sin(pi*$)/81">
                                          <p:val>
                                            <p:fltVal val="0"/>
                                          </p:val>
                                        </p:tav>
                                        <p:tav tm="100000">
                                          <p:val>
                                            <p:fltVal val="1"/>
                                          </p:val>
                                        </p:tav>
                                      </p:tavLst>
                                    </p:anim>
                                    <p:animScale>
                                      <p:cBhvr>
                                        <p:cTn id="269" dur="26">
                                          <p:stCondLst>
                                            <p:cond delay="650"/>
                                          </p:stCondLst>
                                        </p:cTn>
                                        <p:tgtEl>
                                          <p:spTgt spid="24"/>
                                        </p:tgtEl>
                                      </p:cBhvr>
                                      <p:to x="100000" y="60000"/>
                                    </p:animScale>
                                    <p:animScale>
                                      <p:cBhvr>
                                        <p:cTn id="270" dur="166" decel="50000">
                                          <p:stCondLst>
                                            <p:cond delay="676"/>
                                          </p:stCondLst>
                                        </p:cTn>
                                        <p:tgtEl>
                                          <p:spTgt spid="24"/>
                                        </p:tgtEl>
                                      </p:cBhvr>
                                      <p:to x="100000" y="100000"/>
                                    </p:animScale>
                                    <p:animScale>
                                      <p:cBhvr>
                                        <p:cTn id="271" dur="26">
                                          <p:stCondLst>
                                            <p:cond delay="1312"/>
                                          </p:stCondLst>
                                        </p:cTn>
                                        <p:tgtEl>
                                          <p:spTgt spid="24"/>
                                        </p:tgtEl>
                                      </p:cBhvr>
                                      <p:to x="100000" y="80000"/>
                                    </p:animScale>
                                    <p:animScale>
                                      <p:cBhvr>
                                        <p:cTn id="272" dur="166" decel="50000">
                                          <p:stCondLst>
                                            <p:cond delay="1338"/>
                                          </p:stCondLst>
                                        </p:cTn>
                                        <p:tgtEl>
                                          <p:spTgt spid="24"/>
                                        </p:tgtEl>
                                      </p:cBhvr>
                                      <p:to x="100000" y="100000"/>
                                    </p:animScale>
                                    <p:animScale>
                                      <p:cBhvr>
                                        <p:cTn id="273" dur="26">
                                          <p:stCondLst>
                                            <p:cond delay="1642"/>
                                          </p:stCondLst>
                                        </p:cTn>
                                        <p:tgtEl>
                                          <p:spTgt spid="24"/>
                                        </p:tgtEl>
                                      </p:cBhvr>
                                      <p:to x="100000" y="90000"/>
                                    </p:animScale>
                                    <p:animScale>
                                      <p:cBhvr>
                                        <p:cTn id="274" dur="166" decel="50000">
                                          <p:stCondLst>
                                            <p:cond delay="1668"/>
                                          </p:stCondLst>
                                        </p:cTn>
                                        <p:tgtEl>
                                          <p:spTgt spid="24"/>
                                        </p:tgtEl>
                                      </p:cBhvr>
                                      <p:to x="100000" y="100000"/>
                                    </p:animScale>
                                    <p:animScale>
                                      <p:cBhvr>
                                        <p:cTn id="275" dur="26">
                                          <p:stCondLst>
                                            <p:cond delay="1808"/>
                                          </p:stCondLst>
                                        </p:cTn>
                                        <p:tgtEl>
                                          <p:spTgt spid="24"/>
                                        </p:tgtEl>
                                      </p:cBhvr>
                                      <p:to x="100000" y="95000"/>
                                    </p:animScale>
                                    <p:animScale>
                                      <p:cBhvr>
                                        <p:cTn id="276" dur="166" decel="50000">
                                          <p:stCondLst>
                                            <p:cond delay="1834"/>
                                          </p:stCondLst>
                                        </p:cTn>
                                        <p:tgtEl>
                                          <p:spTgt spid="24"/>
                                        </p:tgtEl>
                                      </p:cBhvr>
                                      <p:to x="100000" y="100000"/>
                                    </p:animScale>
                                  </p:childTnLst>
                                </p:cTn>
                              </p:par>
                              <p:par>
                                <p:cTn id="277" presetID="26" presetClass="entr" presetSubtype="0" fill="hold" grpId="0" nodeType="withEffect">
                                  <p:stCondLst>
                                    <p:cond delay="0"/>
                                  </p:stCondLst>
                                  <p:childTnLst>
                                    <p:set>
                                      <p:cBhvr>
                                        <p:cTn id="278" dur="1" fill="hold">
                                          <p:stCondLst>
                                            <p:cond delay="0"/>
                                          </p:stCondLst>
                                        </p:cTn>
                                        <p:tgtEl>
                                          <p:spTgt spid="25"/>
                                        </p:tgtEl>
                                        <p:attrNameLst>
                                          <p:attrName>style.visibility</p:attrName>
                                        </p:attrNameLst>
                                      </p:cBhvr>
                                      <p:to>
                                        <p:strVal val="visible"/>
                                      </p:to>
                                    </p:set>
                                    <p:animEffect transition="in" filter="wipe(down)">
                                      <p:cBhvr>
                                        <p:cTn id="279" dur="580">
                                          <p:stCondLst>
                                            <p:cond delay="0"/>
                                          </p:stCondLst>
                                        </p:cTn>
                                        <p:tgtEl>
                                          <p:spTgt spid="25"/>
                                        </p:tgtEl>
                                      </p:cBhvr>
                                    </p:animEffect>
                                    <p:anim calcmode="lin" valueType="num">
                                      <p:cBhvr>
                                        <p:cTn id="280" dur="1822" tmFilter="0,0; 0.14,0.36; 0.43,0.73; 0.71,0.91; 1.0,1.0">
                                          <p:stCondLst>
                                            <p:cond delay="0"/>
                                          </p:stCondLst>
                                        </p:cTn>
                                        <p:tgtEl>
                                          <p:spTgt spid="25"/>
                                        </p:tgtEl>
                                        <p:attrNameLst>
                                          <p:attrName>ppt_x</p:attrName>
                                        </p:attrNameLst>
                                      </p:cBhvr>
                                      <p:tavLst>
                                        <p:tav tm="0">
                                          <p:val>
                                            <p:strVal val="#ppt_x-0.25"/>
                                          </p:val>
                                        </p:tav>
                                        <p:tav tm="100000">
                                          <p:val>
                                            <p:strVal val="#ppt_x"/>
                                          </p:val>
                                        </p:tav>
                                      </p:tavLst>
                                    </p:anim>
                                    <p:anim calcmode="lin" valueType="num">
                                      <p:cBhvr>
                                        <p:cTn id="281" dur="664" tmFilter="0.0,0.0; 0.25,0.07; 0.50,0.2; 0.75,0.467; 1.0,1.0">
                                          <p:stCondLst>
                                            <p:cond delay="0"/>
                                          </p:stCondLst>
                                        </p:cTn>
                                        <p:tgtEl>
                                          <p:spTgt spid="25"/>
                                        </p:tgtEl>
                                        <p:attrNameLst>
                                          <p:attrName>ppt_y</p:attrName>
                                        </p:attrNameLst>
                                      </p:cBhvr>
                                      <p:tavLst>
                                        <p:tav tm="0" fmla="#ppt_y-sin(pi*$)/3">
                                          <p:val>
                                            <p:fltVal val="0.5"/>
                                          </p:val>
                                        </p:tav>
                                        <p:tav tm="100000">
                                          <p:val>
                                            <p:fltVal val="1"/>
                                          </p:val>
                                        </p:tav>
                                      </p:tavLst>
                                    </p:anim>
                                    <p:anim calcmode="lin" valueType="num">
                                      <p:cBhvr>
                                        <p:cTn id="282" dur="664" tmFilter="0, 0; 0.125,0.2665; 0.25,0.4; 0.375,0.465; 0.5,0.5;  0.625,0.535; 0.75,0.6; 0.875,0.7335; 1,1">
                                          <p:stCondLst>
                                            <p:cond delay="664"/>
                                          </p:stCondLst>
                                        </p:cTn>
                                        <p:tgtEl>
                                          <p:spTgt spid="25"/>
                                        </p:tgtEl>
                                        <p:attrNameLst>
                                          <p:attrName>ppt_y</p:attrName>
                                        </p:attrNameLst>
                                      </p:cBhvr>
                                      <p:tavLst>
                                        <p:tav tm="0" fmla="#ppt_y-sin(pi*$)/9">
                                          <p:val>
                                            <p:fltVal val="0"/>
                                          </p:val>
                                        </p:tav>
                                        <p:tav tm="100000">
                                          <p:val>
                                            <p:fltVal val="1"/>
                                          </p:val>
                                        </p:tav>
                                      </p:tavLst>
                                    </p:anim>
                                    <p:anim calcmode="lin" valueType="num">
                                      <p:cBhvr>
                                        <p:cTn id="283" dur="332" tmFilter="0, 0; 0.125,0.2665; 0.25,0.4; 0.375,0.465; 0.5,0.5;  0.625,0.535; 0.75,0.6; 0.875,0.7335; 1,1">
                                          <p:stCondLst>
                                            <p:cond delay="1324"/>
                                          </p:stCondLst>
                                        </p:cTn>
                                        <p:tgtEl>
                                          <p:spTgt spid="25"/>
                                        </p:tgtEl>
                                        <p:attrNameLst>
                                          <p:attrName>ppt_y</p:attrName>
                                        </p:attrNameLst>
                                      </p:cBhvr>
                                      <p:tavLst>
                                        <p:tav tm="0" fmla="#ppt_y-sin(pi*$)/27">
                                          <p:val>
                                            <p:fltVal val="0"/>
                                          </p:val>
                                        </p:tav>
                                        <p:tav tm="100000">
                                          <p:val>
                                            <p:fltVal val="1"/>
                                          </p:val>
                                        </p:tav>
                                      </p:tavLst>
                                    </p:anim>
                                    <p:anim calcmode="lin" valueType="num">
                                      <p:cBhvr>
                                        <p:cTn id="284" dur="164" tmFilter="0, 0; 0.125,0.2665; 0.25,0.4; 0.375,0.465; 0.5,0.5;  0.625,0.535; 0.75,0.6; 0.875,0.7335; 1,1">
                                          <p:stCondLst>
                                            <p:cond delay="1656"/>
                                          </p:stCondLst>
                                        </p:cTn>
                                        <p:tgtEl>
                                          <p:spTgt spid="25"/>
                                        </p:tgtEl>
                                        <p:attrNameLst>
                                          <p:attrName>ppt_y</p:attrName>
                                        </p:attrNameLst>
                                      </p:cBhvr>
                                      <p:tavLst>
                                        <p:tav tm="0" fmla="#ppt_y-sin(pi*$)/81">
                                          <p:val>
                                            <p:fltVal val="0"/>
                                          </p:val>
                                        </p:tav>
                                        <p:tav tm="100000">
                                          <p:val>
                                            <p:fltVal val="1"/>
                                          </p:val>
                                        </p:tav>
                                      </p:tavLst>
                                    </p:anim>
                                    <p:animScale>
                                      <p:cBhvr>
                                        <p:cTn id="285" dur="26">
                                          <p:stCondLst>
                                            <p:cond delay="650"/>
                                          </p:stCondLst>
                                        </p:cTn>
                                        <p:tgtEl>
                                          <p:spTgt spid="25"/>
                                        </p:tgtEl>
                                      </p:cBhvr>
                                      <p:to x="100000" y="60000"/>
                                    </p:animScale>
                                    <p:animScale>
                                      <p:cBhvr>
                                        <p:cTn id="286" dur="166" decel="50000">
                                          <p:stCondLst>
                                            <p:cond delay="676"/>
                                          </p:stCondLst>
                                        </p:cTn>
                                        <p:tgtEl>
                                          <p:spTgt spid="25"/>
                                        </p:tgtEl>
                                      </p:cBhvr>
                                      <p:to x="100000" y="100000"/>
                                    </p:animScale>
                                    <p:animScale>
                                      <p:cBhvr>
                                        <p:cTn id="287" dur="26">
                                          <p:stCondLst>
                                            <p:cond delay="1312"/>
                                          </p:stCondLst>
                                        </p:cTn>
                                        <p:tgtEl>
                                          <p:spTgt spid="25"/>
                                        </p:tgtEl>
                                      </p:cBhvr>
                                      <p:to x="100000" y="80000"/>
                                    </p:animScale>
                                    <p:animScale>
                                      <p:cBhvr>
                                        <p:cTn id="288" dur="166" decel="50000">
                                          <p:stCondLst>
                                            <p:cond delay="1338"/>
                                          </p:stCondLst>
                                        </p:cTn>
                                        <p:tgtEl>
                                          <p:spTgt spid="25"/>
                                        </p:tgtEl>
                                      </p:cBhvr>
                                      <p:to x="100000" y="100000"/>
                                    </p:animScale>
                                    <p:animScale>
                                      <p:cBhvr>
                                        <p:cTn id="289" dur="26">
                                          <p:stCondLst>
                                            <p:cond delay="1642"/>
                                          </p:stCondLst>
                                        </p:cTn>
                                        <p:tgtEl>
                                          <p:spTgt spid="25"/>
                                        </p:tgtEl>
                                      </p:cBhvr>
                                      <p:to x="100000" y="90000"/>
                                    </p:animScale>
                                    <p:animScale>
                                      <p:cBhvr>
                                        <p:cTn id="290" dur="166" decel="50000">
                                          <p:stCondLst>
                                            <p:cond delay="1668"/>
                                          </p:stCondLst>
                                        </p:cTn>
                                        <p:tgtEl>
                                          <p:spTgt spid="25"/>
                                        </p:tgtEl>
                                      </p:cBhvr>
                                      <p:to x="100000" y="100000"/>
                                    </p:animScale>
                                    <p:animScale>
                                      <p:cBhvr>
                                        <p:cTn id="291" dur="26">
                                          <p:stCondLst>
                                            <p:cond delay="1808"/>
                                          </p:stCondLst>
                                        </p:cTn>
                                        <p:tgtEl>
                                          <p:spTgt spid="25"/>
                                        </p:tgtEl>
                                      </p:cBhvr>
                                      <p:to x="100000" y="95000"/>
                                    </p:animScale>
                                    <p:animScale>
                                      <p:cBhvr>
                                        <p:cTn id="292" dur="166" decel="50000">
                                          <p:stCondLst>
                                            <p:cond delay="1834"/>
                                          </p:stCondLst>
                                        </p:cTn>
                                        <p:tgtEl>
                                          <p:spTgt spid="25"/>
                                        </p:tgtEl>
                                      </p:cBhvr>
                                      <p:to x="100000" y="100000"/>
                                    </p:animScale>
                                  </p:childTnLst>
                                </p:cTn>
                              </p:par>
                              <p:par>
                                <p:cTn id="293" presetID="26" presetClass="entr" presetSubtype="0" fill="hold" grpId="0" nodeType="withEffect">
                                  <p:stCondLst>
                                    <p:cond delay="0"/>
                                  </p:stCondLst>
                                  <p:childTnLst>
                                    <p:set>
                                      <p:cBhvr>
                                        <p:cTn id="294" dur="1" fill="hold">
                                          <p:stCondLst>
                                            <p:cond delay="0"/>
                                          </p:stCondLst>
                                        </p:cTn>
                                        <p:tgtEl>
                                          <p:spTgt spid="26"/>
                                        </p:tgtEl>
                                        <p:attrNameLst>
                                          <p:attrName>style.visibility</p:attrName>
                                        </p:attrNameLst>
                                      </p:cBhvr>
                                      <p:to>
                                        <p:strVal val="visible"/>
                                      </p:to>
                                    </p:set>
                                    <p:animEffect transition="in" filter="wipe(down)">
                                      <p:cBhvr>
                                        <p:cTn id="295" dur="580">
                                          <p:stCondLst>
                                            <p:cond delay="0"/>
                                          </p:stCondLst>
                                        </p:cTn>
                                        <p:tgtEl>
                                          <p:spTgt spid="26"/>
                                        </p:tgtEl>
                                      </p:cBhvr>
                                    </p:animEffect>
                                    <p:anim calcmode="lin" valueType="num">
                                      <p:cBhvr>
                                        <p:cTn id="296" dur="1822" tmFilter="0,0; 0.14,0.36; 0.43,0.73; 0.71,0.91; 1.0,1.0">
                                          <p:stCondLst>
                                            <p:cond delay="0"/>
                                          </p:stCondLst>
                                        </p:cTn>
                                        <p:tgtEl>
                                          <p:spTgt spid="26"/>
                                        </p:tgtEl>
                                        <p:attrNameLst>
                                          <p:attrName>ppt_x</p:attrName>
                                        </p:attrNameLst>
                                      </p:cBhvr>
                                      <p:tavLst>
                                        <p:tav tm="0">
                                          <p:val>
                                            <p:strVal val="#ppt_x-0.25"/>
                                          </p:val>
                                        </p:tav>
                                        <p:tav tm="100000">
                                          <p:val>
                                            <p:strVal val="#ppt_x"/>
                                          </p:val>
                                        </p:tav>
                                      </p:tavLst>
                                    </p:anim>
                                    <p:anim calcmode="lin" valueType="num">
                                      <p:cBhvr>
                                        <p:cTn id="297" dur="664" tmFilter="0.0,0.0; 0.25,0.07; 0.50,0.2; 0.75,0.467; 1.0,1.0">
                                          <p:stCondLst>
                                            <p:cond delay="0"/>
                                          </p:stCondLst>
                                        </p:cTn>
                                        <p:tgtEl>
                                          <p:spTgt spid="26"/>
                                        </p:tgtEl>
                                        <p:attrNameLst>
                                          <p:attrName>ppt_y</p:attrName>
                                        </p:attrNameLst>
                                      </p:cBhvr>
                                      <p:tavLst>
                                        <p:tav tm="0" fmla="#ppt_y-sin(pi*$)/3">
                                          <p:val>
                                            <p:fltVal val="0.5"/>
                                          </p:val>
                                        </p:tav>
                                        <p:tav tm="100000">
                                          <p:val>
                                            <p:fltVal val="1"/>
                                          </p:val>
                                        </p:tav>
                                      </p:tavLst>
                                    </p:anim>
                                    <p:anim calcmode="lin" valueType="num">
                                      <p:cBhvr>
                                        <p:cTn id="298" dur="664" tmFilter="0, 0; 0.125,0.2665; 0.25,0.4; 0.375,0.465; 0.5,0.5;  0.625,0.535; 0.75,0.6; 0.875,0.7335; 1,1">
                                          <p:stCondLst>
                                            <p:cond delay="664"/>
                                          </p:stCondLst>
                                        </p:cTn>
                                        <p:tgtEl>
                                          <p:spTgt spid="26"/>
                                        </p:tgtEl>
                                        <p:attrNameLst>
                                          <p:attrName>ppt_y</p:attrName>
                                        </p:attrNameLst>
                                      </p:cBhvr>
                                      <p:tavLst>
                                        <p:tav tm="0" fmla="#ppt_y-sin(pi*$)/9">
                                          <p:val>
                                            <p:fltVal val="0"/>
                                          </p:val>
                                        </p:tav>
                                        <p:tav tm="100000">
                                          <p:val>
                                            <p:fltVal val="1"/>
                                          </p:val>
                                        </p:tav>
                                      </p:tavLst>
                                    </p:anim>
                                    <p:anim calcmode="lin" valueType="num">
                                      <p:cBhvr>
                                        <p:cTn id="299" dur="332" tmFilter="0, 0; 0.125,0.2665; 0.25,0.4; 0.375,0.465; 0.5,0.5;  0.625,0.535; 0.75,0.6; 0.875,0.7335; 1,1">
                                          <p:stCondLst>
                                            <p:cond delay="1324"/>
                                          </p:stCondLst>
                                        </p:cTn>
                                        <p:tgtEl>
                                          <p:spTgt spid="26"/>
                                        </p:tgtEl>
                                        <p:attrNameLst>
                                          <p:attrName>ppt_y</p:attrName>
                                        </p:attrNameLst>
                                      </p:cBhvr>
                                      <p:tavLst>
                                        <p:tav tm="0" fmla="#ppt_y-sin(pi*$)/27">
                                          <p:val>
                                            <p:fltVal val="0"/>
                                          </p:val>
                                        </p:tav>
                                        <p:tav tm="100000">
                                          <p:val>
                                            <p:fltVal val="1"/>
                                          </p:val>
                                        </p:tav>
                                      </p:tavLst>
                                    </p:anim>
                                    <p:anim calcmode="lin" valueType="num">
                                      <p:cBhvr>
                                        <p:cTn id="300" dur="164" tmFilter="0, 0; 0.125,0.2665; 0.25,0.4; 0.375,0.465; 0.5,0.5;  0.625,0.535; 0.75,0.6; 0.875,0.7335; 1,1">
                                          <p:stCondLst>
                                            <p:cond delay="1656"/>
                                          </p:stCondLst>
                                        </p:cTn>
                                        <p:tgtEl>
                                          <p:spTgt spid="26"/>
                                        </p:tgtEl>
                                        <p:attrNameLst>
                                          <p:attrName>ppt_y</p:attrName>
                                        </p:attrNameLst>
                                      </p:cBhvr>
                                      <p:tavLst>
                                        <p:tav tm="0" fmla="#ppt_y-sin(pi*$)/81">
                                          <p:val>
                                            <p:fltVal val="0"/>
                                          </p:val>
                                        </p:tav>
                                        <p:tav tm="100000">
                                          <p:val>
                                            <p:fltVal val="1"/>
                                          </p:val>
                                        </p:tav>
                                      </p:tavLst>
                                    </p:anim>
                                    <p:animScale>
                                      <p:cBhvr>
                                        <p:cTn id="301" dur="26">
                                          <p:stCondLst>
                                            <p:cond delay="650"/>
                                          </p:stCondLst>
                                        </p:cTn>
                                        <p:tgtEl>
                                          <p:spTgt spid="26"/>
                                        </p:tgtEl>
                                      </p:cBhvr>
                                      <p:to x="100000" y="60000"/>
                                    </p:animScale>
                                    <p:animScale>
                                      <p:cBhvr>
                                        <p:cTn id="302" dur="166" decel="50000">
                                          <p:stCondLst>
                                            <p:cond delay="676"/>
                                          </p:stCondLst>
                                        </p:cTn>
                                        <p:tgtEl>
                                          <p:spTgt spid="26"/>
                                        </p:tgtEl>
                                      </p:cBhvr>
                                      <p:to x="100000" y="100000"/>
                                    </p:animScale>
                                    <p:animScale>
                                      <p:cBhvr>
                                        <p:cTn id="303" dur="26">
                                          <p:stCondLst>
                                            <p:cond delay="1312"/>
                                          </p:stCondLst>
                                        </p:cTn>
                                        <p:tgtEl>
                                          <p:spTgt spid="26"/>
                                        </p:tgtEl>
                                      </p:cBhvr>
                                      <p:to x="100000" y="80000"/>
                                    </p:animScale>
                                    <p:animScale>
                                      <p:cBhvr>
                                        <p:cTn id="304" dur="166" decel="50000">
                                          <p:stCondLst>
                                            <p:cond delay="1338"/>
                                          </p:stCondLst>
                                        </p:cTn>
                                        <p:tgtEl>
                                          <p:spTgt spid="26"/>
                                        </p:tgtEl>
                                      </p:cBhvr>
                                      <p:to x="100000" y="100000"/>
                                    </p:animScale>
                                    <p:animScale>
                                      <p:cBhvr>
                                        <p:cTn id="305" dur="26">
                                          <p:stCondLst>
                                            <p:cond delay="1642"/>
                                          </p:stCondLst>
                                        </p:cTn>
                                        <p:tgtEl>
                                          <p:spTgt spid="26"/>
                                        </p:tgtEl>
                                      </p:cBhvr>
                                      <p:to x="100000" y="90000"/>
                                    </p:animScale>
                                    <p:animScale>
                                      <p:cBhvr>
                                        <p:cTn id="306" dur="166" decel="50000">
                                          <p:stCondLst>
                                            <p:cond delay="1668"/>
                                          </p:stCondLst>
                                        </p:cTn>
                                        <p:tgtEl>
                                          <p:spTgt spid="26"/>
                                        </p:tgtEl>
                                      </p:cBhvr>
                                      <p:to x="100000" y="100000"/>
                                    </p:animScale>
                                    <p:animScale>
                                      <p:cBhvr>
                                        <p:cTn id="307" dur="26">
                                          <p:stCondLst>
                                            <p:cond delay="1808"/>
                                          </p:stCondLst>
                                        </p:cTn>
                                        <p:tgtEl>
                                          <p:spTgt spid="26"/>
                                        </p:tgtEl>
                                      </p:cBhvr>
                                      <p:to x="100000" y="95000"/>
                                    </p:animScale>
                                    <p:animScale>
                                      <p:cBhvr>
                                        <p:cTn id="308" dur="166" decel="50000">
                                          <p:stCondLst>
                                            <p:cond delay="1834"/>
                                          </p:stCondLst>
                                        </p:cTn>
                                        <p:tgtEl>
                                          <p:spTgt spid="26"/>
                                        </p:tgtEl>
                                      </p:cBhvr>
                                      <p:to x="100000" y="100000"/>
                                    </p:animScale>
                                  </p:childTnLst>
                                </p:cTn>
                              </p:par>
                              <p:par>
                                <p:cTn id="309" presetID="26" presetClass="entr" presetSubtype="0" fill="hold" grpId="0" nodeType="withEffect">
                                  <p:stCondLst>
                                    <p:cond delay="0"/>
                                  </p:stCondLst>
                                  <p:childTnLst>
                                    <p:set>
                                      <p:cBhvr>
                                        <p:cTn id="310" dur="1" fill="hold">
                                          <p:stCondLst>
                                            <p:cond delay="0"/>
                                          </p:stCondLst>
                                        </p:cTn>
                                        <p:tgtEl>
                                          <p:spTgt spid="61"/>
                                        </p:tgtEl>
                                        <p:attrNameLst>
                                          <p:attrName>style.visibility</p:attrName>
                                        </p:attrNameLst>
                                      </p:cBhvr>
                                      <p:to>
                                        <p:strVal val="visible"/>
                                      </p:to>
                                    </p:set>
                                    <p:animEffect transition="in" filter="wipe(down)">
                                      <p:cBhvr>
                                        <p:cTn id="311" dur="580">
                                          <p:stCondLst>
                                            <p:cond delay="0"/>
                                          </p:stCondLst>
                                        </p:cTn>
                                        <p:tgtEl>
                                          <p:spTgt spid="61"/>
                                        </p:tgtEl>
                                      </p:cBhvr>
                                    </p:animEffect>
                                    <p:anim calcmode="lin" valueType="num">
                                      <p:cBhvr>
                                        <p:cTn id="312" dur="1822" tmFilter="0,0; 0.14,0.36; 0.43,0.73; 0.71,0.91; 1.0,1.0">
                                          <p:stCondLst>
                                            <p:cond delay="0"/>
                                          </p:stCondLst>
                                        </p:cTn>
                                        <p:tgtEl>
                                          <p:spTgt spid="61"/>
                                        </p:tgtEl>
                                        <p:attrNameLst>
                                          <p:attrName>ppt_x</p:attrName>
                                        </p:attrNameLst>
                                      </p:cBhvr>
                                      <p:tavLst>
                                        <p:tav tm="0">
                                          <p:val>
                                            <p:strVal val="#ppt_x-0.25"/>
                                          </p:val>
                                        </p:tav>
                                        <p:tav tm="100000">
                                          <p:val>
                                            <p:strVal val="#ppt_x"/>
                                          </p:val>
                                        </p:tav>
                                      </p:tavLst>
                                    </p:anim>
                                    <p:anim calcmode="lin" valueType="num">
                                      <p:cBhvr>
                                        <p:cTn id="313" dur="664" tmFilter="0.0,0.0; 0.25,0.07; 0.50,0.2; 0.75,0.467; 1.0,1.0">
                                          <p:stCondLst>
                                            <p:cond delay="0"/>
                                          </p:stCondLst>
                                        </p:cTn>
                                        <p:tgtEl>
                                          <p:spTgt spid="61"/>
                                        </p:tgtEl>
                                        <p:attrNameLst>
                                          <p:attrName>ppt_y</p:attrName>
                                        </p:attrNameLst>
                                      </p:cBhvr>
                                      <p:tavLst>
                                        <p:tav tm="0" fmla="#ppt_y-sin(pi*$)/3">
                                          <p:val>
                                            <p:fltVal val="0.5"/>
                                          </p:val>
                                        </p:tav>
                                        <p:tav tm="100000">
                                          <p:val>
                                            <p:fltVal val="1"/>
                                          </p:val>
                                        </p:tav>
                                      </p:tavLst>
                                    </p:anim>
                                    <p:anim calcmode="lin" valueType="num">
                                      <p:cBhvr>
                                        <p:cTn id="314" dur="664" tmFilter="0, 0; 0.125,0.2665; 0.25,0.4; 0.375,0.465; 0.5,0.5;  0.625,0.535; 0.75,0.6; 0.875,0.7335; 1,1">
                                          <p:stCondLst>
                                            <p:cond delay="664"/>
                                          </p:stCondLst>
                                        </p:cTn>
                                        <p:tgtEl>
                                          <p:spTgt spid="61"/>
                                        </p:tgtEl>
                                        <p:attrNameLst>
                                          <p:attrName>ppt_y</p:attrName>
                                        </p:attrNameLst>
                                      </p:cBhvr>
                                      <p:tavLst>
                                        <p:tav tm="0" fmla="#ppt_y-sin(pi*$)/9">
                                          <p:val>
                                            <p:fltVal val="0"/>
                                          </p:val>
                                        </p:tav>
                                        <p:tav tm="100000">
                                          <p:val>
                                            <p:fltVal val="1"/>
                                          </p:val>
                                        </p:tav>
                                      </p:tavLst>
                                    </p:anim>
                                    <p:anim calcmode="lin" valueType="num">
                                      <p:cBhvr>
                                        <p:cTn id="315" dur="332" tmFilter="0, 0; 0.125,0.2665; 0.25,0.4; 0.375,0.465; 0.5,0.5;  0.625,0.535; 0.75,0.6; 0.875,0.7335; 1,1">
                                          <p:stCondLst>
                                            <p:cond delay="1324"/>
                                          </p:stCondLst>
                                        </p:cTn>
                                        <p:tgtEl>
                                          <p:spTgt spid="61"/>
                                        </p:tgtEl>
                                        <p:attrNameLst>
                                          <p:attrName>ppt_y</p:attrName>
                                        </p:attrNameLst>
                                      </p:cBhvr>
                                      <p:tavLst>
                                        <p:tav tm="0" fmla="#ppt_y-sin(pi*$)/27">
                                          <p:val>
                                            <p:fltVal val="0"/>
                                          </p:val>
                                        </p:tav>
                                        <p:tav tm="100000">
                                          <p:val>
                                            <p:fltVal val="1"/>
                                          </p:val>
                                        </p:tav>
                                      </p:tavLst>
                                    </p:anim>
                                    <p:anim calcmode="lin" valueType="num">
                                      <p:cBhvr>
                                        <p:cTn id="316" dur="164" tmFilter="0, 0; 0.125,0.2665; 0.25,0.4; 0.375,0.465; 0.5,0.5;  0.625,0.535; 0.75,0.6; 0.875,0.7335; 1,1">
                                          <p:stCondLst>
                                            <p:cond delay="1656"/>
                                          </p:stCondLst>
                                        </p:cTn>
                                        <p:tgtEl>
                                          <p:spTgt spid="61"/>
                                        </p:tgtEl>
                                        <p:attrNameLst>
                                          <p:attrName>ppt_y</p:attrName>
                                        </p:attrNameLst>
                                      </p:cBhvr>
                                      <p:tavLst>
                                        <p:tav tm="0" fmla="#ppt_y-sin(pi*$)/81">
                                          <p:val>
                                            <p:fltVal val="0"/>
                                          </p:val>
                                        </p:tav>
                                        <p:tav tm="100000">
                                          <p:val>
                                            <p:fltVal val="1"/>
                                          </p:val>
                                        </p:tav>
                                      </p:tavLst>
                                    </p:anim>
                                    <p:animScale>
                                      <p:cBhvr>
                                        <p:cTn id="317" dur="26">
                                          <p:stCondLst>
                                            <p:cond delay="650"/>
                                          </p:stCondLst>
                                        </p:cTn>
                                        <p:tgtEl>
                                          <p:spTgt spid="61"/>
                                        </p:tgtEl>
                                      </p:cBhvr>
                                      <p:to x="100000" y="60000"/>
                                    </p:animScale>
                                    <p:animScale>
                                      <p:cBhvr>
                                        <p:cTn id="318" dur="166" decel="50000">
                                          <p:stCondLst>
                                            <p:cond delay="676"/>
                                          </p:stCondLst>
                                        </p:cTn>
                                        <p:tgtEl>
                                          <p:spTgt spid="61"/>
                                        </p:tgtEl>
                                      </p:cBhvr>
                                      <p:to x="100000" y="100000"/>
                                    </p:animScale>
                                    <p:animScale>
                                      <p:cBhvr>
                                        <p:cTn id="319" dur="26">
                                          <p:stCondLst>
                                            <p:cond delay="1312"/>
                                          </p:stCondLst>
                                        </p:cTn>
                                        <p:tgtEl>
                                          <p:spTgt spid="61"/>
                                        </p:tgtEl>
                                      </p:cBhvr>
                                      <p:to x="100000" y="80000"/>
                                    </p:animScale>
                                    <p:animScale>
                                      <p:cBhvr>
                                        <p:cTn id="320" dur="166" decel="50000">
                                          <p:stCondLst>
                                            <p:cond delay="1338"/>
                                          </p:stCondLst>
                                        </p:cTn>
                                        <p:tgtEl>
                                          <p:spTgt spid="61"/>
                                        </p:tgtEl>
                                      </p:cBhvr>
                                      <p:to x="100000" y="100000"/>
                                    </p:animScale>
                                    <p:animScale>
                                      <p:cBhvr>
                                        <p:cTn id="321" dur="26">
                                          <p:stCondLst>
                                            <p:cond delay="1642"/>
                                          </p:stCondLst>
                                        </p:cTn>
                                        <p:tgtEl>
                                          <p:spTgt spid="61"/>
                                        </p:tgtEl>
                                      </p:cBhvr>
                                      <p:to x="100000" y="90000"/>
                                    </p:animScale>
                                    <p:animScale>
                                      <p:cBhvr>
                                        <p:cTn id="322" dur="166" decel="50000">
                                          <p:stCondLst>
                                            <p:cond delay="1668"/>
                                          </p:stCondLst>
                                        </p:cTn>
                                        <p:tgtEl>
                                          <p:spTgt spid="61"/>
                                        </p:tgtEl>
                                      </p:cBhvr>
                                      <p:to x="100000" y="100000"/>
                                    </p:animScale>
                                    <p:animScale>
                                      <p:cBhvr>
                                        <p:cTn id="323" dur="26">
                                          <p:stCondLst>
                                            <p:cond delay="1808"/>
                                          </p:stCondLst>
                                        </p:cTn>
                                        <p:tgtEl>
                                          <p:spTgt spid="61"/>
                                        </p:tgtEl>
                                      </p:cBhvr>
                                      <p:to x="100000" y="95000"/>
                                    </p:animScale>
                                    <p:animScale>
                                      <p:cBhvr>
                                        <p:cTn id="324" dur="166" decel="50000">
                                          <p:stCondLst>
                                            <p:cond delay="1834"/>
                                          </p:stCondLst>
                                        </p:cTn>
                                        <p:tgtEl>
                                          <p:spTgt spid="61"/>
                                        </p:tgtEl>
                                      </p:cBhvr>
                                      <p:to x="100000" y="100000"/>
                                    </p:animScale>
                                  </p:childTnLst>
                                </p:cTn>
                              </p:par>
                              <p:par>
                                <p:cTn id="325" presetID="26" presetClass="entr" presetSubtype="0" fill="hold" grpId="0" nodeType="withEffect">
                                  <p:stCondLst>
                                    <p:cond delay="0"/>
                                  </p:stCondLst>
                                  <p:childTnLst>
                                    <p:set>
                                      <p:cBhvr>
                                        <p:cTn id="326" dur="1" fill="hold">
                                          <p:stCondLst>
                                            <p:cond delay="0"/>
                                          </p:stCondLst>
                                        </p:cTn>
                                        <p:tgtEl>
                                          <p:spTgt spid="68"/>
                                        </p:tgtEl>
                                        <p:attrNameLst>
                                          <p:attrName>style.visibility</p:attrName>
                                        </p:attrNameLst>
                                      </p:cBhvr>
                                      <p:to>
                                        <p:strVal val="visible"/>
                                      </p:to>
                                    </p:set>
                                    <p:animEffect transition="in" filter="wipe(down)">
                                      <p:cBhvr>
                                        <p:cTn id="327" dur="580">
                                          <p:stCondLst>
                                            <p:cond delay="0"/>
                                          </p:stCondLst>
                                        </p:cTn>
                                        <p:tgtEl>
                                          <p:spTgt spid="68"/>
                                        </p:tgtEl>
                                      </p:cBhvr>
                                    </p:animEffect>
                                    <p:anim calcmode="lin" valueType="num">
                                      <p:cBhvr>
                                        <p:cTn id="328" dur="1822" tmFilter="0,0; 0.14,0.36; 0.43,0.73; 0.71,0.91; 1.0,1.0">
                                          <p:stCondLst>
                                            <p:cond delay="0"/>
                                          </p:stCondLst>
                                        </p:cTn>
                                        <p:tgtEl>
                                          <p:spTgt spid="68"/>
                                        </p:tgtEl>
                                        <p:attrNameLst>
                                          <p:attrName>ppt_x</p:attrName>
                                        </p:attrNameLst>
                                      </p:cBhvr>
                                      <p:tavLst>
                                        <p:tav tm="0">
                                          <p:val>
                                            <p:strVal val="#ppt_x-0.25"/>
                                          </p:val>
                                        </p:tav>
                                        <p:tav tm="100000">
                                          <p:val>
                                            <p:strVal val="#ppt_x"/>
                                          </p:val>
                                        </p:tav>
                                      </p:tavLst>
                                    </p:anim>
                                    <p:anim calcmode="lin" valueType="num">
                                      <p:cBhvr>
                                        <p:cTn id="329" dur="664" tmFilter="0.0,0.0; 0.25,0.07; 0.50,0.2; 0.75,0.467; 1.0,1.0">
                                          <p:stCondLst>
                                            <p:cond delay="0"/>
                                          </p:stCondLst>
                                        </p:cTn>
                                        <p:tgtEl>
                                          <p:spTgt spid="68"/>
                                        </p:tgtEl>
                                        <p:attrNameLst>
                                          <p:attrName>ppt_y</p:attrName>
                                        </p:attrNameLst>
                                      </p:cBhvr>
                                      <p:tavLst>
                                        <p:tav tm="0" fmla="#ppt_y-sin(pi*$)/3">
                                          <p:val>
                                            <p:fltVal val="0.5"/>
                                          </p:val>
                                        </p:tav>
                                        <p:tav tm="100000">
                                          <p:val>
                                            <p:fltVal val="1"/>
                                          </p:val>
                                        </p:tav>
                                      </p:tavLst>
                                    </p:anim>
                                    <p:anim calcmode="lin" valueType="num">
                                      <p:cBhvr>
                                        <p:cTn id="330" dur="664" tmFilter="0, 0; 0.125,0.2665; 0.25,0.4; 0.375,0.465; 0.5,0.5;  0.625,0.535; 0.75,0.6; 0.875,0.7335; 1,1">
                                          <p:stCondLst>
                                            <p:cond delay="664"/>
                                          </p:stCondLst>
                                        </p:cTn>
                                        <p:tgtEl>
                                          <p:spTgt spid="68"/>
                                        </p:tgtEl>
                                        <p:attrNameLst>
                                          <p:attrName>ppt_y</p:attrName>
                                        </p:attrNameLst>
                                      </p:cBhvr>
                                      <p:tavLst>
                                        <p:tav tm="0" fmla="#ppt_y-sin(pi*$)/9">
                                          <p:val>
                                            <p:fltVal val="0"/>
                                          </p:val>
                                        </p:tav>
                                        <p:tav tm="100000">
                                          <p:val>
                                            <p:fltVal val="1"/>
                                          </p:val>
                                        </p:tav>
                                      </p:tavLst>
                                    </p:anim>
                                    <p:anim calcmode="lin" valueType="num">
                                      <p:cBhvr>
                                        <p:cTn id="331" dur="332" tmFilter="0, 0; 0.125,0.2665; 0.25,0.4; 0.375,0.465; 0.5,0.5;  0.625,0.535; 0.75,0.6; 0.875,0.7335; 1,1">
                                          <p:stCondLst>
                                            <p:cond delay="1324"/>
                                          </p:stCondLst>
                                        </p:cTn>
                                        <p:tgtEl>
                                          <p:spTgt spid="68"/>
                                        </p:tgtEl>
                                        <p:attrNameLst>
                                          <p:attrName>ppt_y</p:attrName>
                                        </p:attrNameLst>
                                      </p:cBhvr>
                                      <p:tavLst>
                                        <p:tav tm="0" fmla="#ppt_y-sin(pi*$)/27">
                                          <p:val>
                                            <p:fltVal val="0"/>
                                          </p:val>
                                        </p:tav>
                                        <p:tav tm="100000">
                                          <p:val>
                                            <p:fltVal val="1"/>
                                          </p:val>
                                        </p:tav>
                                      </p:tavLst>
                                    </p:anim>
                                    <p:anim calcmode="lin" valueType="num">
                                      <p:cBhvr>
                                        <p:cTn id="332" dur="164" tmFilter="0, 0; 0.125,0.2665; 0.25,0.4; 0.375,0.465; 0.5,0.5;  0.625,0.535; 0.75,0.6; 0.875,0.7335; 1,1">
                                          <p:stCondLst>
                                            <p:cond delay="1656"/>
                                          </p:stCondLst>
                                        </p:cTn>
                                        <p:tgtEl>
                                          <p:spTgt spid="68"/>
                                        </p:tgtEl>
                                        <p:attrNameLst>
                                          <p:attrName>ppt_y</p:attrName>
                                        </p:attrNameLst>
                                      </p:cBhvr>
                                      <p:tavLst>
                                        <p:tav tm="0" fmla="#ppt_y-sin(pi*$)/81">
                                          <p:val>
                                            <p:fltVal val="0"/>
                                          </p:val>
                                        </p:tav>
                                        <p:tav tm="100000">
                                          <p:val>
                                            <p:fltVal val="1"/>
                                          </p:val>
                                        </p:tav>
                                      </p:tavLst>
                                    </p:anim>
                                    <p:animScale>
                                      <p:cBhvr>
                                        <p:cTn id="333" dur="26">
                                          <p:stCondLst>
                                            <p:cond delay="650"/>
                                          </p:stCondLst>
                                        </p:cTn>
                                        <p:tgtEl>
                                          <p:spTgt spid="68"/>
                                        </p:tgtEl>
                                      </p:cBhvr>
                                      <p:to x="100000" y="60000"/>
                                    </p:animScale>
                                    <p:animScale>
                                      <p:cBhvr>
                                        <p:cTn id="334" dur="166" decel="50000">
                                          <p:stCondLst>
                                            <p:cond delay="676"/>
                                          </p:stCondLst>
                                        </p:cTn>
                                        <p:tgtEl>
                                          <p:spTgt spid="68"/>
                                        </p:tgtEl>
                                      </p:cBhvr>
                                      <p:to x="100000" y="100000"/>
                                    </p:animScale>
                                    <p:animScale>
                                      <p:cBhvr>
                                        <p:cTn id="335" dur="26">
                                          <p:stCondLst>
                                            <p:cond delay="1312"/>
                                          </p:stCondLst>
                                        </p:cTn>
                                        <p:tgtEl>
                                          <p:spTgt spid="68"/>
                                        </p:tgtEl>
                                      </p:cBhvr>
                                      <p:to x="100000" y="80000"/>
                                    </p:animScale>
                                    <p:animScale>
                                      <p:cBhvr>
                                        <p:cTn id="336" dur="166" decel="50000">
                                          <p:stCondLst>
                                            <p:cond delay="1338"/>
                                          </p:stCondLst>
                                        </p:cTn>
                                        <p:tgtEl>
                                          <p:spTgt spid="68"/>
                                        </p:tgtEl>
                                      </p:cBhvr>
                                      <p:to x="100000" y="100000"/>
                                    </p:animScale>
                                    <p:animScale>
                                      <p:cBhvr>
                                        <p:cTn id="337" dur="26">
                                          <p:stCondLst>
                                            <p:cond delay="1642"/>
                                          </p:stCondLst>
                                        </p:cTn>
                                        <p:tgtEl>
                                          <p:spTgt spid="68"/>
                                        </p:tgtEl>
                                      </p:cBhvr>
                                      <p:to x="100000" y="90000"/>
                                    </p:animScale>
                                    <p:animScale>
                                      <p:cBhvr>
                                        <p:cTn id="338" dur="166" decel="50000">
                                          <p:stCondLst>
                                            <p:cond delay="1668"/>
                                          </p:stCondLst>
                                        </p:cTn>
                                        <p:tgtEl>
                                          <p:spTgt spid="68"/>
                                        </p:tgtEl>
                                      </p:cBhvr>
                                      <p:to x="100000" y="100000"/>
                                    </p:animScale>
                                    <p:animScale>
                                      <p:cBhvr>
                                        <p:cTn id="339" dur="26">
                                          <p:stCondLst>
                                            <p:cond delay="1808"/>
                                          </p:stCondLst>
                                        </p:cTn>
                                        <p:tgtEl>
                                          <p:spTgt spid="68"/>
                                        </p:tgtEl>
                                      </p:cBhvr>
                                      <p:to x="100000" y="95000"/>
                                    </p:animScale>
                                    <p:animScale>
                                      <p:cBhvr>
                                        <p:cTn id="340" dur="166" decel="50000">
                                          <p:stCondLst>
                                            <p:cond delay="1834"/>
                                          </p:stCondLst>
                                        </p:cTn>
                                        <p:tgtEl>
                                          <p:spTgt spid="68"/>
                                        </p:tgtEl>
                                      </p:cBhvr>
                                      <p:to x="100000" y="100000"/>
                                    </p:animScale>
                                  </p:childTnLst>
                                </p:cTn>
                              </p:par>
                              <p:par>
                                <p:cTn id="341" presetID="26" presetClass="entr" presetSubtype="0" fill="hold" grpId="0" nodeType="withEffect">
                                  <p:stCondLst>
                                    <p:cond delay="0"/>
                                  </p:stCondLst>
                                  <p:childTnLst>
                                    <p:set>
                                      <p:cBhvr>
                                        <p:cTn id="342" dur="1" fill="hold">
                                          <p:stCondLst>
                                            <p:cond delay="0"/>
                                          </p:stCondLst>
                                        </p:cTn>
                                        <p:tgtEl>
                                          <p:spTgt spid="67"/>
                                        </p:tgtEl>
                                        <p:attrNameLst>
                                          <p:attrName>style.visibility</p:attrName>
                                        </p:attrNameLst>
                                      </p:cBhvr>
                                      <p:to>
                                        <p:strVal val="visible"/>
                                      </p:to>
                                    </p:set>
                                    <p:animEffect transition="in" filter="wipe(down)">
                                      <p:cBhvr>
                                        <p:cTn id="343" dur="580">
                                          <p:stCondLst>
                                            <p:cond delay="0"/>
                                          </p:stCondLst>
                                        </p:cTn>
                                        <p:tgtEl>
                                          <p:spTgt spid="67"/>
                                        </p:tgtEl>
                                      </p:cBhvr>
                                    </p:animEffect>
                                    <p:anim calcmode="lin" valueType="num">
                                      <p:cBhvr>
                                        <p:cTn id="344" dur="1822" tmFilter="0,0; 0.14,0.36; 0.43,0.73; 0.71,0.91; 1.0,1.0">
                                          <p:stCondLst>
                                            <p:cond delay="0"/>
                                          </p:stCondLst>
                                        </p:cTn>
                                        <p:tgtEl>
                                          <p:spTgt spid="67"/>
                                        </p:tgtEl>
                                        <p:attrNameLst>
                                          <p:attrName>ppt_x</p:attrName>
                                        </p:attrNameLst>
                                      </p:cBhvr>
                                      <p:tavLst>
                                        <p:tav tm="0">
                                          <p:val>
                                            <p:strVal val="#ppt_x-0.25"/>
                                          </p:val>
                                        </p:tav>
                                        <p:tav tm="100000">
                                          <p:val>
                                            <p:strVal val="#ppt_x"/>
                                          </p:val>
                                        </p:tav>
                                      </p:tavLst>
                                    </p:anim>
                                    <p:anim calcmode="lin" valueType="num">
                                      <p:cBhvr>
                                        <p:cTn id="345" dur="664" tmFilter="0.0,0.0; 0.25,0.07; 0.50,0.2; 0.75,0.467; 1.0,1.0">
                                          <p:stCondLst>
                                            <p:cond delay="0"/>
                                          </p:stCondLst>
                                        </p:cTn>
                                        <p:tgtEl>
                                          <p:spTgt spid="67"/>
                                        </p:tgtEl>
                                        <p:attrNameLst>
                                          <p:attrName>ppt_y</p:attrName>
                                        </p:attrNameLst>
                                      </p:cBhvr>
                                      <p:tavLst>
                                        <p:tav tm="0" fmla="#ppt_y-sin(pi*$)/3">
                                          <p:val>
                                            <p:fltVal val="0.5"/>
                                          </p:val>
                                        </p:tav>
                                        <p:tav tm="100000">
                                          <p:val>
                                            <p:fltVal val="1"/>
                                          </p:val>
                                        </p:tav>
                                      </p:tavLst>
                                    </p:anim>
                                    <p:anim calcmode="lin" valueType="num">
                                      <p:cBhvr>
                                        <p:cTn id="346" dur="664" tmFilter="0, 0; 0.125,0.2665; 0.25,0.4; 0.375,0.465; 0.5,0.5;  0.625,0.535; 0.75,0.6; 0.875,0.7335; 1,1">
                                          <p:stCondLst>
                                            <p:cond delay="664"/>
                                          </p:stCondLst>
                                        </p:cTn>
                                        <p:tgtEl>
                                          <p:spTgt spid="67"/>
                                        </p:tgtEl>
                                        <p:attrNameLst>
                                          <p:attrName>ppt_y</p:attrName>
                                        </p:attrNameLst>
                                      </p:cBhvr>
                                      <p:tavLst>
                                        <p:tav tm="0" fmla="#ppt_y-sin(pi*$)/9">
                                          <p:val>
                                            <p:fltVal val="0"/>
                                          </p:val>
                                        </p:tav>
                                        <p:tav tm="100000">
                                          <p:val>
                                            <p:fltVal val="1"/>
                                          </p:val>
                                        </p:tav>
                                      </p:tavLst>
                                    </p:anim>
                                    <p:anim calcmode="lin" valueType="num">
                                      <p:cBhvr>
                                        <p:cTn id="347" dur="332" tmFilter="0, 0; 0.125,0.2665; 0.25,0.4; 0.375,0.465; 0.5,0.5;  0.625,0.535; 0.75,0.6; 0.875,0.7335; 1,1">
                                          <p:stCondLst>
                                            <p:cond delay="1324"/>
                                          </p:stCondLst>
                                        </p:cTn>
                                        <p:tgtEl>
                                          <p:spTgt spid="67"/>
                                        </p:tgtEl>
                                        <p:attrNameLst>
                                          <p:attrName>ppt_y</p:attrName>
                                        </p:attrNameLst>
                                      </p:cBhvr>
                                      <p:tavLst>
                                        <p:tav tm="0" fmla="#ppt_y-sin(pi*$)/27">
                                          <p:val>
                                            <p:fltVal val="0"/>
                                          </p:val>
                                        </p:tav>
                                        <p:tav tm="100000">
                                          <p:val>
                                            <p:fltVal val="1"/>
                                          </p:val>
                                        </p:tav>
                                      </p:tavLst>
                                    </p:anim>
                                    <p:anim calcmode="lin" valueType="num">
                                      <p:cBhvr>
                                        <p:cTn id="348" dur="164" tmFilter="0, 0; 0.125,0.2665; 0.25,0.4; 0.375,0.465; 0.5,0.5;  0.625,0.535; 0.75,0.6; 0.875,0.7335; 1,1">
                                          <p:stCondLst>
                                            <p:cond delay="1656"/>
                                          </p:stCondLst>
                                        </p:cTn>
                                        <p:tgtEl>
                                          <p:spTgt spid="67"/>
                                        </p:tgtEl>
                                        <p:attrNameLst>
                                          <p:attrName>ppt_y</p:attrName>
                                        </p:attrNameLst>
                                      </p:cBhvr>
                                      <p:tavLst>
                                        <p:tav tm="0" fmla="#ppt_y-sin(pi*$)/81">
                                          <p:val>
                                            <p:fltVal val="0"/>
                                          </p:val>
                                        </p:tav>
                                        <p:tav tm="100000">
                                          <p:val>
                                            <p:fltVal val="1"/>
                                          </p:val>
                                        </p:tav>
                                      </p:tavLst>
                                    </p:anim>
                                    <p:animScale>
                                      <p:cBhvr>
                                        <p:cTn id="349" dur="26">
                                          <p:stCondLst>
                                            <p:cond delay="650"/>
                                          </p:stCondLst>
                                        </p:cTn>
                                        <p:tgtEl>
                                          <p:spTgt spid="67"/>
                                        </p:tgtEl>
                                      </p:cBhvr>
                                      <p:to x="100000" y="60000"/>
                                    </p:animScale>
                                    <p:animScale>
                                      <p:cBhvr>
                                        <p:cTn id="350" dur="166" decel="50000">
                                          <p:stCondLst>
                                            <p:cond delay="676"/>
                                          </p:stCondLst>
                                        </p:cTn>
                                        <p:tgtEl>
                                          <p:spTgt spid="67"/>
                                        </p:tgtEl>
                                      </p:cBhvr>
                                      <p:to x="100000" y="100000"/>
                                    </p:animScale>
                                    <p:animScale>
                                      <p:cBhvr>
                                        <p:cTn id="351" dur="26">
                                          <p:stCondLst>
                                            <p:cond delay="1312"/>
                                          </p:stCondLst>
                                        </p:cTn>
                                        <p:tgtEl>
                                          <p:spTgt spid="67"/>
                                        </p:tgtEl>
                                      </p:cBhvr>
                                      <p:to x="100000" y="80000"/>
                                    </p:animScale>
                                    <p:animScale>
                                      <p:cBhvr>
                                        <p:cTn id="352" dur="166" decel="50000">
                                          <p:stCondLst>
                                            <p:cond delay="1338"/>
                                          </p:stCondLst>
                                        </p:cTn>
                                        <p:tgtEl>
                                          <p:spTgt spid="67"/>
                                        </p:tgtEl>
                                      </p:cBhvr>
                                      <p:to x="100000" y="100000"/>
                                    </p:animScale>
                                    <p:animScale>
                                      <p:cBhvr>
                                        <p:cTn id="353" dur="26">
                                          <p:stCondLst>
                                            <p:cond delay="1642"/>
                                          </p:stCondLst>
                                        </p:cTn>
                                        <p:tgtEl>
                                          <p:spTgt spid="67"/>
                                        </p:tgtEl>
                                      </p:cBhvr>
                                      <p:to x="100000" y="90000"/>
                                    </p:animScale>
                                    <p:animScale>
                                      <p:cBhvr>
                                        <p:cTn id="354" dur="166" decel="50000">
                                          <p:stCondLst>
                                            <p:cond delay="1668"/>
                                          </p:stCondLst>
                                        </p:cTn>
                                        <p:tgtEl>
                                          <p:spTgt spid="67"/>
                                        </p:tgtEl>
                                      </p:cBhvr>
                                      <p:to x="100000" y="100000"/>
                                    </p:animScale>
                                    <p:animScale>
                                      <p:cBhvr>
                                        <p:cTn id="355" dur="26">
                                          <p:stCondLst>
                                            <p:cond delay="1808"/>
                                          </p:stCondLst>
                                        </p:cTn>
                                        <p:tgtEl>
                                          <p:spTgt spid="67"/>
                                        </p:tgtEl>
                                      </p:cBhvr>
                                      <p:to x="100000" y="95000"/>
                                    </p:animScale>
                                    <p:animScale>
                                      <p:cBhvr>
                                        <p:cTn id="356" dur="166" decel="50000">
                                          <p:stCondLst>
                                            <p:cond delay="1834"/>
                                          </p:stCondLst>
                                        </p:cTn>
                                        <p:tgtEl>
                                          <p:spTgt spid="67"/>
                                        </p:tgtEl>
                                      </p:cBhvr>
                                      <p:to x="100000" y="100000"/>
                                    </p:animScale>
                                  </p:childTnLst>
                                </p:cTn>
                              </p:par>
                              <p:par>
                                <p:cTn id="357" presetID="26" presetClass="entr" presetSubtype="0" fill="hold" grpId="0" nodeType="withEffect">
                                  <p:stCondLst>
                                    <p:cond delay="0"/>
                                  </p:stCondLst>
                                  <p:childTnLst>
                                    <p:set>
                                      <p:cBhvr>
                                        <p:cTn id="358" dur="1" fill="hold">
                                          <p:stCondLst>
                                            <p:cond delay="0"/>
                                          </p:stCondLst>
                                        </p:cTn>
                                        <p:tgtEl>
                                          <p:spTgt spid="4"/>
                                        </p:tgtEl>
                                        <p:attrNameLst>
                                          <p:attrName>style.visibility</p:attrName>
                                        </p:attrNameLst>
                                      </p:cBhvr>
                                      <p:to>
                                        <p:strVal val="visible"/>
                                      </p:to>
                                    </p:set>
                                    <p:animEffect transition="in" filter="wipe(down)">
                                      <p:cBhvr>
                                        <p:cTn id="359" dur="580">
                                          <p:stCondLst>
                                            <p:cond delay="0"/>
                                          </p:stCondLst>
                                        </p:cTn>
                                        <p:tgtEl>
                                          <p:spTgt spid="4"/>
                                        </p:tgtEl>
                                      </p:cBhvr>
                                    </p:animEffect>
                                    <p:anim calcmode="lin" valueType="num">
                                      <p:cBhvr>
                                        <p:cTn id="360"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361"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362"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363"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364"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365" dur="26">
                                          <p:stCondLst>
                                            <p:cond delay="650"/>
                                          </p:stCondLst>
                                        </p:cTn>
                                        <p:tgtEl>
                                          <p:spTgt spid="4"/>
                                        </p:tgtEl>
                                      </p:cBhvr>
                                      <p:to x="100000" y="60000"/>
                                    </p:animScale>
                                    <p:animScale>
                                      <p:cBhvr>
                                        <p:cTn id="366" dur="166" decel="50000">
                                          <p:stCondLst>
                                            <p:cond delay="676"/>
                                          </p:stCondLst>
                                        </p:cTn>
                                        <p:tgtEl>
                                          <p:spTgt spid="4"/>
                                        </p:tgtEl>
                                      </p:cBhvr>
                                      <p:to x="100000" y="100000"/>
                                    </p:animScale>
                                    <p:animScale>
                                      <p:cBhvr>
                                        <p:cTn id="367" dur="26">
                                          <p:stCondLst>
                                            <p:cond delay="1312"/>
                                          </p:stCondLst>
                                        </p:cTn>
                                        <p:tgtEl>
                                          <p:spTgt spid="4"/>
                                        </p:tgtEl>
                                      </p:cBhvr>
                                      <p:to x="100000" y="80000"/>
                                    </p:animScale>
                                    <p:animScale>
                                      <p:cBhvr>
                                        <p:cTn id="368" dur="166" decel="50000">
                                          <p:stCondLst>
                                            <p:cond delay="1338"/>
                                          </p:stCondLst>
                                        </p:cTn>
                                        <p:tgtEl>
                                          <p:spTgt spid="4"/>
                                        </p:tgtEl>
                                      </p:cBhvr>
                                      <p:to x="100000" y="100000"/>
                                    </p:animScale>
                                    <p:animScale>
                                      <p:cBhvr>
                                        <p:cTn id="369" dur="26">
                                          <p:stCondLst>
                                            <p:cond delay="1642"/>
                                          </p:stCondLst>
                                        </p:cTn>
                                        <p:tgtEl>
                                          <p:spTgt spid="4"/>
                                        </p:tgtEl>
                                      </p:cBhvr>
                                      <p:to x="100000" y="90000"/>
                                    </p:animScale>
                                    <p:animScale>
                                      <p:cBhvr>
                                        <p:cTn id="370" dur="166" decel="50000">
                                          <p:stCondLst>
                                            <p:cond delay="1668"/>
                                          </p:stCondLst>
                                        </p:cTn>
                                        <p:tgtEl>
                                          <p:spTgt spid="4"/>
                                        </p:tgtEl>
                                      </p:cBhvr>
                                      <p:to x="100000" y="100000"/>
                                    </p:animScale>
                                    <p:animScale>
                                      <p:cBhvr>
                                        <p:cTn id="371" dur="26">
                                          <p:stCondLst>
                                            <p:cond delay="1808"/>
                                          </p:stCondLst>
                                        </p:cTn>
                                        <p:tgtEl>
                                          <p:spTgt spid="4"/>
                                        </p:tgtEl>
                                      </p:cBhvr>
                                      <p:to x="100000" y="95000"/>
                                    </p:animScale>
                                    <p:animScale>
                                      <p:cBhvr>
                                        <p:cTn id="372" dur="166" decel="50000">
                                          <p:stCondLst>
                                            <p:cond delay="1834"/>
                                          </p:stCondLst>
                                        </p:cTn>
                                        <p:tgtEl>
                                          <p:spTgt spid="4"/>
                                        </p:tgtEl>
                                      </p:cBhvr>
                                      <p:to x="100000" y="100000"/>
                                    </p:animScale>
                                  </p:childTnLst>
                                </p:cTn>
                              </p:par>
                              <p:par>
                                <p:cTn id="373" presetID="26" presetClass="entr" presetSubtype="0" fill="hold" grpId="0" nodeType="withEffect">
                                  <p:stCondLst>
                                    <p:cond delay="0"/>
                                  </p:stCondLst>
                                  <p:childTnLst>
                                    <p:set>
                                      <p:cBhvr>
                                        <p:cTn id="374" dur="1" fill="hold">
                                          <p:stCondLst>
                                            <p:cond delay="0"/>
                                          </p:stCondLst>
                                        </p:cTn>
                                        <p:tgtEl>
                                          <p:spTgt spid="28"/>
                                        </p:tgtEl>
                                        <p:attrNameLst>
                                          <p:attrName>style.visibility</p:attrName>
                                        </p:attrNameLst>
                                      </p:cBhvr>
                                      <p:to>
                                        <p:strVal val="visible"/>
                                      </p:to>
                                    </p:set>
                                    <p:animEffect transition="in" filter="wipe(down)">
                                      <p:cBhvr>
                                        <p:cTn id="375" dur="580">
                                          <p:stCondLst>
                                            <p:cond delay="0"/>
                                          </p:stCondLst>
                                        </p:cTn>
                                        <p:tgtEl>
                                          <p:spTgt spid="28"/>
                                        </p:tgtEl>
                                      </p:cBhvr>
                                    </p:animEffect>
                                    <p:anim calcmode="lin" valueType="num">
                                      <p:cBhvr>
                                        <p:cTn id="376" dur="1822" tmFilter="0,0; 0.14,0.36; 0.43,0.73; 0.71,0.91; 1.0,1.0">
                                          <p:stCondLst>
                                            <p:cond delay="0"/>
                                          </p:stCondLst>
                                        </p:cTn>
                                        <p:tgtEl>
                                          <p:spTgt spid="28"/>
                                        </p:tgtEl>
                                        <p:attrNameLst>
                                          <p:attrName>ppt_x</p:attrName>
                                        </p:attrNameLst>
                                      </p:cBhvr>
                                      <p:tavLst>
                                        <p:tav tm="0">
                                          <p:val>
                                            <p:strVal val="#ppt_x-0.25"/>
                                          </p:val>
                                        </p:tav>
                                        <p:tav tm="100000">
                                          <p:val>
                                            <p:strVal val="#ppt_x"/>
                                          </p:val>
                                        </p:tav>
                                      </p:tavLst>
                                    </p:anim>
                                    <p:anim calcmode="lin" valueType="num">
                                      <p:cBhvr>
                                        <p:cTn id="377" dur="664" tmFilter="0.0,0.0; 0.25,0.07; 0.50,0.2; 0.75,0.467; 1.0,1.0">
                                          <p:stCondLst>
                                            <p:cond delay="0"/>
                                          </p:stCondLst>
                                        </p:cTn>
                                        <p:tgtEl>
                                          <p:spTgt spid="28"/>
                                        </p:tgtEl>
                                        <p:attrNameLst>
                                          <p:attrName>ppt_y</p:attrName>
                                        </p:attrNameLst>
                                      </p:cBhvr>
                                      <p:tavLst>
                                        <p:tav tm="0" fmla="#ppt_y-sin(pi*$)/3">
                                          <p:val>
                                            <p:fltVal val="0.5"/>
                                          </p:val>
                                        </p:tav>
                                        <p:tav tm="100000">
                                          <p:val>
                                            <p:fltVal val="1"/>
                                          </p:val>
                                        </p:tav>
                                      </p:tavLst>
                                    </p:anim>
                                    <p:anim calcmode="lin" valueType="num">
                                      <p:cBhvr>
                                        <p:cTn id="378" dur="664" tmFilter="0, 0; 0.125,0.2665; 0.25,0.4; 0.375,0.465; 0.5,0.5;  0.625,0.535; 0.75,0.6; 0.875,0.7335; 1,1">
                                          <p:stCondLst>
                                            <p:cond delay="664"/>
                                          </p:stCondLst>
                                        </p:cTn>
                                        <p:tgtEl>
                                          <p:spTgt spid="28"/>
                                        </p:tgtEl>
                                        <p:attrNameLst>
                                          <p:attrName>ppt_y</p:attrName>
                                        </p:attrNameLst>
                                      </p:cBhvr>
                                      <p:tavLst>
                                        <p:tav tm="0" fmla="#ppt_y-sin(pi*$)/9">
                                          <p:val>
                                            <p:fltVal val="0"/>
                                          </p:val>
                                        </p:tav>
                                        <p:tav tm="100000">
                                          <p:val>
                                            <p:fltVal val="1"/>
                                          </p:val>
                                        </p:tav>
                                      </p:tavLst>
                                    </p:anim>
                                    <p:anim calcmode="lin" valueType="num">
                                      <p:cBhvr>
                                        <p:cTn id="379" dur="332" tmFilter="0, 0; 0.125,0.2665; 0.25,0.4; 0.375,0.465; 0.5,0.5;  0.625,0.535; 0.75,0.6; 0.875,0.7335; 1,1">
                                          <p:stCondLst>
                                            <p:cond delay="1324"/>
                                          </p:stCondLst>
                                        </p:cTn>
                                        <p:tgtEl>
                                          <p:spTgt spid="28"/>
                                        </p:tgtEl>
                                        <p:attrNameLst>
                                          <p:attrName>ppt_y</p:attrName>
                                        </p:attrNameLst>
                                      </p:cBhvr>
                                      <p:tavLst>
                                        <p:tav tm="0" fmla="#ppt_y-sin(pi*$)/27">
                                          <p:val>
                                            <p:fltVal val="0"/>
                                          </p:val>
                                        </p:tav>
                                        <p:tav tm="100000">
                                          <p:val>
                                            <p:fltVal val="1"/>
                                          </p:val>
                                        </p:tav>
                                      </p:tavLst>
                                    </p:anim>
                                    <p:anim calcmode="lin" valueType="num">
                                      <p:cBhvr>
                                        <p:cTn id="380" dur="164" tmFilter="0, 0; 0.125,0.2665; 0.25,0.4; 0.375,0.465; 0.5,0.5;  0.625,0.535; 0.75,0.6; 0.875,0.7335; 1,1">
                                          <p:stCondLst>
                                            <p:cond delay="1656"/>
                                          </p:stCondLst>
                                        </p:cTn>
                                        <p:tgtEl>
                                          <p:spTgt spid="28"/>
                                        </p:tgtEl>
                                        <p:attrNameLst>
                                          <p:attrName>ppt_y</p:attrName>
                                        </p:attrNameLst>
                                      </p:cBhvr>
                                      <p:tavLst>
                                        <p:tav tm="0" fmla="#ppt_y-sin(pi*$)/81">
                                          <p:val>
                                            <p:fltVal val="0"/>
                                          </p:val>
                                        </p:tav>
                                        <p:tav tm="100000">
                                          <p:val>
                                            <p:fltVal val="1"/>
                                          </p:val>
                                        </p:tav>
                                      </p:tavLst>
                                    </p:anim>
                                    <p:animScale>
                                      <p:cBhvr>
                                        <p:cTn id="381" dur="26">
                                          <p:stCondLst>
                                            <p:cond delay="650"/>
                                          </p:stCondLst>
                                        </p:cTn>
                                        <p:tgtEl>
                                          <p:spTgt spid="28"/>
                                        </p:tgtEl>
                                      </p:cBhvr>
                                      <p:to x="100000" y="60000"/>
                                    </p:animScale>
                                    <p:animScale>
                                      <p:cBhvr>
                                        <p:cTn id="382" dur="166" decel="50000">
                                          <p:stCondLst>
                                            <p:cond delay="676"/>
                                          </p:stCondLst>
                                        </p:cTn>
                                        <p:tgtEl>
                                          <p:spTgt spid="28"/>
                                        </p:tgtEl>
                                      </p:cBhvr>
                                      <p:to x="100000" y="100000"/>
                                    </p:animScale>
                                    <p:animScale>
                                      <p:cBhvr>
                                        <p:cTn id="383" dur="26">
                                          <p:stCondLst>
                                            <p:cond delay="1312"/>
                                          </p:stCondLst>
                                        </p:cTn>
                                        <p:tgtEl>
                                          <p:spTgt spid="28"/>
                                        </p:tgtEl>
                                      </p:cBhvr>
                                      <p:to x="100000" y="80000"/>
                                    </p:animScale>
                                    <p:animScale>
                                      <p:cBhvr>
                                        <p:cTn id="384" dur="166" decel="50000">
                                          <p:stCondLst>
                                            <p:cond delay="1338"/>
                                          </p:stCondLst>
                                        </p:cTn>
                                        <p:tgtEl>
                                          <p:spTgt spid="28"/>
                                        </p:tgtEl>
                                      </p:cBhvr>
                                      <p:to x="100000" y="100000"/>
                                    </p:animScale>
                                    <p:animScale>
                                      <p:cBhvr>
                                        <p:cTn id="385" dur="26">
                                          <p:stCondLst>
                                            <p:cond delay="1642"/>
                                          </p:stCondLst>
                                        </p:cTn>
                                        <p:tgtEl>
                                          <p:spTgt spid="28"/>
                                        </p:tgtEl>
                                      </p:cBhvr>
                                      <p:to x="100000" y="90000"/>
                                    </p:animScale>
                                    <p:animScale>
                                      <p:cBhvr>
                                        <p:cTn id="386" dur="166" decel="50000">
                                          <p:stCondLst>
                                            <p:cond delay="1668"/>
                                          </p:stCondLst>
                                        </p:cTn>
                                        <p:tgtEl>
                                          <p:spTgt spid="28"/>
                                        </p:tgtEl>
                                      </p:cBhvr>
                                      <p:to x="100000" y="100000"/>
                                    </p:animScale>
                                    <p:animScale>
                                      <p:cBhvr>
                                        <p:cTn id="387" dur="26">
                                          <p:stCondLst>
                                            <p:cond delay="1808"/>
                                          </p:stCondLst>
                                        </p:cTn>
                                        <p:tgtEl>
                                          <p:spTgt spid="28"/>
                                        </p:tgtEl>
                                      </p:cBhvr>
                                      <p:to x="100000" y="95000"/>
                                    </p:animScale>
                                    <p:animScale>
                                      <p:cBhvr>
                                        <p:cTn id="388" dur="166" decel="50000">
                                          <p:stCondLst>
                                            <p:cond delay="1834"/>
                                          </p:stCondLst>
                                        </p:cTn>
                                        <p:tgtEl>
                                          <p:spTgt spid="28"/>
                                        </p:tgtEl>
                                      </p:cBhvr>
                                      <p:to x="100000" y="100000"/>
                                    </p:animScale>
                                  </p:childTnLst>
                                </p:cTn>
                              </p:par>
                              <p:par>
                                <p:cTn id="389" presetID="26" presetClass="entr" presetSubtype="0" fill="hold" grpId="0" nodeType="withEffect">
                                  <p:stCondLst>
                                    <p:cond delay="0"/>
                                  </p:stCondLst>
                                  <p:childTnLst>
                                    <p:set>
                                      <p:cBhvr>
                                        <p:cTn id="390" dur="1" fill="hold">
                                          <p:stCondLst>
                                            <p:cond delay="0"/>
                                          </p:stCondLst>
                                        </p:cTn>
                                        <p:tgtEl>
                                          <p:spTgt spid="30"/>
                                        </p:tgtEl>
                                        <p:attrNameLst>
                                          <p:attrName>style.visibility</p:attrName>
                                        </p:attrNameLst>
                                      </p:cBhvr>
                                      <p:to>
                                        <p:strVal val="visible"/>
                                      </p:to>
                                    </p:set>
                                    <p:animEffect transition="in" filter="wipe(down)">
                                      <p:cBhvr>
                                        <p:cTn id="391" dur="580">
                                          <p:stCondLst>
                                            <p:cond delay="0"/>
                                          </p:stCondLst>
                                        </p:cTn>
                                        <p:tgtEl>
                                          <p:spTgt spid="30"/>
                                        </p:tgtEl>
                                      </p:cBhvr>
                                    </p:animEffect>
                                    <p:anim calcmode="lin" valueType="num">
                                      <p:cBhvr>
                                        <p:cTn id="392" dur="1822" tmFilter="0,0; 0.14,0.36; 0.43,0.73; 0.71,0.91; 1.0,1.0">
                                          <p:stCondLst>
                                            <p:cond delay="0"/>
                                          </p:stCondLst>
                                        </p:cTn>
                                        <p:tgtEl>
                                          <p:spTgt spid="30"/>
                                        </p:tgtEl>
                                        <p:attrNameLst>
                                          <p:attrName>ppt_x</p:attrName>
                                        </p:attrNameLst>
                                      </p:cBhvr>
                                      <p:tavLst>
                                        <p:tav tm="0">
                                          <p:val>
                                            <p:strVal val="#ppt_x-0.25"/>
                                          </p:val>
                                        </p:tav>
                                        <p:tav tm="100000">
                                          <p:val>
                                            <p:strVal val="#ppt_x"/>
                                          </p:val>
                                        </p:tav>
                                      </p:tavLst>
                                    </p:anim>
                                    <p:anim calcmode="lin" valueType="num">
                                      <p:cBhvr>
                                        <p:cTn id="393" dur="664" tmFilter="0.0,0.0; 0.25,0.07; 0.50,0.2; 0.75,0.467; 1.0,1.0">
                                          <p:stCondLst>
                                            <p:cond delay="0"/>
                                          </p:stCondLst>
                                        </p:cTn>
                                        <p:tgtEl>
                                          <p:spTgt spid="30"/>
                                        </p:tgtEl>
                                        <p:attrNameLst>
                                          <p:attrName>ppt_y</p:attrName>
                                        </p:attrNameLst>
                                      </p:cBhvr>
                                      <p:tavLst>
                                        <p:tav tm="0" fmla="#ppt_y-sin(pi*$)/3">
                                          <p:val>
                                            <p:fltVal val="0.5"/>
                                          </p:val>
                                        </p:tav>
                                        <p:tav tm="100000">
                                          <p:val>
                                            <p:fltVal val="1"/>
                                          </p:val>
                                        </p:tav>
                                      </p:tavLst>
                                    </p:anim>
                                    <p:anim calcmode="lin" valueType="num">
                                      <p:cBhvr>
                                        <p:cTn id="394" dur="664" tmFilter="0, 0; 0.125,0.2665; 0.25,0.4; 0.375,0.465; 0.5,0.5;  0.625,0.535; 0.75,0.6; 0.875,0.7335; 1,1">
                                          <p:stCondLst>
                                            <p:cond delay="664"/>
                                          </p:stCondLst>
                                        </p:cTn>
                                        <p:tgtEl>
                                          <p:spTgt spid="30"/>
                                        </p:tgtEl>
                                        <p:attrNameLst>
                                          <p:attrName>ppt_y</p:attrName>
                                        </p:attrNameLst>
                                      </p:cBhvr>
                                      <p:tavLst>
                                        <p:tav tm="0" fmla="#ppt_y-sin(pi*$)/9">
                                          <p:val>
                                            <p:fltVal val="0"/>
                                          </p:val>
                                        </p:tav>
                                        <p:tav tm="100000">
                                          <p:val>
                                            <p:fltVal val="1"/>
                                          </p:val>
                                        </p:tav>
                                      </p:tavLst>
                                    </p:anim>
                                    <p:anim calcmode="lin" valueType="num">
                                      <p:cBhvr>
                                        <p:cTn id="395" dur="332" tmFilter="0, 0; 0.125,0.2665; 0.25,0.4; 0.375,0.465; 0.5,0.5;  0.625,0.535; 0.75,0.6; 0.875,0.7335; 1,1">
                                          <p:stCondLst>
                                            <p:cond delay="1324"/>
                                          </p:stCondLst>
                                        </p:cTn>
                                        <p:tgtEl>
                                          <p:spTgt spid="30"/>
                                        </p:tgtEl>
                                        <p:attrNameLst>
                                          <p:attrName>ppt_y</p:attrName>
                                        </p:attrNameLst>
                                      </p:cBhvr>
                                      <p:tavLst>
                                        <p:tav tm="0" fmla="#ppt_y-sin(pi*$)/27">
                                          <p:val>
                                            <p:fltVal val="0"/>
                                          </p:val>
                                        </p:tav>
                                        <p:tav tm="100000">
                                          <p:val>
                                            <p:fltVal val="1"/>
                                          </p:val>
                                        </p:tav>
                                      </p:tavLst>
                                    </p:anim>
                                    <p:anim calcmode="lin" valueType="num">
                                      <p:cBhvr>
                                        <p:cTn id="396" dur="164" tmFilter="0, 0; 0.125,0.2665; 0.25,0.4; 0.375,0.465; 0.5,0.5;  0.625,0.535; 0.75,0.6; 0.875,0.7335; 1,1">
                                          <p:stCondLst>
                                            <p:cond delay="1656"/>
                                          </p:stCondLst>
                                        </p:cTn>
                                        <p:tgtEl>
                                          <p:spTgt spid="30"/>
                                        </p:tgtEl>
                                        <p:attrNameLst>
                                          <p:attrName>ppt_y</p:attrName>
                                        </p:attrNameLst>
                                      </p:cBhvr>
                                      <p:tavLst>
                                        <p:tav tm="0" fmla="#ppt_y-sin(pi*$)/81">
                                          <p:val>
                                            <p:fltVal val="0"/>
                                          </p:val>
                                        </p:tav>
                                        <p:tav tm="100000">
                                          <p:val>
                                            <p:fltVal val="1"/>
                                          </p:val>
                                        </p:tav>
                                      </p:tavLst>
                                    </p:anim>
                                    <p:animScale>
                                      <p:cBhvr>
                                        <p:cTn id="397" dur="26">
                                          <p:stCondLst>
                                            <p:cond delay="650"/>
                                          </p:stCondLst>
                                        </p:cTn>
                                        <p:tgtEl>
                                          <p:spTgt spid="30"/>
                                        </p:tgtEl>
                                      </p:cBhvr>
                                      <p:to x="100000" y="60000"/>
                                    </p:animScale>
                                    <p:animScale>
                                      <p:cBhvr>
                                        <p:cTn id="398" dur="166" decel="50000">
                                          <p:stCondLst>
                                            <p:cond delay="676"/>
                                          </p:stCondLst>
                                        </p:cTn>
                                        <p:tgtEl>
                                          <p:spTgt spid="30"/>
                                        </p:tgtEl>
                                      </p:cBhvr>
                                      <p:to x="100000" y="100000"/>
                                    </p:animScale>
                                    <p:animScale>
                                      <p:cBhvr>
                                        <p:cTn id="399" dur="26">
                                          <p:stCondLst>
                                            <p:cond delay="1312"/>
                                          </p:stCondLst>
                                        </p:cTn>
                                        <p:tgtEl>
                                          <p:spTgt spid="30"/>
                                        </p:tgtEl>
                                      </p:cBhvr>
                                      <p:to x="100000" y="80000"/>
                                    </p:animScale>
                                    <p:animScale>
                                      <p:cBhvr>
                                        <p:cTn id="400" dur="166" decel="50000">
                                          <p:stCondLst>
                                            <p:cond delay="1338"/>
                                          </p:stCondLst>
                                        </p:cTn>
                                        <p:tgtEl>
                                          <p:spTgt spid="30"/>
                                        </p:tgtEl>
                                      </p:cBhvr>
                                      <p:to x="100000" y="100000"/>
                                    </p:animScale>
                                    <p:animScale>
                                      <p:cBhvr>
                                        <p:cTn id="401" dur="26">
                                          <p:stCondLst>
                                            <p:cond delay="1642"/>
                                          </p:stCondLst>
                                        </p:cTn>
                                        <p:tgtEl>
                                          <p:spTgt spid="30"/>
                                        </p:tgtEl>
                                      </p:cBhvr>
                                      <p:to x="100000" y="90000"/>
                                    </p:animScale>
                                    <p:animScale>
                                      <p:cBhvr>
                                        <p:cTn id="402" dur="166" decel="50000">
                                          <p:stCondLst>
                                            <p:cond delay="1668"/>
                                          </p:stCondLst>
                                        </p:cTn>
                                        <p:tgtEl>
                                          <p:spTgt spid="30"/>
                                        </p:tgtEl>
                                      </p:cBhvr>
                                      <p:to x="100000" y="100000"/>
                                    </p:animScale>
                                    <p:animScale>
                                      <p:cBhvr>
                                        <p:cTn id="403" dur="26">
                                          <p:stCondLst>
                                            <p:cond delay="1808"/>
                                          </p:stCondLst>
                                        </p:cTn>
                                        <p:tgtEl>
                                          <p:spTgt spid="30"/>
                                        </p:tgtEl>
                                      </p:cBhvr>
                                      <p:to x="100000" y="95000"/>
                                    </p:animScale>
                                    <p:animScale>
                                      <p:cBhvr>
                                        <p:cTn id="404" dur="166" decel="50000">
                                          <p:stCondLst>
                                            <p:cond delay="1834"/>
                                          </p:stCondLst>
                                        </p:cTn>
                                        <p:tgtEl>
                                          <p:spTgt spid="30"/>
                                        </p:tgtEl>
                                      </p:cBhvr>
                                      <p:to x="100000" y="100000"/>
                                    </p:animScale>
                                  </p:childTnLst>
                                </p:cTn>
                              </p:par>
                              <p:par>
                                <p:cTn id="405" presetID="26" presetClass="entr" presetSubtype="0" fill="hold" grpId="0" nodeType="withEffect">
                                  <p:stCondLst>
                                    <p:cond delay="0"/>
                                  </p:stCondLst>
                                  <p:childTnLst>
                                    <p:set>
                                      <p:cBhvr>
                                        <p:cTn id="406" dur="1" fill="hold">
                                          <p:stCondLst>
                                            <p:cond delay="0"/>
                                          </p:stCondLst>
                                        </p:cTn>
                                        <p:tgtEl>
                                          <p:spTgt spid="31"/>
                                        </p:tgtEl>
                                        <p:attrNameLst>
                                          <p:attrName>style.visibility</p:attrName>
                                        </p:attrNameLst>
                                      </p:cBhvr>
                                      <p:to>
                                        <p:strVal val="visible"/>
                                      </p:to>
                                    </p:set>
                                    <p:animEffect transition="in" filter="wipe(down)">
                                      <p:cBhvr>
                                        <p:cTn id="407" dur="580">
                                          <p:stCondLst>
                                            <p:cond delay="0"/>
                                          </p:stCondLst>
                                        </p:cTn>
                                        <p:tgtEl>
                                          <p:spTgt spid="31"/>
                                        </p:tgtEl>
                                      </p:cBhvr>
                                    </p:animEffect>
                                    <p:anim calcmode="lin" valueType="num">
                                      <p:cBhvr>
                                        <p:cTn id="408" dur="1822" tmFilter="0,0; 0.14,0.36; 0.43,0.73; 0.71,0.91; 1.0,1.0">
                                          <p:stCondLst>
                                            <p:cond delay="0"/>
                                          </p:stCondLst>
                                        </p:cTn>
                                        <p:tgtEl>
                                          <p:spTgt spid="31"/>
                                        </p:tgtEl>
                                        <p:attrNameLst>
                                          <p:attrName>ppt_x</p:attrName>
                                        </p:attrNameLst>
                                      </p:cBhvr>
                                      <p:tavLst>
                                        <p:tav tm="0">
                                          <p:val>
                                            <p:strVal val="#ppt_x-0.25"/>
                                          </p:val>
                                        </p:tav>
                                        <p:tav tm="100000">
                                          <p:val>
                                            <p:strVal val="#ppt_x"/>
                                          </p:val>
                                        </p:tav>
                                      </p:tavLst>
                                    </p:anim>
                                    <p:anim calcmode="lin" valueType="num">
                                      <p:cBhvr>
                                        <p:cTn id="409" dur="664" tmFilter="0.0,0.0; 0.25,0.07; 0.50,0.2; 0.75,0.467; 1.0,1.0">
                                          <p:stCondLst>
                                            <p:cond delay="0"/>
                                          </p:stCondLst>
                                        </p:cTn>
                                        <p:tgtEl>
                                          <p:spTgt spid="31"/>
                                        </p:tgtEl>
                                        <p:attrNameLst>
                                          <p:attrName>ppt_y</p:attrName>
                                        </p:attrNameLst>
                                      </p:cBhvr>
                                      <p:tavLst>
                                        <p:tav tm="0" fmla="#ppt_y-sin(pi*$)/3">
                                          <p:val>
                                            <p:fltVal val="0.5"/>
                                          </p:val>
                                        </p:tav>
                                        <p:tav tm="100000">
                                          <p:val>
                                            <p:fltVal val="1"/>
                                          </p:val>
                                        </p:tav>
                                      </p:tavLst>
                                    </p:anim>
                                    <p:anim calcmode="lin" valueType="num">
                                      <p:cBhvr>
                                        <p:cTn id="410" dur="664" tmFilter="0, 0; 0.125,0.2665; 0.25,0.4; 0.375,0.465; 0.5,0.5;  0.625,0.535; 0.75,0.6; 0.875,0.7335; 1,1">
                                          <p:stCondLst>
                                            <p:cond delay="664"/>
                                          </p:stCondLst>
                                        </p:cTn>
                                        <p:tgtEl>
                                          <p:spTgt spid="31"/>
                                        </p:tgtEl>
                                        <p:attrNameLst>
                                          <p:attrName>ppt_y</p:attrName>
                                        </p:attrNameLst>
                                      </p:cBhvr>
                                      <p:tavLst>
                                        <p:tav tm="0" fmla="#ppt_y-sin(pi*$)/9">
                                          <p:val>
                                            <p:fltVal val="0"/>
                                          </p:val>
                                        </p:tav>
                                        <p:tav tm="100000">
                                          <p:val>
                                            <p:fltVal val="1"/>
                                          </p:val>
                                        </p:tav>
                                      </p:tavLst>
                                    </p:anim>
                                    <p:anim calcmode="lin" valueType="num">
                                      <p:cBhvr>
                                        <p:cTn id="411" dur="332" tmFilter="0, 0; 0.125,0.2665; 0.25,0.4; 0.375,0.465; 0.5,0.5;  0.625,0.535; 0.75,0.6; 0.875,0.7335; 1,1">
                                          <p:stCondLst>
                                            <p:cond delay="1324"/>
                                          </p:stCondLst>
                                        </p:cTn>
                                        <p:tgtEl>
                                          <p:spTgt spid="31"/>
                                        </p:tgtEl>
                                        <p:attrNameLst>
                                          <p:attrName>ppt_y</p:attrName>
                                        </p:attrNameLst>
                                      </p:cBhvr>
                                      <p:tavLst>
                                        <p:tav tm="0" fmla="#ppt_y-sin(pi*$)/27">
                                          <p:val>
                                            <p:fltVal val="0"/>
                                          </p:val>
                                        </p:tav>
                                        <p:tav tm="100000">
                                          <p:val>
                                            <p:fltVal val="1"/>
                                          </p:val>
                                        </p:tav>
                                      </p:tavLst>
                                    </p:anim>
                                    <p:anim calcmode="lin" valueType="num">
                                      <p:cBhvr>
                                        <p:cTn id="412" dur="164" tmFilter="0, 0; 0.125,0.2665; 0.25,0.4; 0.375,0.465; 0.5,0.5;  0.625,0.535; 0.75,0.6; 0.875,0.7335; 1,1">
                                          <p:stCondLst>
                                            <p:cond delay="1656"/>
                                          </p:stCondLst>
                                        </p:cTn>
                                        <p:tgtEl>
                                          <p:spTgt spid="31"/>
                                        </p:tgtEl>
                                        <p:attrNameLst>
                                          <p:attrName>ppt_y</p:attrName>
                                        </p:attrNameLst>
                                      </p:cBhvr>
                                      <p:tavLst>
                                        <p:tav tm="0" fmla="#ppt_y-sin(pi*$)/81">
                                          <p:val>
                                            <p:fltVal val="0"/>
                                          </p:val>
                                        </p:tav>
                                        <p:tav tm="100000">
                                          <p:val>
                                            <p:fltVal val="1"/>
                                          </p:val>
                                        </p:tav>
                                      </p:tavLst>
                                    </p:anim>
                                    <p:animScale>
                                      <p:cBhvr>
                                        <p:cTn id="413" dur="26">
                                          <p:stCondLst>
                                            <p:cond delay="650"/>
                                          </p:stCondLst>
                                        </p:cTn>
                                        <p:tgtEl>
                                          <p:spTgt spid="31"/>
                                        </p:tgtEl>
                                      </p:cBhvr>
                                      <p:to x="100000" y="60000"/>
                                    </p:animScale>
                                    <p:animScale>
                                      <p:cBhvr>
                                        <p:cTn id="414" dur="166" decel="50000">
                                          <p:stCondLst>
                                            <p:cond delay="676"/>
                                          </p:stCondLst>
                                        </p:cTn>
                                        <p:tgtEl>
                                          <p:spTgt spid="31"/>
                                        </p:tgtEl>
                                      </p:cBhvr>
                                      <p:to x="100000" y="100000"/>
                                    </p:animScale>
                                    <p:animScale>
                                      <p:cBhvr>
                                        <p:cTn id="415" dur="26">
                                          <p:stCondLst>
                                            <p:cond delay="1312"/>
                                          </p:stCondLst>
                                        </p:cTn>
                                        <p:tgtEl>
                                          <p:spTgt spid="31"/>
                                        </p:tgtEl>
                                      </p:cBhvr>
                                      <p:to x="100000" y="80000"/>
                                    </p:animScale>
                                    <p:animScale>
                                      <p:cBhvr>
                                        <p:cTn id="416" dur="166" decel="50000">
                                          <p:stCondLst>
                                            <p:cond delay="1338"/>
                                          </p:stCondLst>
                                        </p:cTn>
                                        <p:tgtEl>
                                          <p:spTgt spid="31"/>
                                        </p:tgtEl>
                                      </p:cBhvr>
                                      <p:to x="100000" y="100000"/>
                                    </p:animScale>
                                    <p:animScale>
                                      <p:cBhvr>
                                        <p:cTn id="417" dur="26">
                                          <p:stCondLst>
                                            <p:cond delay="1642"/>
                                          </p:stCondLst>
                                        </p:cTn>
                                        <p:tgtEl>
                                          <p:spTgt spid="31"/>
                                        </p:tgtEl>
                                      </p:cBhvr>
                                      <p:to x="100000" y="90000"/>
                                    </p:animScale>
                                    <p:animScale>
                                      <p:cBhvr>
                                        <p:cTn id="418" dur="166" decel="50000">
                                          <p:stCondLst>
                                            <p:cond delay="1668"/>
                                          </p:stCondLst>
                                        </p:cTn>
                                        <p:tgtEl>
                                          <p:spTgt spid="31"/>
                                        </p:tgtEl>
                                      </p:cBhvr>
                                      <p:to x="100000" y="100000"/>
                                    </p:animScale>
                                    <p:animScale>
                                      <p:cBhvr>
                                        <p:cTn id="419" dur="26">
                                          <p:stCondLst>
                                            <p:cond delay="1808"/>
                                          </p:stCondLst>
                                        </p:cTn>
                                        <p:tgtEl>
                                          <p:spTgt spid="31"/>
                                        </p:tgtEl>
                                      </p:cBhvr>
                                      <p:to x="100000" y="95000"/>
                                    </p:animScale>
                                    <p:animScale>
                                      <p:cBhvr>
                                        <p:cTn id="420" dur="166" decel="50000">
                                          <p:stCondLst>
                                            <p:cond delay="1834"/>
                                          </p:stCondLst>
                                        </p:cTn>
                                        <p:tgtEl>
                                          <p:spTgt spid="31"/>
                                        </p:tgtEl>
                                      </p:cBhvr>
                                      <p:to x="100000" y="100000"/>
                                    </p:animScale>
                                  </p:childTnLst>
                                </p:cTn>
                              </p:par>
                              <p:par>
                                <p:cTn id="421" presetID="26" presetClass="entr" presetSubtype="0" fill="hold" grpId="0" nodeType="withEffect">
                                  <p:stCondLst>
                                    <p:cond delay="0"/>
                                  </p:stCondLst>
                                  <p:childTnLst>
                                    <p:set>
                                      <p:cBhvr>
                                        <p:cTn id="422" dur="1" fill="hold">
                                          <p:stCondLst>
                                            <p:cond delay="0"/>
                                          </p:stCondLst>
                                        </p:cTn>
                                        <p:tgtEl>
                                          <p:spTgt spid="32"/>
                                        </p:tgtEl>
                                        <p:attrNameLst>
                                          <p:attrName>style.visibility</p:attrName>
                                        </p:attrNameLst>
                                      </p:cBhvr>
                                      <p:to>
                                        <p:strVal val="visible"/>
                                      </p:to>
                                    </p:set>
                                    <p:animEffect transition="in" filter="wipe(down)">
                                      <p:cBhvr>
                                        <p:cTn id="423" dur="580">
                                          <p:stCondLst>
                                            <p:cond delay="0"/>
                                          </p:stCondLst>
                                        </p:cTn>
                                        <p:tgtEl>
                                          <p:spTgt spid="32"/>
                                        </p:tgtEl>
                                      </p:cBhvr>
                                    </p:animEffect>
                                    <p:anim calcmode="lin" valueType="num">
                                      <p:cBhvr>
                                        <p:cTn id="424" dur="1822" tmFilter="0,0; 0.14,0.36; 0.43,0.73; 0.71,0.91; 1.0,1.0">
                                          <p:stCondLst>
                                            <p:cond delay="0"/>
                                          </p:stCondLst>
                                        </p:cTn>
                                        <p:tgtEl>
                                          <p:spTgt spid="32"/>
                                        </p:tgtEl>
                                        <p:attrNameLst>
                                          <p:attrName>ppt_x</p:attrName>
                                        </p:attrNameLst>
                                      </p:cBhvr>
                                      <p:tavLst>
                                        <p:tav tm="0">
                                          <p:val>
                                            <p:strVal val="#ppt_x-0.25"/>
                                          </p:val>
                                        </p:tav>
                                        <p:tav tm="100000">
                                          <p:val>
                                            <p:strVal val="#ppt_x"/>
                                          </p:val>
                                        </p:tav>
                                      </p:tavLst>
                                    </p:anim>
                                    <p:anim calcmode="lin" valueType="num">
                                      <p:cBhvr>
                                        <p:cTn id="425" dur="664" tmFilter="0.0,0.0; 0.25,0.07; 0.50,0.2; 0.75,0.467; 1.0,1.0">
                                          <p:stCondLst>
                                            <p:cond delay="0"/>
                                          </p:stCondLst>
                                        </p:cTn>
                                        <p:tgtEl>
                                          <p:spTgt spid="32"/>
                                        </p:tgtEl>
                                        <p:attrNameLst>
                                          <p:attrName>ppt_y</p:attrName>
                                        </p:attrNameLst>
                                      </p:cBhvr>
                                      <p:tavLst>
                                        <p:tav tm="0" fmla="#ppt_y-sin(pi*$)/3">
                                          <p:val>
                                            <p:fltVal val="0.5"/>
                                          </p:val>
                                        </p:tav>
                                        <p:tav tm="100000">
                                          <p:val>
                                            <p:fltVal val="1"/>
                                          </p:val>
                                        </p:tav>
                                      </p:tavLst>
                                    </p:anim>
                                    <p:anim calcmode="lin" valueType="num">
                                      <p:cBhvr>
                                        <p:cTn id="426" dur="664" tmFilter="0, 0; 0.125,0.2665; 0.25,0.4; 0.375,0.465; 0.5,0.5;  0.625,0.535; 0.75,0.6; 0.875,0.7335; 1,1">
                                          <p:stCondLst>
                                            <p:cond delay="664"/>
                                          </p:stCondLst>
                                        </p:cTn>
                                        <p:tgtEl>
                                          <p:spTgt spid="32"/>
                                        </p:tgtEl>
                                        <p:attrNameLst>
                                          <p:attrName>ppt_y</p:attrName>
                                        </p:attrNameLst>
                                      </p:cBhvr>
                                      <p:tavLst>
                                        <p:tav tm="0" fmla="#ppt_y-sin(pi*$)/9">
                                          <p:val>
                                            <p:fltVal val="0"/>
                                          </p:val>
                                        </p:tav>
                                        <p:tav tm="100000">
                                          <p:val>
                                            <p:fltVal val="1"/>
                                          </p:val>
                                        </p:tav>
                                      </p:tavLst>
                                    </p:anim>
                                    <p:anim calcmode="lin" valueType="num">
                                      <p:cBhvr>
                                        <p:cTn id="427" dur="332" tmFilter="0, 0; 0.125,0.2665; 0.25,0.4; 0.375,0.465; 0.5,0.5;  0.625,0.535; 0.75,0.6; 0.875,0.7335; 1,1">
                                          <p:stCondLst>
                                            <p:cond delay="1324"/>
                                          </p:stCondLst>
                                        </p:cTn>
                                        <p:tgtEl>
                                          <p:spTgt spid="32"/>
                                        </p:tgtEl>
                                        <p:attrNameLst>
                                          <p:attrName>ppt_y</p:attrName>
                                        </p:attrNameLst>
                                      </p:cBhvr>
                                      <p:tavLst>
                                        <p:tav tm="0" fmla="#ppt_y-sin(pi*$)/27">
                                          <p:val>
                                            <p:fltVal val="0"/>
                                          </p:val>
                                        </p:tav>
                                        <p:tav tm="100000">
                                          <p:val>
                                            <p:fltVal val="1"/>
                                          </p:val>
                                        </p:tav>
                                      </p:tavLst>
                                    </p:anim>
                                    <p:anim calcmode="lin" valueType="num">
                                      <p:cBhvr>
                                        <p:cTn id="428" dur="164" tmFilter="0, 0; 0.125,0.2665; 0.25,0.4; 0.375,0.465; 0.5,0.5;  0.625,0.535; 0.75,0.6; 0.875,0.7335; 1,1">
                                          <p:stCondLst>
                                            <p:cond delay="1656"/>
                                          </p:stCondLst>
                                        </p:cTn>
                                        <p:tgtEl>
                                          <p:spTgt spid="32"/>
                                        </p:tgtEl>
                                        <p:attrNameLst>
                                          <p:attrName>ppt_y</p:attrName>
                                        </p:attrNameLst>
                                      </p:cBhvr>
                                      <p:tavLst>
                                        <p:tav tm="0" fmla="#ppt_y-sin(pi*$)/81">
                                          <p:val>
                                            <p:fltVal val="0"/>
                                          </p:val>
                                        </p:tav>
                                        <p:tav tm="100000">
                                          <p:val>
                                            <p:fltVal val="1"/>
                                          </p:val>
                                        </p:tav>
                                      </p:tavLst>
                                    </p:anim>
                                    <p:animScale>
                                      <p:cBhvr>
                                        <p:cTn id="429" dur="26">
                                          <p:stCondLst>
                                            <p:cond delay="650"/>
                                          </p:stCondLst>
                                        </p:cTn>
                                        <p:tgtEl>
                                          <p:spTgt spid="32"/>
                                        </p:tgtEl>
                                      </p:cBhvr>
                                      <p:to x="100000" y="60000"/>
                                    </p:animScale>
                                    <p:animScale>
                                      <p:cBhvr>
                                        <p:cTn id="430" dur="166" decel="50000">
                                          <p:stCondLst>
                                            <p:cond delay="676"/>
                                          </p:stCondLst>
                                        </p:cTn>
                                        <p:tgtEl>
                                          <p:spTgt spid="32"/>
                                        </p:tgtEl>
                                      </p:cBhvr>
                                      <p:to x="100000" y="100000"/>
                                    </p:animScale>
                                    <p:animScale>
                                      <p:cBhvr>
                                        <p:cTn id="431" dur="26">
                                          <p:stCondLst>
                                            <p:cond delay="1312"/>
                                          </p:stCondLst>
                                        </p:cTn>
                                        <p:tgtEl>
                                          <p:spTgt spid="32"/>
                                        </p:tgtEl>
                                      </p:cBhvr>
                                      <p:to x="100000" y="80000"/>
                                    </p:animScale>
                                    <p:animScale>
                                      <p:cBhvr>
                                        <p:cTn id="432" dur="166" decel="50000">
                                          <p:stCondLst>
                                            <p:cond delay="1338"/>
                                          </p:stCondLst>
                                        </p:cTn>
                                        <p:tgtEl>
                                          <p:spTgt spid="32"/>
                                        </p:tgtEl>
                                      </p:cBhvr>
                                      <p:to x="100000" y="100000"/>
                                    </p:animScale>
                                    <p:animScale>
                                      <p:cBhvr>
                                        <p:cTn id="433" dur="26">
                                          <p:stCondLst>
                                            <p:cond delay="1642"/>
                                          </p:stCondLst>
                                        </p:cTn>
                                        <p:tgtEl>
                                          <p:spTgt spid="32"/>
                                        </p:tgtEl>
                                      </p:cBhvr>
                                      <p:to x="100000" y="90000"/>
                                    </p:animScale>
                                    <p:animScale>
                                      <p:cBhvr>
                                        <p:cTn id="434" dur="166" decel="50000">
                                          <p:stCondLst>
                                            <p:cond delay="1668"/>
                                          </p:stCondLst>
                                        </p:cTn>
                                        <p:tgtEl>
                                          <p:spTgt spid="32"/>
                                        </p:tgtEl>
                                      </p:cBhvr>
                                      <p:to x="100000" y="100000"/>
                                    </p:animScale>
                                    <p:animScale>
                                      <p:cBhvr>
                                        <p:cTn id="435" dur="26">
                                          <p:stCondLst>
                                            <p:cond delay="1808"/>
                                          </p:stCondLst>
                                        </p:cTn>
                                        <p:tgtEl>
                                          <p:spTgt spid="32"/>
                                        </p:tgtEl>
                                      </p:cBhvr>
                                      <p:to x="100000" y="95000"/>
                                    </p:animScale>
                                    <p:animScale>
                                      <p:cBhvr>
                                        <p:cTn id="436" dur="166" decel="50000">
                                          <p:stCondLst>
                                            <p:cond delay="1834"/>
                                          </p:stCondLst>
                                        </p:cTn>
                                        <p:tgtEl>
                                          <p:spTgt spid="32"/>
                                        </p:tgtEl>
                                      </p:cBhvr>
                                      <p:to x="100000" y="100000"/>
                                    </p:animScale>
                                  </p:childTnLst>
                                </p:cTn>
                              </p:par>
                              <p:par>
                                <p:cTn id="437" presetID="26" presetClass="entr" presetSubtype="0" fill="hold" grpId="0" nodeType="withEffect">
                                  <p:stCondLst>
                                    <p:cond delay="0"/>
                                  </p:stCondLst>
                                  <p:childTnLst>
                                    <p:set>
                                      <p:cBhvr>
                                        <p:cTn id="438" dur="1" fill="hold">
                                          <p:stCondLst>
                                            <p:cond delay="0"/>
                                          </p:stCondLst>
                                        </p:cTn>
                                        <p:tgtEl>
                                          <p:spTgt spid="33"/>
                                        </p:tgtEl>
                                        <p:attrNameLst>
                                          <p:attrName>style.visibility</p:attrName>
                                        </p:attrNameLst>
                                      </p:cBhvr>
                                      <p:to>
                                        <p:strVal val="visible"/>
                                      </p:to>
                                    </p:set>
                                    <p:animEffect transition="in" filter="wipe(down)">
                                      <p:cBhvr>
                                        <p:cTn id="439" dur="580">
                                          <p:stCondLst>
                                            <p:cond delay="0"/>
                                          </p:stCondLst>
                                        </p:cTn>
                                        <p:tgtEl>
                                          <p:spTgt spid="33"/>
                                        </p:tgtEl>
                                      </p:cBhvr>
                                    </p:animEffect>
                                    <p:anim calcmode="lin" valueType="num">
                                      <p:cBhvr>
                                        <p:cTn id="440" dur="1822" tmFilter="0,0; 0.14,0.36; 0.43,0.73; 0.71,0.91; 1.0,1.0">
                                          <p:stCondLst>
                                            <p:cond delay="0"/>
                                          </p:stCondLst>
                                        </p:cTn>
                                        <p:tgtEl>
                                          <p:spTgt spid="33"/>
                                        </p:tgtEl>
                                        <p:attrNameLst>
                                          <p:attrName>ppt_x</p:attrName>
                                        </p:attrNameLst>
                                      </p:cBhvr>
                                      <p:tavLst>
                                        <p:tav tm="0">
                                          <p:val>
                                            <p:strVal val="#ppt_x-0.25"/>
                                          </p:val>
                                        </p:tav>
                                        <p:tav tm="100000">
                                          <p:val>
                                            <p:strVal val="#ppt_x"/>
                                          </p:val>
                                        </p:tav>
                                      </p:tavLst>
                                    </p:anim>
                                    <p:anim calcmode="lin" valueType="num">
                                      <p:cBhvr>
                                        <p:cTn id="441" dur="664" tmFilter="0.0,0.0; 0.25,0.07; 0.50,0.2; 0.75,0.467; 1.0,1.0">
                                          <p:stCondLst>
                                            <p:cond delay="0"/>
                                          </p:stCondLst>
                                        </p:cTn>
                                        <p:tgtEl>
                                          <p:spTgt spid="33"/>
                                        </p:tgtEl>
                                        <p:attrNameLst>
                                          <p:attrName>ppt_y</p:attrName>
                                        </p:attrNameLst>
                                      </p:cBhvr>
                                      <p:tavLst>
                                        <p:tav tm="0" fmla="#ppt_y-sin(pi*$)/3">
                                          <p:val>
                                            <p:fltVal val="0.5"/>
                                          </p:val>
                                        </p:tav>
                                        <p:tav tm="100000">
                                          <p:val>
                                            <p:fltVal val="1"/>
                                          </p:val>
                                        </p:tav>
                                      </p:tavLst>
                                    </p:anim>
                                    <p:anim calcmode="lin" valueType="num">
                                      <p:cBhvr>
                                        <p:cTn id="442" dur="664" tmFilter="0, 0; 0.125,0.2665; 0.25,0.4; 0.375,0.465; 0.5,0.5;  0.625,0.535; 0.75,0.6; 0.875,0.7335; 1,1">
                                          <p:stCondLst>
                                            <p:cond delay="664"/>
                                          </p:stCondLst>
                                        </p:cTn>
                                        <p:tgtEl>
                                          <p:spTgt spid="33"/>
                                        </p:tgtEl>
                                        <p:attrNameLst>
                                          <p:attrName>ppt_y</p:attrName>
                                        </p:attrNameLst>
                                      </p:cBhvr>
                                      <p:tavLst>
                                        <p:tav tm="0" fmla="#ppt_y-sin(pi*$)/9">
                                          <p:val>
                                            <p:fltVal val="0"/>
                                          </p:val>
                                        </p:tav>
                                        <p:tav tm="100000">
                                          <p:val>
                                            <p:fltVal val="1"/>
                                          </p:val>
                                        </p:tav>
                                      </p:tavLst>
                                    </p:anim>
                                    <p:anim calcmode="lin" valueType="num">
                                      <p:cBhvr>
                                        <p:cTn id="443" dur="332" tmFilter="0, 0; 0.125,0.2665; 0.25,0.4; 0.375,0.465; 0.5,0.5;  0.625,0.535; 0.75,0.6; 0.875,0.7335; 1,1">
                                          <p:stCondLst>
                                            <p:cond delay="1324"/>
                                          </p:stCondLst>
                                        </p:cTn>
                                        <p:tgtEl>
                                          <p:spTgt spid="33"/>
                                        </p:tgtEl>
                                        <p:attrNameLst>
                                          <p:attrName>ppt_y</p:attrName>
                                        </p:attrNameLst>
                                      </p:cBhvr>
                                      <p:tavLst>
                                        <p:tav tm="0" fmla="#ppt_y-sin(pi*$)/27">
                                          <p:val>
                                            <p:fltVal val="0"/>
                                          </p:val>
                                        </p:tav>
                                        <p:tav tm="100000">
                                          <p:val>
                                            <p:fltVal val="1"/>
                                          </p:val>
                                        </p:tav>
                                      </p:tavLst>
                                    </p:anim>
                                    <p:anim calcmode="lin" valueType="num">
                                      <p:cBhvr>
                                        <p:cTn id="444" dur="164" tmFilter="0, 0; 0.125,0.2665; 0.25,0.4; 0.375,0.465; 0.5,0.5;  0.625,0.535; 0.75,0.6; 0.875,0.7335; 1,1">
                                          <p:stCondLst>
                                            <p:cond delay="1656"/>
                                          </p:stCondLst>
                                        </p:cTn>
                                        <p:tgtEl>
                                          <p:spTgt spid="33"/>
                                        </p:tgtEl>
                                        <p:attrNameLst>
                                          <p:attrName>ppt_y</p:attrName>
                                        </p:attrNameLst>
                                      </p:cBhvr>
                                      <p:tavLst>
                                        <p:tav tm="0" fmla="#ppt_y-sin(pi*$)/81">
                                          <p:val>
                                            <p:fltVal val="0"/>
                                          </p:val>
                                        </p:tav>
                                        <p:tav tm="100000">
                                          <p:val>
                                            <p:fltVal val="1"/>
                                          </p:val>
                                        </p:tav>
                                      </p:tavLst>
                                    </p:anim>
                                    <p:animScale>
                                      <p:cBhvr>
                                        <p:cTn id="445" dur="26">
                                          <p:stCondLst>
                                            <p:cond delay="650"/>
                                          </p:stCondLst>
                                        </p:cTn>
                                        <p:tgtEl>
                                          <p:spTgt spid="33"/>
                                        </p:tgtEl>
                                      </p:cBhvr>
                                      <p:to x="100000" y="60000"/>
                                    </p:animScale>
                                    <p:animScale>
                                      <p:cBhvr>
                                        <p:cTn id="446" dur="166" decel="50000">
                                          <p:stCondLst>
                                            <p:cond delay="676"/>
                                          </p:stCondLst>
                                        </p:cTn>
                                        <p:tgtEl>
                                          <p:spTgt spid="33"/>
                                        </p:tgtEl>
                                      </p:cBhvr>
                                      <p:to x="100000" y="100000"/>
                                    </p:animScale>
                                    <p:animScale>
                                      <p:cBhvr>
                                        <p:cTn id="447" dur="26">
                                          <p:stCondLst>
                                            <p:cond delay="1312"/>
                                          </p:stCondLst>
                                        </p:cTn>
                                        <p:tgtEl>
                                          <p:spTgt spid="33"/>
                                        </p:tgtEl>
                                      </p:cBhvr>
                                      <p:to x="100000" y="80000"/>
                                    </p:animScale>
                                    <p:animScale>
                                      <p:cBhvr>
                                        <p:cTn id="448" dur="166" decel="50000">
                                          <p:stCondLst>
                                            <p:cond delay="1338"/>
                                          </p:stCondLst>
                                        </p:cTn>
                                        <p:tgtEl>
                                          <p:spTgt spid="33"/>
                                        </p:tgtEl>
                                      </p:cBhvr>
                                      <p:to x="100000" y="100000"/>
                                    </p:animScale>
                                    <p:animScale>
                                      <p:cBhvr>
                                        <p:cTn id="449" dur="26">
                                          <p:stCondLst>
                                            <p:cond delay="1642"/>
                                          </p:stCondLst>
                                        </p:cTn>
                                        <p:tgtEl>
                                          <p:spTgt spid="33"/>
                                        </p:tgtEl>
                                      </p:cBhvr>
                                      <p:to x="100000" y="90000"/>
                                    </p:animScale>
                                    <p:animScale>
                                      <p:cBhvr>
                                        <p:cTn id="450" dur="166" decel="50000">
                                          <p:stCondLst>
                                            <p:cond delay="1668"/>
                                          </p:stCondLst>
                                        </p:cTn>
                                        <p:tgtEl>
                                          <p:spTgt spid="33"/>
                                        </p:tgtEl>
                                      </p:cBhvr>
                                      <p:to x="100000" y="100000"/>
                                    </p:animScale>
                                    <p:animScale>
                                      <p:cBhvr>
                                        <p:cTn id="451" dur="26">
                                          <p:stCondLst>
                                            <p:cond delay="1808"/>
                                          </p:stCondLst>
                                        </p:cTn>
                                        <p:tgtEl>
                                          <p:spTgt spid="33"/>
                                        </p:tgtEl>
                                      </p:cBhvr>
                                      <p:to x="100000" y="95000"/>
                                    </p:animScale>
                                    <p:animScale>
                                      <p:cBhvr>
                                        <p:cTn id="452" dur="166" decel="50000">
                                          <p:stCondLst>
                                            <p:cond delay="1834"/>
                                          </p:stCondLst>
                                        </p:cTn>
                                        <p:tgtEl>
                                          <p:spTgt spid="33"/>
                                        </p:tgtEl>
                                      </p:cBhvr>
                                      <p:to x="100000" y="100000"/>
                                    </p:animScale>
                                  </p:childTnLst>
                                </p:cTn>
                              </p:par>
                              <p:par>
                                <p:cTn id="453" presetID="26" presetClass="entr" presetSubtype="0" fill="hold" grpId="0" nodeType="withEffect">
                                  <p:stCondLst>
                                    <p:cond delay="0"/>
                                  </p:stCondLst>
                                  <p:childTnLst>
                                    <p:set>
                                      <p:cBhvr>
                                        <p:cTn id="454" dur="1" fill="hold">
                                          <p:stCondLst>
                                            <p:cond delay="0"/>
                                          </p:stCondLst>
                                        </p:cTn>
                                        <p:tgtEl>
                                          <p:spTgt spid="34"/>
                                        </p:tgtEl>
                                        <p:attrNameLst>
                                          <p:attrName>style.visibility</p:attrName>
                                        </p:attrNameLst>
                                      </p:cBhvr>
                                      <p:to>
                                        <p:strVal val="visible"/>
                                      </p:to>
                                    </p:set>
                                    <p:animEffect transition="in" filter="wipe(down)">
                                      <p:cBhvr>
                                        <p:cTn id="455" dur="580">
                                          <p:stCondLst>
                                            <p:cond delay="0"/>
                                          </p:stCondLst>
                                        </p:cTn>
                                        <p:tgtEl>
                                          <p:spTgt spid="34"/>
                                        </p:tgtEl>
                                      </p:cBhvr>
                                    </p:animEffect>
                                    <p:anim calcmode="lin" valueType="num">
                                      <p:cBhvr>
                                        <p:cTn id="456" dur="1822" tmFilter="0,0; 0.14,0.36; 0.43,0.73; 0.71,0.91; 1.0,1.0">
                                          <p:stCondLst>
                                            <p:cond delay="0"/>
                                          </p:stCondLst>
                                        </p:cTn>
                                        <p:tgtEl>
                                          <p:spTgt spid="34"/>
                                        </p:tgtEl>
                                        <p:attrNameLst>
                                          <p:attrName>ppt_x</p:attrName>
                                        </p:attrNameLst>
                                      </p:cBhvr>
                                      <p:tavLst>
                                        <p:tav tm="0">
                                          <p:val>
                                            <p:strVal val="#ppt_x-0.25"/>
                                          </p:val>
                                        </p:tav>
                                        <p:tav tm="100000">
                                          <p:val>
                                            <p:strVal val="#ppt_x"/>
                                          </p:val>
                                        </p:tav>
                                      </p:tavLst>
                                    </p:anim>
                                    <p:anim calcmode="lin" valueType="num">
                                      <p:cBhvr>
                                        <p:cTn id="457" dur="664" tmFilter="0.0,0.0; 0.25,0.07; 0.50,0.2; 0.75,0.467; 1.0,1.0">
                                          <p:stCondLst>
                                            <p:cond delay="0"/>
                                          </p:stCondLst>
                                        </p:cTn>
                                        <p:tgtEl>
                                          <p:spTgt spid="34"/>
                                        </p:tgtEl>
                                        <p:attrNameLst>
                                          <p:attrName>ppt_y</p:attrName>
                                        </p:attrNameLst>
                                      </p:cBhvr>
                                      <p:tavLst>
                                        <p:tav tm="0" fmla="#ppt_y-sin(pi*$)/3">
                                          <p:val>
                                            <p:fltVal val="0.5"/>
                                          </p:val>
                                        </p:tav>
                                        <p:tav tm="100000">
                                          <p:val>
                                            <p:fltVal val="1"/>
                                          </p:val>
                                        </p:tav>
                                      </p:tavLst>
                                    </p:anim>
                                    <p:anim calcmode="lin" valueType="num">
                                      <p:cBhvr>
                                        <p:cTn id="458" dur="664" tmFilter="0, 0; 0.125,0.2665; 0.25,0.4; 0.375,0.465; 0.5,0.5;  0.625,0.535; 0.75,0.6; 0.875,0.7335; 1,1">
                                          <p:stCondLst>
                                            <p:cond delay="664"/>
                                          </p:stCondLst>
                                        </p:cTn>
                                        <p:tgtEl>
                                          <p:spTgt spid="34"/>
                                        </p:tgtEl>
                                        <p:attrNameLst>
                                          <p:attrName>ppt_y</p:attrName>
                                        </p:attrNameLst>
                                      </p:cBhvr>
                                      <p:tavLst>
                                        <p:tav tm="0" fmla="#ppt_y-sin(pi*$)/9">
                                          <p:val>
                                            <p:fltVal val="0"/>
                                          </p:val>
                                        </p:tav>
                                        <p:tav tm="100000">
                                          <p:val>
                                            <p:fltVal val="1"/>
                                          </p:val>
                                        </p:tav>
                                      </p:tavLst>
                                    </p:anim>
                                    <p:anim calcmode="lin" valueType="num">
                                      <p:cBhvr>
                                        <p:cTn id="459" dur="332" tmFilter="0, 0; 0.125,0.2665; 0.25,0.4; 0.375,0.465; 0.5,0.5;  0.625,0.535; 0.75,0.6; 0.875,0.7335; 1,1">
                                          <p:stCondLst>
                                            <p:cond delay="1324"/>
                                          </p:stCondLst>
                                        </p:cTn>
                                        <p:tgtEl>
                                          <p:spTgt spid="34"/>
                                        </p:tgtEl>
                                        <p:attrNameLst>
                                          <p:attrName>ppt_y</p:attrName>
                                        </p:attrNameLst>
                                      </p:cBhvr>
                                      <p:tavLst>
                                        <p:tav tm="0" fmla="#ppt_y-sin(pi*$)/27">
                                          <p:val>
                                            <p:fltVal val="0"/>
                                          </p:val>
                                        </p:tav>
                                        <p:tav tm="100000">
                                          <p:val>
                                            <p:fltVal val="1"/>
                                          </p:val>
                                        </p:tav>
                                      </p:tavLst>
                                    </p:anim>
                                    <p:anim calcmode="lin" valueType="num">
                                      <p:cBhvr>
                                        <p:cTn id="460" dur="164" tmFilter="0, 0; 0.125,0.2665; 0.25,0.4; 0.375,0.465; 0.5,0.5;  0.625,0.535; 0.75,0.6; 0.875,0.7335; 1,1">
                                          <p:stCondLst>
                                            <p:cond delay="1656"/>
                                          </p:stCondLst>
                                        </p:cTn>
                                        <p:tgtEl>
                                          <p:spTgt spid="34"/>
                                        </p:tgtEl>
                                        <p:attrNameLst>
                                          <p:attrName>ppt_y</p:attrName>
                                        </p:attrNameLst>
                                      </p:cBhvr>
                                      <p:tavLst>
                                        <p:tav tm="0" fmla="#ppt_y-sin(pi*$)/81">
                                          <p:val>
                                            <p:fltVal val="0"/>
                                          </p:val>
                                        </p:tav>
                                        <p:tav tm="100000">
                                          <p:val>
                                            <p:fltVal val="1"/>
                                          </p:val>
                                        </p:tav>
                                      </p:tavLst>
                                    </p:anim>
                                    <p:animScale>
                                      <p:cBhvr>
                                        <p:cTn id="461" dur="26">
                                          <p:stCondLst>
                                            <p:cond delay="650"/>
                                          </p:stCondLst>
                                        </p:cTn>
                                        <p:tgtEl>
                                          <p:spTgt spid="34"/>
                                        </p:tgtEl>
                                      </p:cBhvr>
                                      <p:to x="100000" y="60000"/>
                                    </p:animScale>
                                    <p:animScale>
                                      <p:cBhvr>
                                        <p:cTn id="462" dur="166" decel="50000">
                                          <p:stCondLst>
                                            <p:cond delay="676"/>
                                          </p:stCondLst>
                                        </p:cTn>
                                        <p:tgtEl>
                                          <p:spTgt spid="34"/>
                                        </p:tgtEl>
                                      </p:cBhvr>
                                      <p:to x="100000" y="100000"/>
                                    </p:animScale>
                                    <p:animScale>
                                      <p:cBhvr>
                                        <p:cTn id="463" dur="26">
                                          <p:stCondLst>
                                            <p:cond delay="1312"/>
                                          </p:stCondLst>
                                        </p:cTn>
                                        <p:tgtEl>
                                          <p:spTgt spid="34"/>
                                        </p:tgtEl>
                                      </p:cBhvr>
                                      <p:to x="100000" y="80000"/>
                                    </p:animScale>
                                    <p:animScale>
                                      <p:cBhvr>
                                        <p:cTn id="464" dur="166" decel="50000">
                                          <p:stCondLst>
                                            <p:cond delay="1338"/>
                                          </p:stCondLst>
                                        </p:cTn>
                                        <p:tgtEl>
                                          <p:spTgt spid="34"/>
                                        </p:tgtEl>
                                      </p:cBhvr>
                                      <p:to x="100000" y="100000"/>
                                    </p:animScale>
                                    <p:animScale>
                                      <p:cBhvr>
                                        <p:cTn id="465" dur="26">
                                          <p:stCondLst>
                                            <p:cond delay="1642"/>
                                          </p:stCondLst>
                                        </p:cTn>
                                        <p:tgtEl>
                                          <p:spTgt spid="34"/>
                                        </p:tgtEl>
                                      </p:cBhvr>
                                      <p:to x="100000" y="90000"/>
                                    </p:animScale>
                                    <p:animScale>
                                      <p:cBhvr>
                                        <p:cTn id="466" dur="166" decel="50000">
                                          <p:stCondLst>
                                            <p:cond delay="1668"/>
                                          </p:stCondLst>
                                        </p:cTn>
                                        <p:tgtEl>
                                          <p:spTgt spid="34"/>
                                        </p:tgtEl>
                                      </p:cBhvr>
                                      <p:to x="100000" y="100000"/>
                                    </p:animScale>
                                    <p:animScale>
                                      <p:cBhvr>
                                        <p:cTn id="467" dur="26">
                                          <p:stCondLst>
                                            <p:cond delay="1808"/>
                                          </p:stCondLst>
                                        </p:cTn>
                                        <p:tgtEl>
                                          <p:spTgt spid="34"/>
                                        </p:tgtEl>
                                      </p:cBhvr>
                                      <p:to x="100000" y="95000"/>
                                    </p:animScale>
                                    <p:animScale>
                                      <p:cBhvr>
                                        <p:cTn id="468" dur="166" decel="50000">
                                          <p:stCondLst>
                                            <p:cond delay="1834"/>
                                          </p:stCondLst>
                                        </p:cTn>
                                        <p:tgtEl>
                                          <p:spTgt spid="34"/>
                                        </p:tgtEl>
                                      </p:cBhvr>
                                      <p:to x="100000" y="100000"/>
                                    </p:animScale>
                                  </p:childTnLst>
                                </p:cTn>
                              </p:par>
                              <p:par>
                                <p:cTn id="469" presetID="26" presetClass="entr" presetSubtype="0" fill="hold" grpId="0" nodeType="withEffect">
                                  <p:stCondLst>
                                    <p:cond delay="0"/>
                                  </p:stCondLst>
                                  <p:childTnLst>
                                    <p:set>
                                      <p:cBhvr>
                                        <p:cTn id="470" dur="1" fill="hold">
                                          <p:stCondLst>
                                            <p:cond delay="0"/>
                                          </p:stCondLst>
                                        </p:cTn>
                                        <p:tgtEl>
                                          <p:spTgt spid="35"/>
                                        </p:tgtEl>
                                        <p:attrNameLst>
                                          <p:attrName>style.visibility</p:attrName>
                                        </p:attrNameLst>
                                      </p:cBhvr>
                                      <p:to>
                                        <p:strVal val="visible"/>
                                      </p:to>
                                    </p:set>
                                    <p:animEffect transition="in" filter="wipe(down)">
                                      <p:cBhvr>
                                        <p:cTn id="471" dur="580">
                                          <p:stCondLst>
                                            <p:cond delay="0"/>
                                          </p:stCondLst>
                                        </p:cTn>
                                        <p:tgtEl>
                                          <p:spTgt spid="35"/>
                                        </p:tgtEl>
                                      </p:cBhvr>
                                    </p:animEffect>
                                    <p:anim calcmode="lin" valueType="num">
                                      <p:cBhvr>
                                        <p:cTn id="472" dur="1822" tmFilter="0,0; 0.14,0.36; 0.43,0.73; 0.71,0.91; 1.0,1.0">
                                          <p:stCondLst>
                                            <p:cond delay="0"/>
                                          </p:stCondLst>
                                        </p:cTn>
                                        <p:tgtEl>
                                          <p:spTgt spid="35"/>
                                        </p:tgtEl>
                                        <p:attrNameLst>
                                          <p:attrName>ppt_x</p:attrName>
                                        </p:attrNameLst>
                                      </p:cBhvr>
                                      <p:tavLst>
                                        <p:tav tm="0">
                                          <p:val>
                                            <p:strVal val="#ppt_x-0.25"/>
                                          </p:val>
                                        </p:tav>
                                        <p:tav tm="100000">
                                          <p:val>
                                            <p:strVal val="#ppt_x"/>
                                          </p:val>
                                        </p:tav>
                                      </p:tavLst>
                                    </p:anim>
                                    <p:anim calcmode="lin" valueType="num">
                                      <p:cBhvr>
                                        <p:cTn id="473" dur="664" tmFilter="0.0,0.0; 0.25,0.07; 0.50,0.2; 0.75,0.467; 1.0,1.0">
                                          <p:stCondLst>
                                            <p:cond delay="0"/>
                                          </p:stCondLst>
                                        </p:cTn>
                                        <p:tgtEl>
                                          <p:spTgt spid="35"/>
                                        </p:tgtEl>
                                        <p:attrNameLst>
                                          <p:attrName>ppt_y</p:attrName>
                                        </p:attrNameLst>
                                      </p:cBhvr>
                                      <p:tavLst>
                                        <p:tav tm="0" fmla="#ppt_y-sin(pi*$)/3">
                                          <p:val>
                                            <p:fltVal val="0.5"/>
                                          </p:val>
                                        </p:tav>
                                        <p:tav tm="100000">
                                          <p:val>
                                            <p:fltVal val="1"/>
                                          </p:val>
                                        </p:tav>
                                      </p:tavLst>
                                    </p:anim>
                                    <p:anim calcmode="lin" valueType="num">
                                      <p:cBhvr>
                                        <p:cTn id="474" dur="664" tmFilter="0, 0; 0.125,0.2665; 0.25,0.4; 0.375,0.465; 0.5,0.5;  0.625,0.535; 0.75,0.6; 0.875,0.7335; 1,1">
                                          <p:stCondLst>
                                            <p:cond delay="664"/>
                                          </p:stCondLst>
                                        </p:cTn>
                                        <p:tgtEl>
                                          <p:spTgt spid="35"/>
                                        </p:tgtEl>
                                        <p:attrNameLst>
                                          <p:attrName>ppt_y</p:attrName>
                                        </p:attrNameLst>
                                      </p:cBhvr>
                                      <p:tavLst>
                                        <p:tav tm="0" fmla="#ppt_y-sin(pi*$)/9">
                                          <p:val>
                                            <p:fltVal val="0"/>
                                          </p:val>
                                        </p:tav>
                                        <p:tav tm="100000">
                                          <p:val>
                                            <p:fltVal val="1"/>
                                          </p:val>
                                        </p:tav>
                                      </p:tavLst>
                                    </p:anim>
                                    <p:anim calcmode="lin" valueType="num">
                                      <p:cBhvr>
                                        <p:cTn id="475" dur="332" tmFilter="0, 0; 0.125,0.2665; 0.25,0.4; 0.375,0.465; 0.5,0.5;  0.625,0.535; 0.75,0.6; 0.875,0.7335; 1,1">
                                          <p:stCondLst>
                                            <p:cond delay="1324"/>
                                          </p:stCondLst>
                                        </p:cTn>
                                        <p:tgtEl>
                                          <p:spTgt spid="35"/>
                                        </p:tgtEl>
                                        <p:attrNameLst>
                                          <p:attrName>ppt_y</p:attrName>
                                        </p:attrNameLst>
                                      </p:cBhvr>
                                      <p:tavLst>
                                        <p:tav tm="0" fmla="#ppt_y-sin(pi*$)/27">
                                          <p:val>
                                            <p:fltVal val="0"/>
                                          </p:val>
                                        </p:tav>
                                        <p:tav tm="100000">
                                          <p:val>
                                            <p:fltVal val="1"/>
                                          </p:val>
                                        </p:tav>
                                      </p:tavLst>
                                    </p:anim>
                                    <p:anim calcmode="lin" valueType="num">
                                      <p:cBhvr>
                                        <p:cTn id="476" dur="164" tmFilter="0, 0; 0.125,0.2665; 0.25,0.4; 0.375,0.465; 0.5,0.5;  0.625,0.535; 0.75,0.6; 0.875,0.7335; 1,1">
                                          <p:stCondLst>
                                            <p:cond delay="1656"/>
                                          </p:stCondLst>
                                        </p:cTn>
                                        <p:tgtEl>
                                          <p:spTgt spid="35"/>
                                        </p:tgtEl>
                                        <p:attrNameLst>
                                          <p:attrName>ppt_y</p:attrName>
                                        </p:attrNameLst>
                                      </p:cBhvr>
                                      <p:tavLst>
                                        <p:tav tm="0" fmla="#ppt_y-sin(pi*$)/81">
                                          <p:val>
                                            <p:fltVal val="0"/>
                                          </p:val>
                                        </p:tav>
                                        <p:tav tm="100000">
                                          <p:val>
                                            <p:fltVal val="1"/>
                                          </p:val>
                                        </p:tav>
                                      </p:tavLst>
                                    </p:anim>
                                    <p:animScale>
                                      <p:cBhvr>
                                        <p:cTn id="477" dur="26">
                                          <p:stCondLst>
                                            <p:cond delay="650"/>
                                          </p:stCondLst>
                                        </p:cTn>
                                        <p:tgtEl>
                                          <p:spTgt spid="35"/>
                                        </p:tgtEl>
                                      </p:cBhvr>
                                      <p:to x="100000" y="60000"/>
                                    </p:animScale>
                                    <p:animScale>
                                      <p:cBhvr>
                                        <p:cTn id="478" dur="166" decel="50000">
                                          <p:stCondLst>
                                            <p:cond delay="676"/>
                                          </p:stCondLst>
                                        </p:cTn>
                                        <p:tgtEl>
                                          <p:spTgt spid="35"/>
                                        </p:tgtEl>
                                      </p:cBhvr>
                                      <p:to x="100000" y="100000"/>
                                    </p:animScale>
                                    <p:animScale>
                                      <p:cBhvr>
                                        <p:cTn id="479" dur="26">
                                          <p:stCondLst>
                                            <p:cond delay="1312"/>
                                          </p:stCondLst>
                                        </p:cTn>
                                        <p:tgtEl>
                                          <p:spTgt spid="35"/>
                                        </p:tgtEl>
                                      </p:cBhvr>
                                      <p:to x="100000" y="80000"/>
                                    </p:animScale>
                                    <p:animScale>
                                      <p:cBhvr>
                                        <p:cTn id="480" dur="166" decel="50000">
                                          <p:stCondLst>
                                            <p:cond delay="1338"/>
                                          </p:stCondLst>
                                        </p:cTn>
                                        <p:tgtEl>
                                          <p:spTgt spid="35"/>
                                        </p:tgtEl>
                                      </p:cBhvr>
                                      <p:to x="100000" y="100000"/>
                                    </p:animScale>
                                    <p:animScale>
                                      <p:cBhvr>
                                        <p:cTn id="481" dur="26">
                                          <p:stCondLst>
                                            <p:cond delay="1642"/>
                                          </p:stCondLst>
                                        </p:cTn>
                                        <p:tgtEl>
                                          <p:spTgt spid="35"/>
                                        </p:tgtEl>
                                      </p:cBhvr>
                                      <p:to x="100000" y="90000"/>
                                    </p:animScale>
                                    <p:animScale>
                                      <p:cBhvr>
                                        <p:cTn id="482" dur="166" decel="50000">
                                          <p:stCondLst>
                                            <p:cond delay="1668"/>
                                          </p:stCondLst>
                                        </p:cTn>
                                        <p:tgtEl>
                                          <p:spTgt spid="35"/>
                                        </p:tgtEl>
                                      </p:cBhvr>
                                      <p:to x="100000" y="100000"/>
                                    </p:animScale>
                                    <p:animScale>
                                      <p:cBhvr>
                                        <p:cTn id="483" dur="26">
                                          <p:stCondLst>
                                            <p:cond delay="1808"/>
                                          </p:stCondLst>
                                        </p:cTn>
                                        <p:tgtEl>
                                          <p:spTgt spid="35"/>
                                        </p:tgtEl>
                                      </p:cBhvr>
                                      <p:to x="100000" y="95000"/>
                                    </p:animScale>
                                    <p:animScale>
                                      <p:cBhvr>
                                        <p:cTn id="484" dur="166" decel="50000">
                                          <p:stCondLst>
                                            <p:cond delay="1834"/>
                                          </p:stCondLst>
                                        </p:cTn>
                                        <p:tgtEl>
                                          <p:spTgt spid="35"/>
                                        </p:tgtEl>
                                      </p:cBhvr>
                                      <p:to x="100000" y="100000"/>
                                    </p:animScale>
                                  </p:childTnLst>
                                </p:cTn>
                              </p:par>
                              <p:par>
                                <p:cTn id="485" presetID="26" presetClass="entr" presetSubtype="0" fill="hold" grpId="0" nodeType="withEffect">
                                  <p:stCondLst>
                                    <p:cond delay="0"/>
                                  </p:stCondLst>
                                  <p:childTnLst>
                                    <p:set>
                                      <p:cBhvr>
                                        <p:cTn id="486" dur="1" fill="hold">
                                          <p:stCondLst>
                                            <p:cond delay="0"/>
                                          </p:stCondLst>
                                        </p:cTn>
                                        <p:tgtEl>
                                          <p:spTgt spid="36"/>
                                        </p:tgtEl>
                                        <p:attrNameLst>
                                          <p:attrName>style.visibility</p:attrName>
                                        </p:attrNameLst>
                                      </p:cBhvr>
                                      <p:to>
                                        <p:strVal val="visible"/>
                                      </p:to>
                                    </p:set>
                                    <p:animEffect transition="in" filter="wipe(down)">
                                      <p:cBhvr>
                                        <p:cTn id="487" dur="580">
                                          <p:stCondLst>
                                            <p:cond delay="0"/>
                                          </p:stCondLst>
                                        </p:cTn>
                                        <p:tgtEl>
                                          <p:spTgt spid="36"/>
                                        </p:tgtEl>
                                      </p:cBhvr>
                                    </p:animEffect>
                                    <p:anim calcmode="lin" valueType="num">
                                      <p:cBhvr>
                                        <p:cTn id="488" dur="1822" tmFilter="0,0; 0.14,0.36; 0.43,0.73; 0.71,0.91; 1.0,1.0">
                                          <p:stCondLst>
                                            <p:cond delay="0"/>
                                          </p:stCondLst>
                                        </p:cTn>
                                        <p:tgtEl>
                                          <p:spTgt spid="36"/>
                                        </p:tgtEl>
                                        <p:attrNameLst>
                                          <p:attrName>ppt_x</p:attrName>
                                        </p:attrNameLst>
                                      </p:cBhvr>
                                      <p:tavLst>
                                        <p:tav tm="0">
                                          <p:val>
                                            <p:strVal val="#ppt_x-0.25"/>
                                          </p:val>
                                        </p:tav>
                                        <p:tav tm="100000">
                                          <p:val>
                                            <p:strVal val="#ppt_x"/>
                                          </p:val>
                                        </p:tav>
                                      </p:tavLst>
                                    </p:anim>
                                    <p:anim calcmode="lin" valueType="num">
                                      <p:cBhvr>
                                        <p:cTn id="489" dur="664" tmFilter="0.0,0.0; 0.25,0.07; 0.50,0.2; 0.75,0.467; 1.0,1.0">
                                          <p:stCondLst>
                                            <p:cond delay="0"/>
                                          </p:stCondLst>
                                        </p:cTn>
                                        <p:tgtEl>
                                          <p:spTgt spid="36"/>
                                        </p:tgtEl>
                                        <p:attrNameLst>
                                          <p:attrName>ppt_y</p:attrName>
                                        </p:attrNameLst>
                                      </p:cBhvr>
                                      <p:tavLst>
                                        <p:tav tm="0" fmla="#ppt_y-sin(pi*$)/3">
                                          <p:val>
                                            <p:fltVal val="0.5"/>
                                          </p:val>
                                        </p:tav>
                                        <p:tav tm="100000">
                                          <p:val>
                                            <p:fltVal val="1"/>
                                          </p:val>
                                        </p:tav>
                                      </p:tavLst>
                                    </p:anim>
                                    <p:anim calcmode="lin" valueType="num">
                                      <p:cBhvr>
                                        <p:cTn id="490" dur="664" tmFilter="0, 0; 0.125,0.2665; 0.25,0.4; 0.375,0.465; 0.5,0.5;  0.625,0.535; 0.75,0.6; 0.875,0.7335; 1,1">
                                          <p:stCondLst>
                                            <p:cond delay="664"/>
                                          </p:stCondLst>
                                        </p:cTn>
                                        <p:tgtEl>
                                          <p:spTgt spid="36"/>
                                        </p:tgtEl>
                                        <p:attrNameLst>
                                          <p:attrName>ppt_y</p:attrName>
                                        </p:attrNameLst>
                                      </p:cBhvr>
                                      <p:tavLst>
                                        <p:tav tm="0" fmla="#ppt_y-sin(pi*$)/9">
                                          <p:val>
                                            <p:fltVal val="0"/>
                                          </p:val>
                                        </p:tav>
                                        <p:tav tm="100000">
                                          <p:val>
                                            <p:fltVal val="1"/>
                                          </p:val>
                                        </p:tav>
                                      </p:tavLst>
                                    </p:anim>
                                    <p:anim calcmode="lin" valueType="num">
                                      <p:cBhvr>
                                        <p:cTn id="491" dur="332" tmFilter="0, 0; 0.125,0.2665; 0.25,0.4; 0.375,0.465; 0.5,0.5;  0.625,0.535; 0.75,0.6; 0.875,0.7335; 1,1">
                                          <p:stCondLst>
                                            <p:cond delay="1324"/>
                                          </p:stCondLst>
                                        </p:cTn>
                                        <p:tgtEl>
                                          <p:spTgt spid="36"/>
                                        </p:tgtEl>
                                        <p:attrNameLst>
                                          <p:attrName>ppt_y</p:attrName>
                                        </p:attrNameLst>
                                      </p:cBhvr>
                                      <p:tavLst>
                                        <p:tav tm="0" fmla="#ppt_y-sin(pi*$)/27">
                                          <p:val>
                                            <p:fltVal val="0"/>
                                          </p:val>
                                        </p:tav>
                                        <p:tav tm="100000">
                                          <p:val>
                                            <p:fltVal val="1"/>
                                          </p:val>
                                        </p:tav>
                                      </p:tavLst>
                                    </p:anim>
                                    <p:anim calcmode="lin" valueType="num">
                                      <p:cBhvr>
                                        <p:cTn id="492" dur="164" tmFilter="0, 0; 0.125,0.2665; 0.25,0.4; 0.375,0.465; 0.5,0.5;  0.625,0.535; 0.75,0.6; 0.875,0.7335; 1,1">
                                          <p:stCondLst>
                                            <p:cond delay="1656"/>
                                          </p:stCondLst>
                                        </p:cTn>
                                        <p:tgtEl>
                                          <p:spTgt spid="36"/>
                                        </p:tgtEl>
                                        <p:attrNameLst>
                                          <p:attrName>ppt_y</p:attrName>
                                        </p:attrNameLst>
                                      </p:cBhvr>
                                      <p:tavLst>
                                        <p:tav tm="0" fmla="#ppt_y-sin(pi*$)/81">
                                          <p:val>
                                            <p:fltVal val="0"/>
                                          </p:val>
                                        </p:tav>
                                        <p:tav tm="100000">
                                          <p:val>
                                            <p:fltVal val="1"/>
                                          </p:val>
                                        </p:tav>
                                      </p:tavLst>
                                    </p:anim>
                                    <p:animScale>
                                      <p:cBhvr>
                                        <p:cTn id="493" dur="26">
                                          <p:stCondLst>
                                            <p:cond delay="650"/>
                                          </p:stCondLst>
                                        </p:cTn>
                                        <p:tgtEl>
                                          <p:spTgt spid="36"/>
                                        </p:tgtEl>
                                      </p:cBhvr>
                                      <p:to x="100000" y="60000"/>
                                    </p:animScale>
                                    <p:animScale>
                                      <p:cBhvr>
                                        <p:cTn id="494" dur="166" decel="50000">
                                          <p:stCondLst>
                                            <p:cond delay="676"/>
                                          </p:stCondLst>
                                        </p:cTn>
                                        <p:tgtEl>
                                          <p:spTgt spid="36"/>
                                        </p:tgtEl>
                                      </p:cBhvr>
                                      <p:to x="100000" y="100000"/>
                                    </p:animScale>
                                    <p:animScale>
                                      <p:cBhvr>
                                        <p:cTn id="495" dur="26">
                                          <p:stCondLst>
                                            <p:cond delay="1312"/>
                                          </p:stCondLst>
                                        </p:cTn>
                                        <p:tgtEl>
                                          <p:spTgt spid="36"/>
                                        </p:tgtEl>
                                      </p:cBhvr>
                                      <p:to x="100000" y="80000"/>
                                    </p:animScale>
                                    <p:animScale>
                                      <p:cBhvr>
                                        <p:cTn id="496" dur="166" decel="50000">
                                          <p:stCondLst>
                                            <p:cond delay="1338"/>
                                          </p:stCondLst>
                                        </p:cTn>
                                        <p:tgtEl>
                                          <p:spTgt spid="36"/>
                                        </p:tgtEl>
                                      </p:cBhvr>
                                      <p:to x="100000" y="100000"/>
                                    </p:animScale>
                                    <p:animScale>
                                      <p:cBhvr>
                                        <p:cTn id="497" dur="26">
                                          <p:stCondLst>
                                            <p:cond delay="1642"/>
                                          </p:stCondLst>
                                        </p:cTn>
                                        <p:tgtEl>
                                          <p:spTgt spid="36"/>
                                        </p:tgtEl>
                                      </p:cBhvr>
                                      <p:to x="100000" y="90000"/>
                                    </p:animScale>
                                    <p:animScale>
                                      <p:cBhvr>
                                        <p:cTn id="498" dur="166" decel="50000">
                                          <p:stCondLst>
                                            <p:cond delay="1668"/>
                                          </p:stCondLst>
                                        </p:cTn>
                                        <p:tgtEl>
                                          <p:spTgt spid="36"/>
                                        </p:tgtEl>
                                      </p:cBhvr>
                                      <p:to x="100000" y="100000"/>
                                    </p:animScale>
                                    <p:animScale>
                                      <p:cBhvr>
                                        <p:cTn id="499" dur="26">
                                          <p:stCondLst>
                                            <p:cond delay="1808"/>
                                          </p:stCondLst>
                                        </p:cTn>
                                        <p:tgtEl>
                                          <p:spTgt spid="36"/>
                                        </p:tgtEl>
                                      </p:cBhvr>
                                      <p:to x="100000" y="95000"/>
                                    </p:animScale>
                                    <p:animScale>
                                      <p:cBhvr>
                                        <p:cTn id="500" dur="166" decel="50000">
                                          <p:stCondLst>
                                            <p:cond delay="1834"/>
                                          </p:stCondLst>
                                        </p:cTn>
                                        <p:tgtEl>
                                          <p:spTgt spid="36"/>
                                        </p:tgtEl>
                                      </p:cBhvr>
                                      <p:to x="100000" y="100000"/>
                                    </p:animScale>
                                  </p:childTnLst>
                                </p:cTn>
                              </p:par>
                              <p:par>
                                <p:cTn id="501" presetID="26" presetClass="entr" presetSubtype="0" fill="hold" grpId="0" nodeType="withEffect">
                                  <p:stCondLst>
                                    <p:cond delay="0"/>
                                  </p:stCondLst>
                                  <p:childTnLst>
                                    <p:set>
                                      <p:cBhvr>
                                        <p:cTn id="502" dur="1" fill="hold">
                                          <p:stCondLst>
                                            <p:cond delay="0"/>
                                          </p:stCondLst>
                                        </p:cTn>
                                        <p:tgtEl>
                                          <p:spTgt spid="60"/>
                                        </p:tgtEl>
                                        <p:attrNameLst>
                                          <p:attrName>style.visibility</p:attrName>
                                        </p:attrNameLst>
                                      </p:cBhvr>
                                      <p:to>
                                        <p:strVal val="visible"/>
                                      </p:to>
                                    </p:set>
                                    <p:animEffect transition="in" filter="wipe(down)">
                                      <p:cBhvr>
                                        <p:cTn id="503" dur="580">
                                          <p:stCondLst>
                                            <p:cond delay="0"/>
                                          </p:stCondLst>
                                        </p:cTn>
                                        <p:tgtEl>
                                          <p:spTgt spid="60"/>
                                        </p:tgtEl>
                                      </p:cBhvr>
                                    </p:animEffect>
                                    <p:anim calcmode="lin" valueType="num">
                                      <p:cBhvr>
                                        <p:cTn id="504" dur="1822" tmFilter="0,0; 0.14,0.36; 0.43,0.73; 0.71,0.91; 1.0,1.0">
                                          <p:stCondLst>
                                            <p:cond delay="0"/>
                                          </p:stCondLst>
                                        </p:cTn>
                                        <p:tgtEl>
                                          <p:spTgt spid="60"/>
                                        </p:tgtEl>
                                        <p:attrNameLst>
                                          <p:attrName>ppt_x</p:attrName>
                                        </p:attrNameLst>
                                      </p:cBhvr>
                                      <p:tavLst>
                                        <p:tav tm="0">
                                          <p:val>
                                            <p:strVal val="#ppt_x-0.25"/>
                                          </p:val>
                                        </p:tav>
                                        <p:tav tm="100000">
                                          <p:val>
                                            <p:strVal val="#ppt_x"/>
                                          </p:val>
                                        </p:tav>
                                      </p:tavLst>
                                    </p:anim>
                                    <p:anim calcmode="lin" valueType="num">
                                      <p:cBhvr>
                                        <p:cTn id="505" dur="664" tmFilter="0.0,0.0; 0.25,0.07; 0.50,0.2; 0.75,0.467; 1.0,1.0">
                                          <p:stCondLst>
                                            <p:cond delay="0"/>
                                          </p:stCondLst>
                                        </p:cTn>
                                        <p:tgtEl>
                                          <p:spTgt spid="60"/>
                                        </p:tgtEl>
                                        <p:attrNameLst>
                                          <p:attrName>ppt_y</p:attrName>
                                        </p:attrNameLst>
                                      </p:cBhvr>
                                      <p:tavLst>
                                        <p:tav tm="0" fmla="#ppt_y-sin(pi*$)/3">
                                          <p:val>
                                            <p:fltVal val="0.5"/>
                                          </p:val>
                                        </p:tav>
                                        <p:tav tm="100000">
                                          <p:val>
                                            <p:fltVal val="1"/>
                                          </p:val>
                                        </p:tav>
                                      </p:tavLst>
                                    </p:anim>
                                    <p:anim calcmode="lin" valueType="num">
                                      <p:cBhvr>
                                        <p:cTn id="506" dur="664" tmFilter="0, 0; 0.125,0.2665; 0.25,0.4; 0.375,0.465; 0.5,0.5;  0.625,0.535; 0.75,0.6; 0.875,0.7335; 1,1">
                                          <p:stCondLst>
                                            <p:cond delay="664"/>
                                          </p:stCondLst>
                                        </p:cTn>
                                        <p:tgtEl>
                                          <p:spTgt spid="60"/>
                                        </p:tgtEl>
                                        <p:attrNameLst>
                                          <p:attrName>ppt_y</p:attrName>
                                        </p:attrNameLst>
                                      </p:cBhvr>
                                      <p:tavLst>
                                        <p:tav tm="0" fmla="#ppt_y-sin(pi*$)/9">
                                          <p:val>
                                            <p:fltVal val="0"/>
                                          </p:val>
                                        </p:tav>
                                        <p:tav tm="100000">
                                          <p:val>
                                            <p:fltVal val="1"/>
                                          </p:val>
                                        </p:tav>
                                      </p:tavLst>
                                    </p:anim>
                                    <p:anim calcmode="lin" valueType="num">
                                      <p:cBhvr>
                                        <p:cTn id="507" dur="332" tmFilter="0, 0; 0.125,0.2665; 0.25,0.4; 0.375,0.465; 0.5,0.5;  0.625,0.535; 0.75,0.6; 0.875,0.7335; 1,1">
                                          <p:stCondLst>
                                            <p:cond delay="1324"/>
                                          </p:stCondLst>
                                        </p:cTn>
                                        <p:tgtEl>
                                          <p:spTgt spid="60"/>
                                        </p:tgtEl>
                                        <p:attrNameLst>
                                          <p:attrName>ppt_y</p:attrName>
                                        </p:attrNameLst>
                                      </p:cBhvr>
                                      <p:tavLst>
                                        <p:tav tm="0" fmla="#ppt_y-sin(pi*$)/27">
                                          <p:val>
                                            <p:fltVal val="0"/>
                                          </p:val>
                                        </p:tav>
                                        <p:tav tm="100000">
                                          <p:val>
                                            <p:fltVal val="1"/>
                                          </p:val>
                                        </p:tav>
                                      </p:tavLst>
                                    </p:anim>
                                    <p:anim calcmode="lin" valueType="num">
                                      <p:cBhvr>
                                        <p:cTn id="508" dur="164" tmFilter="0, 0; 0.125,0.2665; 0.25,0.4; 0.375,0.465; 0.5,0.5;  0.625,0.535; 0.75,0.6; 0.875,0.7335; 1,1">
                                          <p:stCondLst>
                                            <p:cond delay="1656"/>
                                          </p:stCondLst>
                                        </p:cTn>
                                        <p:tgtEl>
                                          <p:spTgt spid="60"/>
                                        </p:tgtEl>
                                        <p:attrNameLst>
                                          <p:attrName>ppt_y</p:attrName>
                                        </p:attrNameLst>
                                      </p:cBhvr>
                                      <p:tavLst>
                                        <p:tav tm="0" fmla="#ppt_y-sin(pi*$)/81">
                                          <p:val>
                                            <p:fltVal val="0"/>
                                          </p:val>
                                        </p:tav>
                                        <p:tav tm="100000">
                                          <p:val>
                                            <p:fltVal val="1"/>
                                          </p:val>
                                        </p:tav>
                                      </p:tavLst>
                                    </p:anim>
                                    <p:animScale>
                                      <p:cBhvr>
                                        <p:cTn id="509" dur="26">
                                          <p:stCondLst>
                                            <p:cond delay="650"/>
                                          </p:stCondLst>
                                        </p:cTn>
                                        <p:tgtEl>
                                          <p:spTgt spid="60"/>
                                        </p:tgtEl>
                                      </p:cBhvr>
                                      <p:to x="100000" y="60000"/>
                                    </p:animScale>
                                    <p:animScale>
                                      <p:cBhvr>
                                        <p:cTn id="510" dur="166" decel="50000">
                                          <p:stCondLst>
                                            <p:cond delay="676"/>
                                          </p:stCondLst>
                                        </p:cTn>
                                        <p:tgtEl>
                                          <p:spTgt spid="60"/>
                                        </p:tgtEl>
                                      </p:cBhvr>
                                      <p:to x="100000" y="100000"/>
                                    </p:animScale>
                                    <p:animScale>
                                      <p:cBhvr>
                                        <p:cTn id="511" dur="26">
                                          <p:stCondLst>
                                            <p:cond delay="1312"/>
                                          </p:stCondLst>
                                        </p:cTn>
                                        <p:tgtEl>
                                          <p:spTgt spid="60"/>
                                        </p:tgtEl>
                                      </p:cBhvr>
                                      <p:to x="100000" y="80000"/>
                                    </p:animScale>
                                    <p:animScale>
                                      <p:cBhvr>
                                        <p:cTn id="512" dur="166" decel="50000">
                                          <p:stCondLst>
                                            <p:cond delay="1338"/>
                                          </p:stCondLst>
                                        </p:cTn>
                                        <p:tgtEl>
                                          <p:spTgt spid="60"/>
                                        </p:tgtEl>
                                      </p:cBhvr>
                                      <p:to x="100000" y="100000"/>
                                    </p:animScale>
                                    <p:animScale>
                                      <p:cBhvr>
                                        <p:cTn id="513" dur="26">
                                          <p:stCondLst>
                                            <p:cond delay="1642"/>
                                          </p:stCondLst>
                                        </p:cTn>
                                        <p:tgtEl>
                                          <p:spTgt spid="60"/>
                                        </p:tgtEl>
                                      </p:cBhvr>
                                      <p:to x="100000" y="90000"/>
                                    </p:animScale>
                                    <p:animScale>
                                      <p:cBhvr>
                                        <p:cTn id="514" dur="166" decel="50000">
                                          <p:stCondLst>
                                            <p:cond delay="1668"/>
                                          </p:stCondLst>
                                        </p:cTn>
                                        <p:tgtEl>
                                          <p:spTgt spid="60"/>
                                        </p:tgtEl>
                                      </p:cBhvr>
                                      <p:to x="100000" y="100000"/>
                                    </p:animScale>
                                    <p:animScale>
                                      <p:cBhvr>
                                        <p:cTn id="515" dur="26">
                                          <p:stCondLst>
                                            <p:cond delay="1808"/>
                                          </p:stCondLst>
                                        </p:cTn>
                                        <p:tgtEl>
                                          <p:spTgt spid="60"/>
                                        </p:tgtEl>
                                      </p:cBhvr>
                                      <p:to x="100000" y="95000"/>
                                    </p:animScale>
                                    <p:animScale>
                                      <p:cBhvr>
                                        <p:cTn id="516" dur="166" decel="50000">
                                          <p:stCondLst>
                                            <p:cond delay="1834"/>
                                          </p:stCondLst>
                                        </p:cTn>
                                        <p:tgtEl>
                                          <p:spTgt spid="60"/>
                                        </p:tgtEl>
                                      </p:cBhvr>
                                      <p:to x="100000" y="100000"/>
                                    </p:animScale>
                                  </p:childTnLst>
                                </p:cTn>
                              </p:par>
                              <p:par>
                                <p:cTn id="517" presetID="26" presetClass="entr" presetSubtype="0" fill="hold" grpId="0" nodeType="withEffect">
                                  <p:stCondLst>
                                    <p:cond delay="0"/>
                                  </p:stCondLst>
                                  <p:childTnLst>
                                    <p:set>
                                      <p:cBhvr>
                                        <p:cTn id="518" dur="1" fill="hold">
                                          <p:stCondLst>
                                            <p:cond delay="0"/>
                                          </p:stCondLst>
                                        </p:cTn>
                                        <p:tgtEl>
                                          <p:spTgt spid="70"/>
                                        </p:tgtEl>
                                        <p:attrNameLst>
                                          <p:attrName>style.visibility</p:attrName>
                                        </p:attrNameLst>
                                      </p:cBhvr>
                                      <p:to>
                                        <p:strVal val="visible"/>
                                      </p:to>
                                    </p:set>
                                    <p:animEffect transition="in" filter="wipe(down)">
                                      <p:cBhvr>
                                        <p:cTn id="519" dur="580">
                                          <p:stCondLst>
                                            <p:cond delay="0"/>
                                          </p:stCondLst>
                                        </p:cTn>
                                        <p:tgtEl>
                                          <p:spTgt spid="70"/>
                                        </p:tgtEl>
                                      </p:cBhvr>
                                    </p:animEffect>
                                    <p:anim calcmode="lin" valueType="num">
                                      <p:cBhvr>
                                        <p:cTn id="520" dur="1822" tmFilter="0,0; 0.14,0.36; 0.43,0.73; 0.71,0.91; 1.0,1.0">
                                          <p:stCondLst>
                                            <p:cond delay="0"/>
                                          </p:stCondLst>
                                        </p:cTn>
                                        <p:tgtEl>
                                          <p:spTgt spid="70"/>
                                        </p:tgtEl>
                                        <p:attrNameLst>
                                          <p:attrName>ppt_x</p:attrName>
                                        </p:attrNameLst>
                                      </p:cBhvr>
                                      <p:tavLst>
                                        <p:tav tm="0">
                                          <p:val>
                                            <p:strVal val="#ppt_x-0.25"/>
                                          </p:val>
                                        </p:tav>
                                        <p:tav tm="100000">
                                          <p:val>
                                            <p:strVal val="#ppt_x"/>
                                          </p:val>
                                        </p:tav>
                                      </p:tavLst>
                                    </p:anim>
                                    <p:anim calcmode="lin" valueType="num">
                                      <p:cBhvr>
                                        <p:cTn id="521" dur="664" tmFilter="0.0,0.0; 0.25,0.07; 0.50,0.2; 0.75,0.467; 1.0,1.0">
                                          <p:stCondLst>
                                            <p:cond delay="0"/>
                                          </p:stCondLst>
                                        </p:cTn>
                                        <p:tgtEl>
                                          <p:spTgt spid="70"/>
                                        </p:tgtEl>
                                        <p:attrNameLst>
                                          <p:attrName>ppt_y</p:attrName>
                                        </p:attrNameLst>
                                      </p:cBhvr>
                                      <p:tavLst>
                                        <p:tav tm="0" fmla="#ppt_y-sin(pi*$)/3">
                                          <p:val>
                                            <p:fltVal val="0.5"/>
                                          </p:val>
                                        </p:tav>
                                        <p:tav tm="100000">
                                          <p:val>
                                            <p:fltVal val="1"/>
                                          </p:val>
                                        </p:tav>
                                      </p:tavLst>
                                    </p:anim>
                                    <p:anim calcmode="lin" valueType="num">
                                      <p:cBhvr>
                                        <p:cTn id="522" dur="664" tmFilter="0, 0; 0.125,0.2665; 0.25,0.4; 0.375,0.465; 0.5,0.5;  0.625,0.535; 0.75,0.6; 0.875,0.7335; 1,1">
                                          <p:stCondLst>
                                            <p:cond delay="664"/>
                                          </p:stCondLst>
                                        </p:cTn>
                                        <p:tgtEl>
                                          <p:spTgt spid="70"/>
                                        </p:tgtEl>
                                        <p:attrNameLst>
                                          <p:attrName>ppt_y</p:attrName>
                                        </p:attrNameLst>
                                      </p:cBhvr>
                                      <p:tavLst>
                                        <p:tav tm="0" fmla="#ppt_y-sin(pi*$)/9">
                                          <p:val>
                                            <p:fltVal val="0"/>
                                          </p:val>
                                        </p:tav>
                                        <p:tav tm="100000">
                                          <p:val>
                                            <p:fltVal val="1"/>
                                          </p:val>
                                        </p:tav>
                                      </p:tavLst>
                                    </p:anim>
                                    <p:anim calcmode="lin" valueType="num">
                                      <p:cBhvr>
                                        <p:cTn id="523" dur="332" tmFilter="0, 0; 0.125,0.2665; 0.25,0.4; 0.375,0.465; 0.5,0.5;  0.625,0.535; 0.75,0.6; 0.875,0.7335; 1,1">
                                          <p:stCondLst>
                                            <p:cond delay="1324"/>
                                          </p:stCondLst>
                                        </p:cTn>
                                        <p:tgtEl>
                                          <p:spTgt spid="70"/>
                                        </p:tgtEl>
                                        <p:attrNameLst>
                                          <p:attrName>ppt_y</p:attrName>
                                        </p:attrNameLst>
                                      </p:cBhvr>
                                      <p:tavLst>
                                        <p:tav tm="0" fmla="#ppt_y-sin(pi*$)/27">
                                          <p:val>
                                            <p:fltVal val="0"/>
                                          </p:val>
                                        </p:tav>
                                        <p:tav tm="100000">
                                          <p:val>
                                            <p:fltVal val="1"/>
                                          </p:val>
                                        </p:tav>
                                      </p:tavLst>
                                    </p:anim>
                                    <p:anim calcmode="lin" valueType="num">
                                      <p:cBhvr>
                                        <p:cTn id="524" dur="164" tmFilter="0, 0; 0.125,0.2665; 0.25,0.4; 0.375,0.465; 0.5,0.5;  0.625,0.535; 0.75,0.6; 0.875,0.7335; 1,1">
                                          <p:stCondLst>
                                            <p:cond delay="1656"/>
                                          </p:stCondLst>
                                        </p:cTn>
                                        <p:tgtEl>
                                          <p:spTgt spid="70"/>
                                        </p:tgtEl>
                                        <p:attrNameLst>
                                          <p:attrName>ppt_y</p:attrName>
                                        </p:attrNameLst>
                                      </p:cBhvr>
                                      <p:tavLst>
                                        <p:tav tm="0" fmla="#ppt_y-sin(pi*$)/81">
                                          <p:val>
                                            <p:fltVal val="0"/>
                                          </p:val>
                                        </p:tav>
                                        <p:tav tm="100000">
                                          <p:val>
                                            <p:fltVal val="1"/>
                                          </p:val>
                                        </p:tav>
                                      </p:tavLst>
                                    </p:anim>
                                    <p:animScale>
                                      <p:cBhvr>
                                        <p:cTn id="525" dur="26">
                                          <p:stCondLst>
                                            <p:cond delay="650"/>
                                          </p:stCondLst>
                                        </p:cTn>
                                        <p:tgtEl>
                                          <p:spTgt spid="70"/>
                                        </p:tgtEl>
                                      </p:cBhvr>
                                      <p:to x="100000" y="60000"/>
                                    </p:animScale>
                                    <p:animScale>
                                      <p:cBhvr>
                                        <p:cTn id="526" dur="166" decel="50000">
                                          <p:stCondLst>
                                            <p:cond delay="676"/>
                                          </p:stCondLst>
                                        </p:cTn>
                                        <p:tgtEl>
                                          <p:spTgt spid="70"/>
                                        </p:tgtEl>
                                      </p:cBhvr>
                                      <p:to x="100000" y="100000"/>
                                    </p:animScale>
                                    <p:animScale>
                                      <p:cBhvr>
                                        <p:cTn id="527" dur="26">
                                          <p:stCondLst>
                                            <p:cond delay="1312"/>
                                          </p:stCondLst>
                                        </p:cTn>
                                        <p:tgtEl>
                                          <p:spTgt spid="70"/>
                                        </p:tgtEl>
                                      </p:cBhvr>
                                      <p:to x="100000" y="80000"/>
                                    </p:animScale>
                                    <p:animScale>
                                      <p:cBhvr>
                                        <p:cTn id="528" dur="166" decel="50000">
                                          <p:stCondLst>
                                            <p:cond delay="1338"/>
                                          </p:stCondLst>
                                        </p:cTn>
                                        <p:tgtEl>
                                          <p:spTgt spid="70"/>
                                        </p:tgtEl>
                                      </p:cBhvr>
                                      <p:to x="100000" y="100000"/>
                                    </p:animScale>
                                    <p:animScale>
                                      <p:cBhvr>
                                        <p:cTn id="529" dur="26">
                                          <p:stCondLst>
                                            <p:cond delay="1642"/>
                                          </p:stCondLst>
                                        </p:cTn>
                                        <p:tgtEl>
                                          <p:spTgt spid="70"/>
                                        </p:tgtEl>
                                      </p:cBhvr>
                                      <p:to x="100000" y="90000"/>
                                    </p:animScale>
                                    <p:animScale>
                                      <p:cBhvr>
                                        <p:cTn id="530" dur="166" decel="50000">
                                          <p:stCondLst>
                                            <p:cond delay="1668"/>
                                          </p:stCondLst>
                                        </p:cTn>
                                        <p:tgtEl>
                                          <p:spTgt spid="70"/>
                                        </p:tgtEl>
                                      </p:cBhvr>
                                      <p:to x="100000" y="100000"/>
                                    </p:animScale>
                                    <p:animScale>
                                      <p:cBhvr>
                                        <p:cTn id="531" dur="26">
                                          <p:stCondLst>
                                            <p:cond delay="1808"/>
                                          </p:stCondLst>
                                        </p:cTn>
                                        <p:tgtEl>
                                          <p:spTgt spid="70"/>
                                        </p:tgtEl>
                                      </p:cBhvr>
                                      <p:to x="100000" y="95000"/>
                                    </p:animScale>
                                    <p:animScale>
                                      <p:cBhvr>
                                        <p:cTn id="532" dur="166" decel="50000">
                                          <p:stCondLst>
                                            <p:cond delay="1834"/>
                                          </p:stCondLst>
                                        </p:cTn>
                                        <p:tgtEl>
                                          <p:spTgt spid="70"/>
                                        </p:tgtEl>
                                      </p:cBhvr>
                                      <p:to x="100000" y="100000"/>
                                    </p:animScale>
                                  </p:childTnLst>
                                </p:cTn>
                              </p:par>
                              <p:par>
                                <p:cTn id="533" presetID="26" presetClass="entr" presetSubtype="0" fill="hold" grpId="0" nodeType="withEffect">
                                  <p:stCondLst>
                                    <p:cond delay="0"/>
                                  </p:stCondLst>
                                  <p:childTnLst>
                                    <p:set>
                                      <p:cBhvr>
                                        <p:cTn id="534" dur="1" fill="hold">
                                          <p:stCondLst>
                                            <p:cond delay="0"/>
                                          </p:stCondLst>
                                        </p:cTn>
                                        <p:tgtEl>
                                          <p:spTgt spid="71"/>
                                        </p:tgtEl>
                                        <p:attrNameLst>
                                          <p:attrName>style.visibility</p:attrName>
                                        </p:attrNameLst>
                                      </p:cBhvr>
                                      <p:to>
                                        <p:strVal val="visible"/>
                                      </p:to>
                                    </p:set>
                                    <p:animEffect transition="in" filter="wipe(down)">
                                      <p:cBhvr>
                                        <p:cTn id="535" dur="580">
                                          <p:stCondLst>
                                            <p:cond delay="0"/>
                                          </p:stCondLst>
                                        </p:cTn>
                                        <p:tgtEl>
                                          <p:spTgt spid="71"/>
                                        </p:tgtEl>
                                      </p:cBhvr>
                                    </p:animEffect>
                                    <p:anim calcmode="lin" valueType="num">
                                      <p:cBhvr>
                                        <p:cTn id="536" dur="1822" tmFilter="0,0; 0.14,0.36; 0.43,0.73; 0.71,0.91; 1.0,1.0">
                                          <p:stCondLst>
                                            <p:cond delay="0"/>
                                          </p:stCondLst>
                                        </p:cTn>
                                        <p:tgtEl>
                                          <p:spTgt spid="71"/>
                                        </p:tgtEl>
                                        <p:attrNameLst>
                                          <p:attrName>ppt_x</p:attrName>
                                        </p:attrNameLst>
                                      </p:cBhvr>
                                      <p:tavLst>
                                        <p:tav tm="0">
                                          <p:val>
                                            <p:strVal val="#ppt_x-0.25"/>
                                          </p:val>
                                        </p:tav>
                                        <p:tav tm="100000">
                                          <p:val>
                                            <p:strVal val="#ppt_x"/>
                                          </p:val>
                                        </p:tav>
                                      </p:tavLst>
                                    </p:anim>
                                    <p:anim calcmode="lin" valueType="num">
                                      <p:cBhvr>
                                        <p:cTn id="537" dur="664" tmFilter="0.0,0.0; 0.25,0.07; 0.50,0.2; 0.75,0.467; 1.0,1.0">
                                          <p:stCondLst>
                                            <p:cond delay="0"/>
                                          </p:stCondLst>
                                        </p:cTn>
                                        <p:tgtEl>
                                          <p:spTgt spid="71"/>
                                        </p:tgtEl>
                                        <p:attrNameLst>
                                          <p:attrName>ppt_y</p:attrName>
                                        </p:attrNameLst>
                                      </p:cBhvr>
                                      <p:tavLst>
                                        <p:tav tm="0" fmla="#ppt_y-sin(pi*$)/3">
                                          <p:val>
                                            <p:fltVal val="0.5"/>
                                          </p:val>
                                        </p:tav>
                                        <p:tav tm="100000">
                                          <p:val>
                                            <p:fltVal val="1"/>
                                          </p:val>
                                        </p:tav>
                                      </p:tavLst>
                                    </p:anim>
                                    <p:anim calcmode="lin" valueType="num">
                                      <p:cBhvr>
                                        <p:cTn id="538" dur="664" tmFilter="0, 0; 0.125,0.2665; 0.25,0.4; 0.375,0.465; 0.5,0.5;  0.625,0.535; 0.75,0.6; 0.875,0.7335; 1,1">
                                          <p:stCondLst>
                                            <p:cond delay="664"/>
                                          </p:stCondLst>
                                        </p:cTn>
                                        <p:tgtEl>
                                          <p:spTgt spid="71"/>
                                        </p:tgtEl>
                                        <p:attrNameLst>
                                          <p:attrName>ppt_y</p:attrName>
                                        </p:attrNameLst>
                                      </p:cBhvr>
                                      <p:tavLst>
                                        <p:tav tm="0" fmla="#ppt_y-sin(pi*$)/9">
                                          <p:val>
                                            <p:fltVal val="0"/>
                                          </p:val>
                                        </p:tav>
                                        <p:tav tm="100000">
                                          <p:val>
                                            <p:fltVal val="1"/>
                                          </p:val>
                                        </p:tav>
                                      </p:tavLst>
                                    </p:anim>
                                    <p:anim calcmode="lin" valueType="num">
                                      <p:cBhvr>
                                        <p:cTn id="539" dur="332" tmFilter="0, 0; 0.125,0.2665; 0.25,0.4; 0.375,0.465; 0.5,0.5;  0.625,0.535; 0.75,0.6; 0.875,0.7335; 1,1">
                                          <p:stCondLst>
                                            <p:cond delay="1324"/>
                                          </p:stCondLst>
                                        </p:cTn>
                                        <p:tgtEl>
                                          <p:spTgt spid="71"/>
                                        </p:tgtEl>
                                        <p:attrNameLst>
                                          <p:attrName>ppt_y</p:attrName>
                                        </p:attrNameLst>
                                      </p:cBhvr>
                                      <p:tavLst>
                                        <p:tav tm="0" fmla="#ppt_y-sin(pi*$)/27">
                                          <p:val>
                                            <p:fltVal val="0"/>
                                          </p:val>
                                        </p:tav>
                                        <p:tav tm="100000">
                                          <p:val>
                                            <p:fltVal val="1"/>
                                          </p:val>
                                        </p:tav>
                                      </p:tavLst>
                                    </p:anim>
                                    <p:anim calcmode="lin" valueType="num">
                                      <p:cBhvr>
                                        <p:cTn id="540" dur="164" tmFilter="0, 0; 0.125,0.2665; 0.25,0.4; 0.375,0.465; 0.5,0.5;  0.625,0.535; 0.75,0.6; 0.875,0.7335; 1,1">
                                          <p:stCondLst>
                                            <p:cond delay="1656"/>
                                          </p:stCondLst>
                                        </p:cTn>
                                        <p:tgtEl>
                                          <p:spTgt spid="71"/>
                                        </p:tgtEl>
                                        <p:attrNameLst>
                                          <p:attrName>ppt_y</p:attrName>
                                        </p:attrNameLst>
                                      </p:cBhvr>
                                      <p:tavLst>
                                        <p:tav tm="0" fmla="#ppt_y-sin(pi*$)/81">
                                          <p:val>
                                            <p:fltVal val="0"/>
                                          </p:val>
                                        </p:tav>
                                        <p:tav tm="100000">
                                          <p:val>
                                            <p:fltVal val="1"/>
                                          </p:val>
                                        </p:tav>
                                      </p:tavLst>
                                    </p:anim>
                                    <p:animScale>
                                      <p:cBhvr>
                                        <p:cTn id="541" dur="26">
                                          <p:stCondLst>
                                            <p:cond delay="650"/>
                                          </p:stCondLst>
                                        </p:cTn>
                                        <p:tgtEl>
                                          <p:spTgt spid="71"/>
                                        </p:tgtEl>
                                      </p:cBhvr>
                                      <p:to x="100000" y="60000"/>
                                    </p:animScale>
                                    <p:animScale>
                                      <p:cBhvr>
                                        <p:cTn id="542" dur="166" decel="50000">
                                          <p:stCondLst>
                                            <p:cond delay="676"/>
                                          </p:stCondLst>
                                        </p:cTn>
                                        <p:tgtEl>
                                          <p:spTgt spid="71"/>
                                        </p:tgtEl>
                                      </p:cBhvr>
                                      <p:to x="100000" y="100000"/>
                                    </p:animScale>
                                    <p:animScale>
                                      <p:cBhvr>
                                        <p:cTn id="543" dur="26">
                                          <p:stCondLst>
                                            <p:cond delay="1312"/>
                                          </p:stCondLst>
                                        </p:cTn>
                                        <p:tgtEl>
                                          <p:spTgt spid="71"/>
                                        </p:tgtEl>
                                      </p:cBhvr>
                                      <p:to x="100000" y="80000"/>
                                    </p:animScale>
                                    <p:animScale>
                                      <p:cBhvr>
                                        <p:cTn id="544" dur="166" decel="50000">
                                          <p:stCondLst>
                                            <p:cond delay="1338"/>
                                          </p:stCondLst>
                                        </p:cTn>
                                        <p:tgtEl>
                                          <p:spTgt spid="71"/>
                                        </p:tgtEl>
                                      </p:cBhvr>
                                      <p:to x="100000" y="100000"/>
                                    </p:animScale>
                                    <p:animScale>
                                      <p:cBhvr>
                                        <p:cTn id="545" dur="26">
                                          <p:stCondLst>
                                            <p:cond delay="1642"/>
                                          </p:stCondLst>
                                        </p:cTn>
                                        <p:tgtEl>
                                          <p:spTgt spid="71"/>
                                        </p:tgtEl>
                                      </p:cBhvr>
                                      <p:to x="100000" y="90000"/>
                                    </p:animScale>
                                    <p:animScale>
                                      <p:cBhvr>
                                        <p:cTn id="546" dur="166" decel="50000">
                                          <p:stCondLst>
                                            <p:cond delay="1668"/>
                                          </p:stCondLst>
                                        </p:cTn>
                                        <p:tgtEl>
                                          <p:spTgt spid="71"/>
                                        </p:tgtEl>
                                      </p:cBhvr>
                                      <p:to x="100000" y="100000"/>
                                    </p:animScale>
                                    <p:animScale>
                                      <p:cBhvr>
                                        <p:cTn id="547" dur="26">
                                          <p:stCondLst>
                                            <p:cond delay="1808"/>
                                          </p:stCondLst>
                                        </p:cTn>
                                        <p:tgtEl>
                                          <p:spTgt spid="71"/>
                                        </p:tgtEl>
                                      </p:cBhvr>
                                      <p:to x="100000" y="95000"/>
                                    </p:animScale>
                                    <p:animScale>
                                      <p:cBhvr>
                                        <p:cTn id="548" dur="166" decel="50000">
                                          <p:stCondLst>
                                            <p:cond delay="1834"/>
                                          </p:stCondLst>
                                        </p:cTn>
                                        <p:tgtEl>
                                          <p:spTgt spid="71"/>
                                        </p:tgtEl>
                                      </p:cBhvr>
                                      <p:to x="100000" y="100000"/>
                                    </p:animScale>
                                  </p:childTnLst>
                                </p:cTn>
                              </p:par>
                              <p:par>
                                <p:cTn id="549" presetID="26" presetClass="entr" presetSubtype="0" fill="hold" grpId="0" nodeType="withEffect">
                                  <p:stCondLst>
                                    <p:cond delay="0"/>
                                  </p:stCondLst>
                                  <p:childTnLst>
                                    <p:set>
                                      <p:cBhvr>
                                        <p:cTn id="550" dur="1" fill="hold">
                                          <p:stCondLst>
                                            <p:cond delay="0"/>
                                          </p:stCondLst>
                                        </p:cTn>
                                        <p:tgtEl>
                                          <p:spTgt spid="7"/>
                                        </p:tgtEl>
                                        <p:attrNameLst>
                                          <p:attrName>style.visibility</p:attrName>
                                        </p:attrNameLst>
                                      </p:cBhvr>
                                      <p:to>
                                        <p:strVal val="visible"/>
                                      </p:to>
                                    </p:set>
                                    <p:animEffect transition="in" filter="wipe(down)">
                                      <p:cBhvr>
                                        <p:cTn id="551" dur="580">
                                          <p:stCondLst>
                                            <p:cond delay="0"/>
                                          </p:stCondLst>
                                        </p:cTn>
                                        <p:tgtEl>
                                          <p:spTgt spid="7"/>
                                        </p:tgtEl>
                                      </p:cBhvr>
                                    </p:animEffect>
                                    <p:anim calcmode="lin" valueType="num">
                                      <p:cBhvr>
                                        <p:cTn id="552"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553"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554"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555"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556"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557" dur="26">
                                          <p:stCondLst>
                                            <p:cond delay="650"/>
                                          </p:stCondLst>
                                        </p:cTn>
                                        <p:tgtEl>
                                          <p:spTgt spid="7"/>
                                        </p:tgtEl>
                                      </p:cBhvr>
                                      <p:to x="100000" y="60000"/>
                                    </p:animScale>
                                    <p:animScale>
                                      <p:cBhvr>
                                        <p:cTn id="558" dur="166" decel="50000">
                                          <p:stCondLst>
                                            <p:cond delay="676"/>
                                          </p:stCondLst>
                                        </p:cTn>
                                        <p:tgtEl>
                                          <p:spTgt spid="7"/>
                                        </p:tgtEl>
                                      </p:cBhvr>
                                      <p:to x="100000" y="100000"/>
                                    </p:animScale>
                                    <p:animScale>
                                      <p:cBhvr>
                                        <p:cTn id="559" dur="26">
                                          <p:stCondLst>
                                            <p:cond delay="1312"/>
                                          </p:stCondLst>
                                        </p:cTn>
                                        <p:tgtEl>
                                          <p:spTgt spid="7"/>
                                        </p:tgtEl>
                                      </p:cBhvr>
                                      <p:to x="100000" y="80000"/>
                                    </p:animScale>
                                    <p:animScale>
                                      <p:cBhvr>
                                        <p:cTn id="560" dur="166" decel="50000">
                                          <p:stCondLst>
                                            <p:cond delay="1338"/>
                                          </p:stCondLst>
                                        </p:cTn>
                                        <p:tgtEl>
                                          <p:spTgt spid="7"/>
                                        </p:tgtEl>
                                      </p:cBhvr>
                                      <p:to x="100000" y="100000"/>
                                    </p:animScale>
                                    <p:animScale>
                                      <p:cBhvr>
                                        <p:cTn id="561" dur="26">
                                          <p:stCondLst>
                                            <p:cond delay="1642"/>
                                          </p:stCondLst>
                                        </p:cTn>
                                        <p:tgtEl>
                                          <p:spTgt spid="7"/>
                                        </p:tgtEl>
                                      </p:cBhvr>
                                      <p:to x="100000" y="90000"/>
                                    </p:animScale>
                                    <p:animScale>
                                      <p:cBhvr>
                                        <p:cTn id="562" dur="166" decel="50000">
                                          <p:stCondLst>
                                            <p:cond delay="1668"/>
                                          </p:stCondLst>
                                        </p:cTn>
                                        <p:tgtEl>
                                          <p:spTgt spid="7"/>
                                        </p:tgtEl>
                                      </p:cBhvr>
                                      <p:to x="100000" y="100000"/>
                                    </p:animScale>
                                    <p:animScale>
                                      <p:cBhvr>
                                        <p:cTn id="563" dur="26">
                                          <p:stCondLst>
                                            <p:cond delay="1808"/>
                                          </p:stCondLst>
                                        </p:cTn>
                                        <p:tgtEl>
                                          <p:spTgt spid="7"/>
                                        </p:tgtEl>
                                      </p:cBhvr>
                                      <p:to x="100000" y="95000"/>
                                    </p:animScale>
                                    <p:animScale>
                                      <p:cBhvr>
                                        <p:cTn id="564" dur="166" decel="50000">
                                          <p:stCondLst>
                                            <p:cond delay="1834"/>
                                          </p:stCondLst>
                                        </p:cTn>
                                        <p:tgtEl>
                                          <p:spTgt spid="7"/>
                                        </p:tgtEl>
                                      </p:cBhvr>
                                      <p:to x="100000" y="100000"/>
                                    </p:animScale>
                                  </p:childTnLst>
                                </p:cTn>
                              </p:par>
                              <p:par>
                                <p:cTn id="565" presetID="26" presetClass="entr" presetSubtype="0" fill="hold" grpId="0" nodeType="withEffect">
                                  <p:stCondLst>
                                    <p:cond delay="0"/>
                                  </p:stCondLst>
                                  <p:childTnLst>
                                    <p:set>
                                      <p:cBhvr>
                                        <p:cTn id="566" dur="1" fill="hold">
                                          <p:stCondLst>
                                            <p:cond delay="0"/>
                                          </p:stCondLst>
                                        </p:cTn>
                                        <p:tgtEl>
                                          <p:spTgt spid="38"/>
                                        </p:tgtEl>
                                        <p:attrNameLst>
                                          <p:attrName>style.visibility</p:attrName>
                                        </p:attrNameLst>
                                      </p:cBhvr>
                                      <p:to>
                                        <p:strVal val="visible"/>
                                      </p:to>
                                    </p:set>
                                    <p:animEffect transition="in" filter="wipe(down)">
                                      <p:cBhvr>
                                        <p:cTn id="567" dur="580">
                                          <p:stCondLst>
                                            <p:cond delay="0"/>
                                          </p:stCondLst>
                                        </p:cTn>
                                        <p:tgtEl>
                                          <p:spTgt spid="38"/>
                                        </p:tgtEl>
                                      </p:cBhvr>
                                    </p:animEffect>
                                    <p:anim calcmode="lin" valueType="num">
                                      <p:cBhvr>
                                        <p:cTn id="568" dur="1822" tmFilter="0,0; 0.14,0.36; 0.43,0.73; 0.71,0.91; 1.0,1.0">
                                          <p:stCondLst>
                                            <p:cond delay="0"/>
                                          </p:stCondLst>
                                        </p:cTn>
                                        <p:tgtEl>
                                          <p:spTgt spid="38"/>
                                        </p:tgtEl>
                                        <p:attrNameLst>
                                          <p:attrName>ppt_x</p:attrName>
                                        </p:attrNameLst>
                                      </p:cBhvr>
                                      <p:tavLst>
                                        <p:tav tm="0">
                                          <p:val>
                                            <p:strVal val="#ppt_x-0.25"/>
                                          </p:val>
                                        </p:tav>
                                        <p:tav tm="100000">
                                          <p:val>
                                            <p:strVal val="#ppt_x"/>
                                          </p:val>
                                        </p:tav>
                                      </p:tavLst>
                                    </p:anim>
                                    <p:anim calcmode="lin" valueType="num">
                                      <p:cBhvr>
                                        <p:cTn id="569" dur="664" tmFilter="0.0,0.0; 0.25,0.07; 0.50,0.2; 0.75,0.467; 1.0,1.0">
                                          <p:stCondLst>
                                            <p:cond delay="0"/>
                                          </p:stCondLst>
                                        </p:cTn>
                                        <p:tgtEl>
                                          <p:spTgt spid="38"/>
                                        </p:tgtEl>
                                        <p:attrNameLst>
                                          <p:attrName>ppt_y</p:attrName>
                                        </p:attrNameLst>
                                      </p:cBhvr>
                                      <p:tavLst>
                                        <p:tav tm="0" fmla="#ppt_y-sin(pi*$)/3">
                                          <p:val>
                                            <p:fltVal val="0.5"/>
                                          </p:val>
                                        </p:tav>
                                        <p:tav tm="100000">
                                          <p:val>
                                            <p:fltVal val="1"/>
                                          </p:val>
                                        </p:tav>
                                      </p:tavLst>
                                    </p:anim>
                                    <p:anim calcmode="lin" valueType="num">
                                      <p:cBhvr>
                                        <p:cTn id="570" dur="664" tmFilter="0, 0; 0.125,0.2665; 0.25,0.4; 0.375,0.465; 0.5,0.5;  0.625,0.535; 0.75,0.6; 0.875,0.7335; 1,1">
                                          <p:stCondLst>
                                            <p:cond delay="664"/>
                                          </p:stCondLst>
                                        </p:cTn>
                                        <p:tgtEl>
                                          <p:spTgt spid="38"/>
                                        </p:tgtEl>
                                        <p:attrNameLst>
                                          <p:attrName>ppt_y</p:attrName>
                                        </p:attrNameLst>
                                      </p:cBhvr>
                                      <p:tavLst>
                                        <p:tav tm="0" fmla="#ppt_y-sin(pi*$)/9">
                                          <p:val>
                                            <p:fltVal val="0"/>
                                          </p:val>
                                        </p:tav>
                                        <p:tav tm="100000">
                                          <p:val>
                                            <p:fltVal val="1"/>
                                          </p:val>
                                        </p:tav>
                                      </p:tavLst>
                                    </p:anim>
                                    <p:anim calcmode="lin" valueType="num">
                                      <p:cBhvr>
                                        <p:cTn id="571" dur="332" tmFilter="0, 0; 0.125,0.2665; 0.25,0.4; 0.375,0.465; 0.5,0.5;  0.625,0.535; 0.75,0.6; 0.875,0.7335; 1,1">
                                          <p:stCondLst>
                                            <p:cond delay="1324"/>
                                          </p:stCondLst>
                                        </p:cTn>
                                        <p:tgtEl>
                                          <p:spTgt spid="38"/>
                                        </p:tgtEl>
                                        <p:attrNameLst>
                                          <p:attrName>ppt_y</p:attrName>
                                        </p:attrNameLst>
                                      </p:cBhvr>
                                      <p:tavLst>
                                        <p:tav tm="0" fmla="#ppt_y-sin(pi*$)/27">
                                          <p:val>
                                            <p:fltVal val="0"/>
                                          </p:val>
                                        </p:tav>
                                        <p:tav tm="100000">
                                          <p:val>
                                            <p:fltVal val="1"/>
                                          </p:val>
                                        </p:tav>
                                      </p:tavLst>
                                    </p:anim>
                                    <p:anim calcmode="lin" valueType="num">
                                      <p:cBhvr>
                                        <p:cTn id="572" dur="164" tmFilter="0, 0; 0.125,0.2665; 0.25,0.4; 0.375,0.465; 0.5,0.5;  0.625,0.535; 0.75,0.6; 0.875,0.7335; 1,1">
                                          <p:stCondLst>
                                            <p:cond delay="1656"/>
                                          </p:stCondLst>
                                        </p:cTn>
                                        <p:tgtEl>
                                          <p:spTgt spid="38"/>
                                        </p:tgtEl>
                                        <p:attrNameLst>
                                          <p:attrName>ppt_y</p:attrName>
                                        </p:attrNameLst>
                                      </p:cBhvr>
                                      <p:tavLst>
                                        <p:tav tm="0" fmla="#ppt_y-sin(pi*$)/81">
                                          <p:val>
                                            <p:fltVal val="0"/>
                                          </p:val>
                                        </p:tav>
                                        <p:tav tm="100000">
                                          <p:val>
                                            <p:fltVal val="1"/>
                                          </p:val>
                                        </p:tav>
                                      </p:tavLst>
                                    </p:anim>
                                    <p:animScale>
                                      <p:cBhvr>
                                        <p:cTn id="573" dur="26">
                                          <p:stCondLst>
                                            <p:cond delay="650"/>
                                          </p:stCondLst>
                                        </p:cTn>
                                        <p:tgtEl>
                                          <p:spTgt spid="38"/>
                                        </p:tgtEl>
                                      </p:cBhvr>
                                      <p:to x="100000" y="60000"/>
                                    </p:animScale>
                                    <p:animScale>
                                      <p:cBhvr>
                                        <p:cTn id="574" dur="166" decel="50000">
                                          <p:stCondLst>
                                            <p:cond delay="676"/>
                                          </p:stCondLst>
                                        </p:cTn>
                                        <p:tgtEl>
                                          <p:spTgt spid="38"/>
                                        </p:tgtEl>
                                      </p:cBhvr>
                                      <p:to x="100000" y="100000"/>
                                    </p:animScale>
                                    <p:animScale>
                                      <p:cBhvr>
                                        <p:cTn id="575" dur="26">
                                          <p:stCondLst>
                                            <p:cond delay="1312"/>
                                          </p:stCondLst>
                                        </p:cTn>
                                        <p:tgtEl>
                                          <p:spTgt spid="38"/>
                                        </p:tgtEl>
                                      </p:cBhvr>
                                      <p:to x="100000" y="80000"/>
                                    </p:animScale>
                                    <p:animScale>
                                      <p:cBhvr>
                                        <p:cTn id="576" dur="166" decel="50000">
                                          <p:stCondLst>
                                            <p:cond delay="1338"/>
                                          </p:stCondLst>
                                        </p:cTn>
                                        <p:tgtEl>
                                          <p:spTgt spid="38"/>
                                        </p:tgtEl>
                                      </p:cBhvr>
                                      <p:to x="100000" y="100000"/>
                                    </p:animScale>
                                    <p:animScale>
                                      <p:cBhvr>
                                        <p:cTn id="577" dur="26">
                                          <p:stCondLst>
                                            <p:cond delay="1642"/>
                                          </p:stCondLst>
                                        </p:cTn>
                                        <p:tgtEl>
                                          <p:spTgt spid="38"/>
                                        </p:tgtEl>
                                      </p:cBhvr>
                                      <p:to x="100000" y="90000"/>
                                    </p:animScale>
                                    <p:animScale>
                                      <p:cBhvr>
                                        <p:cTn id="578" dur="166" decel="50000">
                                          <p:stCondLst>
                                            <p:cond delay="1668"/>
                                          </p:stCondLst>
                                        </p:cTn>
                                        <p:tgtEl>
                                          <p:spTgt spid="38"/>
                                        </p:tgtEl>
                                      </p:cBhvr>
                                      <p:to x="100000" y="100000"/>
                                    </p:animScale>
                                    <p:animScale>
                                      <p:cBhvr>
                                        <p:cTn id="579" dur="26">
                                          <p:stCondLst>
                                            <p:cond delay="1808"/>
                                          </p:stCondLst>
                                        </p:cTn>
                                        <p:tgtEl>
                                          <p:spTgt spid="38"/>
                                        </p:tgtEl>
                                      </p:cBhvr>
                                      <p:to x="100000" y="95000"/>
                                    </p:animScale>
                                    <p:animScale>
                                      <p:cBhvr>
                                        <p:cTn id="580" dur="166" decel="50000">
                                          <p:stCondLst>
                                            <p:cond delay="1834"/>
                                          </p:stCondLst>
                                        </p:cTn>
                                        <p:tgtEl>
                                          <p:spTgt spid="38"/>
                                        </p:tgtEl>
                                      </p:cBhvr>
                                      <p:to x="100000" y="100000"/>
                                    </p:animScale>
                                  </p:childTnLst>
                                </p:cTn>
                              </p:par>
                              <p:par>
                                <p:cTn id="581" presetID="26" presetClass="entr" presetSubtype="0" fill="hold" grpId="0" nodeType="withEffect">
                                  <p:stCondLst>
                                    <p:cond delay="0"/>
                                  </p:stCondLst>
                                  <p:childTnLst>
                                    <p:set>
                                      <p:cBhvr>
                                        <p:cTn id="582" dur="1" fill="hold">
                                          <p:stCondLst>
                                            <p:cond delay="0"/>
                                          </p:stCondLst>
                                        </p:cTn>
                                        <p:tgtEl>
                                          <p:spTgt spid="40"/>
                                        </p:tgtEl>
                                        <p:attrNameLst>
                                          <p:attrName>style.visibility</p:attrName>
                                        </p:attrNameLst>
                                      </p:cBhvr>
                                      <p:to>
                                        <p:strVal val="visible"/>
                                      </p:to>
                                    </p:set>
                                    <p:animEffect transition="in" filter="wipe(down)">
                                      <p:cBhvr>
                                        <p:cTn id="583" dur="580">
                                          <p:stCondLst>
                                            <p:cond delay="0"/>
                                          </p:stCondLst>
                                        </p:cTn>
                                        <p:tgtEl>
                                          <p:spTgt spid="40"/>
                                        </p:tgtEl>
                                      </p:cBhvr>
                                    </p:animEffect>
                                    <p:anim calcmode="lin" valueType="num">
                                      <p:cBhvr>
                                        <p:cTn id="584" dur="1822" tmFilter="0,0; 0.14,0.36; 0.43,0.73; 0.71,0.91; 1.0,1.0">
                                          <p:stCondLst>
                                            <p:cond delay="0"/>
                                          </p:stCondLst>
                                        </p:cTn>
                                        <p:tgtEl>
                                          <p:spTgt spid="40"/>
                                        </p:tgtEl>
                                        <p:attrNameLst>
                                          <p:attrName>ppt_x</p:attrName>
                                        </p:attrNameLst>
                                      </p:cBhvr>
                                      <p:tavLst>
                                        <p:tav tm="0">
                                          <p:val>
                                            <p:strVal val="#ppt_x-0.25"/>
                                          </p:val>
                                        </p:tav>
                                        <p:tav tm="100000">
                                          <p:val>
                                            <p:strVal val="#ppt_x"/>
                                          </p:val>
                                        </p:tav>
                                      </p:tavLst>
                                    </p:anim>
                                    <p:anim calcmode="lin" valueType="num">
                                      <p:cBhvr>
                                        <p:cTn id="585" dur="664" tmFilter="0.0,0.0; 0.25,0.07; 0.50,0.2; 0.75,0.467; 1.0,1.0">
                                          <p:stCondLst>
                                            <p:cond delay="0"/>
                                          </p:stCondLst>
                                        </p:cTn>
                                        <p:tgtEl>
                                          <p:spTgt spid="40"/>
                                        </p:tgtEl>
                                        <p:attrNameLst>
                                          <p:attrName>ppt_y</p:attrName>
                                        </p:attrNameLst>
                                      </p:cBhvr>
                                      <p:tavLst>
                                        <p:tav tm="0" fmla="#ppt_y-sin(pi*$)/3">
                                          <p:val>
                                            <p:fltVal val="0.5"/>
                                          </p:val>
                                        </p:tav>
                                        <p:tav tm="100000">
                                          <p:val>
                                            <p:fltVal val="1"/>
                                          </p:val>
                                        </p:tav>
                                      </p:tavLst>
                                    </p:anim>
                                    <p:anim calcmode="lin" valueType="num">
                                      <p:cBhvr>
                                        <p:cTn id="586" dur="664" tmFilter="0, 0; 0.125,0.2665; 0.25,0.4; 0.375,0.465; 0.5,0.5;  0.625,0.535; 0.75,0.6; 0.875,0.7335; 1,1">
                                          <p:stCondLst>
                                            <p:cond delay="664"/>
                                          </p:stCondLst>
                                        </p:cTn>
                                        <p:tgtEl>
                                          <p:spTgt spid="40"/>
                                        </p:tgtEl>
                                        <p:attrNameLst>
                                          <p:attrName>ppt_y</p:attrName>
                                        </p:attrNameLst>
                                      </p:cBhvr>
                                      <p:tavLst>
                                        <p:tav tm="0" fmla="#ppt_y-sin(pi*$)/9">
                                          <p:val>
                                            <p:fltVal val="0"/>
                                          </p:val>
                                        </p:tav>
                                        <p:tav tm="100000">
                                          <p:val>
                                            <p:fltVal val="1"/>
                                          </p:val>
                                        </p:tav>
                                      </p:tavLst>
                                    </p:anim>
                                    <p:anim calcmode="lin" valueType="num">
                                      <p:cBhvr>
                                        <p:cTn id="587" dur="332" tmFilter="0, 0; 0.125,0.2665; 0.25,0.4; 0.375,0.465; 0.5,0.5;  0.625,0.535; 0.75,0.6; 0.875,0.7335; 1,1">
                                          <p:stCondLst>
                                            <p:cond delay="1324"/>
                                          </p:stCondLst>
                                        </p:cTn>
                                        <p:tgtEl>
                                          <p:spTgt spid="40"/>
                                        </p:tgtEl>
                                        <p:attrNameLst>
                                          <p:attrName>ppt_y</p:attrName>
                                        </p:attrNameLst>
                                      </p:cBhvr>
                                      <p:tavLst>
                                        <p:tav tm="0" fmla="#ppt_y-sin(pi*$)/27">
                                          <p:val>
                                            <p:fltVal val="0"/>
                                          </p:val>
                                        </p:tav>
                                        <p:tav tm="100000">
                                          <p:val>
                                            <p:fltVal val="1"/>
                                          </p:val>
                                        </p:tav>
                                      </p:tavLst>
                                    </p:anim>
                                    <p:anim calcmode="lin" valueType="num">
                                      <p:cBhvr>
                                        <p:cTn id="588" dur="164" tmFilter="0, 0; 0.125,0.2665; 0.25,0.4; 0.375,0.465; 0.5,0.5;  0.625,0.535; 0.75,0.6; 0.875,0.7335; 1,1">
                                          <p:stCondLst>
                                            <p:cond delay="1656"/>
                                          </p:stCondLst>
                                        </p:cTn>
                                        <p:tgtEl>
                                          <p:spTgt spid="40"/>
                                        </p:tgtEl>
                                        <p:attrNameLst>
                                          <p:attrName>ppt_y</p:attrName>
                                        </p:attrNameLst>
                                      </p:cBhvr>
                                      <p:tavLst>
                                        <p:tav tm="0" fmla="#ppt_y-sin(pi*$)/81">
                                          <p:val>
                                            <p:fltVal val="0"/>
                                          </p:val>
                                        </p:tav>
                                        <p:tav tm="100000">
                                          <p:val>
                                            <p:fltVal val="1"/>
                                          </p:val>
                                        </p:tav>
                                      </p:tavLst>
                                    </p:anim>
                                    <p:animScale>
                                      <p:cBhvr>
                                        <p:cTn id="589" dur="26">
                                          <p:stCondLst>
                                            <p:cond delay="650"/>
                                          </p:stCondLst>
                                        </p:cTn>
                                        <p:tgtEl>
                                          <p:spTgt spid="40"/>
                                        </p:tgtEl>
                                      </p:cBhvr>
                                      <p:to x="100000" y="60000"/>
                                    </p:animScale>
                                    <p:animScale>
                                      <p:cBhvr>
                                        <p:cTn id="590" dur="166" decel="50000">
                                          <p:stCondLst>
                                            <p:cond delay="676"/>
                                          </p:stCondLst>
                                        </p:cTn>
                                        <p:tgtEl>
                                          <p:spTgt spid="40"/>
                                        </p:tgtEl>
                                      </p:cBhvr>
                                      <p:to x="100000" y="100000"/>
                                    </p:animScale>
                                    <p:animScale>
                                      <p:cBhvr>
                                        <p:cTn id="591" dur="26">
                                          <p:stCondLst>
                                            <p:cond delay="1312"/>
                                          </p:stCondLst>
                                        </p:cTn>
                                        <p:tgtEl>
                                          <p:spTgt spid="40"/>
                                        </p:tgtEl>
                                      </p:cBhvr>
                                      <p:to x="100000" y="80000"/>
                                    </p:animScale>
                                    <p:animScale>
                                      <p:cBhvr>
                                        <p:cTn id="592" dur="166" decel="50000">
                                          <p:stCondLst>
                                            <p:cond delay="1338"/>
                                          </p:stCondLst>
                                        </p:cTn>
                                        <p:tgtEl>
                                          <p:spTgt spid="40"/>
                                        </p:tgtEl>
                                      </p:cBhvr>
                                      <p:to x="100000" y="100000"/>
                                    </p:animScale>
                                    <p:animScale>
                                      <p:cBhvr>
                                        <p:cTn id="593" dur="26">
                                          <p:stCondLst>
                                            <p:cond delay="1642"/>
                                          </p:stCondLst>
                                        </p:cTn>
                                        <p:tgtEl>
                                          <p:spTgt spid="40"/>
                                        </p:tgtEl>
                                      </p:cBhvr>
                                      <p:to x="100000" y="90000"/>
                                    </p:animScale>
                                    <p:animScale>
                                      <p:cBhvr>
                                        <p:cTn id="594" dur="166" decel="50000">
                                          <p:stCondLst>
                                            <p:cond delay="1668"/>
                                          </p:stCondLst>
                                        </p:cTn>
                                        <p:tgtEl>
                                          <p:spTgt spid="40"/>
                                        </p:tgtEl>
                                      </p:cBhvr>
                                      <p:to x="100000" y="100000"/>
                                    </p:animScale>
                                    <p:animScale>
                                      <p:cBhvr>
                                        <p:cTn id="595" dur="26">
                                          <p:stCondLst>
                                            <p:cond delay="1808"/>
                                          </p:stCondLst>
                                        </p:cTn>
                                        <p:tgtEl>
                                          <p:spTgt spid="40"/>
                                        </p:tgtEl>
                                      </p:cBhvr>
                                      <p:to x="100000" y="95000"/>
                                    </p:animScale>
                                    <p:animScale>
                                      <p:cBhvr>
                                        <p:cTn id="596" dur="166" decel="50000">
                                          <p:stCondLst>
                                            <p:cond delay="1834"/>
                                          </p:stCondLst>
                                        </p:cTn>
                                        <p:tgtEl>
                                          <p:spTgt spid="40"/>
                                        </p:tgtEl>
                                      </p:cBhvr>
                                      <p:to x="100000" y="100000"/>
                                    </p:animScale>
                                  </p:childTnLst>
                                </p:cTn>
                              </p:par>
                              <p:par>
                                <p:cTn id="597" presetID="26" presetClass="entr" presetSubtype="0" fill="hold" grpId="0" nodeType="withEffect">
                                  <p:stCondLst>
                                    <p:cond delay="0"/>
                                  </p:stCondLst>
                                  <p:childTnLst>
                                    <p:set>
                                      <p:cBhvr>
                                        <p:cTn id="598" dur="1" fill="hold">
                                          <p:stCondLst>
                                            <p:cond delay="0"/>
                                          </p:stCondLst>
                                        </p:cTn>
                                        <p:tgtEl>
                                          <p:spTgt spid="41"/>
                                        </p:tgtEl>
                                        <p:attrNameLst>
                                          <p:attrName>style.visibility</p:attrName>
                                        </p:attrNameLst>
                                      </p:cBhvr>
                                      <p:to>
                                        <p:strVal val="visible"/>
                                      </p:to>
                                    </p:set>
                                    <p:animEffect transition="in" filter="wipe(down)">
                                      <p:cBhvr>
                                        <p:cTn id="599" dur="580">
                                          <p:stCondLst>
                                            <p:cond delay="0"/>
                                          </p:stCondLst>
                                        </p:cTn>
                                        <p:tgtEl>
                                          <p:spTgt spid="41"/>
                                        </p:tgtEl>
                                      </p:cBhvr>
                                    </p:animEffect>
                                    <p:anim calcmode="lin" valueType="num">
                                      <p:cBhvr>
                                        <p:cTn id="600" dur="1822" tmFilter="0,0; 0.14,0.36; 0.43,0.73; 0.71,0.91; 1.0,1.0">
                                          <p:stCondLst>
                                            <p:cond delay="0"/>
                                          </p:stCondLst>
                                        </p:cTn>
                                        <p:tgtEl>
                                          <p:spTgt spid="41"/>
                                        </p:tgtEl>
                                        <p:attrNameLst>
                                          <p:attrName>ppt_x</p:attrName>
                                        </p:attrNameLst>
                                      </p:cBhvr>
                                      <p:tavLst>
                                        <p:tav tm="0">
                                          <p:val>
                                            <p:strVal val="#ppt_x-0.25"/>
                                          </p:val>
                                        </p:tav>
                                        <p:tav tm="100000">
                                          <p:val>
                                            <p:strVal val="#ppt_x"/>
                                          </p:val>
                                        </p:tav>
                                      </p:tavLst>
                                    </p:anim>
                                    <p:anim calcmode="lin" valueType="num">
                                      <p:cBhvr>
                                        <p:cTn id="601" dur="664" tmFilter="0.0,0.0; 0.25,0.07; 0.50,0.2; 0.75,0.467; 1.0,1.0">
                                          <p:stCondLst>
                                            <p:cond delay="0"/>
                                          </p:stCondLst>
                                        </p:cTn>
                                        <p:tgtEl>
                                          <p:spTgt spid="41"/>
                                        </p:tgtEl>
                                        <p:attrNameLst>
                                          <p:attrName>ppt_y</p:attrName>
                                        </p:attrNameLst>
                                      </p:cBhvr>
                                      <p:tavLst>
                                        <p:tav tm="0" fmla="#ppt_y-sin(pi*$)/3">
                                          <p:val>
                                            <p:fltVal val="0.5"/>
                                          </p:val>
                                        </p:tav>
                                        <p:tav tm="100000">
                                          <p:val>
                                            <p:fltVal val="1"/>
                                          </p:val>
                                        </p:tav>
                                      </p:tavLst>
                                    </p:anim>
                                    <p:anim calcmode="lin" valueType="num">
                                      <p:cBhvr>
                                        <p:cTn id="602" dur="664" tmFilter="0, 0; 0.125,0.2665; 0.25,0.4; 0.375,0.465; 0.5,0.5;  0.625,0.535; 0.75,0.6; 0.875,0.7335; 1,1">
                                          <p:stCondLst>
                                            <p:cond delay="664"/>
                                          </p:stCondLst>
                                        </p:cTn>
                                        <p:tgtEl>
                                          <p:spTgt spid="41"/>
                                        </p:tgtEl>
                                        <p:attrNameLst>
                                          <p:attrName>ppt_y</p:attrName>
                                        </p:attrNameLst>
                                      </p:cBhvr>
                                      <p:tavLst>
                                        <p:tav tm="0" fmla="#ppt_y-sin(pi*$)/9">
                                          <p:val>
                                            <p:fltVal val="0"/>
                                          </p:val>
                                        </p:tav>
                                        <p:tav tm="100000">
                                          <p:val>
                                            <p:fltVal val="1"/>
                                          </p:val>
                                        </p:tav>
                                      </p:tavLst>
                                    </p:anim>
                                    <p:anim calcmode="lin" valueType="num">
                                      <p:cBhvr>
                                        <p:cTn id="603" dur="332" tmFilter="0, 0; 0.125,0.2665; 0.25,0.4; 0.375,0.465; 0.5,0.5;  0.625,0.535; 0.75,0.6; 0.875,0.7335; 1,1">
                                          <p:stCondLst>
                                            <p:cond delay="1324"/>
                                          </p:stCondLst>
                                        </p:cTn>
                                        <p:tgtEl>
                                          <p:spTgt spid="41"/>
                                        </p:tgtEl>
                                        <p:attrNameLst>
                                          <p:attrName>ppt_y</p:attrName>
                                        </p:attrNameLst>
                                      </p:cBhvr>
                                      <p:tavLst>
                                        <p:tav tm="0" fmla="#ppt_y-sin(pi*$)/27">
                                          <p:val>
                                            <p:fltVal val="0"/>
                                          </p:val>
                                        </p:tav>
                                        <p:tav tm="100000">
                                          <p:val>
                                            <p:fltVal val="1"/>
                                          </p:val>
                                        </p:tav>
                                      </p:tavLst>
                                    </p:anim>
                                    <p:anim calcmode="lin" valueType="num">
                                      <p:cBhvr>
                                        <p:cTn id="604" dur="164" tmFilter="0, 0; 0.125,0.2665; 0.25,0.4; 0.375,0.465; 0.5,0.5;  0.625,0.535; 0.75,0.6; 0.875,0.7335; 1,1">
                                          <p:stCondLst>
                                            <p:cond delay="1656"/>
                                          </p:stCondLst>
                                        </p:cTn>
                                        <p:tgtEl>
                                          <p:spTgt spid="41"/>
                                        </p:tgtEl>
                                        <p:attrNameLst>
                                          <p:attrName>ppt_y</p:attrName>
                                        </p:attrNameLst>
                                      </p:cBhvr>
                                      <p:tavLst>
                                        <p:tav tm="0" fmla="#ppt_y-sin(pi*$)/81">
                                          <p:val>
                                            <p:fltVal val="0"/>
                                          </p:val>
                                        </p:tav>
                                        <p:tav tm="100000">
                                          <p:val>
                                            <p:fltVal val="1"/>
                                          </p:val>
                                        </p:tav>
                                      </p:tavLst>
                                    </p:anim>
                                    <p:animScale>
                                      <p:cBhvr>
                                        <p:cTn id="605" dur="26">
                                          <p:stCondLst>
                                            <p:cond delay="650"/>
                                          </p:stCondLst>
                                        </p:cTn>
                                        <p:tgtEl>
                                          <p:spTgt spid="41"/>
                                        </p:tgtEl>
                                      </p:cBhvr>
                                      <p:to x="100000" y="60000"/>
                                    </p:animScale>
                                    <p:animScale>
                                      <p:cBhvr>
                                        <p:cTn id="606" dur="166" decel="50000">
                                          <p:stCondLst>
                                            <p:cond delay="676"/>
                                          </p:stCondLst>
                                        </p:cTn>
                                        <p:tgtEl>
                                          <p:spTgt spid="41"/>
                                        </p:tgtEl>
                                      </p:cBhvr>
                                      <p:to x="100000" y="100000"/>
                                    </p:animScale>
                                    <p:animScale>
                                      <p:cBhvr>
                                        <p:cTn id="607" dur="26">
                                          <p:stCondLst>
                                            <p:cond delay="1312"/>
                                          </p:stCondLst>
                                        </p:cTn>
                                        <p:tgtEl>
                                          <p:spTgt spid="41"/>
                                        </p:tgtEl>
                                      </p:cBhvr>
                                      <p:to x="100000" y="80000"/>
                                    </p:animScale>
                                    <p:animScale>
                                      <p:cBhvr>
                                        <p:cTn id="608" dur="166" decel="50000">
                                          <p:stCondLst>
                                            <p:cond delay="1338"/>
                                          </p:stCondLst>
                                        </p:cTn>
                                        <p:tgtEl>
                                          <p:spTgt spid="41"/>
                                        </p:tgtEl>
                                      </p:cBhvr>
                                      <p:to x="100000" y="100000"/>
                                    </p:animScale>
                                    <p:animScale>
                                      <p:cBhvr>
                                        <p:cTn id="609" dur="26">
                                          <p:stCondLst>
                                            <p:cond delay="1642"/>
                                          </p:stCondLst>
                                        </p:cTn>
                                        <p:tgtEl>
                                          <p:spTgt spid="41"/>
                                        </p:tgtEl>
                                      </p:cBhvr>
                                      <p:to x="100000" y="90000"/>
                                    </p:animScale>
                                    <p:animScale>
                                      <p:cBhvr>
                                        <p:cTn id="610" dur="166" decel="50000">
                                          <p:stCondLst>
                                            <p:cond delay="1668"/>
                                          </p:stCondLst>
                                        </p:cTn>
                                        <p:tgtEl>
                                          <p:spTgt spid="41"/>
                                        </p:tgtEl>
                                      </p:cBhvr>
                                      <p:to x="100000" y="100000"/>
                                    </p:animScale>
                                    <p:animScale>
                                      <p:cBhvr>
                                        <p:cTn id="611" dur="26">
                                          <p:stCondLst>
                                            <p:cond delay="1808"/>
                                          </p:stCondLst>
                                        </p:cTn>
                                        <p:tgtEl>
                                          <p:spTgt spid="41"/>
                                        </p:tgtEl>
                                      </p:cBhvr>
                                      <p:to x="100000" y="95000"/>
                                    </p:animScale>
                                    <p:animScale>
                                      <p:cBhvr>
                                        <p:cTn id="612" dur="166" decel="50000">
                                          <p:stCondLst>
                                            <p:cond delay="1834"/>
                                          </p:stCondLst>
                                        </p:cTn>
                                        <p:tgtEl>
                                          <p:spTgt spid="41"/>
                                        </p:tgtEl>
                                      </p:cBhvr>
                                      <p:to x="100000" y="100000"/>
                                    </p:animScale>
                                  </p:childTnLst>
                                </p:cTn>
                              </p:par>
                              <p:par>
                                <p:cTn id="613" presetID="26" presetClass="entr" presetSubtype="0" fill="hold" grpId="0" nodeType="withEffect">
                                  <p:stCondLst>
                                    <p:cond delay="0"/>
                                  </p:stCondLst>
                                  <p:childTnLst>
                                    <p:set>
                                      <p:cBhvr>
                                        <p:cTn id="614" dur="1" fill="hold">
                                          <p:stCondLst>
                                            <p:cond delay="0"/>
                                          </p:stCondLst>
                                        </p:cTn>
                                        <p:tgtEl>
                                          <p:spTgt spid="42"/>
                                        </p:tgtEl>
                                        <p:attrNameLst>
                                          <p:attrName>style.visibility</p:attrName>
                                        </p:attrNameLst>
                                      </p:cBhvr>
                                      <p:to>
                                        <p:strVal val="visible"/>
                                      </p:to>
                                    </p:set>
                                    <p:animEffect transition="in" filter="wipe(down)">
                                      <p:cBhvr>
                                        <p:cTn id="615" dur="580">
                                          <p:stCondLst>
                                            <p:cond delay="0"/>
                                          </p:stCondLst>
                                        </p:cTn>
                                        <p:tgtEl>
                                          <p:spTgt spid="42"/>
                                        </p:tgtEl>
                                      </p:cBhvr>
                                    </p:animEffect>
                                    <p:anim calcmode="lin" valueType="num">
                                      <p:cBhvr>
                                        <p:cTn id="616" dur="1822" tmFilter="0,0; 0.14,0.36; 0.43,0.73; 0.71,0.91; 1.0,1.0">
                                          <p:stCondLst>
                                            <p:cond delay="0"/>
                                          </p:stCondLst>
                                        </p:cTn>
                                        <p:tgtEl>
                                          <p:spTgt spid="42"/>
                                        </p:tgtEl>
                                        <p:attrNameLst>
                                          <p:attrName>ppt_x</p:attrName>
                                        </p:attrNameLst>
                                      </p:cBhvr>
                                      <p:tavLst>
                                        <p:tav tm="0">
                                          <p:val>
                                            <p:strVal val="#ppt_x-0.25"/>
                                          </p:val>
                                        </p:tav>
                                        <p:tav tm="100000">
                                          <p:val>
                                            <p:strVal val="#ppt_x"/>
                                          </p:val>
                                        </p:tav>
                                      </p:tavLst>
                                    </p:anim>
                                    <p:anim calcmode="lin" valueType="num">
                                      <p:cBhvr>
                                        <p:cTn id="617" dur="664" tmFilter="0.0,0.0; 0.25,0.07; 0.50,0.2; 0.75,0.467; 1.0,1.0">
                                          <p:stCondLst>
                                            <p:cond delay="0"/>
                                          </p:stCondLst>
                                        </p:cTn>
                                        <p:tgtEl>
                                          <p:spTgt spid="42"/>
                                        </p:tgtEl>
                                        <p:attrNameLst>
                                          <p:attrName>ppt_y</p:attrName>
                                        </p:attrNameLst>
                                      </p:cBhvr>
                                      <p:tavLst>
                                        <p:tav tm="0" fmla="#ppt_y-sin(pi*$)/3">
                                          <p:val>
                                            <p:fltVal val="0.5"/>
                                          </p:val>
                                        </p:tav>
                                        <p:tav tm="100000">
                                          <p:val>
                                            <p:fltVal val="1"/>
                                          </p:val>
                                        </p:tav>
                                      </p:tavLst>
                                    </p:anim>
                                    <p:anim calcmode="lin" valueType="num">
                                      <p:cBhvr>
                                        <p:cTn id="618" dur="664" tmFilter="0, 0; 0.125,0.2665; 0.25,0.4; 0.375,0.465; 0.5,0.5;  0.625,0.535; 0.75,0.6; 0.875,0.7335; 1,1">
                                          <p:stCondLst>
                                            <p:cond delay="664"/>
                                          </p:stCondLst>
                                        </p:cTn>
                                        <p:tgtEl>
                                          <p:spTgt spid="42"/>
                                        </p:tgtEl>
                                        <p:attrNameLst>
                                          <p:attrName>ppt_y</p:attrName>
                                        </p:attrNameLst>
                                      </p:cBhvr>
                                      <p:tavLst>
                                        <p:tav tm="0" fmla="#ppt_y-sin(pi*$)/9">
                                          <p:val>
                                            <p:fltVal val="0"/>
                                          </p:val>
                                        </p:tav>
                                        <p:tav tm="100000">
                                          <p:val>
                                            <p:fltVal val="1"/>
                                          </p:val>
                                        </p:tav>
                                      </p:tavLst>
                                    </p:anim>
                                    <p:anim calcmode="lin" valueType="num">
                                      <p:cBhvr>
                                        <p:cTn id="619" dur="332" tmFilter="0, 0; 0.125,0.2665; 0.25,0.4; 0.375,0.465; 0.5,0.5;  0.625,0.535; 0.75,0.6; 0.875,0.7335; 1,1">
                                          <p:stCondLst>
                                            <p:cond delay="1324"/>
                                          </p:stCondLst>
                                        </p:cTn>
                                        <p:tgtEl>
                                          <p:spTgt spid="42"/>
                                        </p:tgtEl>
                                        <p:attrNameLst>
                                          <p:attrName>ppt_y</p:attrName>
                                        </p:attrNameLst>
                                      </p:cBhvr>
                                      <p:tavLst>
                                        <p:tav tm="0" fmla="#ppt_y-sin(pi*$)/27">
                                          <p:val>
                                            <p:fltVal val="0"/>
                                          </p:val>
                                        </p:tav>
                                        <p:tav tm="100000">
                                          <p:val>
                                            <p:fltVal val="1"/>
                                          </p:val>
                                        </p:tav>
                                      </p:tavLst>
                                    </p:anim>
                                    <p:anim calcmode="lin" valueType="num">
                                      <p:cBhvr>
                                        <p:cTn id="620" dur="164" tmFilter="0, 0; 0.125,0.2665; 0.25,0.4; 0.375,0.465; 0.5,0.5;  0.625,0.535; 0.75,0.6; 0.875,0.7335; 1,1">
                                          <p:stCondLst>
                                            <p:cond delay="1656"/>
                                          </p:stCondLst>
                                        </p:cTn>
                                        <p:tgtEl>
                                          <p:spTgt spid="42"/>
                                        </p:tgtEl>
                                        <p:attrNameLst>
                                          <p:attrName>ppt_y</p:attrName>
                                        </p:attrNameLst>
                                      </p:cBhvr>
                                      <p:tavLst>
                                        <p:tav tm="0" fmla="#ppt_y-sin(pi*$)/81">
                                          <p:val>
                                            <p:fltVal val="0"/>
                                          </p:val>
                                        </p:tav>
                                        <p:tav tm="100000">
                                          <p:val>
                                            <p:fltVal val="1"/>
                                          </p:val>
                                        </p:tav>
                                      </p:tavLst>
                                    </p:anim>
                                    <p:animScale>
                                      <p:cBhvr>
                                        <p:cTn id="621" dur="26">
                                          <p:stCondLst>
                                            <p:cond delay="650"/>
                                          </p:stCondLst>
                                        </p:cTn>
                                        <p:tgtEl>
                                          <p:spTgt spid="42"/>
                                        </p:tgtEl>
                                      </p:cBhvr>
                                      <p:to x="100000" y="60000"/>
                                    </p:animScale>
                                    <p:animScale>
                                      <p:cBhvr>
                                        <p:cTn id="622" dur="166" decel="50000">
                                          <p:stCondLst>
                                            <p:cond delay="676"/>
                                          </p:stCondLst>
                                        </p:cTn>
                                        <p:tgtEl>
                                          <p:spTgt spid="42"/>
                                        </p:tgtEl>
                                      </p:cBhvr>
                                      <p:to x="100000" y="100000"/>
                                    </p:animScale>
                                    <p:animScale>
                                      <p:cBhvr>
                                        <p:cTn id="623" dur="26">
                                          <p:stCondLst>
                                            <p:cond delay="1312"/>
                                          </p:stCondLst>
                                        </p:cTn>
                                        <p:tgtEl>
                                          <p:spTgt spid="42"/>
                                        </p:tgtEl>
                                      </p:cBhvr>
                                      <p:to x="100000" y="80000"/>
                                    </p:animScale>
                                    <p:animScale>
                                      <p:cBhvr>
                                        <p:cTn id="624" dur="166" decel="50000">
                                          <p:stCondLst>
                                            <p:cond delay="1338"/>
                                          </p:stCondLst>
                                        </p:cTn>
                                        <p:tgtEl>
                                          <p:spTgt spid="42"/>
                                        </p:tgtEl>
                                      </p:cBhvr>
                                      <p:to x="100000" y="100000"/>
                                    </p:animScale>
                                    <p:animScale>
                                      <p:cBhvr>
                                        <p:cTn id="625" dur="26">
                                          <p:stCondLst>
                                            <p:cond delay="1642"/>
                                          </p:stCondLst>
                                        </p:cTn>
                                        <p:tgtEl>
                                          <p:spTgt spid="42"/>
                                        </p:tgtEl>
                                      </p:cBhvr>
                                      <p:to x="100000" y="90000"/>
                                    </p:animScale>
                                    <p:animScale>
                                      <p:cBhvr>
                                        <p:cTn id="626" dur="166" decel="50000">
                                          <p:stCondLst>
                                            <p:cond delay="1668"/>
                                          </p:stCondLst>
                                        </p:cTn>
                                        <p:tgtEl>
                                          <p:spTgt spid="42"/>
                                        </p:tgtEl>
                                      </p:cBhvr>
                                      <p:to x="100000" y="100000"/>
                                    </p:animScale>
                                    <p:animScale>
                                      <p:cBhvr>
                                        <p:cTn id="627" dur="26">
                                          <p:stCondLst>
                                            <p:cond delay="1808"/>
                                          </p:stCondLst>
                                        </p:cTn>
                                        <p:tgtEl>
                                          <p:spTgt spid="42"/>
                                        </p:tgtEl>
                                      </p:cBhvr>
                                      <p:to x="100000" y="95000"/>
                                    </p:animScale>
                                    <p:animScale>
                                      <p:cBhvr>
                                        <p:cTn id="628" dur="166" decel="50000">
                                          <p:stCondLst>
                                            <p:cond delay="1834"/>
                                          </p:stCondLst>
                                        </p:cTn>
                                        <p:tgtEl>
                                          <p:spTgt spid="42"/>
                                        </p:tgtEl>
                                      </p:cBhvr>
                                      <p:to x="100000" y="100000"/>
                                    </p:animScale>
                                  </p:childTnLst>
                                </p:cTn>
                              </p:par>
                              <p:par>
                                <p:cTn id="629" presetID="26" presetClass="entr" presetSubtype="0" fill="hold" grpId="0" nodeType="withEffect">
                                  <p:stCondLst>
                                    <p:cond delay="0"/>
                                  </p:stCondLst>
                                  <p:childTnLst>
                                    <p:set>
                                      <p:cBhvr>
                                        <p:cTn id="630" dur="1" fill="hold">
                                          <p:stCondLst>
                                            <p:cond delay="0"/>
                                          </p:stCondLst>
                                        </p:cTn>
                                        <p:tgtEl>
                                          <p:spTgt spid="43"/>
                                        </p:tgtEl>
                                        <p:attrNameLst>
                                          <p:attrName>style.visibility</p:attrName>
                                        </p:attrNameLst>
                                      </p:cBhvr>
                                      <p:to>
                                        <p:strVal val="visible"/>
                                      </p:to>
                                    </p:set>
                                    <p:animEffect transition="in" filter="wipe(down)">
                                      <p:cBhvr>
                                        <p:cTn id="631" dur="580">
                                          <p:stCondLst>
                                            <p:cond delay="0"/>
                                          </p:stCondLst>
                                        </p:cTn>
                                        <p:tgtEl>
                                          <p:spTgt spid="43"/>
                                        </p:tgtEl>
                                      </p:cBhvr>
                                    </p:animEffect>
                                    <p:anim calcmode="lin" valueType="num">
                                      <p:cBhvr>
                                        <p:cTn id="632" dur="1822" tmFilter="0,0; 0.14,0.36; 0.43,0.73; 0.71,0.91; 1.0,1.0">
                                          <p:stCondLst>
                                            <p:cond delay="0"/>
                                          </p:stCondLst>
                                        </p:cTn>
                                        <p:tgtEl>
                                          <p:spTgt spid="43"/>
                                        </p:tgtEl>
                                        <p:attrNameLst>
                                          <p:attrName>ppt_x</p:attrName>
                                        </p:attrNameLst>
                                      </p:cBhvr>
                                      <p:tavLst>
                                        <p:tav tm="0">
                                          <p:val>
                                            <p:strVal val="#ppt_x-0.25"/>
                                          </p:val>
                                        </p:tav>
                                        <p:tav tm="100000">
                                          <p:val>
                                            <p:strVal val="#ppt_x"/>
                                          </p:val>
                                        </p:tav>
                                      </p:tavLst>
                                    </p:anim>
                                    <p:anim calcmode="lin" valueType="num">
                                      <p:cBhvr>
                                        <p:cTn id="633" dur="664" tmFilter="0.0,0.0; 0.25,0.07; 0.50,0.2; 0.75,0.467; 1.0,1.0">
                                          <p:stCondLst>
                                            <p:cond delay="0"/>
                                          </p:stCondLst>
                                        </p:cTn>
                                        <p:tgtEl>
                                          <p:spTgt spid="43"/>
                                        </p:tgtEl>
                                        <p:attrNameLst>
                                          <p:attrName>ppt_y</p:attrName>
                                        </p:attrNameLst>
                                      </p:cBhvr>
                                      <p:tavLst>
                                        <p:tav tm="0" fmla="#ppt_y-sin(pi*$)/3">
                                          <p:val>
                                            <p:fltVal val="0.5"/>
                                          </p:val>
                                        </p:tav>
                                        <p:tav tm="100000">
                                          <p:val>
                                            <p:fltVal val="1"/>
                                          </p:val>
                                        </p:tav>
                                      </p:tavLst>
                                    </p:anim>
                                    <p:anim calcmode="lin" valueType="num">
                                      <p:cBhvr>
                                        <p:cTn id="634" dur="664" tmFilter="0, 0; 0.125,0.2665; 0.25,0.4; 0.375,0.465; 0.5,0.5;  0.625,0.535; 0.75,0.6; 0.875,0.7335; 1,1">
                                          <p:stCondLst>
                                            <p:cond delay="664"/>
                                          </p:stCondLst>
                                        </p:cTn>
                                        <p:tgtEl>
                                          <p:spTgt spid="43"/>
                                        </p:tgtEl>
                                        <p:attrNameLst>
                                          <p:attrName>ppt_y</p:attrName>
                                        </p:attrNameLst>
                                      </p:cBhvr>
                                      <p:tavLst>
                                        <p:tav tm="0" fmla="#ppt_y-sin(pi*$)/9">
                                          <p:val>
                                            <p:fltVal val="0"/>
                                          </p:val>
                                        </p:tav>
                                        <p:tav tm="100000">
                                          <p:val>
                                            <p:fltVal val="1"/>
                                          </p:val>
                                        </p:tav>
                                      </p:tavLst>
                                    </p:anim>
                                    <p:anim calcmode="lin" valueType="num">
                                      <p:cBhvr>
                                        <p:cTn id="635" dur="332" tmFilter="0, 0; 0.125,0.2665; 0.25,0.4; 0.375,0.465; 0.5,0.5;  0.625,0.535; 0.75,0.6; 0.875,0.7335; 1,1">
                                          <p:stCondLst>
                                            <p:cond delay="1324"/>
                                          </p:stCondLst>
                                        </p:cTn>
                                        <p:tgtEl>
                                          <p:spTgt spid="43"/>
                                        </p:tgtEl>
                                        <p:attrNameLst>
                                          <p:attrName>ppt_y</p:attrName>
                                        </p:attrNameLst>
                                      </p:cBhvr>
                                      <p:tavLst>
                                        <p:tav tm="0" fmla="#ppt_y-sin(pi*$)/27">
                                          <p:val>
                                            <p:fltVal val="0"/>
                                          </p:val>
                                        </p:tav>
                                        <p:tav tm="100000">
                                          <p:val>
                                            <p:fltVal val="1"/>
                                          </p:val>
                                        </p:tav>
                                      </p:tavLst>
                                    </p:anim>
                                    <p:anim calcmode="lin" valueType="num">
                                      <p:cBhvr>
                                        <p:cTn id="636" dur="164" tmFilter="0, 0; 0.125,0.2665; 0.25,0.4; 0.375,0.465; 0.5,0.5;  0.625,0.535; 0.75,0.6; 0.875,0.7335; 1,1">
                                          <p:stCondLst>
                                            <p:cond delay="1656"/>
                                          </p:stCondLst>
                                        </p:cTn>
                                        <p:tgtEl>
                                          <p:spTgt spid="43"/>
                                        </p:tgtEl>
                                        <p:attrNameLst>
                                          <p:attrName>ppt_y</p:attrName>
                                        </p:attrNameLst>
                                      </p:cBhvr>
                                      <p:tavLst>
                                        <p:tav tm="0" fmla="#ppt_y-sin(pi*$)/81">
                                          <p:val>
                                            <p:fltVal val="0"/>
                                          </p:val>
                                        </p:tav>
                                        <p:tav tm="100000">
                                          <p:val>
                                            <p:fltVal val="1"/>
                                          </p:val>
                                        </p:tav>
                                      </p:tavLst>
                                    </p:anim>
                                    <p:animScale>
                                      <p:cBhvr>
                                        <p:cTn id="637" dur="26">
                                          <p:stCondLst>
                                            <p:cond delay="650"/>
                                          </p:stCondLst>
                                        </p:cTn>
                                        <p:tgtEl>
                                          <p:spTgt spid="43"/>
                                        </p:tgtEl>
                                      </p:cBhvr>
                                      <p:to x="100000" y="60000"/>
                                    </p:animScale>
                                    <p:animScale>
                                      <p:cBhvr>
                                        <p:cTn id="638" dur="166" decel="50000">
                                          <p:stCondLst>
                                            <p:cond delay="676"/>
                                          </p:stCondLst>
                                        </p:cTn>
                                        <p:tgtEl>
                                          <p:spTgt spid="43"/>
                                        </p:tgtEl>
                                      </p:cBhvr>
                                      <p:to x="100000" y="100000"/>
                                    </p:animScale>
                                    <p:animScale>
                                      <p:cBhvr>
                                        <p:cTn id="639" dur="26">
                                          <p:stCondLst>
                                            <p:cond delay="1312"/>
                                          </p:stCondLst>
                                        </p:cTn>
                                        <p:tgtEl>
                                          <p:spTgt spid="43"/>
                                        </p:tgtEl>
                                      </p:cBhvr>
                                      <p:to x="100000" y="80000"/>
                                    </p:animScale>
                                    <p:animScale>
                                      <p:cBhvr>
                                        <p:cTn id="640" dur="166" decel="50000">
                                          <p:stCondLst>
                                            <p:cond delay="1338"/>
                                          </p:stCondLst>
                                        </p:cTn>
                                        <p:tgtEl>
                                          <p:spTgt spid="43"/>
                                        </p:tgtEl>
                                      </p:cBhvr>
                                      <p:to x="100000" y="100000"/>
                                    </p:animScale>
                                    <p:animScale>
                                      <p:cBhvr>
                                        <p:cTn id="641" dur="26">
                                          <p:stCondLst>
                                            <p:cond delay="1642"/>
                                          </p:stCondLst>
                                        </p:cTn>
                                        <p:tgtEl>
                                          <p:spTgt spid="43"/>
                                        </p:tgtEl>
                                      </p:cBhvr>
                                      <p:to x="100000" y="90000"/>
                                    </p:animScale>
                                    <p:animScale>
                                      <p:cBhvr>
                                        <p:cTn id="642" dur="166" decel="50000">
                                          <p:stCondLst>
                                            <p:cond delay="1668"/>
                                          </p:stCondLst>
                                        </p:cTn>
                                        <p:tgtEl>
                                          <p:spTgt spid="43"/>
                                        </p:tgtEl>
                                      </p:cBhvr>
                                      <p:to x="100000" y="100000"/>
                                    </p:animScale>
                                    <p:animScale>
                                      <p:cBhvr>
                                        <p:cTn id="643" dur="26">
                                          <p:stCondLst>
                                            <p:cond delay="1808"/>
                                          </p:stCondLst>
                                        </p:cTn>
                                        <p:tgtEl>
                                          <p:spTgt spid="43"/>
                                        </p:tgtEl>
                                      </p:cBhvr>
                                      <p:to x="100000" y="95000"/>
                                    </p:animScale>
                                    <p:animScale>
                                      <p:cBhvr>
                                        <p:cTn id="644" dur="166" decel="50000">
                                          <p:stCondLst>
                                            <p:cond delay="1834"/>
                                          </p:stCondLst>
                                        </p:cTn>
                                        <p:tgtEl>
                                          <p:spTgt spid="43"/>
                                        </p:tgtEl>
                                      </p:cBhvr>
                                      <p:to x="100000" y="100000"/>
                                    </p:animScale>
                                  </p:childTnLst>
                                </p:cTn>
                              </p:par>
                              <p:par>
                                <p:cTn id="645" presetID="26" presetClass="entr" presetSubtype="0" fill="hold" grpId="0" nodeType="withEffect">
                                  <p:stCondLst>
                                    <p:cond delay="0"/>
                                  </p:stCondLst>
                                  <p:childTnLst>
                                    <p:set>
                                      <p:cBhvr>
                                        <p:cTn id="646" dur="1" fill="hold">
                                          <p:stCondLst>
                                            <p:cond delay="0"/>
                                          </p:stCondLst>
                                        </p:cTn>
                                        <p:tgtEl>
                                          <p:spTgt spid="44"/>
                                        </p:tgtEl>
                                        <p:attrNameLst>
                                          <p:attrName>style.visibility</p:attrName>
                                        </p:attrNameLst>
                                      </p:cBhvr>
                                      <p:to>
                                        <p:strVal val="visible"/>
                                      </p:to>
                                    </p:set>
                                    <p:animEffect transition="in" filter="wipe(down)">
                                      <p:cBhvr>
                                        <p:cTn id="647" dur="580">
                                          <p:stCondLst>
                                            <p:cond delay="0"/>
                                          </p:stCondLst>
                                        </p:cTn>
                                        <p:tgtEl>
                                          <p:spTgt spid="44"/>
                                        </p:tgtEl>
                                      </p:cBhvr>
                                    </p:animEffect>
                                    <p:anim calcmode="lin" valueType="num">
                                      <p:cBhvr>
                                        <p:cTn id="648" dur="1822" tmFilter="0,0; 0.14,0.36; 0.43,0.73; 0.71,0.91; 1.0,1.0">
                                          <p:stCondLst>
                                            <p:cond delay="0"/>
                                          </p:stCondLst>
                                        </p:cTn>
                                        <p:tgtEl>
                                          <p:spTgt spid="44"/>
                                        </p:tgtEl>
                                        <p:attrNameLst>
                                          <p:attrName>ppt_x</p:attrName>
                                        </p:attrNameLst>
                                      </p:cBhvr>
                                      <p:tavLst>
                                        <p:tav tm="0">
                                          <p:val>
                                            <p:strVal val="#ppt_x-0.25"/>
                                          </p:val>
                                        </p:tav>
                                        <p:tav tm="100000">
                                          <p:val>
                                            <p:strVal val="#ppt_x"/>
                                          </p:val>
                                        </p:tav>
                                      </p:tavLst>
                                    </p:anim>
                                    <p:anim calcmode="lin" valueType="num">
                                      <p:cBhvr>
                                        <p:cTn id="649" dur="664" tmFilter="0.0,0.0; 0.25,0.07; 0.50,0.2; 0.75,0.467; 1.0,1.0">
                                          <p:stCondLst>
                                            <p:cond delay="0"/>
                                          </p:stCondLst>
                                        </p:cTn>
                                        <p:tgtEl>
                                          <p:spTgt spid="44"/>
                                        </p:tgtEl>
                                        <p:attrNameLst>
                                          <p:attrName>ppt_y</p:attrName>
                                        </p:attrNameLst>
                                      </p:cBhvr>
                                      <p:tavLst>
                                        <p:tav tm="0" fmla="#ppt_y-sin(pi*$)/3">
                                          <p:val>
                                            <p:fltVal val="0.5"/>
                                          </p:val>
                                        </p:tav>
                                        <p:tav tm="100000">
                                          <p:val>
                                            <p:fltVal val="1"/>
                                          </p:val>
                                        </p:tav>
                                      </p:tavLst>
                                    </p:anim>
                                    <p:anim calcmode="lin" valueType="num">
                                      <p:cBhvr>
                                        <p:cTn id="650" dur="664" tmFilter="0, 0; 0.125,0.2665; 0.25,0.4; 0.375,0.465; 0.5,0.5;  0.625,0.535; 0.75,0.6; 0.875,0.7335; 1,1">
                                          <p:stCondLst>
                                            <p:cond delay="664"/>
                                          </p:stCondLst>
                                        </p:cTn>
                                        <p:tgtEl>
                                          <p:spTgt spid="44"/>
                                        </p:tgtEl>
                                        <p:attrNameLst>
                                          <p:attrName>ppt_y</p:attrName>
                                        </p:attrNameLst>
                                      </p:cBhvr>
                                      <p:tavLst>
                                        <p:tav tm="0" fmla="#ppt_y-sin(pi*$)/9">
                                          <p:val>
                                            <p:fltVal val="0"/>
                                          </p:val>
                                        </p:tav>
                                        <p:tav tm="100000">
                                          <p:val>
                                            <p:fltVal val="1"/>
                                          </p:val>
                                        </p:tav>
                                      </p:tavLst>
                                    </p:anim>
                                    <p:anim calcmode="lin" valueType="num">
                                      <p:cBhvr>
                                        <p:cTn id="651" dur="332" tmFilter="0, 0; 0.125,0.2665; 0.25,0.4; 0.375,0.465; 0.5,0.5;  0.625,0.535; 0.75,0.6; 0.875,0.7335; 1,1">
                                          <p:stCondLst>
                                            <p:cond delay="1324"/>
                                          </p:stCondLst>
                                        </p:cTn>
                                        <p:tgtEl>
                                          <p:spTgt spid="44"/>
                                        </p:tgtEl>
                                        <p:attrNameLst>
                                          <p:attrName>ppt_y</p:attrName>
                                        </p:attrNameLst>
                                      </p:cBhvr>
                                      <p:tavLst>
                                        <p:tav tm="0" fmla="#ppt_y-sin(pi*$)/27">
                                          <p:val>
                                            <p:fltVal val="0"/>
                                          </p:val>
                                        </p:tav>
                                        <p:tav tm="100000">
                                          <p:val>
                                            <p:fltVal val="1"/>
                                          </p:val>
                                        </p:tav>
                                      </p:tavLst>
                                    </p:anim>
                                    <p:anim calcmode="lin" valueType="num">
                                      <p:cBhvr>
                                        <p:cTn id="652" dur="164" tmFilter="0, 0; 0.125,0.2665; 0.25,0.4; 0.375,0.465; 0.5,0.5;  0.625,0.535; 0.75,0.6; 0.875,0.7335; 1,1">
                                          <p:stCondLst>
                                            <p:cond delay="1656"/>
                                          </p:stCondLst>
                                        </p:cTn>
                                        <p:tgtEl>
                                          <p:spTgt spid="44"/>
                                        </p:tgtEl>
                                        <p:attrNameLst>
                                          <p:attrName>ppt_y</p:attrName>
                                        </p:attrNameLst>
                                      </p:cBhvr>
                                      <p:tavLst>
                                        <p:tav tm="0" fmla="#ppt_y-sin(pi*$)/81">
                                          <p:val>
                                            <p:fltVal val="0"/>
                                          </p:val>
                                        </p:tav>
                                        <p:tav tm="100000">
                                          <p:val>
                                            <p:fltVal val="1"/>
                                          </p:val>
                                        </p:tav>
                                      </p:tavLst>
                                    </p:anim>
                                    <p:animScale>
                                      <p:cBhvr>
                                        <p:cTn id="653" dur="26">
                                          <p:stCondLst>
                                            <p:cond delay="650"/>
                                          </p:stCondLst>
                                        </p:cTn>
                                        <p:tgtEl>
                                          <p:spTgt spid="44"/>
                                        </p:tgtEl>
                                      </p:cBhvr>
                                      <p:to x="100000" y="60000"/>
                                    </p:animScale>
                                    <p:animScale>
                                      <p:cBhvr>
                                        <p:cTn id="654" dur="166" decel="50000">
                                          <p:stCondLst>
                                            <p:cond delay="676"/>
                                          </p:stCondLst>
                                        </p:cTn>
                                        <p:tgtEl>
                                          <p:spTgt spid="44"/>
                                        </p:tgtEl>
                                      </p:cBhvr>
                                      <p:to x="100000" y="100000"/>
                                    </p:animScale>
                                    <p:animScale>
                                      <p:cBhvr>
                                        <p:cTn id="655" dur="26">
                                          <p:stCondLst>
                                            <p:cond delay="1312"/>
                                          </p:stCondLst>
                                        </p:cTn>
                                        <p:tgtEl>
                                          <p:spTgt spid="44"/>
                                        </p:tgtEl>
                                      </p:cBhvr>
                                      <p:to x="100000" y="80000"/>
                                    </p:animScale>
                                    <p:animScale>
                                      <p:cBhvr>
                                        <p:cTn id="656" dur="166" decel="50000">
                                          <p:stCondLst>
                                            <p:cond delay="1338"/>
                                          </p:stCondLst>
                                        </p:cTn>
                                        <p:tgtEl>
                                          <p:spTgt spid="44"/>
                                        </p:tgtEl>
                                      </p:cBhvr>
                                      <p:to x="100000" y="100000"/>
                                    </p:animScale>
                                    <p:animScale>
                                      <p:cBhvr>
                                        <p:cTn id="657" dur="26">
                                          <p:stCondLst>
                                            <p:cond delay="1642"/>
                                          </p:stCondLst>
                                        </p:cTn>
                                        <p:tgtEl>
                                          <p:spTgt spid="44"/>
                                        </p:tgtEl>
                                      </p:cBhvr>
                                      <p:to x="100000" y="90000"/>
                                    </p:animScale>
                                    <p:animScale>
                                      <p:cBhvr>
                                        <p:cTn id="658" dur="166" decel="50000">
                                          <p:stCondLst>
                                            <p:cond delay="1668"/>
                                          </p:stCondLst>
                                        </p:cTn>
                                        <p:tgtEl>
                                          <p:spTgt spid="44"/>
                                        </p:tgtEl>
                                      </p:cBhvr>
                                      <p:to x="100000" y="100000"/>
                                    </p:animScale>
                                    <p:animScale>
                                      <p:cBhvr>
                                        <p:cTn id="659" dur="26">
                                          <p:stCondLst>
                                            <p:cond delay="1808"/>
                                          </p:stCondLst>
                                        </p:cTn>
                                        <p:tgtEl>
                                          <p:spTgt spid="44"/>
                                        </p:tgtEl>
                                      </p:cBhvr>
                                      <p:to x="100000" y="95000"/>
                                    </p:animScale>
                                    <p:animScale>
                                      <p:cBhvr>
                                        <p:cTn id="660" dur="166" decel="50000">
                                          <p:stCondLst>
                                            <p:cond delay="1834"/>
                                          </p:stCondLst>
                                        </p:cTn>
                                        <p:tgtEl>
                                          <p:spTgt spid="44"/>
                                        </p:tgtEl>
                                      </p:cBhvr>
                                      <p:to x="100000" y="100000"/>
                                    </p:animScale>
                                  </p:childTnLst>
                                </p:cTn>
                              </p:par>
                              <p:par>
                                <p:cTn id="661" presetID="26" presetClass="entr" presetSubtype="0" fill="hold" grpId="0" nodeType="withEffect">
                                  <p:stCondLst>
                                    <p:cond delay="0"/>
                                  </p:stCondLst>
                                  <p:childTnLst>
                                    <p:set>
                                      <p:cBhvr>
                                        <p:cTn id="662" dur="1" fill="hold">
                                          <p:stCondLst>
                                            <p:cond delay="0"/>
                                          </p:stCondLst>
                                        </p:cTn>
                                        <p:tgtEl>
                                          <p:spTgt spid="45"/>
                                        </p:tgtEl>
                                        <p:attrNameLst>
                                          <p:attrName>style.visibility</p:attrName>
                                        </p:attrNameLst>
                                      </p:cBhvr>
                                      <p:to>
                                        <p:strVal val="visible"/>
                                      </p:to>
                                    </p:set>
                                    <p:animEffect transition="in" filter="wipe(down)">
                                      <p:cBhvr>
                                        <p:cTn id="663" dur="580">
                                          <p:stCondLst>
                                            <p:cond delay="0"/>
                                          </p:stCondLst>
                                        </p:cTn>
                                        <p:tgtEl>
                                          <p:spTgt spid="45"/>
                                        </p:tgtEl>
                                      </p:cBhvr>
                                    </p:animEffect>
                                    <p:anim calcmode="lin" valueType="num">
                                      <p:cBhvr>
                                        <p:cTn id="664" dur="1822" tmFilter="0,0; 0.14,0.36; 0.43,0.73; 0.71,0.91; 1.0,1.0">
                                          <p:stCondLst>
                                            <p:cond delay="0"/>
                                          </p:stCondLst>
                                        </p:cTn>
                                        <p:tgtEl>
                                          <p:spTgt spid="45"/>
                                        </p:tgtEl>
                                        <p:attrNameLst>
                                          <p:attrName>ppt_x</p:attrName>
                                        </p:attrNameLst>
                                      </p:cBhvr>
                                      <p:tavLst>
                                        <p:tav tm="0">
                                          <p:val>
                                            <p:strVal val="#ppt_x-0.25"/>
                                          </p:val>
                                        </p:tav>
                                        <p:tav tm="100000">
                                          <p:val>
                                            <p:strVal val="#ppt_x"/>
                                          </p:val>
                                        </p:tav>
                                      </p:tavLst>
                                    </p:anim>
                                    <p:anim calcmode="lin" valueType="num">
                                      <p:cBhvr>
                                        <p:cTn id="665" dur="664" tmFilter="0.0,0.0; 0.25,0.07; 0.50,0.2; 0.75,0.467; 1.0,1.0">
                                          <p:stCondLst>
                                            <p:cond delay="0"/>
                                          </p:stCondLst>
                                        </p:cTn>
                                        <p:tgtEl>
                                          <p:spTgt spid="45"/>
                                        </p:tgtEl>
                                        <p:attrNameLst>
                                          <p:attrName>ppt_y</p:attrName>
                                        </p:attrNameLst>
                                      </p:cBhvr>
                                      <p:tavLst>
                                        <p:tav tm="0" fmla="#ppt_y-sin(pi*$)/3">
                                          <p:val>
                                            <p:fltVal val="0.5"/>
                                          </p:val>
                                        </p:tav>
                                        <p:tav tm="100000">
                                          <p:val>
                                            <p:fltVal val="1"/>
                                          </p:val>
                                        </p:tav>
                                      </p:tavLst>
                                    </p:anim>
                                    <p:anim calcmode="lin" valueType="num">
                                      <p:cBhvr>
                                        <p:cTn id="666" dur="664" tmFilter="0, 0; 0.125,0.2665; 0.25,0.4; 0.375,0.465; 0.5,0.5;  0.625,0.535; 0.75,0.6; 0.875,0.7335; 1,1">
                                          <p:stCondLst>
                                            <p:cond delay="664"/>
                                          </p:stCondLst>
                                        </p:cTn>
                                        <p:tgtEl>
                                          <p:spTgt spid="45"/>
                                        </p:tgtEl>
                                        <p:attrNameLst>
                                          <p:attrName>ppt_y</p:attrName>
                                        </p:attrNameLst>
                                      </p:cBhvr>
                                      <p:tavLst>
                                        <p:tav tm="0" fmla="#ppt_y-sin(pi*$)/9">
                                          <p:val>
                                            <p:fltVal val="0"/>
                                          </p:val>
                                        </p:tav>
                                        <p:tav tm="100000">
                                          <p:val>
                                            <p:fltVal val="1"/>
                                          </p:val>
                                        </p:tav>
                                      </p:tavLst>
                                    </p:anim>
                                    <p:anim calcmode="lin" valueType="num">
                                      <p:cBhvr>
                                        <p:cTn id="667" dur="332" tmFilter="0, 0; 0.125,0.2665; 0.25,0.4; 0.375,0.465; 0.5,0.5;  0.625,0.535; 0.75,0.6; 0.875,0.7335; 1,1">
                                          <p:stCondLst>
                                            <p:cond delay="1324"/>
                                          </p:stCondLst>
                                        </p:cTn>
                                        <p:tgtEl>
                                          <p:spTgt spid="45"/>
                                        </p:tgtEl>
                                        <p:attrNameLst>
                                          <p:attrName>ppt_y</p:attrName>
                                        </p:attrNameLst>
                                      </p:cBhvr>
                                      <p:tavLst>
                                        <p:tav tm="0" fmla="#ppt_y-sin(pi*$)/27">
                                          <p:val>
                                            <p:fltVal val="0"/>
                                          </p:val>
                                        </p:tav>
                                        <p:tav tm="100000">
                                          <p:val>
                                            <p:fltVal val="1"/>
                                          </p:val>
                                        </p:tav>
                                      </p:tavLst>
                                    </p:anim>
                                    <p:anim calcmode="lin" valueType="num">
                                      <p:cBhvr>
                                        <p:cTn id="668" dur="164" tmFilter="0, 0; 0.125,0.2665; 0.25,0.4; 0.375,0.465; 0.5,0.5;  0.625,0.535; 0.75,0.6; 0.875,0.7335; 1,1">
                                          <p:stCondLst>
                                            <p:cond delay="1656"/>
                                          </p:stCondLst>
                                        </p:cTn>
                                        <p:tgtEl>
                                          <p:spTgt spid="45"/>
                                        </p:tgtEl>
                                        <p:attrNameLst>
                                          <p:attrName>ppt_y</p:attrName>
                                        </p:attrNameLst>
                                      </p:cBhvr>
                                      <p:tavLst>
                                        <p:tav tm="0" fmla="#ppt_y-sin(pi*$)/81">
                                          <p:val>
                                            <p:fltVal val="0"/>
                                          </p:val>
                                        </p:tav>
                                        <p:tav tm="100000">
                                          <p:val>
                                            <p:fltVal val="1"/>
                                          </p:val>
                                        </p:tav>
                                      </p:tavLst>
                                    </p:anim>
                                    <p:animScale>
                                      <p:cBhvr>
                                        <p:cTn id="669" dur="26">
                                          <p:stCondLst>
                                            <p:cond delay="650"/>
                                          </p:stCondLst>
                                        </p:cTn>
                                        <p:tgtEl>
                                          <p:spTgt spid="45"/>
                                        </p:tgtEl>
                                      </p:cBhvr>
                                      <p:to x="100000" y="60000"/>
                                    </p:animScale>
                                    <p:animScale>
                                      <p:cBhvr>
                                        <p:cTn id="670" dur="166" decel="50000">
                                          <p:stCondLst>
                                            <p:cond delay="676"/>
                                          </p:stCondLst>
                                        </p:cTn>
                                        <p:tgtEl>
                                          <p:spTgt spid="45"/>
                                        </p:tgtEl>
                                      </p:cBhvr>
                                      <p:to x="100000" y="100000"/>
                                    </p:animScale>
                                    <p:animScale>
                                      <p:cBhvr>
                                        <p:cTn id="671" dur="26">
                                          <p:stCondLst>
                                            <p:cond delay="1312"/>
                                          </p:stCondLst>
                                        </p:cTn>
                                        <p:tgtEl>
                                          <p:spTgt spid="45"/>
                                        </p:tgtEl>
                                      </p:cBhvr>
                                      <p:to x="100000" y="80000"/>
                                    </p:animScale>
                                    <p:animScale>
                                      <p:cBhvr>
                                        <p:cTn id="672" dur="166" decel="50000">
                                          <p:stCondLst>
                                            <p:cond delay="1338"/>
                                          </p:stCondLst>
                                        </p:cTn>
                                        <p:tgtEl>
                                          <p:spTgt spid="45"/>
                                        </p:tgtEl>
                                      </p:cBhvr>
                                      <p:to x="100000" y="100000"/>
                                    </p:animScale>
                                    <p:animScale>
                                      <p:cBhvr>
                                        <p:cTn id="673" dur="26">
                                          <p:stCondLst>
                                            <p:cond delay="1642"/>
                                          </p:stCondLst>
                                        </p:cTn>
                                        <p:tgtEl>
                                          <p:spTgt spid="45"/>
                                        </p:tgtEl>
                                      </p:cBhvr>
                                      <p:to x="100000" y="90000"/>
                                    </p:animScale>
                                    <p:animScale>
                                      <p:cBhvr>
                                        <p:cTn id="674" dur="166" decel="50000">
                                          <p:stCondLst>
                                            <p:cond delay="1668"/>
                                          </p:stCondLst>
                                        </p:cTn>
                                        <p:tgtEl>
                                          <p:spTgt spid="45"/>
                                        </p:tgtEl>
                                      </p:cBhvr>
                                      <p:to x="100000" y="100000"/>
                                    </p:animScale>
                                    <p:animScale>
                                      <p:cBhvr>
                                        <p:cTn id="675" dur="26">
                                          <p:stCondLst>
                                            <p:cond delay="1808"/>
                                          </p:stCondLst>
                                        </p:cTn>
                                        <p:tgtEl>
                                          <p:spTgt spid="45"/>
                                        </p:tgtEl>
                                      </p:cBhvr>
                                      <p:to x="100000" y="95000"/>
                                    </p:animScale>
                                    <p:animScale>
                                      <p:cBhvr>
                                        <p:cTn id="676" dur="166" decel="50000">
                                          <p:stCondLst>
                                            <p:cond delay="1834"/>
                                          </p:stCondLst>
                                        </p:cTn>
                                        <p:tgtEl>
                                          <p:spTgt spid="45"/>
                                        </p:tgtEl>
                                      </p:cBhvr>
                                      <p:to x="100000" y="100000"/>
                                    </p:animScale>
                                  </p:childTnLst>
                                </p:cTn>
                              </p:par>
                              <p:par>
                                <p:cTn id="677" presetID="26" presetClass="entr" presetSubtype="0" fill="hold" grpId="0" nodeType="withEffect">
                                  <p:stCondLst>
                                    <p:cond delay="0"/>
                                  </p:stCondLst>
                                  <p:childTnLst>
                                    <p:set>
                                      <p:cBhvr>
                                        <p:cTn id="678" dur="1" fill="hold">
                                          <p:stCondLst>
                                            <p:cond delay="0"/>
                                          </p:stCondLst>
                                        </p:cTn>
                                        <p:tgtEl>
                                          <p:spTgt spid="46"/>
                                        </p:tgtEl>
                                        <p:attrNameLst>
                                          <p:attrName>style.visibility</p:attrName>
                                        </p:attrNameLst>
                                      </p:cBhvr>
                                      <p:to>
                                        <p:strVal val="visible"/>
                                      </p:to>
                                    </p:set>
                                    <p:animEffect transition="in" filter="wipe(down)">
                                      <p:cBhvr>
                                        <p:cTn id="679" dur="580">
                                          <p:stCondLst>
                                            <p:cond delay="0"/>
                                          </p:stCondLst>
                                        </p:cTn>
                                        <p:tgtEl>
                                          <p:spTgt spid="46"/>
                                        </p:tgtEl>
                                      </p:cBhvr>
                                    </p:animEffect>
                                    <p:anim calcmode="lin" valueType="num">
                                      <p:cBhvr>
                                        <p:cTn id="680" dur="1822" tmFilter="0,0; 0.14,0.36; 0.43,0.73; 0.71,0.91; 1.0,1.0">
                                          <p:stCondLst>
                                            <p:cond delay="0"/>
                                          </p:stCondLst>
                                        </p:cTn>
                                        <p:tgtEl>
                                          <p:spTgt spid="46"/>
                                        </p:tgtEl>
                                        <p:attrNameLst>
                                          <p:attrName>ppt_x</p:attrName>
                                        </p:attrNameLst>
                                      </p:cBhvr>
                                      <p:tavLst>
                                        <p:tav tm="0">
                                          <p:val>
                                            <p:strVal val="#ppt_x-0.25"/>
                                          </p:val>
                                        </p:tav>
                                        <p:tav tm="100000">
                                          <p:val>
                                            <p:strVal val="#ppt_x"/>
                                          </p:val>
                                        </p:tav>
                                      </p:tavLst>
                                    </p:anim>
                                    <p:anim calcmode="lin" valueType="num">
                                      <p:cBhvr>
                                        <p:cTn id="681" dur="664" tmFilter="0.0,0.0; 0.25,0.07; 0.50,0.2; 0.75,0.467; 1.0,1.0">
                                          <p:stCondLst>
                                            <p:cond delay="0"/>
                                          </p:stCondLst>
                                        </p:cTn>
                                        <p:tgtEl>
                                          <p:spTgt spid="46"/>
                                        </p:tgtEl>
                                        <p:attrNameLst>
                                          <p:attrName>ppt_y</p:attrName>
                                        </p:attrNameLst>
                                      </p:cBhvr>
                                      <p:tavLst>
                                        <p:tav tm="0" fmla="#ppt_y-sin(pi*$)/3">
                                          <p:val>
                                            <p:fltVal val="0.5"/>
                                          </p:val>
                                        </p:tav>
                                        <p:tav tm="100000">
                                          <p:val>
                                            <p:fltVal val="1"/>
                                          </p:val>
                                        </p:tav>
                                      </p:tavLst>
                                    </p:anim>
                                    <p:anim calcmode="lin" valueType="num">
                                      <p:cBhvr>
                                        <p:cTn id="682" dur="664" tmFilter="0, 0; 0.125,0.2665; 0.25,0.4; 0.375,0.465; 0.5,0.5;  0.625,0.535; 0.75,0.6; 0.875,0.7335; 1,1">
                                          <p:stCondLst>
                                            <p:cond delay="664"/>
                                          </p:stCondLst>
                                        </p:cTn>
                                        <p:tgtEl>
                                          <p:spTgt spid="46"/>
                                        </p:tgtEl>
                                        <p:attrNameLst>
                                          <p:attrName>ppt_y</p:attrName>
                                        </p:attrNameLst>
                                      </p:cBhvr>
                                      <p:tavLst>
                                        <p:tav tm="0" fmla="#ppt_y-sin(pi*$)/9">
                                          <p:val>
                                            <p:fltVal val="0"/>
                                          </p:val>
                                        </p:tav>
                                        <p:tav tm="100000">
                                          <p:val>
                                            <p:fltVal val="1"/>
                                          </p:val>
                                        </p:tav>
                                      </p:tavLst>
                                    </p:anim>
                                    <p:anim calcmode="lin" valueType="num">
                                      <p:cBhvr>
                                        <p:cTn id="683" dur="332" tmFilter="0, 0; 0.125,0.2665; 0.25,0.4; 0.375,0.465; 0.5,0.5;  0.625,0.535; 0.75,0.6; 0.875,0.7335; 1,1">
                                          <p:stCondLst>
                                            <p:cond delay="1324"/>
                                          </p:stCondLst>
                                        </p:cTn>
                                        <p:tgtEl>
                                          <p:spTgt spid="46"/>
                                        </p:tgtEl>
                                        <p:attrNameLst>
                                          <p:attrName>ppt_y</p:attrName>
                                        </p:attrNameLst>
                                      </p:cBhvr>
                                      <p:tavLst>
                                        <p:tav tm="0" fmla="#ppt_y-sin(pi*$)/27">
                                          <p:val>
                                            <p:fltVal val="0"/>
                                          </p:val>
                                        </p:tav>
                                        <p:tav tm="100000">
                                          <p:val>
                                            <p:fltVal val="1"/>
                                          </p:val>
                                        </p:tav>
                                      </p:tavLst>
                                    </p:anim>
                                    <p:anim calcmode="lin" valueType="num">
                                      <p:cBhvr>
                                        <p:cTn id="684" dur="164" tmFilter="0, 0; 0.125,0.2665; 0.25,0.4; 0.375,0.465; 0.5,0.5;  0.625,0.535; 0.75,0.6; 0.875,0.7335; 1,1">
                                          <p:stCondLst>
                                            <p:cond delay="1656"/>
                                          </p:stCondLst>
                                        </p:cTn>
                                        <p:tgtEl>
                                          <p:spTgt spid="46"/>
                                        </p:tgtEl>
                                        <p:attrNameLst>
                                          <p:attrName>ppt_y</p:attrName>
                                        </p:attrNameLst>
                                      </p:cBhvr>
                                      <p:tavLst>
                                        <p:tav tm="0" fmla="#ppt_y-sin(pi*$)/81">
                                          <p:val>
                                            <p:fltVal val="0"/>
                                          </p:val>
                                        </p:tav>
                                        <p:tav tm="100000">
                                          <p:val>
                                            <p:fltVal val="1"/>
                                          </p:val>
                                        </p:tav>
                                      </p:tavLst>
                                    </p:anim>
                                    <p:animScale>
                                      <p:cBhvr>
                                        <p:cTn id="685" dur="26">
                                          <p:stCondLst>
                                            <p:cond delay="650"/>
                                          </p:stCondLst>
                                        </p:cTn>
                                        <p:tgtEl>
                                          <p:spTgt spid="46"/>
                                        </p:tgtEl>
                                      </p:cBhvr>
                                      <p:to x="100000" y="60000"/>
                                    </p:animScale>
                                    <p:animScale>
                                      <p:cBhvr>
                                        <p:cTn id="686" dur="166" decel="50000">
                                          <p:stCondLst>
                                            <p:cond delay="676"/>
                                          </p:stCondLst>
                                        </p:cTn>
                                        <p:tgtEl>
                                          <p:spTgt spid="46"/>
                                        </p:tgtEl>
                                      </p:cBhvr>
                                      <p:to x="100000" y="100000"/>
                                    </p:animScale>
                                    <p:animScale>
                                      <p:cBhvr>
                                        <p:cTn id="687" dur="26">
                                          <p:stCondLst>
                                            <p:cond delay="1312"/>
                                          </p:stCondLst>
                                        </p:cTn>
                                        <p:tgtEl>
                                          <p:spTgt spid="46"/>
                                        </p:tgtEl>
                                      </p:cBhvr>
                                      <p:to x="100000" y="80000"/>
                                    </p:animScale>
                                    <p:animScale>
                                      <p:cBhvr>
                                        <p:cTn id="688" dur="166" decel="50000">
                                          <p:stCondLst>
                                            <p:cond delay="1338"/>
                                          </p:stCondLst>
                                        </p:cTn>
                                        <p:tgtEl>
                                          <p:spTgt spid="46"/>
                                        </p:tgtEl>
                                      </p:cBhvr>
                                      <p:to x="100000" y="100000"/>
                                    </p:animScale>
                                    <p:animScale>
                                      <p:cBhvr>
                                        <p:cTn id="689" dur="26">
                                          <p:stCondLst>
                                            <p:cond delay="1642"/>
                                          </p:stCondLst>
                                        </p:cTn>
                                        <p:tgtEl>
                                          <p:spTgt spid="46"/>
                                        </p:tgtEl>
                                      </p:cBhvr>
                                      <p:to x="100000" y="90000"/>
                                    </p:animScale>
                                    <p:animScale>
                                      <p:cBhvr>
                                        <p:cTn id="690" dur="166" decel="50000">
                                          <p:stCondLst>
                                            <p:cond delay="1668"/>
                                          </p:stCondLst>
                                        </p:cTn>
                                        <p:tgtEl>
                                          <p:spTgt spid="46"/>
                                        </p:tgtEl>
                                      </p:cBhvr>
                                      <p:to x="100000" y="100000"/>
                                    </p:animScale>
                                    <p:animScale>
                                      <p:cBhvr>
                                        <p:cTn id="691" dur="26">
                                          <p:stCondLst>
                                            <p:cond delay="1808"/>
                                          </p:stCondLst>
                                        </p:cTn>
                                        <p:tgtEl>
                                          <p:spTgt spid="46"/>
                                        </p:tgtEl>
                                      </p:cBhvr>
                                      <p:to x="100000" y="95000"/>
                                    </p:animScale>
                                    <p:animScale>
                                      <p:cBhvr>
                                        <p:cTn id="692" dur="166" decel="50000">
                                          <p:stCondLst>
                                            <p:cond delay="1834"/>
                                          </p:stCondLst>
                                        </p:cTn>
                                        <p:tgtEl>
                                          <p:spTgt spid="46"/>
                                        </p:tgtEl>
                                      </p:cBhvr>
                                      <p:to x="100000" y="100000"/>
                                    </p:animScale>
                                  </p:childTnLst>
                                </p:cTn>
                              </p:par>
                              <p:par>
                                <p:cTn id="693" presetID="26" presetClass="entr" presetSubtype="0" fill="hold" grpId="0" nodeType="withEffect">
                                  <p:stCondLst>
                                    <p:cond delay="0"/>
                                  </p:stCondLst>
                                  <p:childTnLst>
                                    <p:set>
                                      <p:cBhvr>
                                        <p:cTn id="694" dur="1" fill="hold">
                                          <p:stCondLst>
                                            <p:cond delay="0"/>
                                          </p:stCondLst>
                                        </p:cTn>
                                        <p:tgtEl>
                                          <p:spTgt spid="62"/>
                                        </p:tgtEl>
                                        <p:attrNameLst>
                                          <p:attrName>style.visibility</p:attrName>
                                        </p:attrNameLst>
                                      </p:cBhvr>
                                      <p:to>
                                        <p:strVal val="visible"/>
                                      </p:to>
                                    </p:set>
                                    <p:animEffect transition="in" filter="wipe(down)">
                                      <p:cBhvr>
                                        <p:cTn id="695" dur="580">
                                          <p:stCondLst>
                                            <p:cond delay="0"/>
                                          </p:stCondLst>
                                        </p:cTn>
                                        <p:tgtEl>
                                          <p:spTgt spid="62"/>
                                        </p:tgtEl>
                                      </p:cBhvr>
                                    </p:animEffect>
                                    <p:anim calcmode="lin" valueType="num">
                                      <p:cBhvr>
                                        <p:cTn id="696" dur="1822" tmFilter="0,0; 0.14,0.36; 0.43,0.73; 0.71,0.91; 1.0,1.0">
                                          <p:stCondLst>
                                            <p:cond delay="0"/>
                                          </p:stCondLst>
                                        </p:cTn>
                                        <p:tgtEl>
                                          <p:spTgt spid="62"/>
                                        </p:tgtEl>
                                        <p:attrNameLst>
                                          <p:attrName>ppt_x</p:attrName>
                                        </p:attrNameLst>
                                      </p:cBhvr>
                                      <p:tavLst>
                                        <p:tav tm="0">
                                          <p:val>
                                            <p:strVal val="#ppt_x-0.25"/>
                                          </p:val>
                                        </p:tav>
                                        <p:tav tm="100000">
                                          <p:val>
                                            <p:strVal val="#ppt_x"/>
                                          </p:val>
                                        </p:tav>
                                      </p:tavLst>
                                    </p:anim>
                                    <p:anim calcmode="lin" valueType="num">
                                      <p:cBhvr>
                                        <p:cTn id="697" dur="664" tmFilter="0.0,0.0; 0.25,0.07; 0.50,0.2; 0.75,0.467; 1.0,1.0">
                                          <p:stCondLst>
                                            <p:cond delay="0"/>
                                          </p:stCondLst>
                                        </p:cTn>
                                        <p:tgtEl>
                                          <p:spTgt spid="62"/>
                                        </p:tgtEl>
                                        <p:attrNameLst>
                                          <p:attrName>ppt_y</p:attrName>
                                        </p:attrNameLst>
                                      </p:cBhvr>
                                      <p:tavLst>
                                        <p:tav tm="0" fmla="#ppt_y-sin(pi*$)/3">
                                          <p:val>
                                            <p:fltVal val="0.5"/>
                                          </p:val>
                                        </p:tav>
                                        <p:tav tm="100000">
                                          <p:val>
                                            <p:fltVal val="1"/>
                                          </p:val>
                                        </p:tav>
                                      </p:tavLst>
                                    </p:anim>
                                    <p:anim calcmode="lin" valueType="num">
                                      <p:cBhvr>
                                        <p:cTn id="698" dur="664" tmFilter="0, 0; 0.125,0.2665; 0.25,0.4; 0.375,0.465; 0.5,0.5;  0.625,0.535; 0.75,0.6; 0.875,0.7335; 1,1">
                                          <p:stCondLst>
                                            <p:cond delay="664"/>
                                          </p:stCondLst>
                                        </p:cTn>
                                        <p:tgtEl>
                                          <p:spTgt spid="62"/>
                                        </p:tgtEl>
                                        <p:attrNameLst>
                                          <p:attrName>ppt_y</p:attrName>
                                        </p:attrNameLst>
                                      </p:cBhvr>
                                      <p:tavLst>
                                        <p:tav tm="0" fmla="#ppt_y-sin(pi*$)/9">
                                          <p:val>
                                            <p:fltVal val="0"/>
                                          </p:val>
                                        </p:tav>
                                        <p:tav tm="100000">
                                          <p:val>
                                            <p:fltVal val="1"/>
                                          </p:val>
                                        </p:tav>
                                      </p:tavLst>
                                    </p:anim>
                                    <p:anim calcmode="lin" valueType="num">
                                      <p:cBhvr>
                                        <p:cTn id="699" dur="332" tmFilter="0, 0; 0.125,0.2665; 0.25,0.4; 0.375,0.465; 0.5,0.5;  0.625,0.535; 0.75,0.6; 0.875,0.7335; 1,1">
                                          <p:stCondLst>
                                            <p:cond delay="1324"/>
                                          </p:stCondLst>
                                        </p:cTn>
                                        <p:tgtEl>
                                          <p:spTgt spid="62"/>
                                        </p:tgtEl>
                                        <p:attrNameLst>
                                          <p:attrName>ppt_y</p:attrName>
                                        </p:attrNameLst>
                                      </p:cBhvr>
                                      <p:tavLst>
                                        <p:tav tm="0" fmla="#ppt_y-sin(pi*$)/27">
                                          <p:val>
                                            <p:fltVal val="0"/>
                                          </p:val>
                                        </p:tav>
                                        <p:tav tm="100000">
                                          <p:val>
                                            <p:fltVal val="1"/>
                                          </p:val>
                                        </p:tav>
                                      </p:tavLst>
                                    </p:anim>
                                    <p:anim calcmode="lin" valueType="num">
                                      <p:cBhvr>
                                        <p:cTn id="700" dur="164" tmFilter="0, 0; 0.125,0.2665; 0.25,0.4; 0.375,0.465; 0.5,0.5;  0.625,0.535; 0.75,0.6; 0.875,0.7335; 1,1">
                                          <p:stCondLst>
                                            <p:cond delay="1656"/>
                                          </p:stCondLst>
                                        </p:cTn>
                                        <p:tgtEl>
                                          <p:spTgt spid="62"/>
                                        </p:tgtEl>
                                        <p:attrNameLst>
                                          <p:attrName>ppt_y</p:attrName>
                                        </p:attrNameLst>
                                      </p:cBhvr>
                                      <p:tavLst>
                                        <p:tav tm="0" fmla="#ppt_y-sin(pi*$)/81">
                                          <p:val>
                                            <p:fltVal val="0"/>
                                          </p:val>
                                        </p:tav>
                                        <p:tav tm="100000">
                                          <p:val>
                                            <p:fltVal val="1"/>
                                          </p:val>
                                        </p:tav>
                                      </p:tavLst>
                                    </p:anim>
                                    <p:animScale>
                                      <p:cBhvr>
                                        <p:cTn id="701" dur="26">
                                          <p:stCondLst>
                                            <p:cond delay="650"/>
                                          </p:stCondLst>
                                        </p:cTn>
                                        <p:tgtEl>
                                          <p:spTgt spid="62"/>
                                        </p:tgtEl>
                                      </p:cBhvr>
                                      <p:to x="100000" y="60000"/>
                                    </p:animScale>
                                    <p:animScale>
                                      <p:cBhvr>
                                        <p:cTn id="702" dur="166" decel="50000">
                                          <p:stCondLst>
                                            <p:cond delay="676"/>
                                          </p:stCondLst>
                                        </p:cTn>
                                        <p:tgtEl>
                                          <p:spTgt spid="62"/>
                                        </p:tgtEl>
                                      </p:cBhvr>
                                      <p:to x="100000" y="100000"/>
                                    </p:animScale>
                                    <p:animScale>
                                      <p:cBhvr>
                                        <p:cTn id="703" dur="26">
                                          <p:stCondLst>
                                            <p:cond delay="1312"/>
                                          </p:stCondLst>
                                        </p:cTn>
                                        <p:tgtEl>
                                          <p:spTgt spid="62"/>
                                        </p:tgtEl>
                                      </p:cBhvr>
                                      <p:to x="100000" y="80000"/>
                                    </p:animScale>
                                    <p:animScale>
                                      <p:cBhvr>
                                        <p:cTn id="704" dur="166" decel="50000">
                                          <p:stCondLst>
                                            <p:cond delay="1338"/>
                                          </p:stCondLst>
                                        </p:cTn>
                                        <p:tgtEl>
                                          <p:spTgt spid="62"/>
                                        </p:tgtEl>
                                      </p:cBhvr>
                                      <p:to x="100000" y="100000"/>
                                    </p:animScale>
                                    <p:animScale>
                                      <p:cBhvr>
                                        <p:cTn id="705" dur="26">
                                          <p:stCondLst>
                                            <p:cond delay="1642"/>
                                          </p:stCondLst>
                                        </p:cTn>
                                        <p:tgtEl>
                                          <p:spTgt spid="62"/>
                                        </p:tgtEl>
                                      </p:cBhvr>
                                      <p:to x="100000" y="90000"/>
                                    </p:animScale>
                                    <p:animScale>
                                      <p:cBhvr>
                                        <p:cTn id="706" dur="166" decel="50000">
                                          <p:stCondLst>
                                            <p:cond delay="1668"/>
                                          </p:stCondLst>
                                        </p:cTn>
                                        <p:tgtEl>
                                          <p:spTgt spid="62"/>
                                        </p:tgtEl>
                                      </p:cBhvr>
                                      <p:to x="100000" y="100000"/>
                                    </p:animScale>
                                    <p:animScale>
                                      <p:cBhvr>
                                        <p:cTn id="707" dur="26">
                                          <p:stCondLst>
                                            <p:cond delay="1808"/>
                                          </p:stCondLst>
                                        </p:cTn>
                                        <p:tgtEl>
                                          <p:spTgt spid="62"/>
                                        </p:tgtEl>
                                      </p:cBhvr>
                                      <p:to x="100000" y="95000"/>
                                    </p:animScale>
                                    <p:animScale>
                                      <p:cBhvr>
                                        <p:cTn id="708" dur="166" decel="50000">
                                          <p:stCondLst>
                                            <p:cond delay="1834"/>
                                          </p:stCondLst>
                                        </p:cTn>
                                        <p:tgtEl>
                                          <p:spTgt spid="62"/>
                                        </p:tgtEl>
                                      </p:cBhvr>
                                      <p:to x="100000" y="100000"/>
                                    </p:animScale>
                                  </p:childTnLst>
                                </p:cTn>
                              </p:par>
                              <p:par>
                                <p:cTn id="709" presetID="26" presetClass="entr" presetSubtype="0" fill="hold" grpId="0" nodeType="withEffect">
                                  <p:stCondLst>
                                    <p:cond delay="0"/>
                                  </p:stCondLst>
                                  <p:childTnLst>
                                    <p:set>
                                      <p:cBhvr>
                                        <p:cTn id="710" dur="1" fill="hold">
                                          <p:stCondLst>
                                            <p:cond delay="0"/>
                                          </p:stCondLst>
                                        </p:cTn>
                                        <p:tgtEl>
                                          <p:spTgt spid="73"/>
                                        </p:tgtEl>
                                        <p:attrNameLst>
                                          <p:attrName>style.visibility</p:attrName>
                                        </p:attrNameLst>
                                      </p:cBhvr>
                                      <p:to>
                                        <p:strVal val="visible"/>
                                      </p:to>
                                    </p:set>
                                    <p:animEffect transition="in" filter="wipe(down)">
                                      <p:cBhvr>
                                        <p:cTn id="711" dur="580">
                                          <p:stCondLst>
                                            <p:cond delay="0"/>
                                          </p:stCondLst>
                                        </p:cTn>
                                        <p:tgtEl>
                                          <p:spTgt spid="73"/>
                                        </p:tgtEl>
                                      </p:cBhvr>
                                    </p:animEffect>
                                    <p:anim calcmode="lin" valueType="num">
                                      <p:cBhvr>
                                        <p:cTn id="712" dur="1822" tmFilter="0,0; 0.14,0.36; 0.43,0.73; 0.71,0.91; 1.0,1.0">
                                          <p:stCondLst>
                                            <p:cond delay="0"/>
                                          </p:stCondLst>
                                        </p:cTn>
                                        <p:tgtEl>
                                          <p:spTgt spid="73"/>
                                        </p:tgtEl>
                                        <p:attrNameLst>
                                          <p:attrName>ppt_x</p:attrName>
                                        </p:attrNameLst>
                                      </p:cBhvr>
                                      <p:tavLst>
                                        <p:tav tm="0">
                                          <p:val>
                                            <p:strVal val="#ppt_x-0.25"/>
                                          </p:val>
                                        </p:tav>
                                        <p:tav tm="100000">
                                          <p:val>
                                            <p:strVal val="#ppt_x"/>
                                          </p:val>
                                        </p:tav>
                                      </p:tavLst>
                                    </p:anim>
                                    <p:anim calcmode="lin" valueType="num">
                                      <p:cBhvr>
                                        <p:cTn id="713" dur="664" tmFilter="0.0,0.0; 0.25,0.07; 0.50,0.2; 0.75,0.467; 1.0,1.0">
                                          <p:stCondLst>
                                            <p:cond delay="0"/>
                                          </p:stCondLst>
                                        </p:cTn>
                                        <p:tgtEl>
                                          <p:spTgt spid="73"/>
                                        </p:tgtEl>
                                        <p:attrNameLst>
                                          <p:attrName>ppt_y</p:attrName>
                                        </p:attrNameLst>
                                      </p:cBhvr>
                                      <p:tavLst>
                                        <p:tav tm="0" fmla="#ppt_y-sin(pi*$)/3">
                                          <p:val>
                                            <p:fltVal val="0.5"/>
                                          </p:val>
                                        </p:tav>
                                        <p:tav tm="100000">
                                          <p:val>
                                            <p:fltVal val="1"/>
                                          </p:val>
                                        </p:tav>
                                      </p:tavLst>
                                    </p:anim>
                                    <p:anim calcmode="lin" valueType="num">
                                      <p:cBhvr>
                                        <p:cTn id="714" dur="664" tmFilter="0, 0; 0.125,0.2665; 0.25,0.4; 0.375,0.465; 0.5,0.5;  0.625,0.535; 0.75,0.6; 0.875,0.7335; 1,1">
                                          <p:stCondLst>
                                            <p:cond delay="664"/>
                                          </p:stCondLst>
                                        </p:cTn>
                                        <p:tgtEl>
                                          <p:spTgt spid="73"/>
                                        </p:tgtEl>
                                        <p:attrNameLst>
                                          <p:attrName>ppt_y</p:attrName>
                                        </p:attrNameLst>
                                      </p:cBhvr>
                                      <p:tavLst>
                                        <p:tav tm="0" fmla="#ppt_y-sin(pi*$)/9">
                                          <p:val>
                                            <p:fltVal val="0"/>
                                          </p:val>
                                        </p:tav>
                                        <p:tav tm="100000">
                                          <p:val>
                                            <p:fltVal val="1"/>
                                          </p:val>
                                        </p:tav>
                                      </p:tavLst>
                                    </p:anim>
                                    <p:anim calcmode="lin" valueType="num">
                                      <p:cBhvr>
                                        <p:cTn id="715" dur="332" tmFilter="0, 0; 0.125,0.2665; 0.25,0.4; 0.375,0.465; 0.5,0.5;  0.625,0.535; 0.75,0.6; 0.875,0.7335; 1,1">
                                          <p:stCondLst>
                                            <p:cond delay="1324"/>
                                          </p:stCondLst>
                                        </p:cTn>
                                        <p:tgtEl>
                                          <p:spTgt spid="73"/>
                                        </p:tgtEl>
                                        <p:attrNameLst>
                                          <p:attrName>ppt_y</p:attrName>
                                        </p:attrNameLst>
                                      </p:cBhvr>
                                      <p:tavLst>
                                        <p:tav tm="0" fmla="#ppt_y-sin(pi*$)/27">
                                          <p:val>
                                            <p:fltVal val="0"/>
                                          </p:val>
                                        </p:tav>
                                        <p:tav tm="100000">
                                          <p:val>
                                            <p:fltVal val="1"/>
                                          </p:val>
                                        </p:tav>
                                      </p:tavLst>
                                    </p:anim>
                                    <p:anim calcmode="lin" valueType="num">
                                      <p:cBhvr>
                                        <p:cTn id="716" dur="164" tmFilter="0, 0; 0.125,0.2665; 0.25,0.4; 0.375,0.465; 0.5,0.5;  0.625,0.535; 0.75,0.6; 0.875,0.7335; 1,1">
                                          <p:stCondLst>
                                            <p:cond delay="1656"/>
                                          </p:stCondLst>
                                        </p:cTn>
                                        <p:tgtEl>
                                          <p:spTgt spid="73"/>
                                        </p:tgtEl>
                                        <p:attrNameLst>
                                          <p:attrName>ppt_y</p:attrName>
                                        </p:attrNameLst>
                                      </p:cBhvr>
                                      <p:tavLst>
                                        <p:tav tm="0" fmla="#ppt_y-sin(pi*$)/81">
                                          <p:val>
                                            <p:fltVal val="0"/>
                                          </p:val>
                                        </p:tav>
                                        <p:tav tm="100000">
                                          <p:val>
                                            <p:fltVal val="1"/>
                                          </p:val>
                                        </p:tav>
                                      </p:tavLst>
                                    </p:anim>
                                    <p:animScale>
                                      <p:cBhvr>
                                        <p:cTn id="717" dur="26">
                                          <p:stCondLst>
                                            <p:cond delay="650"/>
                                          </p:stCondLst>
                                        </p:cTn>
                                        <p:tgtEl>
                                          <p:spTgt spid="73"/>
                                        </p:tgtEl>
                                      </p:cBhvr>
                                      <p:to x="100000" y="60000"/>
                                    </p:animScale>
                                    <p:animScale>
                                      <p:cBhvr>
                                        <p:cTn id="718" dur="166" decel="50000">
                                          <p:stCondLst>
                                            <p:cond delay="676"/>
                                          </p:stCondLst>
                                        </p:cTn>
                                        <p:tgtEl>
                                          <p:spTgt spid="73"/>
                                        </p:tgtEl>
                                      </p:cBhvr>
                                      <p:to x="100000" y="100000"/>
                                    </p:animScale>
                                    <p:animScale>
                                      <p:cBhvr>
                                        <p:cTn id="719" dur="26">
                                          <p:stCondLst>
                                            <p:cond delay="1312"/>
                                          </p:stCondLst>
                                        </p:cTn>
                                        <p:tgtEl>
                                          <p:spTgt spid="73"/>
                                        </p:tgtEl>
                                      </p:cBhvr>
                                      <p:to x="100000" y="80000"/>
                                    </p:animScale>
                                    <p:animScale>
                                      <p:cBhvr>
                                        <p:cTn id="720" dur="166" decel="50000">
                                          <p:stCondLst>
                                            <p:cond delay="1338"/>
                                          </p:stCondLst>
                                        </p:cTn>
                                        <p:tgtEl>
                                          <p:spTgt spid="73"/>
                                        </p:tgtEl>
                                      </p:cBhvr>
                                      <p:to x="100000" y="100000"/>
                                    </p:animScale>
                                    <p:animScale>
                                      <p:cBhvr>
                                        <p:cTn id="721" dur="26">
                                          <p:stCondLst>
                                            <p:cond delay="1642"/>
                                          </p:stCondLst>
                                        </p:cTn>
                                        <p:tgtEl>
                                          <p:spTgt spid="73"/>
                                        </p:tgtEl>
                                      </p:cBhvr>
                                      <p:to x="100000" y="90000"/>
                                    </p:animScale>
                                    <p:animScale>
                                      <p:cBhvr>
                                        <p:cTn id="722" dur="166" decel="50000">
                                          <p:stCondLst>
                                            <p:cond delay="1668"/>
                                          </p:stCondLst>
                                        </p:cTn>
                                        <p:tgtEl>
                                          <p:spTgt spid="73"/>
                                        </p:tgtEl>
                                      </p:cBhvr>
                                      <p:to x="100000" y="100000"/>
                                    </p:animScale>
                                    <p:animScale>
                                      <p:cBhvr>
                                        <p:cTn id="723" dur="26">
                                          <p:stCondLst>
                                            <p:cond delay="1808"/>
                                          </p:stCondLst>
                                        </p:cTn>
                                        <p:tgtEl>
                                          <p:spTgt spid="73"/>
                                        </p:tgtEl>
                                      </p:cBhvr>
                                      <p:to x="100000" y="95000"/>
                                    </p:animScale>
                                    <p:animScale>
                                      <p:cBhvr>
                                        <p:cTn id="724" dur="166" decel="50000">
                                          <p:stCondLst>
                                            <p:cond delay="1834"/>
                                          </p:stCondLst>
                                        </p:cTn>
                                        <p:tgtEl>
                                          <p:spTgt spid="73"/>
                                        </p:tgtEl>
                                      </p:cBhvr>
                                      <p:to x="100000" y="100000"/>
                                    </p:animScale>
                                  </p:childTnLst>
                                </p:cTn>
                              </p:par>
                              <p:par>
                                <p:cTn id="725" presetID="26" presetClass="entr" presetSubtype="0" fill="hold" grpId="0" nodeType="withEffect">
                                  <p:stCondLst>
                                    <p:cond delay="0"/>
                                  </p:stCondLst>
                                  <p:childTnLst>
                                    <p:set>
                                      <p:cBhvr>
                                        <p:cTn id="726" dur="1" fill="hold">
                                          <p:stCondLst>
                                            <p:cond delay="0"/>
                                          </p:stCondLst>
                                        </p:cTn>
                                        <p:tgtEl>
                                          <p:spTgt spid="74"/>
                                        </p:tgtEl>
                                        <p:attrNameLst>
                                          <p:attrName>style.visibility</p:attrName>
                                        </p:attrNameLst>
                                      </p:cBhvr>
                                      <p:to>
                                        <p:strVal val="visible"/>
                                      </p:to>
                                    </p:set>
                                    <p:animEffect transition="in" filter="wipe(down)">
                                      <p:cBhvr>
                                        <p:cTn id="727" dur="580">
                                          <p:stCondLst>
                                            <p:cond delay="0"/>
                                          </p:stCondLst>
                                        </p:cTn>
                                        <p:tgtEl>
                                          <p:spTgt spid="74"/>
                                        </p:tgtEl>
                                      </p:cBhvr>
                                    </p:animEffect>
                                    <p:anim calcmode="lin" valueType="num">
                                      <p:cBhvr>
                                        <p:cTn id="728" dur="1822" tmFilter="0,0; 0.14,0.36; 0.43,0.73; 0.71,0.91; 1.0,1.0">
                                          <p:stCondLst>
                                            <p:cond delay="0"/>
                                          </p:stCondLst>
                                        </p:cTn>
                                        <p:tgtEl>
                                          <p:spTgt spid="74"/>
                                        </p:tgtEl>
                                        <p:attrNameLst>
                                          <p:attrName>ppt_x</p:attrName>
                                        </p:attrNameLst>
                                      </p:cBhvr>
                                      <p:tavLst>
                                        <p:tav tm="0">
                                          <p:val>
                                            <p:strVal val="#ppt_x-0.25"/>
                                          </p:val>
                                        </p:tav>
                                        <p:tav tm="100000">
                                          <p:val>
                                            <p:strVal val="#ppt_x"/>
                                          </p:val>
                                        </p:tav>
                                      </p:tavLst>
                                    </p:anim>
                                    <p:anim calcmode="lin" valueType="num">
                                      <p:cBhvr>
                                        <p:cTn id="729" dur="664" tmFilter="0.0,0.0; 0.25,0.07; 0.50,0.2; 0.75,0.467; 1.0,1.0">
                                          <p:stCondLst>
                                            <p:cond delay="0"/>
                                          </p:stCondLst>
                                        </p:cTn>
                                        <p:tgtEl>
                                          <p:spTgt spid="74"/>
                                        </p:tgtEl>
                                        <p:attrNameLst>
                                          <p:attrName>ppt_y</p:attrName>
                                        </p:attrNameLst>
                                      </p:cBhvr>
                                      <p:tavLst>
                                        <p:tav tm="0" fmla="#ppt_y-sin(pi*$)/3">
                                          <p:val>
                                            <p:fltVal val="0.5"/>
                                          </p:val>
                                        </p:tav>
                                        <p:tav tm="100000">
                                          <p:val>
                                            <p:fltVal val="1"/>
                                          </p:val>
                                        </p:tav>
                                      </p:tavLst>
                                    </p:anim>
                                    <p:anim calcmode="lin" valueType="num">
                                      <p:cBhvr>
                                        <p:cTn id="730" dur="664" tmFilter="0, 0; 0.125,0.2665; 0.25,0.4; 0.375,0.465; 0.5,0.5;  0.625,0.535; 0.75,0.6; 0.875,0.7335; 1,1">
                                          <p:stCondLst>
                                            <p:cond delay="664"/>
                                          </p:stCondLst>
                                        </p:cTn>
                                        <p:tgtEl>
                                          <p:spTgt spid="74"/>
                                        </p:tgtEl>
                                        <p:attrNameLst>
                                          <p:attrName>ppt_y</p:attrName>
                                        </p:attrNameLst>
                                      </p:cBhvr>
                                      <p:tavLst>
                                        <p:tav tm="0" fmla="#ppt_y-sin(pi*$)/9">
                                          <p:val>
                                            <p:fltVal val="0"/>
                                          </p:val>
                                        </p:tav>
                                        <p:tav tm="100000">
                                          <p:val>
                                            <p:fltVal val="1"/>
                                          </p:val>
                                        </p:tav>
                                      </p:tavLst>
                                    </p:anim>
                                    <p:anim calcmode="lin" valueType="num">
                                      <p:cBhvr>
                                        <p:cTn id="731" dur="332" tmFilter="0, 0; 0.125,0.2665; 0.25,0.4; 0.375,0.465; 0.5,0.5;  0.625,0.535; 0.75,0.6; 0.875,0.7335; 1,1">
                                          <p:stCondLst>
                                            <p:cond delay="1324"/>
                                          </p:stCondLst>
                                        </p:cTn>
                                        <p:tgtEl>
                                          <p:spTgt spid="74"/>
                                        </p:tgtEl>
                                        <p:attrNameLst>
                                          <p:attrName>ppt_y</p:attrName>
                                        </p:attrNameLst>
                                      </p:cBhvr>
                                      <p:tavLst>
                                        <p:tav tm="0" fmla="#ppt_y-sin(pi*$)/27">
                                          <p:val>
                                            <p:fltVal val="0"/>
                                          </p:val>
                                        </p:tav>
                                        <p:tav tm="100000">
                                          <p:val>
                                            <p:fltVal val="1"/>
                                          </p:val>
                                        </p:tav>
                                      </p:tavLst>
                                    </p:anim>
                                    <p:anim calcmode="lin" valueType="num">
                                      <p:cBhvr>
                                        <p:cTn id="732" dur="164" tmFilter="0, 0; 0.125,0.2665; 0.25,0.4; 0.375,0.465; 0.5,0.5;  0.625,0.535; 0.75,0.6; 0.875,0.7335; 1,1">
                                          <p:stCondLst>
                                            <p:cond delay="1656"/>
                                          </p:stCondLst>
                                        </p:cTn>
                                        <p:tgtEl>
                                          <p:spTgt spid="74"/>
                                        </p:tgtEl>
                                        <p:attrNameLst>
                                          <p:attrName>ppt_y</p:attrName>
                                        </p:attrNameLst>
                                      </p:cBhvr>
                                      <p:tavLst>
                                        <p:tav tm="0" fmla="#ppt_y-sin(pi*$)/81">
                                          <p:val>
                                            <p:fltVal val="0"/>
                                          </p:val>
                                        </p:tav>
                                        <p:tav tm="100000">
                                          <p:val>
                                            <p:fltVal val="1"/>
                                          </p:val>
                                        </p:tav>
                                      </p:tavLst>
                                    </p:anim>
                                    <p:animScale>
                                      <p:cBhvr>
                                        <p:cTn id="733" dur="26">
                                          <p:stCondLst>
                                            <p:cond delay="650"/>
                                          </p:stCondLst>
                                        </p:cTn>
                                        <p:tgtEl>
                                          <p:spTgt spid="74"/>
                                        </p:tgtEl>
                                      </p:cBhvr>
                                      <p:to x="100000" y="60000"/>
                                    </p:animScale>
                                    <p:animScale>
                                      <p:cBhvr>
                                        <p:cTn id="734" dur="166" decel="50000">
                                          <p:stCondLst>
                                            <p:cond delay="676"/>
                                          </p:stCondLst>
                                        </p:cTn>
                                        <p:tgtEl>
                                          <p:spTgt spid="74"/>
                                        </p:tgtEl>
                                      </p:cBhvr>
                                      <p:to x="100000" y="100000"/>
                                    </p:animScale>
                                    <p:animScale>
                                      <p:cBhvr>
                                        <p:cTn id="735" dur="26">
                                          <p:stCondLst>
                                            <p:cond delay="1312"/>
                                          </p:stCondLst>
                                        </p:cTn>
                                        <p:tgtEl>
                                          <p:spTgt spid="74"/>
                                        </p:tgtEl>
                                      </p:cBhvr>
                                      <p:to x="100000" y="80000"/>
                                    </p:animScale>
                                    <p:animScale>
                                      <p:cBhvr>
                                        <p:cTn id="736" dur="166" decel="50000">
                                          <p:stCondLst>
                                            <p:cond delay="1338"/>
                                          </p:stCondLst>
                                        </p:cTn>
                                        <p:tgtEl>
                                          <p:spTgt spid="74"/>
                                        </p:tgtEl>
                                      </p:cBhvr>
                                      <p:to x="100000" y="100000"/>
                                    </p:animScale>
                                    <p:animScale>
                                      <p:cBhvr>
                                        <p:cTn id="737" dur="26">
                                          <p:stCondLst>
                                            <p:cond delay="1642"/>
                                          </p:stCondLst>
                                        </p:cTn>
                                        <p:tgtEl>
                                          <p:spTgt spid="74"/>
                                        </p:tgtEl>
                                      </p:cBhvr>
                                      <p:to x="100000" y="90000"/>
                                    </p:animScale>
                                    <p:animScale>
                                      <p:cBhvr>
                                        <p:cTn id="738" dur="166" decel="50000">
                                          <p:stCondLst>
                                            <p:cond delay="1668"/>
                                          </p:stCondLst>
                                        </p:cTn>
                                        <p:tgtEl>
                                          <p:spTgt spid="74"/>
                                        </p:tgtEl>
                                      </p:cBhvr>
                                      <p:to x="100000" y="100000"/>
                                    </p:animScale>
                                    <p:animScale>
                                      <p:cBhvr>
                                        <p:cTn id="739" dur="26">
                                          <p:stCondLst>
                                            <p:cond delay="1808"/>
                                          </p:stCondLst>
                                        </p:cTn>
                                        <p:tgtEl>
                                          <p:spTgt spid="74"/>
                                        </p:tgtEl>
                                      </p:cBhvr>
                                      <p:to x="100000" y="95000"/>
                                    </p:animScale>
                                    <p:animScale>
                                      <p:cBhvr>
                                        <p:cTn id="740" dur="166" decel="50000">
                                          <p:stCondLst>
                                            <p:cond delay="1834"/>
                                          </p:stCondLst>
                                        </p:cTn>
                                        <p:tgtEl>
                                          <p:spTgt spid="74"/>
                                        </p:tgtEl>
                                      </p:cBhvr>
                                      <p:to x="100000" y="100000"/>
                                    </p:animScale>
                                  </p:childTnLst>
                                </p:cTn>
                              </p:par>
                              <p:par>
                                <p:cTn id="741" presetID="26" presetClass="entr" presetSubtype="0" fill="hold" grpId="0" nodeType="withEffect">
                                  <p:stCondLst>
                                    <p:cond delay="0"/>
                                  </p:stCondLst>
                                  <p:childTnLst>
                                    <p:set>
                                      <p:cBhvr>
                                        <p:cTn id="742" dur="1" fill="hold">
                                          <p:stCondLst>
                                            <p:cond delay="0"/>
                                          </p:stCondLst>
                                        </p:cTn>
                                        <p:tgtEl>
                                          <p:spTgt spid="5"/>
                                        </p:tgtEl>
                                        <p:attrNameLst>
                                          <p:attrName>style.visibility</p:attrName>
                                        </p:attrNameLst>
                                      </p:cBhvr>
                                      <p:to>
                                        <p:strVal val="visible"/>
                                      </p:to>
                                    </p:set>
                                    <p:animEffect transition="in" filter="wipe(down)">
                                      <p:cBhvr>
                                        <p:cTn id="743" dur="580">
                                          <p:stCondLst>
                                            <p:cond delay="0"/>
                                          </p:stCondLst>
                                        </p:cTn>
                                        <p:tgtEl>
                                          <p:spTgt spid="5"/>
                                        </p:tgtEl>
                                      </p:cBhvr>
                                    </p:animEffect>
                                    <p:anim calcmode="lin" valueType="num">
                                      <p:cBhvr>
                                        <p:cTn id="744"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745"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746"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747"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748"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749" dur="26">
                                          <p:stCondLst>
                                            <p:cond delay="650"/>
                                          </p:stCondLst>
                                        </p:cTn>
                                        <p:tgtEl>
                                          <p:spTgt spid="5"/>
                                        </p:tgtEl>
                                      </p:cBhvr>
                                      <p:to x="100000" y="60000"/>
                                    </p:animScale>
                                    <p:animScale>
                                      <p:cBhvr>
                                        <p:cTn id="750" dur="166" decel="50000">
                                          <p:stCondLst>
                                            <p:cond delay="676"/>
                                          </p:stCondLst>
                                        </p:cTn>
                                        <p:tgtEl>
                                          <p:spTgt spid="5"/>
                                        </p:tgtEl>
                                      </p:cBhvr>
                                      <p:to x="100000" y="100000"/>
                                    </p:animScale>
                                    <p:animScale>
                                      <p:cBhvr>
                                        <p:cTn id="751" dur="26">
                                          <p:stCondLst>
                                            <p:cond delay="1312"/>
                                          </p:stCondLst>
                                        </p:cTn>
                                        <p:tgtEl>
                                          <p:spTgt spid="5"/>
                                        </p:tgtEl>
                                      </p:cBhvr>
                                      <p:to x="100000" y="80000"/>
                                    </p:animScale>
                                    <p:animScale>
                                      <p:cBhvr>
                                        <p:cTn id="752" dur="166" decel="50000">
                                          <p:stCondLst>
                                            <p:cond delay="1338"/>
                                          </p:stCondLst>
                                        </p:cTn>
                                        <p:tgtEl>
                                          <p:spTgt spid="5"/>
                                        </p:tgtEl>
                                      </p:cBhvr>
                                      <p:to x="100000" y="100000"/>
                                    </p:animScale>
                                    <p:animScale>
                                      <p:cBhvr>
                                        <p:cTn id="753" dur="26">
                                          <p:stCondLst>
                                            <p:cond delay="1642"/>
                                          </p:stCondLst>
                                        </p:cTn>
                                        <p:tgtEl>
                                          <p:spTgt spid="5"/>
                                        </p:tgtEl>
                                      </p:cBhvr>
                                      <p:to x="100000" y="90000"/>
                                    </p:animScale>
                                    <p:animScale>
                                      <p:cBhvr>
                                        <p:cTn id="754" dur="166" decel="50000">
                                          <p:stCondLst>
                                            <p:cond delay="1668"/>
                                          </p:stCondLst>
                                        </p:cTn>
                                        <p:tgtEl>
                                          <p:spTgt spid="5"/>
                                        </p:tgtEl>
                                      </p:cBhvr>
                                      <p:to x="100000" y="100000"/>
                                    </p:animScale>
                                    <p:animScale>
                                      <p:cBhvr>
                                        <p:cTn id="755" dur="26">
                                          <p:stCondLst>
                                            <p:cond delay="1808"/>
                                          </p:stCondLst>
                                        </p:cTn>
                                        <p:tgtEl>
                                          <p:spTgt spid="5"/>
                                        </p:tgtEl>
                                      </p:cBhvr>
                                      <p:to x="100000" y="95000"/>
                                    </p:animScale>
                                    <p:animScale>
                                      <p:cBhvr>
                                        <p:cTn id="756" dur="166" decel="50000">
                                          <p:stCondLst>
                                            <p:cond delay="1834"/>
                                          </p:stCondLst>
                                        </p:cTn>
                                        <p:tgtEl>
                                          <p:spTgt spid="5"/>
                                        </p:tgtEl>
                                      </p:cBhvr>
                                      <p:to x="100000" y="100000"/>
                                    </p:animScale>
                                  </p:childTnLst>
                                </p:cTn>
                              </p:par>
                              <p:par>
                                <p:cTn id="757" presetID="26" presetClass="entr" presetSubtype="0" fill="hold" grpId="0" nodeType="withEffect">
                                  <p:stCondLst>
                                    <p:cond delay="0"/>
                                  </p:stCondLst>
                                  <p:childTnLst>
                                    <p:set>
                                      <p:cBhvr>
                                        <p:cTn id="758" dur="1" fill="hold">
                                          <p:stCondLst>
                                            <p:cond delay="0"/>
                                          </p:stCondLst>
                                        </p:cTn>
                                        <p:tgtEl>
                                          <p:spTgt spid="54"/>
                                        </p:tgtEl>
                                        <p:attrNameLst>
                                          <p:attrName>style.visibility</p:attrName>
                                        </p:attrNameLst>
                                      </p:cBhvr>
                                      <p:to>
                                        <p:strVal val="visible"/>
                                      </p:to>
                                    </p:set>
                                    <p:animEffect transition="in" filter="wipe(down)">
                                      <p:cBhvr>
                                        <p:cTn id="759" dur="580">
                                          <p:stCondLst>
                                            <p:cond delay="0"/>
                                          </p:stCondLst>
                                        </p:cTn>
                                        <p:tgtEl>
                                          <p:spTgt spid="54"/>
                                        </p:tgtEl>
                                      </p:cBhvr>
                                    </p:animEffect>
                                    <p:anim calcmode="lin" valueType="num">
                                      <p:cBhvr>
                                        <p:cTn id="760" dur="1822" tmFilter="0,0; 0.14,0.36; 0.43,0.73; 0.71,0.91; 1.0,1.0">
                                          <p:stCondLst>
                                            <p:cond delay="0"/>
                                          </p:stCondLst>
                                        </p:cTn>
                                        <p:tgtEl>
                                          <p:spTgt spid="54"/>
                                        </p:tgtEl>
                                        <p:attrNameLst>
                                          <p:attrName>ppt_x</p:attrName>
                                        </p:attrNameLst>
                                      </p:cBhvr>
                                      <p:tavLst>
                                        <p:tav tm="0">
                                          <p:val>
                                            <p:strVal val="#ppt_x-0.25"/>
                                          </p:val>
                                        </p:tav>
                                        <p:tav tm="100000">
                                          <p:val>
                                            <p:strVal val="#ppt_x"/>
                                          </p:val>
                                        </p:tav>
                                      </p:tavLst>
                                    </p:anim>
                                    <p:anim calcmode="lin" valueType="num">
                                      <p:cBhvr>
                                        <p:cTn id="761" dur="664" tmFilter="0.0,0.0; 0.25,0.07; 0.50,0.2; 0.75,0.467; 1.0,1.0">
                                          <p:stCondLst>
                                            <p:cond delay="0"/>
                                          </p:stCondLst>
                                        </p:cTn>
                                        <p:tgtEl>
                                          <p:spTgt spid="54"/>
                                        </p:tgtEl>
                                        <p:attrNameLst>
                                          <p:attrName>ppt_y</p:attrName>
                                        </p:attrNameLst>
                                      </p:cBhvr>
                                      <p:tavLst>
                                        <p:tav tm="0" fmla="#ppt_y-sin(pi*$)/3">
                                          <p:val>
                                            <p:fltVal val="0.5"/>
                                          </p:val>
                                        </p:tav>
                                        <p:tav tm="100000">
                                          <p:val>
                                            <p:fltVal val="1"/>
                                          </p:val>
                                        </p:tav>
                                      </p:tavLst>
                                    </p:anim>
                                    <p:anim calcmode="lin" valueType="num">
                                      <p:cBhvr>
                                        <p:cTn id="762" dur="664" tmFilter="0, 0; 0.125,0.2665; 0.25,0.4; 0.375,0.465; 0.5,0.5;  0.625,0.535; 0.75,0.6; 0.875,0.7335; 1,1">
                                          <p:stCondLst>
                                            <p:cond delay="664"/>
                                          </p:stCondLst>
                                        </p:cTn>
                                        <p:tgtEl>
                                          <p:spTgt spid="54"/>
                                        </p:tgtEl>
                                        <p:attrNameLst>
                                          <p:attrName>ppt_y</p:attrName>
                                        </p:attrNameLst>
                                      </p:cBhvr>
                                      <p:tavLst>
                                        <p:tav tm="0" fmla="#ppt_y-sin(pi*$)/9">
                                          <p:val>
                                            <p:fltVal val="0"/>
                                          </p:val>
                                        </p:tav>
                                        <p:tav tm="100000">
                                          <p:val>
                                            <p:fltVal val="1"/>
                                          </p:val>
                                        </p:tav>
                                      </p:tavLst>
                                    </p:anim>
                                    <p:anim calcmode="lin" valueType="num">
                                      <p:cBhvr>
                                        <p:cTn id="763" dur="332" tmFilter="0, 0; 0.125,0.2665; 0.25,0.4; 0.375,0.465; 0.5,0.5;  0.625,0.535; 0.75,0.6; 0.875,0.7335; 1,1">
                                          <p:stCondLst>
                                            <p:cond delay="1324"/>
                                          </p:stCondLst>
                                        </p:cTn>
                                        <p:tgtEl>
                                          <p:spTgt spid="54"/>
                                        </p:tgtEl>
                                        <p:attrNameLst>
                                          <p:attrName>ppt_y</p:attrName>
                                        </p:attrNameLst>
                                      </p:cBhvr>
                                      <p:tavLst>
                                        <p:tav tm="0" fmla="#ppt_y-sin(pi*$)/27">
                                          <p:val>
                                            <p:fltVal val="0"/>
                                          </p:val>
                                        </p:tav>
                                        <p:tav tm="100000">
                                          <p:val>
                                            <p:fltVal val="1"/>
                                          </p:val>
                                        </p:tav>
                                      </p:tavLst>
                                    </p:anim>
                                    <p:anim calcmode="lin" valueType="num">
                                      <p:cBhvr>
                                        <p:cTn id="764" dur="164" tmFilter="0, 0; 0.125,0.2665; 0.25,0.4; 0.375,0.465; 0.5,0.5;  0.625,0.535; 0.75,0.6; 0.875,0.7335; 1,1">
                                          <p:stCondLst>
                                            <p:cond delay="1656"/>
                                          </p:stCondLst>
                                        </p:cTn>
                                        <p:tgtEl>
                                          <p:spTgt spid="54"/>
                                        </p:tgtEl>
                                        <p:attrNameLst>
                                          <p:attrName>ppt_y</p:attrName>
                                        </p:attrNameLst>
                                      </p:cBhvr>
                                      <p:tavLst>
                                        <p:tav tm="0" fmla="#ppt_y-sin(pi*$)/81">
                                          <p:val>
                                            <p:fltVal val="0"/>
                                          </p:val>
                                        </p:tav>
                                        <p:tav tm="100000">
                                          <p:val>
                                            <p:fltVal val="1"/>
                                          </p:val>
                                        </p:tav>
                                      </p:tavLst>
                                    </p:anim>
                                    <p:animScale>
                                      <p:cBhvr>
                                        <p:cTn id="765" dur="26">
                                          <p:stCondLst>
                                            <p:cond delay="650"/>
                                          </p:stCondLst>
                                        </p:cTn>
                                        <p:tgtEl>
                                          <p:spTgt spid="54"/>
                                        </p:tgtEl>
                                      </p:cBhvr>
                                      <p:to x="100000" y="60000"/>
                                    </p:animScale>
                                    <p:animScale>
                                      <p:cBhvr>
                                        <p:cTn id="766" dur="166" decel="50000">
                                          <p:stCondLst>
                                            <p:cond delay="676"/>
                                          </p:stCondLst>
                                        </p:cTn>
                                        <p:tgtEl>
                                          <p:spTgt spid="54"/>
                                        </p:tgtEl>
                                      </p:cBhvr>
                                      <p:to x="100000" y="100000"/>
                                    </p:animScale>
                                    <p:animScale>
                                      <p:cBhvr>
                                        <p:cTn id="767" dur="26">
                                          <p:stCondLst>
                                            <p:cond delay="1312"/>
                                          </p:stCondLst>
                                        </p:cTn>
                                        <p:tgtEl>
                                          <p:spTgt spid="54"/>
                                        </p:tgtEl>
                                      </p:cBhvr>
                                      <p:to x="100000" y="80000"/>
                                    </p:animScale>
                                    <p:animScale>
                                      <p:cBhvr>
                                        <p:cTn id="768" dur="166" decel="50000">
                                          <p:stCondLst>
                                            <p:cond delay="1338"/>
                                          </p:stCondLst>
                                        </p:cTn>
                                        <p:tgtEl>
                                          <p:spTgt spid="54"/>
                                        </p:tgtEl>
                                      </p:cBhvr>
                                      <p:to x="100000" y="100000"/>
                                    </p:animScale>
                                    <p:animScale>
                                      <p:cBhvr>
                                        <p:cTn id="769" dur="26">
                                          <p:stCondLst>
                                            <p:cond delay="1642"/>
                                          </p:stCondLst>
                                        </p:cTn>
                                        <p:tgtEl>
                                          <p:spTgt spid="54"/>
                                        </p:tgtEl>
                                      </p:cBhvr>
                                      <p:to x="100000" y="90000"/>
                                    </p:animScale>
                                    <p:animScale>
                                      <p:cBhvr>
                                        <p:cTn id="770" dur="166" decel="50000">
                                          <p:stCondLst>
                                            <p:cond delay="1668"/>
                                          </p:stCondLst>
                                        </p:cTn>
                                        <p:tgtEl>
                                          <p:spTgt spid="54"/>
                                        </p:tgtEl>
                                      </p:cBhvr>
                                      <p:to x="100000" y="100000"/>
                                    </p:animScale>
                                    <p:animScale>
                                      <p:cBhvr>
                                        <p:cTn id="771" dur="26">
                                          <p:stCondLst>
                                            <p:cond delay="1808"/>
                                          </p:stCondLst>
                                        </p:cTn>
                                        <p:tgtEl>
                                          <p:spTgt spid="54"/>
                                        </p:tgtEl>
                                      </p:cBhvr>
                                      <p:to x="100000" y="95000"/>
                                    </p:animScale>
                                    <p:animScale>
                                      <p:cBhvr>
                                        <p:cTn id="772" dur="166" decel="50000">
                                          <p:stCondLst>
                                            <p:cond delay="1834"/>
                                          </p:stCondLst>
                                        </p:cTn>
                                        <p:tgtEl>
                                          <p:spTgt spid="54"/>
                                        </p:tgtEl>
                                      </p:cBhvr>
                                      <p:to x="100000" y="100000"/>
                                    </p:animScale>
                                  </p:childTnLst>
                                </p:cTn>
                              </p:par>
                              <p:par>
                                <p:cTn id="773" presetID="26" presetClass="entr" presetSubtype="0" fill="hold" grpId="0" nodeType="withEffect">
                                  <p:stCondLst>
                                    <p:cond delay="0"/>
                                  </p:stCondLst>
                                  <p:childTnLst>
                                    <p:set>
                                      <p:cBhvr>
                                        <p:cTn id="774" dur="1" fill="hold">
                                          <p:stCondLst>
                                            <p:cond delay="0"/>
                                          </p:stCondLst>
                                        </p:cTn>
                                        <p:tgtEl>
                                          <p:spTgt spid="53"/>
                                        </p:tgtEl>
                                        <p:attrNameLst>
                                          <p:attrName>style.visibility</p:attrName>
                                        </p:attrNameLst>
                                      </p:cBhvr>
                                      <p:to>
                                        <p:strVal val="visible"/>
                                      </p:to>
                                    </p:set>
                                    <p:animEffect transition="in" filter="wipe(down)">
                                      <p:cBhvr>
                                        <p:cTn id="775" dur="580">
                                          <p:stCondLst>
                                            <p:cond delay="0"/>
                                          </p:stCondLst>
                                        </p:cTn>
                                        <p:tgtEl>
                                          <p:spTgt spid="53"/>
                                        </p:tgtEl>
                                      </p:cBhvr>
                                    </p:animEffect>
                                    <p:anim calcmode="lin" valueType="num">
                                      <p:cBhvr>
                                        <p:cTn id="776" dur="1822" tmFilter="0,0; 0.14,0.36; 0.43,0.73; 0.71,0.91; 1.0,1.0">
                                          <p:stCondLst>
                                            <p:cond delay="0"/>
                                          </p:stCondLst>
                                        </p:cTn>
                                        <p:tgtEl>
                                          <p:spTgt spid="53"/>
                                        </p:tgtEl>
                                        <p:attrNameLst>
                                          <p:attrName>ppt_x</p:attrName>
                                        </p:attrNameLst>
                                      </p:cBhvr>
                                      <p:tavLst>
                                        <p:tav tm="0">
                                          <p:val>
                                            <p:strVal val="#ppt_x-0.25"/>
                                          </p:val>
                                        </p:tav>
                                        <p:tav tm="100000">
                                          <p:val>
                                            <p:strVal val="#ppt_x"/>
                                          </p:val>
                                        </p:tav>
                                      </p:tavLst>
                                    </p:anim>
                                    <p:anim calcmode="lin" valueType="num">
                                      <p:cBhvr>
                                        <p:cTn id="777" dur="664" tmFilter="0.0,0.0; 0.25,0.07; 0.50,0.2; 0.75,0.467; 1.0,1.0">
                                          <p:stCondLst>
                                            <p:cond delay="0"/>
                                          </p:stCondLst>
                                        </p:cTn>
                                        <p:tgtEl>
                                          <p:spTgt spid="53"/>
                                        </p:tgtEl>
                                        <p:attrNameLst>
                                          <p:attrName>ppt_y</p:attrName>
                                        </p:attrNameLst>
                                      </p:cBhvr>
                                      <p:tavLst>
                                        <p:tav tm="0" fmla="#ppt_y-sin(pi*$)/3">
                                          <p:val>
                                            <p:fltVal val="0.5"/>
                                          </p:val>
                                        </p:tav>
                                        <p:tav tm="100000">
                                          <p:val>
                                            <p:fltVal val="1"/>
                                          </p:val>
                                        </p:tav>
                                      </p:tavLst>
                                    </p:anim>
                                    <p:anim calcmode="lin" valueType="num">
                                      <p:cBhvr>
                                        <p:cTn id="778" dur="664" tmFilter="0, 0; 0.125,0.2665; 0.25,0.4; 0.375,0.465; 0.5,0.5;  0.625,0.535; 0.75,0.6; 0.875,0.7335; 1,1">
                                          <p:stCondLst>
                                            <p:cond delay="664"/>
                                          </p:stCondLst>
                                        </p:cTn>
                                        <p:tgtEl>
                                          <p:spTgt spid="53"/>
                                        </p:tgtEl>
                                        <p:attrNameLst>
                                          <p:attrName>ppt_y</p:attrName>
                                        </p:attrNameLst>
                                      </p:cBhvr>
                                      <p:tavLst>
                                        <p:tav tm="0" fmla="#ppt_y-sin(pi*$)/9">
                                          <p:val>
                                            <p:fltVal val="0"/>
                                          </p:val>
                                        </p:tav>
                                        <p:tav tm="100000">
                                          <p:val>
                                            <p:fltVal val="1"/>
                                          </p:val>
                                        </p:tav>
                                      </p:tavLst>
                                    </p:anim>
                                    <p:anim calcmode="lin" valueType="num">
                                      <p:cBhvr>
                                        <p:cTn id="779" dur="332" tmFilter="0, 0; 0.125,0.2665; 0.25,0.4; 0.375,0.465; 0.5,0.5;  0.625,0.535; 0.75,0.6; 0.875,0.7335; 1,1">
                                          <p:stCondLst>
                                            <p:cond delay="1324"/>
                                          </p:stCondLst>
                                        </p:cTn>
                                        <p:tgtEl>
                                          <p:spTgt spid="53"/>
                                        </p:tgtEl>
                                        <p:attrNameLst>
                                          <p:attrName>ppt_y</p:attrName>
                                        </p:attrNameLst>
                                      </p:cBhvr>
                                      <p:tavLst>
                                        <p:tav tm="0" fmla="#ppt_y-sin(pi*$)/27">
                                          <p:val>
                                            <p:fltVal val="0"/>
                                          </p:val>
                                        </p:tav>
                                        <p:tav tm="100000">
                                          <p:val>
                                            <p:fltVal val="1"/>
                                          </p:val>
                                        </p:tav>
                                      </p:tavLst>
                                    </p:anim>
                                    <p:anim calcmode="lin" valueType="num">
                                      <p:cBhvr>
                                        <p:cTn id="780" dur="164" tmFilter="0, 0; 0.125,0.2665; 0.25,0.4; 0.375,0.465; 0.5,0.5;  0.625,0.535; 0.75,0.6; 0.875,0.7335; 1,1">
                                          <p:stCondLst>
                                            <p:cond delay="1656"/>
                                          </p:stCondLst>
                                        </p:cTn>
                                        <p:tgtEl>
                                          <p:spTgt spid="53"/>
                                        </p:tgtEl>
                                        <p:attrNameLst>
                                          <p:attrName>ppt_y</p:attrName>
                                        </p:attrNameLst>
                                      </p:cBhvr>
                                      <p:tavLst>
                                        <p:tav tm="0" fmla="#ppt_y-sin(pi*$)/81">
                                          <p:val>
                                            <p:fltVal val="0"/>
                                          </p:val>
                                        </p:tav>
                                        <p:tav tm="100000">
                                          <p:val>
                                            <p:fltVal val="1"/>
                                          </p:val>
                                        </p:tav>
                                      </p:tavLst>
                                    </p:anim>
                                    <p:animScale>
                                      <p:cBhvr>
                                        <p:cTn id="781" dur="26">
                                          <p:stCondLst>
                                            <p:cond delay="650"/>
                                          </p:stCondLst>
                                        </p:cTn>
                                        <p:tgtEl>
                                          <p:spTgt spid="53"/>
                                        </p:tgtEl>
                                      </p:cBhvr>
                                      <p:to x="100000" y="60000"/>
                                    </p:animScale>
                                    <p:animScale>
                                      <p:cBhvr>
                                        <p:cTn id="782" dur="166" decel="50000">
                                          <p:stCondLst>
                                            <p:cond delay="676"/>
                                          </p:stCondLst>
                                        </p:cTn>
                                        <p:tgtEl>
                                          <p:spTgt spid="53"/>
                                        </p:tgtEl>
                                      </p:cBhvr>
                                      <p:to x="100000" y="100000"/>
                                    </p:animScale>
                                    <p:animScale>
                                      <p:cBhvr>
                                        <p:cTn id="783" dur="26">
                                          <p:stCondLst>
                                            <p:cond delay="1312"/>
                                          </p:stCondLst>
                                        </p:cTn>
                                        <p:tgtEl>
                                          <p:spTgt spid="53"/>
                                        </p:tgtEl>
                                      </p:cBhvr>
                                      <p:to x="100000" y="80000"/>
                                    </p:animScale>
                                    <p:animScale>
                                      <p:cBhvr>
                                        <p:cTn id="784" dur="166" decel="50000">
                                          <p:stCondLst>
                                            <p:cond delay="1338"/>
                                          </p:stCondLst>
                                        </p:cTn>
                                        <p:tgtEl>
                                          <p:spTgt spid="53"/>
                                        </p:tgtEl>
                                      </p:cBhvr>
                                      <p:to x="100000" y="100000"/>
                                    </p:animScale>
                                    <p:animScale>
                                      <p:cBhvr>
                                        <p:cTn id="785" dur="26">
                                          <p:stCondLst>
                                            <p:cond delay="1642"/>
                                          </p:stCondLst>
                                        </p:cTn>
                                        <p:tgtEl>
                                          <p:spTgt spid="53"/>
                                        </p:tgtEl>
                                      </p:cBhvr>
                                      <p:to x="100000" y="90000"/>
                                    </p:animScale>
                                    <p:animScale>
                                      <p:cBhvr>
                                        <p:cTn id="786" dur="166" decel="50000">
                                          <p:stCondLst>
                                            <p:cond delay="1668"/>
                                          </p:stCondLst>
                                        </p:cTn>
                                        <p:tgtEl>
                                          <p:spTgt spid="53"/>
                                        </p:tgtEl>
                                      </p:cBhvr>
                                      <p:to x="100000" y="100000"/>
                                    </p:animScale>
                                    <p:animScale>
                                      <p:cBhvr>
                                        <p:cTn id="787" dur="26">
                                          <p:stCondLst>
                                            <p:cond delay="1808"/>
                                          </p:stCondLst>
                                        </p:cTn>
                                        <p:tgtEl>
                                          <p:spTgt spid="53"/>
                                        </p:tgtEl>
                                      </p:cBhvr>
                                      <p:to x="100000" y="95000"/>
                                    </p:animScale>
                                    <p:animScale>
                                      <p:cBhvr>
                                        <p:cTn id="788" dur="166" decel="50000">
                                          <p:stCondLst>
                                            <p:cond delay="1834"/>
                                          </p:stCondLst>
                                        </p:cTn>
                                        <p:tgtEl>
                                          <p:spTgt spid="53"/>
                                        </p:tgtEl>
                                      </p:cBhvr>
                                      <p:to x="100000" y="100000"/>
                                    </p:animScale>
                                  </p:childTnLst>
                                </p:cTn>
                              </p:par>
                              <p:par>
                                <p:cTn id="789" presetID="26" presetClass="entr" presetSubtype="0" fill="hold" grpId="0" nodeType="withEffect">
                                  <p:stCondLst>
                                    <p:cond delay="0"/>
                                  </p:stCondLst>
                                  <p:childTnLst>
                                    <p:set>
                                      <p:cBhvr>
                                        <p:cTn id="790" dur="1" fill="hold">
                                          <p:stCondLst>
                                            <p:cond delay="0"/>
                                          </p:stCondLst>
                                        </p:cTn>
                                        <p:tgtEl>
                                          <p:spTgt spid="55"/>
                                        </p:tgtEl>
                                        <p:attrNameLst>
                                          <p:attrName>style.visibility</p:attrName>
                                        </p:attrNameLst>
                                      </p:cBhvr>
                                      <p:to>
                                        <p:strVal val="visible"/>
                                      </p:to>
                                    </p:set>
                                    <p:animEffect transition="in" filter="wipe(down)">
                                      <p:cBhvr>
                                        <p:cTn id="791" dur="580">
                                          <p:stCondLst>
                                            <p:cond delay="0"/>
                                          </p:stCondLst>
                                        </p:cTn>
                                        <p:tgtEl>
                                          <p:spTgt spid="55"/>
                                        </p:tgtEl>
                                      </p:cBhvr>
                                    </p:animEffect>
                                    <p:anim calcmode="lin" valueType="num">
                                      <p:cBhvr>
                                        <p:cTn id="792" dur="1822" tmFilter="0,0; 0.14,0.36; 0.43,0.73; 0.71,0.91; 1.0,1.0">
                                          <p:stCondLst>
                                            <p:cond delay="0"/>
                                          </p:stCondLst>
                                        </p:cTn>
                                        <p:tgtEl>
                                          <p:spTgt spid="55"/>
                                        </p:tgtEl>
                                        <p:attrNameLst>
                                          <p:attrName>ppt_x</p:attrName>
                                        </p:attrNameLst>
                                      </p:cBhvr>
                                      <p:tavLst>
                                        <p:tav tm="0">
                                          <p:val>
                                            <p:strVal val="#ppt_x-0.25"/>
                                          </p:val>
                                        </p:tav>
                                        <p:tav tm="100000">
                                          <p:val>
                                            <p:strVal val="#ppt_x"/>
                                          </p:val>
                                        </p:tav>
                                      </p:tavLst>
                                    </p:anim>
                                    <p:anim calcmode="lin" valueType="num">
                                      <p:cBhvr>
                                        <p:cTn id="793" dur="664" tmFilter="0.0,0.0; 0.25,0.07; 0.50,0.2; 0.75,0.467; 1.0,1.0">
                                          <p:stCondLst>
                                            <p:cond delay="0"/>
                                          </p:stCondLst>
                                        </p:cTn>
                                        <p:tgtEl>
                                          <p:spTgt spid="55"/>
                                        </p:tgtEl>
                                        <p:attrNameLst>
                                          <p:attrName>ppt_y</p:attrName>
                                        </p:attrNameLst>
                                      </p:cBhvr>
                                      <p:tavLst>
                                        <p:tav tm="0" fmla="#ppt_y-sin(pi*$)/3">
                                          <p:val>
                                            <p:fltVal val="0.5"/>
                                          </p:val>
                                        </p:tav>
                                        <p:tav tm="100000">
                                          <p:val>
                                            <p:fltVal val="1"/>
                                          </p:val>
                                        </p:tav>
                                      </p:tavLst>
                                    </p:anim>
                                    <p:anim calcmode="lin" valueType="num">
                                      <p:cBhvr>
                                        <p:cTn id="794" dur="664" tmFilter="0, 0; 0.125,0.2665; 0.25,0.4; 0.375,0.465; 0.5,0.5;  0.625,0.535; 0.75,0.6; 0.875,0.7335; 1,1">
                                          <p:stCondLst>
                                            <p:cond delay="664"/>
                                          </p:stCondLst>
                                        </p:cTn>
                                        <p:tgtEl>
                                          <p:spTgt spid="55"/>
                                        </p:tgtEl>
                                        <p:attrNameLst>
                                          <p:attrName>ppt_y</p:attrName>
                                        </p:attrNameLst>
                                      </p:cBhvr>
                                      <p:tavLst>
                                        <p:tav tm="0" fmla="#ppt_y-sin(pi*$)/9">
                                          <p:val>
                                            <p:fltVal val="0"/>
                                          </p:val>
                                        </p:tav>
                                        <p:tav tm="100000">
                                          <p:val>
                                            <p:fltVal val="1"/>
                                          </p:val>
                                        </p:tav>
                                      </p:tavLst>
                                    </p:anim>
                                    <p:anim calcmode="lin" valueType="num">
                                      <p:cBhvr>
                                        <p:cTn id="795" dur="332" tmFilter="0, 0; 0.125,0.2665; 0.25,0.4; 0.375,0.465; 0.5,0.5;  0.625,0.535; 0.75,0.6; 0.875,0.7335; 1,1">
                                          <p:stCondLst>
                                            <p:cond delay="1324"/>
                                          </p:stCondLst>
                                        </p:cTn>
                                        <p:tgtEl>
                                          <p:spTgt spid="55"/>
                                        </p:tgtEl>
                                        <p:attrNameLst>
                                          <p:attrName>ppt_y</p:attrName>
                                        </p:attrNameLst>
                                      </p:cBhvr>
                                      <p:tavLst>
                                        <p:tav tm="0" fmla="#ppt_y-sin(pi*$)/27">
                                          <p:val>
                                            <p:fltVal val="0"/>
                                          </p:val>
                                        </p:tav>
                                        <p:tav tm="100000">
                                          <p:val>
                                            <p:fltVal val="1"/>
                                          </p:val>
                                        </p:tav>
                                      </p:tavLst>
                                    </p:anim>
                                    <p:anim calcmode="lin" valueType="num">
                                      <p:cBhvr>
                                        <p:cTn id="796" dur="164" tmFilter="0, 0; 0.125,0.2665; 0.25,0.4; 0.375,0.465; 0.5,0.5;  0.625,0.535; 0.75,0.6; 0.875,0.7335; 1,1">
                                          <p:stCondLst>
                                            <p:cond delay="1656"/>
                                          </p:stCondLst>
                                        </p:cTn>
                                        <p:tgtEl>
                                          <p:spTgt spid="55"/>
                                        </p:tgtEl>
                                        <p:attrNameLst>
                                          <p:attrName>ppt_y</p:attrName>
                                        </p:attrNameLst>
                                      </p:cBhvr>
                                      <p:tavLst>
                                        <p:tav tm="0" fmla="#ppt_y-sin(pi*$)/81">
                                          <p:val>
                                            <p:fltVal val="0"/>
                                          </p:val>
                                        </p:tav>
                                        <p:tav tm="100000">
                                          <p:val>
                                            <p:fltVal val="1"/>
                                          </p:val>
                                        </p:tav>
                                      </p:tavLst>
                                    </p:anim>
                                    <p:animScale>
                                      <p:cBhvr>
                                        <p:cTn id="797" dur="26">
                                          <p:stCondLst>
                                            <p:cond delay="650"/>
                                          </p:stCondLst>
                                        </p:cTn>
                                        <p:tgtEl>
                                          <p:spTgt spid="55"/>
                                        </p:tgtEl>
                                      </p:cBhvr>
                                      <p:to x="100000" y="60000"/>
                                    </p:animScale>
                                    <p:animScale>
                                      <p:cBhvr>
                                        <p:cTn id="798" dur="166" decel="50000">
                                          <p:stCondLst>
                                            <p:cond delay="676"/>
                                          </p:stCondLst>
                                        </p:cTn>
                                        <p:tgtEl>
                                          <p:spTgt spid="55"/>
                                        </p:tgtEl>
                                      </p:cBhvr>
                                      <p:to x="100000" y="100000"/>
                                    </p:animScale>
                                    <p:animScale>
                                      <p:cBhvr>
                                        <p:cTn id="799" dur="26">
                                          <p:stCondLst>
                                            <p:cond delay="1312"/>
                                          </p:stCondLst>
                                        </p:cTn>
                                        <p:tgtEl>
                                          <p:spTgt spid="55"/>
                                        </p:tgtEl>
                                      </p:cBhvr>
                                      <p:to x="100000" y="80000"/>
                                    </p:animScale>
                                    <p:animScale>
                                      <p:cBhvr>
                                        <p:cTn id="800" dur="166" decel="50000">
                                          <p:stCondLst>
                                            <p:cond delay="1338"/>
                                          </p:stCondLst>
                                        </p:cTn>
                                        <p:tgtEl>
                                          <p:spTgt spid="55"/>
                                        </p:tgtEl>
                                      </p:cBhvr>
                                      <p:to x="100000" y="100000"/>
                                    </p:animScale>
                                    <p:animScale>
                                      <p:cBhvr>
                                        <p:cTn id="801" dur="26">
                                          <p:stCondLst>
                                            <p:cond delay="1642"/>
                                          </p:stCondLst>
                                        </p:cTn>
                                        <p:tgtEl>
                                          <p:spTgt spid="55"/>
                                        </p:tgtEl>
                                      </p:cBhvr>
                                      <p:to x="100000" y="90000"/>
                                    </p:animScale>
                                    <p:animScale>
                                      <p:cBhvr>
                                        <p:cTn id="802" dur="166" decel="50000">
                                          <p:stCondLst>
                                            <p:cond delay="1668"/>
                                          </p:stCondLst>
                                        </p:cTn>
                                        <p:tgtEl>
                                          <p:spTgt spid="55"/>
                                        </p:tgtEl>
                                      </p:cBhvr>
                                      <p:to x="100000" y="100000"/>
                                    </p:animScale>
                                    <p:animScale>
                                      <p:cBhvr>
                                        <p:cTn id="803" dur="26">
                                          <p:stCondLst>
                                            <p:cond delay="1808"/>
                                          </p:stCondLst>
                                        </p:cTn>
                                        <p:tgtEl>
                                          <p:spTgt spid="55"/>
                                        </p:tgtEl>
                                      </p:cBhvr>
                                      <p:to x="100000" y="95000"/>
                                    </p:animScale>
                                    <p:animScale>
                                      <p:cBhvr>
                                        <p:cTn id="804" dur="166" decel="50000">
                                          <p:stCondLst>
                                            <p:cond delay="1834"/>
                                          </p:stCondLst>
                                        </p:cTn>
                                        <p:tgtEl>
                                          <p:spTgt spid="55"/>
                                        </p:tgtEl>
                                      </p:cBhvr>
                                      <p:to x="100000" y="100000"/>
                                    </p:animScale>
                                  </p:childTnLst>
                                </p:cTn>
                              </p:par>
                              <p:par>
                                <p:cTn id="805" presetID="26" presetClass="entr" presetSubtype="0" fill="hold" grpId="0" nodeType="withEffect">
                                  <p:stCondLst>
                                    <p:cond delay="0"/>
                                  </p:stCondLst>
                                  <p:childTnLst>
                                    <p:set>
                                      <p:cBhvr>
                                        <p:cTn id="806" dur="1" fill="hold">
                                          <p:stCondLst>
                                            <p:cond delay="0"/>
                                          </p:stCondLst>
                                        </p:cTn>
                                        <p:tgtEl>
                                          <p:spTgt spid="56"/>
                                        </p:tgtEl>
                                        <p:attrNameLst>
                                          <p:attrName>style.visibility</p:attrName>
                                        </p:attrNameLst>
                                      </p:cBhvr>
                                      <p:to>
                                        <p:strVal val="visible"/>
                                      </p:to>
                                    </p:set>
                                    <p:animEffect transition="in" filter="wipe(down)">
                                      <p:cBhvr>
                                        <p:cTn id="807" dur="580">
                                          <p:stCondLst>
                                            <p:cond delay="0"/>
                                          </p:stCondLst>
                                        </p:cTn>
                                        <p:tgtEl>
                                          <p:spTgt spid="56"/>
                                        </p:tgtEl>
                                      </p:cBhvr>
                                    </p:animEffect>
                                    <p:anim calcmode="lin" valueType="num">
                                      <p:cBhvr>
                                        <p:cTn id="808" dur="1822" tmFilter="0,0; 0.14,0.36; 0.43,0.73; 0.71,0.91; 1.0,1.0">
                                          <p:stCondLst>
                                            <p:cond delay="0"/>
                                          </p:stCondLst>
                                        </p:cTn>
                                        <p:tgtEl>
                                          <p:spTgt spid="56"/>
                                        </p:tgtEl>
                                        <p:attrNameLst>
                                          <p:attrName>ppt_x</p:attrName>
                                        </p:attrNameLst>
                                      </p:cBhvr>
                                      <p:tavLst>
                                        <p:tav tm="0">
                                          <p:val>
                                            <p:strVal val="#ppt_x-0.25"/>
                                          </p:val>
                                        </p:tav>
                                        <p:tav tm="100000">
                                          <p:val>
                                            <p:strVal val="#ppt_x"/>
                                          </p:val>
                                        </p:tav>
                                      </p:tavLst>
                                    </p:anim>
                                    <p:anim calcmode="lin" valueType="num">
                                      <p:cBhvr>
                                        <p:cTn id="809" dur="664" tmFilter="0.0,0.0; 0.25,0.07; 0.50,0.2; 0.75,0.467; 1.0,1.0">
                                          <p:stCondLst>
                                            <p:cond delay="0"/>
                                          </p:stCondLst>
                                        </p:cTn>
                                        <p:tgtEl>
                                          <p:spTgt spid="56"/>
                                        </p:tgtEl>
                                        <p:attrNameLst>
                                          <p:attrName>ppt_y</p:attrName>
                                        </p:attrNameLst>
                                      </p:cBhvr>
                                      <p:tavLst>
                                        <p:tav tm="0" fmla="#ppt_y-sin(pi*$)/3">
                                          <p:val>
                                            <p:fltVal val="0.5"/>
                                          </p:val>
                                        </p:tav>
                                        <p:tav tm="100000">
                                          <p:val>
                                            <p:fltVal val="1"/>
                                          </p:val>
                                        </p:tav>
                                      </p:tavLst>
                                    </p:anim>
                                    <p:anim calcmode="lin" valueType="num">
                                      <p:cBhvr>
                                        <p:cTn id="810" dur="664" tmFilter="0, 0; 0.125,0.2665; 0.25,0.4; 0.375,0.465; 0.5,0.5;  0.625,0.535; 0.75,0.6; 0.875,0.7335; 1,1">
                                          <p:stCondLst>
                                            <p:cond delay="664"/>
                                          </p:stCondLst>
                                        </p:cTn>
                                        <p:tgtEl>
                                          <p:spTgt spid="56"/>
                                        </p:tgtEl>
                                        <p:attrNameLst>
                                          <p:attrName>ppt_y</p:attrName>
                                        </p:attrNameLst>
                                      </p:cBhvr>
                                      <p:tavLst>
                                        <p:tav tm="0" fmla="#ppt_y-sin(pi*$)/9">
                                          <p:val>
                                            <p:fltVal val="0"/>
                                          </p:val>
                                        </p:tav>
                                        <p:tav tm="100000">
                                          <p:val>
                                            <p:fltVal val="1"/>
                                          </p:val>
                                        </p:tav>
                                      </p:tavLst>
                                    </p:anim>
                                    <p:anim calcmode="lin" valueType="num">
                                      <p:cBhvr>
                                        <p:cTn id="811" dur="332" tmFilter="0, 0; 0.125,0.2665; 0.25,0.4; 0.375,0.465; 0.5,0.5;  0.625,0.535; 0.75,0.6; 0.875,0.7335; 1,1">
                                          <p:stCondLst>
                                            <p:cond delay="1324"/>
                                          </p:stCondLst>
                                        </p:cTn>
                                        <p:tgtEl>
                                          <p:spTgt spid="56"/>
                                        </p:tgtEl>
                                        <p:attrNameLst>
                                          <p:attrName>ppt_y</p:attrName>
                                        </p:attrNameLst>
                                      </p:cBhvr>
                                      <p:tavLst>
                                        <p:tav tm="0" fmla="#ppt_y-sin(pi*$)/27">
                                          <p:val>
                                            <p:fltVal val="0"/>
                                          </p:val>
                                        </p:tav>
                                        <p:tav tm="100000">
                                          <p:val>
                                            <p:fltVal val="1"/>
                                          </p:val>
                                        </p:tav>
                                      </p:tavLst>
                                    </p:anim>
                                    <p:anim calcmode="lin" valueType="num">
                                      <p:cBhvr>
                                        <p:cTn id="812" dur="164" tmFilter="0, 0; 0.125,0.2665; 0.25,0.4; 0.375,0.465; 0.5,0.5;  0.625,0.535; 0.75,0.6; 0.875,0.7335; 1,1">
                                          <p:stCondLst>
                                            <p:cond delay="1656"/>
                                          </p:stCondLst>
                                        </p:cTn>
                                        <p:tgtEl>
                                          <p:spTgt spid="56"/>
                                        </p:tgtEl>
                                        <p:attrNameLst>
                                          <p:attrName>ppt_y</p:attrName>
                                        </p:attrNameLst>
                                      </p:cBhvr>
                                      <p:tavLst>
                                        <p:tav tm="0" fmla="#ppt_y-sin(pi*$)/81">
                                          <p:val>
                                            <p:fltVal val="0"/>
                                          </p:val>
                                        </p:tav>
                                        <p:tav tm="100000">
                                          <p:val>
                                            <p:fltVal val="1"/>
                                          </p:val>
                                        </p:tav>
                                      </p:tavLst>
                                    </p:anim>
                                    <p:animScale>
                                      <p:cBhvr>
                                        <p:cTn id="813" dur="26">
                                          <p:stCondLst>
                                            <p:cond delay="650"/>
                                          </p:stCondLst>
                                        </p:cTn>
                                        <p:tgtEl>
                                          <p:spTgt spid="56"/>
                                        </p:tgtEl>
                                      </p:cBhvr>
                                      <p:to x="100000" y="60000"/>
                                    </p:animScale>
                                    <p:animScale>
                                      <p:cBhvr>
                                        <p:cTn id="814" dur="166" decel="50000">
                                          <p:stCondLst>
                                            <p:cond delay="676"/>
                                          </p:stCondLst>
                                        </p:cTn>
                                        <p:tgtEl>
                                          <p:spTgt spid="56"/>
                                        </p:tgtEl>
                                      </p:cBhvr>
                                      <p:to x="100000" y="100000"/>
                                    </p:animScale>
                                    <p:animScale>
                                      <p:cBhvr>
                                        <p:cTn id="815" dur="26">
                                          <p:stCondLst>
                                            <p:cond delay="1312"/>
                                          </p:stCondLst>
                                        </p:cTn>
                                        <p:tgtEl>
                                          <p:spTgt spid="56"/>
                                        </p:tgtEl>
                                      </p:cBhvr>
                                      <p:to x="100000" y="80000"/>
                                    </p:animScale>
                                    <p:animScale>
                                      <p:cBhvr>
                                        <p:cTn id="816" dur="166" decel="50000">
                                          <p:stCondLst>
                                            <p:cond delay="1338"/>
                                          </p:stCondLst>
                                        </p:cTn>
                                        <p:tgtEl>
                                          <p:spTgt spid="56"/>
                                        </p:tgtEl>
                                      </p:cBhvr>
                                      <p:to x="100000" y="100000"/>
                                    </p:animScale>
                                    <p:animScale>
                                      <p:cBhvr>
                                        <p:cTn id="817" dur="26">
                                          <p:stCondLst>
                                            <p:cond delay="1642"/>
                                          </p:stCondLst>
                                        </p:cTn>
                                        <p:tgtEl>
                                          <p:spTgt spid="56"/>
                                        </p:tgtEl>
                                      </p:cBhvr>
                                      <p:to x="100000" y="90000"/>
                                    </p:animScale>
                                    <p:animScale>
                                      <p:cBhvr>
                                        <p:cTn id="818" dur="166" decel="50000">
                                          <p:stCondLst>
                                            <p:cond delay="1668"/>
                                          </p:stCondLst>
                                        </p:cTn>
                                        <p:tgtEl>
                                          <p:spTgt spid="56"/>
                                        </p:tgtEl>
                                      </p:cBhvr>
                                      <p:to x="100000" y="100000"/>
                                    </p:animScale>
                                    <p:animScale>
                                      <p:cBhvr>
                                        <p:cTn id="819" dur="26">
                                          <p:stCondLst>
                                            <p:cond delay="1808"/>
                                          </p:stCondLst>
                                        </p:cTn>
                                        <p:tgtEl>
                                          <p:spTgt spid="56"/>
                                        </p:tgtEl>
                                      </p:cBhvr>
                                      <p:to x="100000" y="95000"/>
                                    </p:animScale>
                                    <p:animScale>
                                      <p:cBhvr>
                                        <p:cTn id="820" dur="166" decel="50000">
                                          <p:stCondLst>
                                            <p:cond delay="1834"/>
                                          </p:stCondLst>
                                        </p:cTn>
                                        <p:tgtEl>
                                          <p:spTgt spid="56"/>
                                        </p:tgtEl>
                                      </p:cBhvr>
                                      <p:to x="100000" y="100000"/>
                                    </p:animScale>
                                  </p:childTnLst>
                                </p:cTn>
                              </p:par>
                              <p:par>
                                <p:cTn id="821" presetID="26" presetClass="entr" presetSubtype="0" fill="hold" grpId="0" nodeType="withEffect">
                                  <p:stCondLst>
                                    <p:cond delay="0"/>
                                  </p:stCondLst>
                                  <p:childTnLst>
                                    <p:set>
                                      <p:cBhvr>
                                        <p:cTn id="822" dur="1" fill="hold">
                                          <p:stCondLst>
                                            <p:cond delay="0"/>
                                          </p:stCondLst>
                                        </p:cTn>
                                        <p:tgtEl>
                                          <p:spTgt spid="57"/>
                                        </p:tgtEl>
                                        <p:attrNameLst>
                                          <p:attrName>style.visibility</p:attrName>
                                        </p:attrNameLst>
                                      </p:cBhvr>
                                      <p:to>
                                        <p:strVal val="visible"/>
                                      </p:to>
                                    </p:set>
                                    <p:animEffect transition="in" filter="wipe(down)">
                                      <p:cBhvr>
                                        <p:cTn id="823" dur="580">
                                          <p:stCondLst>
                                            <p:cond delay="0"/>
                                          </p:stCondLst>
                                        </p:cTn>
                                        <p:tgtEl>
                                          <p:spTgt spid="57"/>
                                        </p:tgtEl>
                                      </p:cBhvr>
                                    </p:animEffect>
                                    <p:anim calcmode="lin" valueType="num">
                                      <p:cBhvr>
                                        <p:cTn id="824" dur="1822" tmFilter="0,0; 0.14,0.36; 0.43,0.73; 0.71,0.91; 1.0,1.0">
                                          <p:stCondLst>
                                            <p:cond delay="0"/>
                                          </p:stCondLst>
                                        </p:cTn>
                                        <p:tgtEl>
                                          <p:spTgt spid="57"/>
                                        </p:tgtEl>
                                        <p:attrNameLst>
                                          <p:attrName>ppt_x</p:attrName>
                                        </p:attrNameLst>
                                      </p:cBhvr>
                                      <p:tavLst>
                                        <p:tav tm="0">
                                          <p:val>
                                            <p:strVal val="#ppt_x-0.25"/>
                                          </p:val>
                                        </p:tav>
                                        <p:tav tm="100000">
                                          <p:val>
                                            <p:strVal val="#ppt_x"/>
                                          </p:val>
                                        </p:tav>
                                      </p:tavLst>
                                    </p:anim>
                                    <p:anim calcmode="lin" valueType="num">
                                      <p:cBhvr>
                                        <p:cTn id="825" dur="664" tmFilter="0.0,0.0; 0.25,0.07; 0.50,0.2; 0.75,0.467; 1.0,1.0">
                                          <p:stCondLst>
                                            <p:cond delay="0"/>
                                          </p:stCondLst>
                                        </p:cTn>
                                        <p:tgtEl>
                                          <p:spTgt spid="57"/>
                                        </p:tgtEl>
                                        <p:attrNameLst>
                                          <p:attrName>ppt_y</p:attrName>
                                        </p:attrNameLst>
                                      </p:cBhvr>
                                      <p:tavLst>
                                        <p:tav tm="0" fmla="#ppt_y-sin(pi*$)/3">
                                          <p:val>
                                            <p:fltVal val="0.5"/>
                                          </p:val>
                                        </p:tav>
                                        <p:tav tm="100000">
                                          <p:val>
                                            <p:fltVal val="1"/>
                                          </p:val>
                                        </p:tav>
                                      </p:tavLst>
                                    </p:anim>
                                    <p:anim calcmode="lin" valueType="num">
                                      <p:cBhvr>
                                        <p:cTn id="826" dur="664" tmFilter="0, 0; 0.125,0.2665; 0.25,0.4; 0.375,0.465; 0.5,0.5;  0.625,0.535; 0.75,0.6; 0.875,0.7335; 1,1">
                                          <p:stCondLst>
                                            <p:cond delay="664"/>
                                          </p:stCondLst>
                                        </p:cTn>
                                        <p:tgtEl>
                                          <p:spTgt spid="57"/>
                                        </p:tgtEl>
                                        <p:attrNameLst>
                                          <p:attrName>ppt_y</p:attrName>
                                        </p:attrNameLst>
                                      </p:cBhvr>
                                      <p:tavLst>
                                        <p:tav tm="0" fmla="#ppt_y-sin(pi*$)/9">
                                          <p:val>
                                            <p:fltVal val="0"/>
                                          </p:val>
                                        </p:tav>
                                        <p:tav tm="100000">
                                          <p:val>
                                            <p:fltVal val="1"/>
                                          </p:val>
                                        </p:tav>
                                      </p:tavLst>
                                    </p:anim>
                                    <p:anim calcmode="lin" valueType="num">
                                      <p:cBhvr>
                                        <p:cTn id="827" dur="332" tmFilter="0, 0; 0.125,0.2665; 0.25,0.4; 0.375,0.465; 0.5,0.5;  0.625,0.535; 0.75,0.6; 0.875,0.7335; 1,1">
                                          <p:stCondLst>
                                            <p:cond delay="1324"/>
                                          </p:stCondLst>
                                        </p:cTn>
                                        <p:tgtEl>
                                          <p:spTgt spid="57"/>
                                        </p:tgtEl>
                                        <p:attrNameLst>
                                          <p:attrName>ppt_y</p:attrName>
                                        </p:attrNameLst>
                                      </p:cBhvr>
                                      <p:tavLst>
                                        <p:tav tm="0" fmla="#ppt_y-sin(pi*$)/27">
                                          <p:val>
                                            <p:fltVal val="0"/>
                                          </p:val>
                                        </p:tav>
                                        <p:tav tm="100000">
                                          <p:val>
                                            <p:fltVal val="1"/>
                                          </p:val>
                                        </p:tav>
                                      </p:tavLst>
                                    </p:anim>
                                    <p:anim calcmode="lin" valueType="num">
                                      <p:cBhvr>
                                        <p:cTn id="828" dur="164" tmFilter="0, 0; 0.125,0.2665; 0.25,0.4; 0.375,0.465; 0.5,0.5;  0.625,0.535; 0.75,0.6; 0.875,0.7335; 1,1">
                                          <p:stCondLst>
                                            <p:cond delay="1656"/>
                                          </p:stCondLst>
                                        </p:cTn>
                                        <p:tgtEl>
                                          <p:spTgt spid="57"/>
                                        </p:tgtEl>
                                        <p:attrNameLst>
                                          <p:attrName>ppt_y</p:attrName>
                                        </p:attrNameLst>
                                      </p:cBhvr>
                                      <p:tavLst>
                                        <p:tav tm="0" fmla="#ppt_y-sin(pi*$)/81">
                                          <p:val>
                                            <p:fltVal val="0"/>
                                          </p:val>
                                        </p:tav>
                                        <p:tav tm="100000">
                                          <p:val>
                                            <p:fltVal val="1"/>
                                          </p:val>
                                        </p:tav>
                                      </p:tavLst>
                                    </p:anim>
                                    <p:animScale>
                                      <p:cBhvr>
                                        <p:cTn id="829" dur="26">
                                          <p:stCondLst>
                                            <p:cond delay="650"/>
                                          </p:stCondLst>
                                        </p:cTn>
                                        <p:tgtEl>
                                          <p:spTgt spid="57"/>
                                        </p:tgtEl>
                                      </p:cBhvr>
                                      <p:to x="100000" y="60000"/>
                                    </p:animScale>
                                    <p:animScale>
                                      <p:cBhvr>
                                        <p:cTn id="830" dur="166" decel="50000">
                                          <p:stCondLst>
                                            <p:cond delay="676"/>
                                          </p:stCondLst>
                                        </p:cTn>
                                        <p:tgtEl>
                                          <p:spTgt spid="57"/>
                                        </p:tgtEl>
                                      </p:cBhvr>
                                      <p:to x="100000" y="100000"/>
                                    </p:animScale>
                                    <p:animScale>
                                      <p:cBhvr>
                                        <p:cTn id="831" dur="26">
                                          <p:stCondLst>
                                            <p:cond delay="1312"/>
                                          </p:stCondLst>
                                        </p:cTn>
                                        <p:tgtEl>
                                          <p:spTgt spid="57"/>
                                        </p:tgtEl>
                                      </p:cBhvr>
                                      <p:to x="100000" y="80000"/>
                                    </p:animScale>
                                    <p:animScale>
                                      <p:cBhvr>
                                        <p:cTn id="832" dur="166" decel="50000">
                                          <p:stCondLst>
                                            <p:cond delay="1338"/>
                                          </p:stCondLst>
                                        </p:cTn>
                                        <p:tgtEl>
                                          <p:spTgt spid="57"/>
                                        </p:tgtEl>
                                      </p:cBhvr>
                                      <p:to x="100000" y="100000"/>
                                    </p:animScale>
                                    <p:animScale>
                                      <p:cBhvr>
                                        <p:cTn id="833" dur="26">
                                          <p:stCondLst>
                                            <p:cond delay="1642"/>
                                          </p:stCondLst>
                                        </p:cTn>
                                        <p:tgtEl>
                                          <p:spTgt spid="57"/>
                                        </p:tgtEl>
                                      </p:cBhvr>
                                      <p:to x="100000" y="90000"/>
                                    </p:animScale>
                                    <p:animScale>
                                      <p:cBhvr>
                                        <p:cTn id="834" dur="166" decel="50000">
                                          <p:stCondLst>
                                            <p:cond delay="1668"/>
                                          </p:stCondLst>
                                        </p:cTn>
                                        <p:tgtEl>
                                          <p:spTgt spid="57"/>
                                        </p:tgtEl>
                                      </p:cBhvr>
                                      <p:to x="100000" y="100000"/>
                                    </p:animScale>
                                    <p:animScale>
                                      <p:cBhvr>
                                        <p:cTn id="835" dur="26">
                                          <p:stCondLst>
                                            <p:cond delay="1808"/>
                                          </p:stCondLst>
                                        </p:cTn>
                                        <p:tgtEl>
                                          <p:spTgt spid="57"/>
                                        </p:tgtEl>
                                      </p:cBhvr>
                                      <p:to x="100000" y="95000"/>
                                    </p:animScale>
                                    <p:animScale>
                                      <p:cBhvr>
                                        <p:cTn id="836" dur="166" decel="50000">
                                          <p:stCondLst>
                                            <p:cond delay="1834"/>
                                          </p:stCondLst>
                                        </p:cTn>
                                        <p:tgtEl>
                                          <p:spTgt spid="57"/>
                                        </p:tgtEl>
                                      </p:cBhvr>
                                      <p:to x="100000" y="100000"/>
                                    </p:animScale>
                                  </p:childTnLst>
                                </p:cTn>
                              </p:par>
                              <p:par>
                                <p:cTn id="837" presetID="26" presetClass="entr" presetSubtype="0" fill="hold" grpId="0" nodeType="withEffect">
                                  <p:stCondLst>
                                    <p:cond delay="0"/>
                                  </p:stCondLst>
                                  <p:childTnLst>
                                    <p:set>
                                      <p:cBhvr>
                                        <p:cTn id="838" dur="1" fill="hold">
                                          <p:stCondLst>
                                            <p:cond delay="0"/>
                                          </p:stCondLst>
                                        </p:cTn>
                                        <p:tgtEl>
                                          <p:spTgt spid="58"/>
                                        </p:tgtEl>
                                        <p:attrNameLst>
                                          <p:attrName>style.visibility</p:attrName>
                                        </p:attrNameLst>
                                      </p:cBhvr>
                                      <p:to>
                                        <p:strVal val="visible"/>
                                      </p:to>
                                    </p:set>
                                    <p:animEffect transition="in" filter="wipe(down)">
                                      <p:cBhvr>
                                        <p:cTn id="839" dur="580">
                                          <p:stCondLst>
                                            <p:cond delay="0"/>
                                          </p:stCondLst>
                                        </p:cTn>
                                        <p:tgtEl>
                                          <p:spTgt spid="58"/>
                                        </p:tgtEl>
                                      </p:cBhvr>
                                    </p:animEffect>
                                    <p:anim calcmode="lin" valueType="num">
                                      <p:cBhvr>
                                        <p:cTn id="840" dur="1822" tmFilter="0,0; 0.14,0.36; 0.43,0.73; 0.71,0.91; 1.0,1.0">
                                          <p:stCondLst>
                                            <p:cond delay="0"/>
                                          </p:stCondLst>
                                        </p:cTn>
                                        <p:tgtEl>
                                          <p:spTgt spid="58"/>
                                        </p:tgtEl>
                                        <p:attrNameLst>
                                          <p:attrName>ppt_x</p:attrName>
                                        </p:attrNameLst>
                                      </p:cBhvr>
                                      <p:tavLst>
                                        <p:tav tm="0">
                                          <p:val>
                                            <p:strVal val="#ppt_x-0.25"/>
                                          </p:val>
                                        </p:tav>
                                        <p:tav tm="100000">
                                          <p:val>
                                            <p:strVal val="#ppt_x"/>
                                          </p:val>
                                        </p:tav>
                                      </p:tavLst>
                                    </p:anim>
                                    <p:anim calcmode="lin" valueType="num">
                                      <p:cBhvr>
                                        <p:cTn id="841" dur="664" tmFilter="0.0,0.0; 0.25,0.07; 0.50,0.2; 0.75,0.467; 1.0,1.0">
                                          <p:stCondLst>
                                            <p:cond delay="0"/>
                                          </p:stCondLst>
                                        </p:cTn>
                                        <p:tgtEl>
                                          <p:spTgt spid="58"/>
                                        </p:tgtEl>
                                        <p:attrNameLst>
                                          <p:attrName>ppt_y</p:attrName>
                                        </p:attrNameLst>
                                      </p:cBhvr>
                                      <p:tavLst>
                                        <p:tav tm="0" fmla="#ppt_y-sin(pi*$)/3">
                                          <p:val>
                                            <p:fltVal val="0.5"/>
                                          </p:val>
                                        </p:tav>
                                        <p:tav tm="100000">
                                          <p:val>
                                            <p:fltVal val="1"/>
                                          </p:val>
                                        </p:tav>
                                      </p:tavLst>
                                    </p:anim>
                                    <p:anim calcmode="lin" valueType="num">
                                      <p:cBhvr>
                                        <p:cTn id="842" dur="664" tmFilter="0, 0; 0.125,0.2665; 0.25,0.4; 0.375,0.465; 0.5,0.5;  0.625,0.535; 0.75,0.6; 0.875,0.7335; 1,1">
                                          <p:stCondLst>
                                            <p:cond delay="664"/>
                                          </p:stCondLst>
                                        </p:cTn>
                                        <p:tgtEl>
                                          <p:spTgt spid="58"/>
                                        </p:tgtEl>
                                        <p:attrNameLst>
                                          <p:attrName>ppt_y</p:attrName>
                                        </p:attrNameLst>
                                      </p:cBhvr>
                                      <p:tavLst>
                                        <p:tav tm="0" fmla="#ppt_y-sin(pi*$)/9">
                                          <p:val>
                                            <p:fltVal val="0"/>
                                          </p:val>
                                        </p:tav>
                                        <p:tav tm="100000">
                                          <p:val>
                                            <p:fltVal val="1"/>
                                          </p:val>
                                        </p:tav>
                                      </p:tavLst>
                                    </p:anim>
                                    <p:anim calcmode="lin" valueType="num">
                                      <p:cBhvr>
                                        <p:cTn id="843" dur="332" tmFilter="0, 0; 0.125,0.2665; 0.25,0.4; 0.375,0.465; 0.5,0.5;  0.625,0.535; 0.75,0.6; 0.875,0.7335; 1,1">
                                          <p:stCondLst>
                                            <p:cond delay="1324"/>
                                          </p:stCondLst>
                                        </p:cTn>
                                        <p:tgtEl>
                                          <p:spTgt spid="58"/>
                                        </p:tgtEl>
                                        <p:attrNameLst>
                                          <p:attrName>ppt_y</p:attrName>
                                        </p:attrNameLst>
                                      </p:cBhvr>
                                      <p:tavLst>
                                        <p:tav tm="0" fmla="#ppt_y-sin(pi*$)/27">
                                          <p:val>
                                            <p:fltVal val="0"/>
                                          </p:val>
                                        </p:tav>
                                        <p:tav tm="100000">
                                          <p:val>
                                            <p:fltVal val="1"/>
                                          </p:val>
                                        </p:tav>
                                      </p:tavLst>
                                    </p:anim>
                                    <p:anim calcmode="lin" valueType="num">
                                      <p:cBhvr>
                                        <p:cTn id="844" dur="164" tmFilter="0, 0; 0.125,0.2665; 0.25,0.4; 0.375,0.465; 0.5,0.5;  0.625,0.535; 0.75,0.6; 0.875,0.7335; 1,1">
                                          <p:stCondLst>
                                            <p:cond delay="1656"/>
                                          </p:stCondLst>
                                        </p:cTn>
                                        <p:tgtEl>
                                          <p:spTgt spid="58"/>
                                        </p:tgtEl>
                                        <p:attrNameLst>
                                          <p:attrName>ppt_y</p:attrName>
                                        </p:attrNameLst>
                                      </p:cBhvr>
                                      <p:tavLst>
                                        <p:tav tm="0" fmla="#ppt_y-sin(pi*$)/81">
                                          <p:val>
                                            <p:fltVal val="0"/>
                                          </p:val>
                                        </p:tav>
                                        <p:tav tm="100000">
                                          <p:val>
                                            <p:fltVal val="1"/>
                                          </p:val>
                                        </p:tav>
                                      </p:tavLst>
                                    </p:anim>
                                    <p:animScale>
                                      <p:cBhvr>
                                        <p:cTn id="845" dur="26">
                                          <p:stCondLst>
                                            <p:cond delay="650"/>
                                          </p:stCondLst>
                                        </p:cTn>
                                        <p:tgtEl>
                                          <p:spTgt spid="58"/>
                                        </p:tgtEl>
                                      </p:cBhvr>
                                      <p:to x="100000" y="60000"/>
                                    </p:animScale>
                                    <p:animScale>
                                      <p:cBhvr>
                                        <p:cTn id="846" dur="166" decel="50000">
                                          <p:stCondLst>
                                            <p:cond delay="676"/>
                                          </p:stCondLst>
                                        </p:cTn>
                                        <p:tgtEl>
                                          <p:spTgt spid="58"/>
                                        </p:tgtEl>
                                      </p:cBhvr>
                                      <p:to x="100000" y="100000"/>
                                    </p:animScale>
                                    <p:animScale>
                                      <p:cBhvr>
                                        <p:cTn id="847" dur="26">
                                          <p:stCondLst>
                                            <p:cond delay="1312"/>
                                          </p:stCondLst>
                                        </p:cTn>
                                        <p:tgtEl>
                                          <p:spTgt spid="58"/>
                                        </p:tgtEl>
                                      </p:cBhvr>
                                      <p:to x="100000" y="80000"/>
                                    </p:animScale>
                                    <p:animScale>
                                      <p:cBhvr>
                                        <p:cTn id="848" dur="166" decel="50000">
                                          <p:stCondLst>
                                            <p:cond delay="1338"/>
                                          </p:stCondLst>
                                        </p:cTn>
                                        <p:tgtEl>
                                          <p:spTgt spid="58"/>
                                        </p:tgtEl>
                                      </p:cBhvr>
                                      <p:to x="100000" y="100000"/>
                                    </p:animScale>
                                    <p:animScale>
                                      <p:cBhvr>
                                        <p:cTn id="849" dur="26">
                                          <p:stCondLst>
                                            <p:cond delay="1642"/>
                                          </p:stCondLst>
                                        </p:cTn>
                                        <p:tgtEl>
                                          <p:spTgt spid="58"/>
                                        </p:tgtEl>
                                      </p:cBhvr>
                                      <p:to x="100000" y="90000"/>
                                    </p:animScale>
                                    <p:animScale>
                                      <p:cBhvr>
                                        <p:cTn id="850" dur="166" decel="50000">
                                          <p:stCondLst>
                                            <p:cond delay="1668"/>
                                          </p:stCondLst>
                                        </p:cTn>
                                        <p:tgtEl>
                                          <p:spTgt spid="58"/>
                                        </p:tgtEl>
                                      </p:cBhvr>
                                      <p:to x="100000" y="100000"/>
                                    </p:animScale>
                                    <p:animScale>
                                      <p:cBhvr>
                                        <p:cTn id="851" dur="26">
                                          <p:stCondLst>
                                            <p:cond delay="1808"/>
                                          </p:stCondLst>
                                        </p:cTn>
                                        <p:tgtEl>
                                          <p:spTgt spid="58"/>
                                        </p:tgtEl>
                                      </p:cBhvr>
                                      <p:to x="100000" y="95000"/>
                                    </p:animScale>
                                    <p:animScale>
                                      <p:cBhvr>
                                        <p:cTn id="852" dur="166" decel="50000">
                                          <p:stCondLst>
                                            <p:cond delay="1834"/>
                                          </p:stCondLst>
                                        </p:cTn>
                                        <p:tgtEl>
                                          <p:spTgt spid="58"/>
                                        </p:tgtEl>
                                      </p:cBhvr>
                                      <p:to x="100000" y="100000"/>
                                    </p:animScale>
                                  </p:childTnLst>
                                </p:cTn>
                              </p:par>
                              <p:par>
                                <p:cTn id="853" presetID="26" presetClass="entr" presetSubtype="0" fill="hold" grpId="0" nodeType="withEffect">
                                  <p:stCondLst>
                                    <p:cond delay="0"/>
                                  </p:stCondLst>
                                  <p:childTnLst>
                                    <p:set>
                                      <p:cBhvr>
                                        <p:cTn id="854" dur="1" fill="hold">
                                          <p:stCondLst>
                                            <p:cond delay="0"/>
                                          </p:stCondLst>
                                        </p:cTn>
                                        <p:tgtEl>
                                          <p:spTgt spid="65"/>
                                        </p:tgtEl>
                                        <p:attrNameLst>
                                          <p:attrName>style.visibility</p:attrName>
                                        </p:attrNameLst>
                                      </p:cBhvr>
                                      <p:to>
                                        <p:strVal val="visible"/>
                                      </p:to>
                                    </p:set>
                                    <p:animEffect transition="in" filter="wipe(down)">
                                      <p:cBhvr>
                                        <p:cTn id="855" dur="580">
                                          <p:stCondLst>
                                            <p:cond delay="0"/>
                                          </p:stCondLst>
                                        </p:cTn>
                                        <p:tgtEl>
                                          <p:spTgt spid="65"/>
                                        </p:tgtEl>
                                      </p:cBhvr>
                                    </p:animEffect>
                                    <p:anim calcmode="lin" valueType="num">
                                      <p:cBhvr>
                                        <p:cTn id="856" dur="1822" tmFilter="0,0; 0.14,0.36; 0.43,0.73; 0.71,0.91; 1.0,1.0">
                                          <p:stCondLst>
                                            <p:cond delay="0"/>
                                          </p:stCondLst>
                                        </p:cTn>
                                        <p:tgtEl>
                                          <p:spTgt spid="65"/>
                                        </p:tgtEl>
                                        <p:attrNameLst>
                                          <p:attrName>ppt_x</p:attrName>
                                        </p:attrNameLst>
                                      </p:cBhvr>
                                      <p:tavLst>
                                        <p:tav tm="0">
                                          <p:val>
                                            <p:strVal val="#ppt_x-0.25"/>
                                          </p:val>
                                        </p:tav>
                                        <p:tav tm="100000">
                                          <p:val>
                                            <p:strVal val="#ppt_x"/>
                                          </p:val>
                                        </p:tav>
                                      </p:tavLst>
                                    </p:anim>
                                    <p:anim calcmode="lin" valueType="num">
                                      <p:cBhvr>
                                        <p:cTn id="857" dur="664" tmFilter="0.0,0.0; 0.25,0.07; 0.50,0.2; 0.75,0.467; 1.0,1.0">
                                          <p:stCondLst>
                                            <p:cond delay="0"/>
                                          </p:stCondLst>
                                        </p:cTn>
                                        <p:tgtEl>
                                          <p:spTgt spid="65"/>
                                        </p:tgtEl>
                                        <p:attrNameLst>
                                          <p:attrName>ppt_y</p:attrName>
                                        </p:attrNameLst>
                                      </p:cBhvr>
                                      <p:tavLst>
                                        <p:tav tm="0" fmla="#ppt_y-sin(pi*$)/3">
                                          <p:val>
                                            <p:fltVal val="0.5"/>
                                          </p:val>
                                        </p:tav>
                                        <p:tav tm="100000">
                                          <p:val>
                                            <p:fltVal val="1"/>
                                          </p:val>
                                        </p:tav>
                                      </p:tavLst>
                                    </p:anim>
                                    <p:anim calcmode="lin" valueType="num">
                                      <p:cBhvr>
                                        <p:cTn id="858" dur="664" tmFilter="0, 0; 0.125,0.2665; 0.25,0.4; 0.375,0.465; 0.5,0.5;  0.625,0.535; 0.75,0.6; 0.875,0.7335; 1,1">
                                          <p:stCondLst>
                                            <p:cond delay="664"/>
                                          </p:stCondLst>
                                        </p:cTn>
                                        <p:tgtEl>
                                          <p:spTgt spid="65"/>
                                        </p:tgtEl>
                                        <p:attrNameLst>
                                          <p:attrName>ppt_y</p:attrName>
                                        </p:attrNameLst>
                                      </p:cBhvr>
                                      <p:tavLst>
                                        <p:tav tm="0" fmla="#ppt_y-sin(pi*$)/9">
                                          <p:val>
                                            <p:fltVal val="0"/>
                                          </p:val>
                                        </p:tav>
                                        <p:tav tm="100000">
                                          <p:val>
                                            <p:fltVal val="1"/>
                                          </p:val>
                                        </p:tav>
                                      </p:tavLst>
                                    </p:anim>
                                    <p:anim calcmode="lin" valueType="num">
                                      <p:cBhvr>
                                        <p:cTn id="859" dur="332" tmFilter="0, 0; 0.125,0.2665; 0.25,0.4; 0.375,0.465; 0.5,0.5;  0.625,0.535; 0.75,0.6; 0.875,0.7335; 1,1">
                                          <p:stCondLst>
                                            <p:cond delay="1324"/>
                                          </p:stCondLst>
                                        </p:cTn>
                                        <p:tgtEl>
                                          <p:spTgt spid="65"/>
                                        </p:tgtEl>
                                        <p:attrNameLst>
                                          <p:attrName>ppt_y</p:attrName>
                                        </p:attrNameLst>
                                      </p:cBhvr>
                                      <p:tavLst>
                                        <p:tav tm="0" fmla="#ppt_y-sin(pi*$)/27">
                                          <p:val>
                                            <p:fltVal val="0"/>
                                          </p:val>
                                        </p:tav>
                                        <p:tav tm="100000">
                                          <p:val>
                                            <p:fltVal val="1"/>
                                          </p:val>
                                        </p:tav>
                                      </p:tavLst>
                                    </p:anim>
                                    <p:anim calcmode="lin" valueType="num">
                                      <p:cBhvr>
                                        <p:cTn id="860" dur="164" tmFilter="0, 0; 0.125,0.2665; 0.25,0.4; 0.375,0.465; 0.5,0.5;  0.625,0.535; 0.75,0.6; 0.875,0.7335; 1,1">
                                          <p:stCondLst>
                                            <p:cond delay="1656"/>
                                          </p:stCondLst>
                                        </p:cTn>
                                        <p:tgtEl>
                                          <p:spTgt spid="65"/>
                                        </p:tgtEl>
                                        <p:attrNameLst>
                                          <p:attrName>ppt_y</p:attrName>
                                        </p:attrNameLst>
                                      </p:cBhvr>
                                      <p:tavLst>
                                        <p:tav tm="0" fmla="#ppt_y-sin(pi*$)/81">
                                          <p:val>
                                            <p:fltVal val="0"/>
                                          </p:val>
                                        </p:tav>
                                        <p:tav tm="100000">
                                          <p:val>
                                            <p:fltVal val="1"/>
                                          </p:val>
                                        </p:tav>
                                      </p:tavLst>
                                    </p:anim>
                                    <p:animScale>
                                      <p:cBhvr>
                                        <p:cTn id="861" dur="26">
                                          <p:stCondLst>
                                            <p:cond delay="650"/>
                                          </p:stCondLst>
                                        </p:cTn>
                                        <p:tgtEl>
                                          <p:spTgt spid="65"/>
                                        </p:tgtEl>
                                      </p:cBhvr>
                                      <p:to x="100000" y="60000"/>
                                    </p:animScale>
                                    <p:animScale>
                                      <p:cBhvr>
                                        <p:cTn id="862" dur="166" decel="50000">
                                          <p:stCondLst>
                                            <p:cond delay="676"/>
                                          </p:stCondLst>
                                        </p:cTn>
                                        <p:tgtEl>
                                          <p:spTgt spid="65"/>
                                        </p:tgtEl>
                                      </p:cBhvr>
                                      <p:to x="100000" y="100000"/>
                                    </p:animScale>
                                    <p:animScale>
                                      <p:cBhvr>
                                        <p:cTn id="863" dur="26">
                                          <p:stCondLst>
                                            <p:cond delay="1312"/>
                                          </p:stCondLst>
                                        </p:cTn>
                                        <p:tgtEl>
                                          <p:spTgt spid="65"/>
                                        </p:tgtEl>
                                      </p:cBhvr>
                                      <p:to x="100000" y="80000"/>
                                    </p:animScale>
                                    <p:animScale>
                                      <p:cBhvr>
                                        <p:cTn id="864" dur="166" decel="50000">
                                          <p:stCondLst>
                                            <p:cond delay="1338"/>
                                          </p:stCondLst>
                                        </p:cTn>
                                        <p:tgtEl>
                                          <p:spTgt spid="65"/>
                                        </p:tgtEl>
                                      </p:cBhvr>
                                      <p:to x="100000" y="100000"/>
                                    </p:animScale>
                                    <p:animScale>
                                      <p:cBhvr>
                                        <p:cTn id="865" dur="26">
                                          <p:stCondLst>
                                            <p:cond delay="1642"/>
                                          </p:stCondLst>
                                        </p:cTn>
                                        <p:tgtEl>
                                          <p:spTgt spid="65"/>
                                        </p:tgtEl>
                                      </p:cBhvr>
                                      <p:to x="100000" y="90000"/>
                                    </p:animScale>
                                    <p:animScale>
                                      <p:cBhvr>
                                        <p:cTn id="866" dur="166" decel="50000">
                                          <p:stCondLst>
                                            <p:cond delay="1668"/>
                                          </p:stCondLst>
                                        </p:cTn>
                                        <p:tgtEl>
                                          <p:spTgt spid="65"/>
                                        </p:tgtEl>
                                      </p:cBhvr>
                                      <p:to x="100000" y="100000"/>
                                    </p:animScale>
                                    <p:animScale>
                                      <p:cBhvr>
                                        <p:cTn id="867" dur="26">
                                          <p:stCondLst>
                                            <p:cond delay="1808"/>
                                          </p:stCondLst>
                                        </p:cTn>
                                        <p:tgtEl>
                                          <p:spTgt spid="65"/>
                                        </p:tgtEl>
                                      </p:cBhvr>
                                      <p:to x="100000" y="95000"/>
                                    </p:animScale>
                                    <p:animScale>
                                      <p:cBhvr>
                                        <p:cTn id="868" dur="166" decel="50000">
                                          <p:stCondLst>
                                            <p:cond delay="1834"/>
                                          </p:stCondLst>
                                        </p:cTn>
                                        <p:tgtEl>
                                          <p:spTgt spid="65"/>
                                        </p:tgtEl>
                                      </p:cBhvr>
                                      <p:to x="100000" y="100000"/>
                                    </p:animScale>
                                  </p:childTnLst>
                                </p:cTn>
                              </p:par>
                              <p:par>
                                <p:cTn id="869" presetID="26" presetClass="entr" presetSubtype="0" fill="hold" grpId="0" nodeType="withEffect">
                                  <p:stCondLst>
                                    <p:cond delay="0"/>
                                  </p:stCondLst>
                                  <p:childTnLst>
                                    <p:set>
                                      <p:cBhvr>
                                        <p:cTn id="870" dur="1" fill="hold">
                                          <p:stCondLst>
                                            <p:cond delay="0"/>
                                          </p:stCondLst>
                                        </p:cTn>
                                        <p:tgtEl>
                                          <p:spTgt spid="66"/>
                                        </p:tgtEl>
                                        <p:attrNameLst>
                                          <p:attrName>style.visibility</p:attrName>
                                        </p:attrNameLst>
                                      </p:cBhvr>
                                      <p:to>
                                        <p:strVal val="visible"/>
                                      </p:to>
                                    </p:set>
                                    <p:animEffect transition="in" filter="wipe(down)">
                                      <p:cBhvr>
                                        <p:cTn id="871" dur="580">
                                          <p:stCondLst>
                                            <p:cond delay="0"/>
                                          </p:stCondLst>
                                        </p:cTn>
                                        <p:tgtEl>
                                          <p:spTgt spid="66"/>
                                        </p:tgtEl>
                                      </p:cBhvr>
                                    </p:animEffect>
                                    <p:anim calcmode="lin" valueType="num">
                                      <p:cBhvr>
                                        <p:cTn id="872" dur="1822" tmFilter="0,0; 0.14,0.36; 0.43,0.73; 0.71,0.91; 1.0,1.0">
                                          <p:stCondLst>
                                            <p:cond delay="0"/>
                                          </p:stCondLst>
                                        </p:cTn>
                                        <p:tgtEl>
                                          <p:spTgt spid="66"/>
                                        </p:tgtEl>
                                        <p:attrNameLst>
                                          <p:attrName>ppt_x</p:attrName>
                                        </p:attrNameLst>
                                      </p:cBhvr>
                                      <p:tavLst>
                                        <p:tav tm="0">
                                          <p:val>
                                            <p:strVal val="#ppt_x-0.25"/>
                                          </p:val>
                                        </p:tav>
                                        <p:tav tm="100000">
                                          <p:val>
                                            <p:strVal val="#ppt_x"/>
                                          </p:val>
                                        </p:tav>
                                      </p:tavLst>
                                    </p:anim>
                                    <p:anim calcmode="lin" valueType="num">
                                      <p:cBhvr>
                                        <p:cTn id="873" dur="664" tmFilter="0.0,0.0; 0.25,0.07; 0.50,0.2; 0.75,0.467; 1.0,1.0">
                                          <p:stCondLst>
                                            <p:cond delay="0"/>
                                          </p:stCondLst>
                                        </p:cTn>
                                        <p:tgtEl>
                                          <p:spTgt spid="66"/>
                                        </p:tgtEl>
                                        <p:attrNameLst>
                                          <p:attrName>ppt_y</p:attrName>
                                        </p:attrNameLst>
                                      </p:cBhvr>
                                      <p:tavLst>
                                        <p:tav tm="0" fmla="#ppt_y-sin(pi*$)/3">
                                          <p:val>
                                            <p:fltVal val="0.5"/>
                                          </p:val>
                                        </p:tav>
                                        <p:tav tm="100000">
                                          <p:val>
                                            <p:fltVal val="1"/>
                                          </p:val>
                                        </p:tav>
                                      </p:tavLst>
                                    </p:anim>
                                    <p:anim calcmode="lin" valueType="num">
                                      <p:cBhvr>
                                        <p:cTn id="874" dur="664" tmFilter="0, 0; 0.125,0.2665; 0.25,0.4; 0.375,0.465; 0.5,0.5;  0.625,0.535; 0.75,0.6; 0.875,0.7335; 1,1">
                                          <p:stCondLst>
                                            <p:cond delay="664"/>
                                          </p:stCondLst>
                                        </p:cTn>
                                        <p:tgtEl>
                                          <p:spTgt spid="66"/>
                                        </p:tgtEl>
                                        <p:attrNameLst>
                                          <p:attrName>ppt_y</p:attrName>
                                        </p:attrNameLst>
                                      </p:cBhvr>
                                      <p:tavLst>
                                        <p:tav tm="0" fmla="#ppt_y-sin(pi*$)/9">
                                          <p:val>
                                            <p:fltVal val="0"/>
                                          </p:val>
                                        </p:tav>
                                        <p:tav tm="100000">
                                          <p:val>
                                            <p:fltVal val="1"/>
                                          </p:val>
                                        </p:tav>
                                      </p:tavLst>
                                    </p:anim>
                                    <p:anim calcmode="lin" valueType="num">
                                      <p:cBhvr>
                                        <p:cTn id="875" dur="332" tmFilter="0, 0; 0.125,0.2665; 0.25,0.4; 0.375,0.465; 0.5,0.5;  0.625,0.535; 0.75,0.6; 0.875,0.7335; 1,1">
                                          <p:stCondLst>
                                            <p:cond delay="1324"/>
                                          </p:stCondLst>
                                        </p:cTn>
                                        <p:tgtEl>
                                          <p:spTgt spid="66"/>
                                        </p:tgtEl>
                                        <p:attrNameLst>
                                          <p:attrName>ppt_y</p:attrName>
                                        </p:attrNameLst>
                                      </p:cBhvr>
                                      <p:tavLst>
                                        <p:tav tm="0" fmla="#ppt_y-sin(pi*$)/27">
                                          <p:val>
                                            <p:fltVal val="0"/>
                                          </p:val>
                                        </p:tav>
                                        <p:tav tm="100000">
                                          <p:val>
                                            <p:fltVal val="1"/>
                                          </p:val>
                                        </p:tav>
                                      </p:tavLst>
                                    </p:anim>
                                    <p:anim calcmode="lin" valueType="num">
                                      <p:cBhvr>
                                        <p:cTn id="876" dur="164" tmFilter="0, 0; 0.125,0.2665; 0.25,0.4; 0.375,0.465; 0.5,0.5;  0.625,0.535; 0.75,0.6; 0.875,0.7335; 1,1">
                                          <p:stCondLst>
                                            <p:cond delay="1656"/>
                                          </p:stCondLst>
                                        </p:cTn>
                                        <p:tgtEl>
                                          <p:spTgt spid="66"/>
                                        </p:tgtEl>
                                        <p:attrNameLst>
                                          <p:attrName>ppt_y</p:attrName>
                                        </p:attrNameLst>
                                      </p:cBhvr>
                                      <p:tavLst>
                                        <p:tav tm="0" fmla="#ppt_y-sin(pi*$)/81">
                                          <p:val>
                                            <p:fltVal val="0"/>
                                          </p:val>
                                        </p:tav>
                                        <p:tav tm="100000">
                                          <p:val>
                                            <p:fltVal val="1"/>
                                          </p:val>
                                        </p:tav>
                                      </p:tavLst>
                                    </p:anim>
                                    <p:animScale>
                                      <p:cBhvr>
                                        <p:cTn id="877" dur="26">
                                          <p:stCondLst>
                                            <p:cond delay="650"/>
                                          </p:stCondLst>
                                        </p:cTn>
                                        <p:tgtEl>
                                          <p:spTgt spid="66"/>
                                        </p:tgtEl>
                                      </p:cBhvr>
                                      <p:to x="100000" y="60000"/>
                                    </p:animScale>
                                    <p:animScale>
                                      <p:cBhvr>
                                        <p:cTn id="878" dur="166" decel="50000">
                                          <p:stCondLst>
                                            <p:cond delay="676"/>
                                          </p:stCondLst>
                                        </p:cTn>
                                        <p:tgtEl>
                                          <p:spTgt spid="66"/>
                                        </p:tgtEl>
                                      </p:cBhvr>
                                      <p:to x="100000" y="100000"/>
                                    </p:animScale>
                                    <p:animScale>
                                      <p:cBhvr>
                                        <p:cTn id="879" dur="26">
                                          <p:stCondLst>
                                            <p:cond delay="1312"/>
                                          </p:stCondLst>
                                        </p:cTn>
                                        <p:tgtEl>
                                          <p:spTgt spid="66"/>
                                        </p:tgtEl>
                                      </p:cBhvr>
                                      <p:to x="100000" y="80000"/>
                                    </p:animScale>
                                    <p:animScale>
                                      <p:cBhvr>
                                        <p:cTn id="880" dur="166" decel="50000">
                                          <p:stCondLst>
                                            <p:cond delay="1338"/>
                                          </p:stCondLst>
                                        </p:cTn>
                                        <p:tgtEl>
                                          <p:spTgt spid="66"/>
                                        </p:tgtEl>
                                      </p:cBhvr>
                                      <p:to x="100000" y="100000"/>
                                    </p:animScale>
                                    <p:animScale>
                                      <p:cBhvr>
                                        <p:cTn id="881" dur="26">
                                          <p:stCondLst>
                                            <p:cond delay="1642"/>
                                          </p:stCondLst>
                                        </p:cTn>
                                        <p:tgtEl>
                                          <p:spTgt spid="66"/>
                                        </p:tgtEl>
                                      </p:cBhvr>
                                      <p:to x="100000" y="90000"/>
                                    </p:animScale>
                                    <p:animScale>
                                      <p:cBhvr>
                                        <p:cTn id="882" dur="166" decel="50000">
                                          <p:stCondLst>
                                            <p:cond delay="1668"/>
                                          </p:stCondLst>
                                        </p:cTn>
                                        <p:tgtEl>
                                          <p:spTgt spid="66"/>
                                        </p:tgtEl>
                                      </p:cBhvr>
                                      <p:to x="100000" y="100000"/>
                                    </p:animScale>
                                    <p:animScale>
                                      <p:cBhvr>
                                        <p:cTn id="883" dur="26">
                                          <p:stCondLst>
                                            <p:cond delay="1808"/>
                                          </p:stCondLst>
                                        </p:cTn>
                                        <p:tgtEl>
                                          <p:spTgt spid="66"/>
                                        </p:tgtEl>
                                      </p:cBhvr>
                                      <p:to x="100000" y="95000"/>
                                    </p:animScale>
                                    <p:animScale>
                                      <p:cBhvr>
                                        <p:cTn id="884" dur="166" decel="50000">
                                          <p:stCondLst>
                                            <p:cond delay="1834"/>
                                          </p:stCondLst>
                                        </p:cTn>
                                        <p:tgtEl>
                                          <p:spTgt spid="66"/>
                                        </p:tgtEl>
                                      </p:cBhvr>
                                      <p:to x="100000" y="100000"/>
                                    </p:animScale>
                                  </p:childTnLst>
                                </p:cTn>
                              </p:par>
                              <p:par>
                                <p:cTn id="885" presetID="26" presetClass="entr" presetSubtype="0" fill="hold" grpId="0" nodeType="withEffect">
                                  <p:stCondLst>
                                    <p:cond delay="0"/>
                                  </p:stCondLst>
                                  <p:childTnLst>
                                    <p:set>
                                      <p:cBhvr>
                                        <p:cTn id="886" dur="1" fill="hold">
                                          <p:stCondLst>
                                            <p:cond delay="0"/>
                                          </p:stCondLst>
                                        </p:cTn>
                                        <p:tgtEl>
                                          <p:spTgt spid="69"/>
                                        </p:tgtEl>
                                        <p:attrNameLst>
                                          <p:attrName>style.visibility</p:attrName>
                                        </p:attrNameLst>
                                      </p:cBhvr>
                                      <p:to>
                                        <p:strVal val="visible"/>
                                      </p:to>
                                    </p:set>
                                    <p:animEffect transition="in" filter="wipe(down)">
                                      <p:cBhvr>
                                        <p:cTn id="887" dur="580">
                                          <p:stCondLst>
                                            <p:cond delay="0"/>
                                          </p:stCondLst>
                                        </p:cTn>
                                        <p:tgtEl>
                                          <p:spTgt spid="69"/>
                                        </p:tgtEl>
                                      </p:cBhvr>
                                    </p:animEffect>
                                    <p:anim calcmode="lin" valueType="num">
                                      <p:cBhvr>
                                        <p:cTn id="888" dur="1822" tmFilter="0,0; 0.14,0.36; 0.43,0.73; 0.71,0.91; 1.0,1.0">
                                          <p:stCondLst>
                                            <p:cond delay="0"/>
                                          </p:stCondLst>
                                        </p:cTn>
                                        <p:tgtEl>
                                          <p:spTgt spid="69"/>
                                        </p:tgtEl>
                                        <p:attrNameLst>
                                          <p:attrName>ppt_x</p:attrName>
                                        </p:attrNameLst>
                                      </p:cBhvr>
                                      <p:tavLst>
                                        <p:tav tm="0">
                                          <p:val>
                                            <p:strVal val="#ppt_x-0.25"/>
                                          </p:val>
                                        </p:tav>
                                        <p:tav tm="100000">
                                          <p:val>
                                            <p:strVal val="#ppt_x"/>
                                          </p:val>
                                        </p:tav>
                                      </p:tavLst>
                                    </p:anim>
                                    <p:anim calcmode="lin" valueType="num">
                                      <p:cBhvr>
                                        <p:cTn id="889" dur="664" tmFilter="0.0,0.0; 0.25,0.07; 0.50,0.2; 0.75,0.467; 1.0,1.0">
                                          <p:stCondLst>
                                            <p:cond delay="0"/>
                                          </p:stCondLst>
                                        </p:cTn>
                                        <p:tgtEl>
                                          <p:spTgt spid="69"/>
                                        </p:tgtEl>
                                        <p:attrNameLst>
                                          <p:attrName>ppt_y</p:attrName>
                                        </p:attrNameLst>
                                      </p:cBhvr>
                                      <p:tavLst>
                                        <p:tav tm="0" fmla="#ppt_y-sin(pi*$)/3">
                                          <p:val>
                                            <p:fltVal val="0.5"/>
                                          </p:val>
                                        </p:tav>
                                        <p:tav tm="100000">
                                          <p:val>
                                            <p:fltVal val="1"/>
                                          </p:val>
                                        </p:tav>
                                      </p:tavLst>
                                    </p:anim>
                                    <p:anim calcmode="lin" valueType="num">
                                      <p:cBhvr>
                                        <p:cTn id="890" dur="664" tmFilter="0, 0; 0.125,0.2665; 0.25,0.4; 0.375,0.465; 0.5,0.5;  0.625,0.535; 0.75,0.6; 0.875,0.7335; 1,1">
                                          <p:stCondLst>
                                            <p:cond delay="664"/>
                                          </p:stCondLst>
                                        </p:cTn>
                                        <p:tgtEl>
                                          <p:spTgt spid="69"/>
                                        </p:tgtEl>
                                        <p:attrNameLst>
                                          <p:attrName>ppt_y</p:attrName>
                                        </p:attrNameLst>
                                      </p:cBhvr>
                                      <p:tavLst>
                                        <p:tav tm="0" fmla="#ppt_y-sin(pi*$)/9">
                                          <p:val>
                                            <p:fltVal val="0"/>
                                          </p:val>
                                        </p:tav>
                                        <p:tav tm="100000">
                                          <p:val>
                                            <p:fltVal val="1"/>
                                          </p:val>
                                        </p:tav>
                                      </p:tavLst>
                                    </p:anim>
                                    <p:anim calcmode="lin" valueType="num">
                                      <p:cBhvr>
                                        <p:cTn id="891" dur="332" tmFilter="0, 0; 0.125,0.2665; 0.25,0.4; 0.375,0.465; 0.5,0.5;  0.625,0.535; 0.75,0.6; 0.875,0.7335; 1,1">
                                          <p:stCondLst>
                                            <p:cond delay="1324"/>
                                          </p:stCondLst>
                                        </p:cTn>
                                        <p:tgtEl>
                                          <p:spTgt spid="69"/>
                                        </p:tgtEl>
                                        <p:attrNameLst>
                                          <p:attrName>ppt_y</p:attrName>
                                        </p:attrNameLst>
                                      </p:cBhvr>
                                      <p:tavLst>
                                        <p:tav tm="0" fmla="#ppt_y-sin(pi*$)/27">
                                          <p:val>
                                            <p:fltVal val="0"/>
                                          </p:val>
                                        </p:tav>
                                        <p:tav tm="100000">
                                          <p:val>
                                            <p:fltVal val="1"/>
                                          </p:val>
                                        </p:tav>
                                      </p:tavLst>
                                    </p:anim>
                                    <p:anim calcmode="lin" valueType="num">
                                      <p:cBhvr>
                                        <p:cTn id="892" dur="164" tmFilter="0, 0; 0.125,0.2665; 0.25,0.4; 0.375,0.465; 0.5,0.5;  0.625,0.535; 0.75,0.6; 0.875,0.7335; 1,1">
                                          <p:stCondLst>
                                            <p:cond delay="1656"/>
                                          </p:stCondLst>
                                        </p:cTn>
                                        <p:tgtEl>
                                          <p:spTgt spid="69"/>
                                        </p:tgtEl>
                                        <p:attrNameLst>
                                          <p:attrName>ppt_y</p:attrName>
                                        </p:attrNameLst>
                                      </p:cBhvr>
                                      <p:tavLst>
                                        <p:tav tm="0" fmla="#ppt_y-sin(pi*$)/81">
                                          <p:val>
                                            <p:fltVal val="0"/>
                                          </p:val>
                                        </p:tav>
                                        <p:tav tm="100000">
                                          <p:val>
                                            <p:fltVal val="1"/>
                                          </p:val>
                                        </p:tav>
                                      </p:tavLst>
                                    </p:anim>
                                    <p:animScale>
                                      <p:cBhvr>
                                        <p:cTn id="893" dur="26">
                                          <p:stCondLst>
                                            <p:cond delay="650"/>
                                          </p:stCondLst>
                                        </p:cTn>
                                        <p:tgtEl>
                                          <p:spTgt spid="69"/>
                                        </p:tgtEl>
                                      </p:cBhvr>
                                      <p:to x="100000" y="60000"/>
                                    </p:animScale>
                                    <p:animScale>
                                      <p:cBhvr>
                                        <p:cTn id="894" dur="166" decel="50000">
                                          <p:stCondLst>
                                            <p:cond delay="676"/>
                                          </p:stCondLst>
                                        </p:cTn>
                                        <p:tgtEl>
                                          <p:spTgt spid="69"/>
                                        </p:tgtEl>
                                      </p:cBhvr>
                                      <p:to x="100000" y="100000"/>
                                    </p:animScale>
                                    <p:animScale>
                                      <p:cBhvr>
                                        <p:cTn id="895" dur="26">
                                          <p:stCondLst>
                                            <p:cond delay="1312"/>
                                          </p:stCondLst>
                                        </p:cTn>
                                        <p:tgtEl>
                                          <p:spTgt spid="69"/>
                                        </p:tgtEl>
                                      </p:cBhvr>
                                      <p:to x="100000" y="80000"/>
                                    </p:animScale>
                                    <p:animScale>
                                      <p:cBhvr>
                                        <p:cTn id="896" dur="166" decel="50000">
                                          <p:stCondLst>
                                            <p:cond delay="1338"/>
                                          </p:stCondLst>
                                        </p:cTn>
                                        <p:tgtEl>
                                          <p:spTgt spid="69"/>
                                        </p:tgtEl>
                                      </p:cBhvr>
                                      <p:to x="100000" y="100000"/>
                                    </p:animScale>
                                    <p:animScale>
                                      <p:cBhvr>
                                        <p:cTn id="897" dur="26">
                                          <p:stCondLst>
                                            <p:cond delay="1642"/>
                                          </p:stCondLst>
                                        </p:cTn>
                                        <p:tgtEl>
                                          <p:spTgt spid="69"/>
                                        </p:tgtEl>
                                      </p:cBhvr>
                                      <p:to x="100000" y="90000"/>
                                    </p:animScale>
                                    <p:animScale>
                                      <p:cBhvr>
                                        <p:cTn id="898" dur="166" decel="50000">
                                          <p:stCondLst>
                                            <p:cond delay="1668"/>
                                          </p:stCondLst>
                                        </p:cTn>
                                        <p:tgtEl>
                                          <p:spTgt spid="69"/>
                                        </p:tgtEl>
                                      </p:cBhvr>
                                      <p:to x="100000" y="100000"/>
                                    </p:animScale>
                                    <p:animScale>
                                      <p:cBhvr>
                                        <p:cTn id="899" dur="26">
                                          <p:stCondLst>
                                            <p:cond delay="1808"/>
                                          </p:stCondLst>
                                        </p:cTn>
                                        <p:tgtEl>
                                          <p:spTgt spid="69"/>
                                        </p:tgtEl>
                                      </p:cBhvr>
                                      <p:to x="100000" y="95000"/>
                                    </p:animScale>
                                    <p:animScale>
                                      <p:cBhvr>
                                        <p:cTn id="900" dur="166" decel="50000">
                                          <p:stCondLst>
                                            <p:cond delay="1834"/>
                                          </p:stCondLst>
                                        </p:cTn>
                                        <p:tgtEl>
                                          <p:spTgt spid="69"/>
                                        </p:tgtEl>
                                      </p:cBhvr>
                                      <p:to x="100000" y="100000"/>
                                    </p:animScale>
                                  </p:childTnLst>
                                </p:cTn>
                              </p:par>
                              <p:par>
                                <p:cTn id="901" presetID="26" presetClass="entr" presetSubtype="0" fill="hold" grpId="0" nodeType="withEffect">
                                  <p:stCondLst>
                                    <p:cond delay="0"/>
                                  </p:stCondLst>
                                  <p:childTnLst>
                                    <p:set>
                                      <p:cBhvr>
                                        <p:cTn id="902" dur="1" fill="hold">
                                          <p:stCondLst>
                                            <p:cond delay="0"/>
                                          </p:stCondLst>
                                        </p:cTn>
                                        <p:tgtEl>
                                          <p:spTgt spid="76"/>
                                        </p:tgtEl>
                                        <p:attrNameLst>
                                          <p:attrName>style.visibility</p:attrName>
                                        </p:attrNameLst>
                                      </p:cBhvr>
                                      <p:to>
                                        <p:strVal val="visible"/>
                                      </p:to>
                                    </p:set>
                                    <p:animEffect transition="in" filter="wipe(down)">
                                      <p:cBhvr>
                                        <p:cTn id="903" dur="580">
                                          <p:stCondLst>
                                            <p:cond delay="0"/>
                                          </p:stCondLst>
                                        </p:cTn>
                                        <p:tgtEl>
                                          <p:spTgt spid="76"/>
                                        </p:tgtEl>
                                      </p:cBhvr>
                                    </p:animEffect>
                                    <p:anim calcmode="lin" valueType="num">
                                      <p:cBhvr>
                                        <p:cTn id="904" dur="1822" tmFilter="0,0; 0.14,0.36; 0.43,0.73; 0.71,0.91; 1.0,1.0">
                                          <p:stCondLst>
                                            <p:cond delay="0"/>
                                          </p:stCondLst>
                                        </p:cTn>
                                        <p:tgtEl>
                                          <p:spTgt spid="76"/>
                                        </p:tgtEl>
                                        <p:attrNameLst>
                                          <p:attrName>ppt_x</p:attrName>
                                        </p:attrNameLst>
                                      </p:cBhvr>
                                      <p:tavLst>
                                        <p:tav tm="0">
                                          <p:val>
                                            <p:strVal val="#ppt_x-0.25"/>
                                          </p:val>
                                        </p:tav>
                                        <p:tav tm="100000">
                                          <p:val>
                                            <p:strVal val="#ppt_x"/>
                                          </p:val>
                                        </p:tav>
                                      </p:tavLst>
                                    </p:anim>
                                    <p:anim calcmode="lin" valueType="num">
                                      <p:cBhvr>
                                        <p:cTn id="905" dur="664" tmFilter="0.0,0.0; 0.25,0.07; 0.50,0.2; 0.75,0.467; 1.0,1.0">
                                          <p:stCondLst>
                                            <p:cond delay="0"/>
                                          </p:stCondLst>
                                        </p:cTn>
                                        <p:tgtEl>
                                          <p:spTgt spid="76"/>
                                        </p:tgtEl>
                                        <p:attrNameLst>
                                          <p:attrName>ppt_y</p:attrName>
                                        </p:attrNameLst>
                                      </p:cBhvr>
                                      <p:tavLst>
                                        <p:tav tm="0" fmla="#ppt_y-sin(pi*$)/3">
                                          <p:val>
                                            <p:fltVal val="0.5"/>
                                          </p:val>
                                        </p:tav>
                                        <p:tav tm="100000">
                                          <p:val>
                                            <p:fltVal val="1"/>
                                          </p:val>
                                        </p:tav>
                                      </p:tavLst>
                                    </p:anim>
                                    <p:anim calcmode="lin" valueType="num">
                                      <p:cBhvr>
                                        <p:cTn id="906" dur="664" tmFilter="0, 0; 0.125,0.2665; 0.25,0.4; 0.375,0.465; 0.5,0.5;  0.625,0.535; 0.75,0.6; 0.875,0.7335; 1,1">
                                          <p:stCondLst>
                                            <p:cond delay="664"/>
                                          </p:stCondLst>
                                        </p:cTn>
                                        <p:tgtEl>
                                          <p:spTgt spid="76"/>
                                        </p:tgtEl>
                                        <p:attrNameLst>
                                          <p:attrName>ppt_y</p:attrName>
                                        </p:attrNameLst>
                                      </p:cBhvr>
                                      <p:tavLst>
                                        <p:tav tm="0" fmla="#ppt_y-sin(pi*$)/9">
                                          <p:val>
                                            <p:fltVal val="0"/>
                                          </p:val>
                                        </p:tav>
                                        <p:tav tm="100000">
                                          <p:val>
                                            <p:fltVal val="1"/>
                                          </p:val>
                                        </p:tav>
                                      </p:tavLst>
                                    </p:anim>
                                    <p:anim calcmode="lin" valueType="num">
                                      <p:cBhvr>
                                        <p:cTn id="907" dur="332" tmFilter="0, 0; 0.125,0.2665; 0.25,0.4; 0.375,0.465; 0.5,0.5;  0.625,0.535; 0.75,0.6; 0.875,0.7335; 1,1">
                                          <p:stCondLst>
                                            <p:cond delay="1324"/>
                                          </p:stCondLst>
                                        </p:cTn>
                                        <p:tgtEl>
                                          <p:spTgt spid="76"/>
                                        </p:tgtEl>
                                        <p:attrNameLst>
                                          <p:attrName>ppt_y</p:attrName>
                                        </p:attrNameLst>
                                      </p:cBhvr>
                                      <p:tavLst>
                                        <p:tav tm="0" fmla="#ppt_y-sin(pi*$)/27">
                                          <p:val>
                                            <p:fltVal val="0"/>
                                          </p:val>
                                        </p:tav>
                                        <p:tav tm="100000">
                                          <p:val>
                                            <p:fltVal val="1"/>
                                          </p:val>
                                        </p:tav>
                                      </p:tavLst>
                                    </p:anim>
                                    <p:anim calcmode="lin" valueType="num">
                                      <p:cBhvr>
                                        <p:cTn id="908" dur="164" tmFilter="0, 0; 0.125,0.2665; 0.25,0.4; 0.375,0.465; 0.5,0.5;  0.625,0.535; 0.75,0.6; 0.875,0.7335; 1,1">
                                          <p:stCondLst>
                                            <p:cond delay="1656"/>
                                          </p:stCondLst>
                                        </p:cTn>
                                        <p:tgtEl>
                                          <p:spTgt spid="76"/>
                                        </p:tgtEl>
                                        <p:attrNameLst>
                                          <p:attrName>ppt_y</p:attrName>
                                        </p:attrNameLst>
                                      </p:cBhvr>
                                      <p:tavLst>
                                        <p:tav tm="0" fmla="#ppt_y-sin(pi*$)/81">
                                          <p:val>
                                            <p:fltVal val="0"/>
                                          </p:val>
                                        </p:tav>
                                        <p:tav tm="100000">
                                          <p:val>
                                            <p:fltVal val="1"/>
                                          </p:val>
                                        </p:tav>
                                      </p:tavLst>
                                    </p:anim>
                                    <p:animScale>
                                      <p:cBhvr>
                                        <p:cTn id="909" dur="26">
                                          <p:stCondLst>
                                            <p:cond delay="650"/>
                                          </p:stCondLst>
                                        </p:cTn>
                                        <p:tgtEl>
                                          <p:spTgt spid="76"/>
                                        </p:tgtEl>
                                      </p:cBhvr>
                                      <p:to x="100000" y="60000"/>
                                    </p:animScale>
                                    <p:animScale>
                                      <p:cBhvr>
                                        <p:cTn id="910" dur="166" decel="50000">
                                          <p:stCondLst>
                                            <p:cond delay="676"/>
                                          </p:stCondLst>
                                        </p:cTn>
                                        <p:tgtEl>
                                          <p:spTgt spid="76"/>
                                        </p:tgtEl>
                                      </p:cBhvr>
                                      <p:to x="100000" y="100000"/>
                                    </p:animScale>
                                    <p:animScale>
                                      <p:cBhvr>
                                        <p:cTn id="911" dur="26">
                                          <p:stCondLst>
                                            <p:cond delay="1312"/>
                                          </p:stCondLst>
                                        </p:cTn>
                                        <p:tgtEl>
                                          <p:spTgt spid="76"/>
                                        </p:tgtEl>
                                      </p:cBhvr>
                                      <p:to x="100000" y="80000"/>
                                    </p:animScale>
                                    <p:animScale>
                                      <p:cBhvr>
                                        <p:cTn id="912" dur="166" decel="50000">
                                          <p:stCondLst>
                                            <p:cond delay="1338"/>
                                          </p:stCondLst>
                                        </p:cTn>
                                        <p:tgtEl>
                                          <p:spTgt spid="76"/>
                                        </p:tgtEl>
                                      </p:cBhvr>
                                      <p:to x="100000" y="100000"/>
                                    </p:animScale>
                                    <p:animScale>
                                      <p:cBhvr>
                                        <p:cTn id="913" dur="26">
                                          <p:stCondLst>
                                            <p:cond delay="1642"/>
                                          </p:stCondLst>
                                        </p:cTn>
                                        <p:tgtEl>
                                          <p:spTgt spid="76"/>
                                        </p:tgtEl>
                                      </p:cBhvr>
                                      <p:to x="100000" y="90000"/>
                                    </p:animScale>
                                    <p:animScale>
                                      <p:cBhvr>
                                        <p:cTn id="914" dur="166" decel="50000">
                                          <p:stCondLst>
                                            <p:cond delay="1668"/>
                                          </p:stCondLst>
                                        </p:cTn>
                                        <p:tgtEl>
                                          <p:spTgt spid="76"/>
                                        </p:tgtEl>
                                      </p:cBhvr>
                                      <p:to x="100000" y="100000"/>
                                    </p:animScale>
                                    <p:animScale>
                                      <p:cBhvr>
                                        <p:cTn id="915" dur="26">
                                          <p:stCondLst>
                                            <p:cond delay="1808"/>
                                          </p:stCondLst>
                                        </p:cTn>
                                        <p:tgtEl>
                                          <p:spTgt spid="76"/>
                                        </p:tgtEl>
                                      </p:cBhvr>
                                      <p:to x="100000" y="95000"/>
                                    </p:animScale>
                                    <p:animScale>
                                      <p:cBhvr>
                                        <p:cTn id="916" dur="166" decel="50000">
                                          <p:stCondLst>
                                            <p:cond delay="1834"/>
                                          </p:stCondLst>
                                        </p:cTn>
                                        <p:tgtEl>
                                          <p:spTgt spid="76"/>
                                        </p:tgtEl>
                                      </p:cBhvr>
                                      <p:to x="100000" y="100000"/>
                                    </p:animScale>
                                  </p:childTnLst>
                                </p:cTn>
                              </p:par>
                              <p:par>
                                <p:cTn id="917" presetID="26" presetClass="entr" presetSubtype="0" fill="hold" grpId="0" nodeType="withEffect">
                                  <p:stCondLst>
                                    <p:cond delay="0"/>
                                  </p:stCondLst>
                                  <p:childTnLst>
                                    <p:set>
                                      <p:cBhvr>
                                        <p:cTn id="918" dur="1" fill="hold">
                                          <p:stCondLst>
                                            <p:cond delay="0"/>
                                          </p:stCondLst>
                                        </p:cTn>
                                        <p:tgtEl>
                                          <p:spTgt spid="77"/>
                                        </p:tgtEl>
                                        <p:attrNameLst>
                                          <p:attrName>style.visibility</p:attrName>
                                        </p:attrNameLst>
                                      </p:cBhvr>
                                      <p:to>
                                        <p:strVal val="visible"/>
                                      </p:to>
                                    </p:set>
                                    <p:animEffect transition="in" filter="wipe(down)">
                                      <p:cBhvr>
                                        <p:cTn id="919" dur="580">
                                          <p:stCondLst>
                                            <p:cond delay="0"/>
                                          </p:stCondLst>
                                        </p:cTn>
                                        <p:tgtEl>
                                          <p:spTgt spid="77"/>
                                        </p:tgtEl>
                                      </p:cBhvr>
                                    </p:animEffect>
                                    <p:anim calcmode="lin" valueType="num">
                                      <p:cBhvr>
                                        <p:cTn id="920" dur="1822" tmFilter="0,0; 0.14,0.36; 0.43,0.73; 0.71,0.91; 1.0,1.0">
                                          <p:stCondLst>
                                            <p:cond delay="0"/>
                                          </p:stCondLst>
                                        </p:cTn>
                                        <p:tgtEl>
                                          <p:spTgt spid="77"/>
                                        </p:tgtEl>
                                        <p:attrNameLst>
                                          <p:attrName>ppt_x</p:attrName>
                                        </p:attrNameLst>
                                      </p:cBhvr>
                                      <p:tavLst>
                                        <p:tav tm="0">
                                          <p:val>
                                            <p:strVal val="#ppt_x-0.25"/>
                                          </p:val>
                                        </p:tav>
                                        <p:tav tm="100000">
                                          <p:val>
                                            <p:strVal val="#ppt_x"/>
                                          </p:val>
                                        </p:tav>
                                      </p:tavLst>
                                    </p:anim>
                                    <p:anim calcmode="lin" valueType="num">
                                      <p:cBhvr>
                                        <p:cTn id="921" dur="664" tmFilter="0.0,0.0; 0.25,0.07; 0.50,0.2; 0.75,0.467; 1.0,1.0">
                                          <p:stCondLst>
                                            <p:cond delay="0"/>
                                          </p:stCondLst>
                                        </p:cTn>
                                        <p:tgtEl>
                                          <p:spTgt spid="77"/>
                                        </p:tgtEl>
                                        <p:attrNameLst>
                                          <p:attrName>ppt_y</p:attrName>
                                        </p:attrNameLst>
                                      </p:cBhvr>
                                      <p:tavLst>
                                        <p:tav tm="0" fmla="#ppt_y-sin(pi*$)/3">
                                          <p:val>
                                            <p:fltVal val="0.5"/>
                                          </p:val>
                                        </p:tav>
                                        <p:tav tm="100000">
                                          <p:val>
                                            <p:fltVal val="1"/>
                                          </p:val>
                                        </p:tav>
                                      </p:tavLst>
                                    </p:anim>
                                    <p:anim calcmode="lin" valueType="num">
                                      <p:cBhvr>
                                        <p:cTn id="922" dur="664" tmFilter="0, 0; 0.125,0.2665; 0.25,0.4; 0.375,0.465; 0.5,0.5;  0.625,0.535; 0.75,0.6; 0.875,0.7335; 1,1">
                                          <p:stCondLst>
                                            <p:cond delay="664"/>
                                          </p:stCondLst>
                                        </p:cTn>
                                        <p:tgtEl>
                                          <p:spTgt spid="77"/>
                                        </p:tgtEl>
                                        <p:attrNameLst>
                                          <p:attrName>ppt_y</p:attrName>
                                        </p:attrNameLst>
                                      </p:cBhvr>
                                      <p:tavLst>
                                        <p:tav tm="0" fmla="#ppt_y-sin(pi*$)/9">
                                          <p:val>
                                            <p:fltVal val="0"/>
                                          </p:val>
                                        </p:tav>
                                        <p:tav tm="100000">
                                          <p:val>
                                            <p:fltVal val="1"/>
                                          </p:val>
                                        </p:tav>
                                      </p:tavLst>
                                    </p:anim>
                                    <p:anim calcmode="lin" valueType="num">
                                      <p:cBhvr>
                                        <p:cTn id="923" dur="332" tmFilter="0, 0; 0.125,0.2665; 0.25,0.4; 0.375,0.465; 0.5,0.5;  0.625,0.535; 0.75,0.6; 0.875,0.7335; 1,1">
                                          <p:stCondLst>
                                            <p:cond delay="1324"/>
                                          </p:stCondLst>
                                        </p:cTn>
                                        <p:tgtEl>
                                          <p:spTgt spid="77"/>
                                        </p:tgtEl>
                                        <p:attrNameLst>
                                          <p:attrName>ppt_y</p:attrName>
                                        </p:attrNameLst>
                                      </p:cBhvr>
                                      <p:tavLst>
                                        <p:tav tm="0" fmla="#ppt_y-sin(pi*$)/27">
                                          <p:val>
                                            <p:fltVal val="0"/>
                                          </p:val>
                                        </p:tav>
                                        <p:tav tm="100000">
                                          <p:val>
                                            <p:fltVal val="1"/>
                                          </p:val>
                                        </p:tav>
                                      </p:tavLst>
                                    </p:anim>
                                    <p:anim calcmode="lin" valueType="num">
                                      <p:cBhvr>
                                        <p:cTn id="924" dur="164" tmFilter="0, 0; 0.125,0.2665; 0.25,0.4; 0.375,0.465; 0.5,0.5;  0.625,0.535; 0.75,0.6; 0.875,0.7335; 1,1">
                                          <p:stCondLst>
                                            <p:cond delay="1656"/>
                                          </p:stCondLst>
                                        </p:cTn>
                                        <p:tgtEl>
                                          <p:spTgt spid="77"/>
                                        </p:tgtEl>
                                        <p:attrNameLst>
                                          <p:attrName>ppt_y</p:attrName>
                                        </p:attrNameLst>
                                      </p:cBhvr>
                                      <p:tavLst>
                                        <p:tav tm="0" fmla="#ppt_y-sin(pi*$)/81">
                                          <p:val>
                                            <p:fltVal val="0"/>
                                          </p:val>
                                        </p:tav>
                                        <p:tav tm="100000">
                                          <p:val>
                                            <p:fltVal val="1"/>
                                          </p:val>
                                        </p:tav>
                                      </p:tavLst>
                                    </p:anim>
                                    <p:animScale>
                                      <p:cBhvr>
                                        <p:cTn id="925" dur="26">
                                          <p:stCondLst>
                                            <p:cond delay="650"/>
                                          </p:stCondLst>
                                        </p:cTn>
                                        <p:tgtEl>
                                          <p:spTgt spid="77"/>
                                        </p:tgtEl>
                                      </p:cBhvr>
                                      <p:to x="100000" y="60000"/>
                                    </p:animScale>
                                    <p:animScale>
                                      <p:cBhvr>
                                        <p:cTn id="926" dur="166" decel="50000">
                                          <p:stCondLst>
                                            <p:cond delay="676"/>
                                          </p:stCondLst>
                                        </p:cTn>
                                        <p:tgtEl>
                                          <p:spTgt spid="77"/>
                                        </p:tgtEl>
                                      </p:cBhvr>
                                      <p:to x="100000" y="100000"/>
                                    </p:animScale>
                                    <p:animScale>
                                      <p:cBhvr>
                                        <p:cTn id="927" dur="26">
                                          <p:stCondLst>
                                            <p:cond delay="1312"/>
                                          </p:stCondLst>
                                        </p:cTn>
                                        <p:tgtEl>
                                          <p:spTgt spid="77"/>
                                        </p:tgtEl>
                                      </p:cBhvr>
                                      <p:to x="100000" y="80000"/>
                                    </p:animScale>
                                    <p:animScale>
                                      <p:cBhvr>
                                        <p:cTn id="928" dur="166" decel="50000">
                                          <p:stCondLst>
                                            <p:cond delay="1338"/>
                                          </p:stCondLst>
                                        </p:cTn>
                                        <p:tgtEl>
                                          <p:spTgt spid="77"/>
                                        </p:tgtEl>
                                      </p:cBhvr>
                                      <p:to x="100000" y="100000"/>
                                    </p:animScale>
                                    <p:animScale>
                                      <p:cBhvr>
                                        <p:cTn id="929" dur="26">
                                          <p:stCondLst>
                                            <p:cond delay="1642"/>
                                          </p:stCondLst>
                                        </p:cTn>
                                        <p:tgtEl>
                                          <p:spTgt spid="77"/>
                                        </p:tgtEl>
                                      </p:cBhvr>
                                      <p:to x="100000" y="90000"/>
                                    </p:animScale>
                                    <p:animScale>
                                      <p:cBhvr>
                                        <p:cTn id="930" dur="166" decel="50000">
                                          <p:stCondLst>
                                            <p:cond delay="1668"/>
                                          </p:stCondLst>
                                        </p:cTn>
                                        <p:tgtEl>
                                          <p:spTgt spid="77"/>
                                        </p:tgtEl>
                                      </p:cBhvr>
                                      <p:to x="100000" y="100000"/>
                                    </p:animScale>
                                    <p:animScale>
                                      <p:cBhvr>
                                        <p:cTn id="931" dur="26">
                                          <p:stCondLst>
                                            <p:cond delay="1808"/>
                                          </p:stCondLst>
                                        </p:cTn>
                                        <p:tgtEl>
                                          <p:spTgt spid="77"/>
                                        </p:tgtEl>
                                      </p:cBhvr>
                                      <p:to x="100000" y="95000"/>
                                    </p:animScale>
                                    <p:animScale>
                                      <p:cBhvr>
                                        <p:cTn id="932" dur="166" decel="50000">
                                          <p:stCondLst>
                                            <p:cond delay="1834"/>
                                          </p:stCondLst>
                                        </p:cTn>
                                        <p:tgtEl>
                                          <p:spTgt spid="77"/>
                                        </p:tgtEl>
                                      </p:cBhvr>
                                      <p:to x="100000" y="100000"/>
                                    </p:animScale>
                                  </p:childTnLst>
                                </p:cTn>
                              </p:par>
                              <p:par>
                                <p:cTn id="933" presetID="26" presetClass="entr" presetSubtype="0" fill="hold" grpId="0" nodeType="withEffect">
                                  <p:stCondLst>
                                    <p:cond delay="0"/>
                                  </p:stCondLst>
                                  <p:childTnLst>
                                    <p:set>
                                      <p:cBhvr>
                                        <p:cTn id="934" dur="1" fill="hold">
                                          <p:stCondLst>
                                            <p:cond delay="0"/>
                                          </p:stCondLst>
                                        </p:cTn>
                                        <p:tgtEl>
                                          <p:spTgt spid="72"/>
                                        </p:tgtEl>
                                        <p:attrNameLst>
                                          <p:attrName>style.visibility</p:attrName>
                                        </p:attrNameLst>
                                      </p:cBhvr>
                                      <p:to>
                                        <p:strVal val="visible"/>
                                      </p:to>
                                    </p:set>
                                    <p:animEffect transition="in" filter="wipe(down)">
                                      <p:cBhvr>
                                        <p:cTn id="935" dur="580">
                                          <p:stCondLst>
                                            <p:cond delay="0"/>
                                          </p:stCondLst>
                                        </p:cTn>
                                        <p:tgtEl>
                                          <p:spTgt spid="72"/>
                                        </p:tgtEl>
                                      </p:cBhvr>
                                    </p:animEffect>
                                    <p:anim calcmode="lin" valueType="num">
                                      <p:cBhvr>
                                        <p:cTn id="936" dur="1822" tmFilter="0,0; 0.14,0.36; 0.43,0.73; 0.71,0.91; 1.0,1.0">
                                          <p:stCondLst>
                                            <p:cond delay="0"/>
                                          </p:stCondLst>
                                        </p:cTn>
                                        <p:tgtEl>
                                          <p:spTgt spid="72"/>
                                        </p:tgtEl>
                                        <p:attrNameLst>
                                          <p:attrName>ppt_x</p:attrName>
                                        </p:attrNameLst>
                                      </p:cBhvr>
                                      <p:tavLst>
                                        <p:tav tm="0">
                                          <p:val>
                                            <p:strVal val="#ppt_x-0.25"/>
                                          </p:val>
                                        </p:tav>
                                        <p:tav tm="100000">
                                          <p:val>
                                            <p:strVal val="#ppt_x"/>
                                          </p:val>
                                        </p:tav>
                                      </p:tavLst>
                                    </p:anim>
                                    <p:anim calcmode="lin" valueType="num">
                                      <p:cBhvr>
                                        <p:cTn id="937" dur="664" tmFilter="0.0,0.0; 0.25,0.07; 0.50,0.2; 0.75,0.467; 1.0,1.0">
                                          <p:stCondLst>
                                            <p:cond delay="0"/>
                                          </p:stCondLst>
                                        </p:cTn>
                                        <p:tgtEl>
                                          <p:spTgt spid="72"/>
                                        </p:tgtEl>
                                        <p:attrNameLst>
                                          <p:attrName>ppt_y</p:attrName>
                                        </p:attrNameLst>
                                      </p:cBhvr>
                                      <p:tavLst>
                                        <p:tav tm="0" fmla="#ppt_y-sin(pi*$)/3">
                                          <p:val>
                                            <p:fltVal val="0.5"/>
                                          </p:val>
                                        </p:tav>
                                        <p:tav tm="100000">
                                          <p:val>
                                            <p:fltVal val="1"/>
                                          </p:val>
                                        </p:tav>
                                      </p:tavLst>
                                    </p:anim>
                                    <p:anim calcmode="lin" valueType="num">
                                      <p:cBhvr>
                                        <p:cTn id="938" dur="664" tmFilter="0, 0; 0.125,0.2665; 0.25,0.4; 0.375,0.465; 0.5,0.5;  0.625,0.535; 0.75,0.6; 0.875,0.7335; 1,1">
                                          <p:stCondLst>
                                            <p:cond delay="664"/>
                                          </p:stCondLst>
                                        </p:cTn>
                                        <p:tgtEl>
                                          <p:spTgt spid="72"/>
                                        </p:tgtEl>
                                        <p:attrNameLst>
                                          <p:attrName>ppt_y</p:attrName>
                                        </p:attrNameLst>
                                      </p:cBhvr>
                                      <p:tavLst>
                                        <p:tav tm="0" fmla="#ppt_y-sin(pi*$)/9">
                                          <p:val>
                                            <p:fltVal val="0"/>
                                          </p:val>
                                        </p:tav>
                                        <p:tav tm="100000">
                                          <p:val>
                                            <p:fltVal val="1"/>
                                          </p:val>
                                        </p:tav>
                                      </p:tavLst>
                                    </p:anim>
                                    <p:anim calcmode="lin" valueType="num">
                                      <p:cBhvr>
                                        <p:cTn id="939" dur="332" tmFilter="0, 0; 0.125,0.2665; 0.25,0.4; 0.375,0.465; 0.5,0.5;  0.625,0.535; 0.75,0.6; 0.875,0.7335; 1,1">
                                          <p:stCondLst>
                                            <p:cond delay="1324"/>
                                          </p:stCondLst>
                                        </p:cTn>
                                        <p:tgtEl>
                                          <p:spTgt spid="72"/>
                                        </p:tgtEl>
                                        <p:attrNameLst>
                                          <p:attrName>ppt_y</p:attrName>
                                        </p:attrNameLst>
                                      </p:cBhvr>
                                      <p:tavLst>
                                        <p:tav tm="0" fmla="#ppt_y-sin(pi*$)/27">
                                          <p:val>
                                            <p:fltVal val="0"/>
                                          </p:val>
                                        </p:tav>
                                        <p:tav tm="100000">
                                          <p:val>
                                            <p:fltVal val="1"/>
                                          </p:val>
                                        </p:tav>
                                      </p:tavLst>
                                    </p:anim>
                                    <p:anim calcmode="lin" valueType="num">
                                      <p:cBhvr>
                                        <p:cTn id="940" dur="164" tmFilter="0, 0; 0.125,0.2665; 0.25,0.4; 0.375,0.465; 0.5,0.5;  0.625,0.535; 0.75,0.6; 0.875,0.7335; 1,1">
                                          <p:stCondLst>
                                            <p:cond delay="1656"/>
                                          </p:stCondLst>
                                        </p:cTn>
                                        <p:tgtEl>
                                          <p:spTgt spid="72"/>
                                        </p:tgtEl>
                                        <p:attrNameLst>
                                          <p:attrName>ppt_y</p:attrName>
                                        </p:attrNameLst>
                                      </p:cBhvr>
                                      <p:tavLst>
                                        <p:tav tm="0" fmla="#ppt_y-sin(pi*$)/81">
                                          <p:val>
                                            <p:fltVal val="0"/>
                                          </p:val>
                                        </p:tav>
                                        <p:tav tm="100000">
                                          <p:val>
                                            <p:fltVal val="1"/>
                                          </p:val>
                                        </p:tav>
                                      </p:tavLst>
                                    </p:anim>
                                    <p:animScale>
                                      <p:cBhvr>
                                        <p:cTn id="941" dur="26">
                                          <p:stCondLst>
                                            <p:cond delay="650"/>
                                          </p:stCondLst>
                                        </p:cTn>
                                        <p:tgtEl>
                                          <p:spTgt spid="72"/>
                                        </p:tgtEl>
                                      </p:cBhvr>
                                      <p:to x="100000" y="60000"/>
                                    </p:animScale>
                                    <p:animScale>
                                      <p:cBhvr>
                                        <p:cTn id="942" dur="166" decel="50000">
                                          <p:stCondLst>
                                            <p:cond delay="676"/>
                                          </p:stCondLst>
                                        </p:cTn>
                                        <p:tgtEl>
                                          <p:spTgt spid="72"/>
                                        </p:tgtEl>
                                      </p:cBhvr>
                                      <p:to x="100000" y="100000"/>
                                    </p:animScale>
                                    <p:animScale>
                                      <p:cBhvr>
                                        <p:cTn id="943" dur="26">
                                          <p:stCondLst>
                                            <p:cond delay="1312"/>
                                          </p:stCondLst>
                                        </p:cTn>
                                        <p:tgtEl>
                                          <p:spTgt spid="72"/>
                                        </p:tgtEl>
                                      </p:cBhvr>
                                      <p:to x="100000" y="80000"/>
                                    </p:animScale>
                                    <p:animScale>
                                      <p:cBhvr>
                                        <p:cTn id="944" dur="166" decel="50000">
                                          <p:stCondLst>
                                            <p:cond delay="1338"/>
                                          </p:stCondLst>
                                        </p:cTn>
                                        <p:tgtEl>
                                          <p:spTgt spid="72"/>
                                        </p:tgtEl>
                                      </p:cBhvr>
                                      <p:to x="100000" y="100000"/>
                                    </p:animScale>
                                    <p:animScale>
                                      <p:cBhvr>
                                        <p:cTn id="945" dur="26">
                                          <p:stCondLst>
                                            <p:cond delay="1642"/>
                                          </p:stCondLst>
                                        </p:cTn>
                                        <p:tgtEl>
                                          <p:spTgt spid="72"/>
                                        </p:tgtEl>
                                      </p:cBhvr>
                                      <p:to x="100000" y="90000"/>
                                    </p:animScale>
                                    <p:animScale>
                                      <p:cBhvr>
                                        <p:cTn id="946" dur="166" decel="50000">
                                          <p:stCondLst>
                                            <p:cond delay="1668"/>
                                          </p:stCondLst>
                                        </p:cTn>
                                        <p:tgtEl>
                                          <p:spTgt spid="72"/>
                                        </p:tgtEl>
                                      </p:cBhvr>
                                      <p:to x="100000" y="100000"/>
                                    </p:animScale>
                                    <p:animScale>
                                      <p:cBhvr>
                                        <p:cTn id="947" dur="26">
                                          <p:stCondLst>
                                            <p:cond delay="1808"/>
                                          </p:stCondLst>
                                        </p:cTn>
                                        <p:tgtEl>
                                          <p:spTgt spid="72"/>
                                        </p:tgtEl>
                                      </p:cBhvr>
                                      <p:to x="100000" y="95000"/>
                                    </p:animScale>
                                    <p:animScale>
                                      <p:cBhvr>
                                        <p:cTn id="948" dur="166" decel="50000">
                                          <p:stCondLst>
                                            <p:cond delay="1834"/>
                                          </p:stCondLst>
                                        </p:cTn>
                                        <p:tgtEl>
                                          <p:spTgt spid="7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animBg="1"/>
      <p:bldP spid="4" grpId="0" animBg="1"/>
      <p:bldP spid="5" grpId="0" animBg="1"/>
      <p:bldP spid="7" grpId="0" animBg="1"/>
      <p:bldP spid="8" grpId="0" animBg="1"/>
      <p:bldP spid="10" grpId="0" animBg="1"/>
      <p:bldP spid="11" grpId="0" animBg="1"/>
      <p:bldP spid="12" grpId="0" animBg="1"/>
      <p:bldP spid="13" grpId="0" animBg="1"/>
      <p:bldP spid="14" grpId="0" animBg="1"/>
      <p:bldP spid="15" grpId="0" animBg="1"/>
      <p:bldP spid="16" grpId="0" animBg="1"/>
      <p:bldP spid="59" grpId="0"/>
      <p:bldP spid="63" grpId="0"/>
      <p:bldP spid="64" grpId="0"/>
      <p:bldP spid="18" grpId="0" animBg="1"/>
      <p:bldP spid="20" grpId="0" animBg="1"/>
      <p:bldP spid="21" grpId="0" animBg="1"/>
      <p:bldP spid="22" grpId="0" animBg="1"/>
      <p:bldP spid="23" grpId="0" animBg="1"/>
      <p:bldP spid="24" grpId="0" animBg="1"/>
      <p:bldP spid="25" grpId="0" animBg="1"/>
      <p:bldP spid="26" grpId="0" animBg="1"/>
      <p:bldP spid="61" grpId="0"/>
      <p:bldP spid="67" grpId="0"/>
      <p:bldP spid="68" grpId="0"/>
      <p:bldP spid="28" grpId="0" animBg="1"/>
      <p:bldP spid="30" grpId="0" animBg="1"/>
      <p:bldP spid="31" grpId="0" animBg="1"/>
      <p:bldP spid="32" grpId="0" animBg="1"/>
      <p:bldP spid="33" grpId="0" animBg="1"/>
      <p:bldP spid="34" grpId="0" animBg="1"/>
      <p:bldP spid="35" grpId="0" animBg="1"/>
      <p:bldP spid="36" grpId="0" animBg="1"/>
      <p:bldP spid="60" grpId="0"/>
      <p:bldP spid="70" grpId="0"/>
      <p:bldP spid="71" grpId="0"/>
      <p:bldP spid="38" grpId="0" animBg="1"/>
      <p:bldP spid="40" grpId="0" animBg="1"/>
      <p:bldP spid="41" grpId="0" animBg="1"/>
      <p:bldP spid="42" grpId="0" animBg="1"/>
      <p:bldP spid="43" grpId="0" animBg="1"/>
      <p:bldP spid="44" grpId="0" animBg="1"/>
      <p:bldP spid="45" grpId="0" animBg="1"/>
      <p:bldP spid="46" grpId="0" animBg="1"/>
      <p:bldP spid="62" grpId="0"/>
      <p:bldP spid="73" grpId="0"/>
      <p:bldP spid="74" grpId="0"/>
      <p:bldP spid="53" grpId="0" animBg="1"/>
      <p:bldP spid="54" grpId="0" animBg="1"/>
      <p:bldP spid="55" grpId="0" animBg="1"/>
      <p:bldP spid="56" grpId="0" animBg="1"/>
      <p:bldP spid="57" grpId="0" animBg="1"/>
      <p:bldP spid="58" grpId="0" animBg="1"/>
      <p:bldP spid="65" grpId="0" animBg="1"/>
      <p:bldP spid="66" grpId="0" animBg="1"/>
      <p:bldP spid="69" grpId="0"/>
      <p:bldP spid="76" grpId="0"/>
      <p:bldP spid="7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7D4DEA0-C698-084B-A40E-A056BB46E776}"/>
              </a:ext>
            </a:extLst>
          </p:cNvPr>
          <p:cNvSpPr txBox="1"/>
          <p:nvPr/>
        </p:nvSpPr>
        <p:spPr>
          <a:xfrm>
            <a:off x="4035995" y="306186"/>
            <a:ext cx="4120039" cy="553998"/>
          </a:xfrm>
          <a:prstGeom prst="rect">
            <a:avLst/>
          </a:prstGeom>
          <a:noFill/>
        </p:spPr>
        <p:txBody>
          <a:bodyPr wrap="none" rtlCol="0">
            <a:spAutoFit/>
          </a:bodyPr>
          <a:lstStyle/>
          <a:p>
            <a:pPr algn="ctr"/>
            <a:r>
              <a:rPr lang="fr-FR" sz="3000" b="1" dirty="0">
                <a:solidFill>
                  <a:schemeClr val="tx2"/>
                </a:solidFill>
                <a:latin typeface="Poppins" pitchFamily="2" charset="77"/>
                <a:cs typeface="Poppins" pitchFamily="2" charset="77"/>
              </a:rPr>
              <a:t>PROJET E-VOLUTION</a:t>
            </a:r>
          </a:p>
        </p:txBody>
      </p:sp>
      <p:sp>
        <p:nvSpPr>
          <p:cNvPr id="3" name="TextBox 2">
            <a:extLst>
              <a:ext uri="{FF2B5EF4-FFF2-40B4-BE49-F238E27FC236}">
                <a16:creationId xmlns:a16="http://schemas.microsoft.com/office/drawing/2014/main" id="{73FFBBA9-BE3E-BA4E-A488-4065FDE430D8}"/>
              </a:ext>
            </a:extLst>
          </p:cNvPr>
          <p:cNvSpPr txBox="1"/>
          <p:nvPr/>
        </p:nvSpPr>
        <p:spPr>
          <a:xfrm>
            <a:off x="4607455" y="787593"/>
            <a:ext cx="2977097" cy="523220"/>
          </a:xfrm>
          <a:prstGeom prst="rect">
            <a:avLst/>
          </a:prstGeom>
          <a:noFill/>
        </p:spPr>
        <p:txBody>
          <a:bodyPr wrap="none" rtlCol="0">
            <a:spAutoFit/>
          </a:bodyPr>
          <a:lstStyle/>
          <a:p>
            <a:pPr algn="ctr"/>
            <a:r>
              <a:rPr lang="fr-FR" sz="2800" spc="150" dirty="0">
                <a:solidFill>
                  <a:schemeClr val="bg1">
                    <a:lumMod val="65000"/>
                  </a:schemeClr>
                </a:solidFill>
                <a:latin typeface="Poppins Light" pitchFamily="2" charset="77"/>
                <a:cs typeface="Poppins Light" pitchFamily="2" charset="77"/>
              </a:rPr>
              <a:t>Nos ambitions</a:t>
            </a:r>
          </a:p>
        </p:txBody>
      </p:sp>
      <p:sp>
        <p:nvSpPr>
          <p:cNvPr id="24" name="Freeform 15">
            <a:extLst>
              <a:ext uri="{FF2B5EF4-FFF2-40B4-BE49-F238E27FC236}">
                <a16:creationId xmlns:a16="http://schemas.microsoft.com/office/drawing/2014/main" id="{C4D08E32-9A10-8744-A079-71F59747FC2C}"/>
              </a:ext>
            </a:extLst>
          </p:cNvPr>
          <p:cNvSpPr>
            <a:spLocks noChangeArrowheads="1"/>
          </p:cNvSpPr>
          <p:nvPr/>
        </p:nvSpPr>
        <p:spPr bwMode="auto">
          <a:xfrm>
            <a:off x="8410849" y="1977684"/>
            <a:ext cx="2986638" cy="4033471"/>
          </a:xfrm>
          <a:prstGeom prst="roundRect">
            <a:avLst>
              <a:gd name="adj" fmla="val 8806"/>
            </a:avLst>
          </a:prstGeom>
          <a:solidFill>
            <a:srgbClr val="92D050"/>
          </a:solidFill>
          <a:ln>
            <a:noFill/>
          </a:ln>
          <a:effectLst/>
        </p:spPr>
        <p:txBody>
          <a:bodyPr wrap="none" anchor="ctr"/>
          <a:lstStyle/>
          <a:p>
            <a:endParaRPr lang="en-US" sz="3266"/>
          </a:p>
        </p:txBody>
      </p:sp>
      <p:sp>
        <p:nvSpPr>
          <p:cNvPr id="25" name="Freeform 15">
            <a:extLst>
              <a:ext uri="{FF2B5EF4-FFF2-40B4-BE49-F238E27FC236}">
                <a16:creationId xmlns:a16="http://schemas.microsoft.com/office/drawing/2014/main" id="{E85A7C2D-0691-2A4A-B72F-2FD7B2A626C8}"/>
              </a:ext>
            </a:extLst>
          </p:cNvPr>
          <p:cNvSpPr>
            <a:spLocks noChangeArrowheads="1"/>
          </p:cNvSpPr>
          <p:nvPr/>
        </p:nvSpPr>
        <p:spPr bwMode="auto">
          <a:xfrm>
            <a:off x="4602682" y="1977684"/>
            <a:ext cx="2986638" cy="4033471"/>
          </a:xfrm>
          <a:prstGeom prst="roundRect">
            <a:avLst>
              <a:gd name="adj" fmla="val 8806"/>
            </a:avLst>
          </a:prstGeom>
          <a:solidFill>
            <a:srgbClr val="92D050"/>
          </a:solidFill>
          <a:ln>
            <a:noFill/>
          </a:ln>
          <a:effectLst/>
        </p:spPr>
        <p:txBody>
          <a:bodyPr wrap="none" anchor="ctr"/>
          <a:lstStyle/>
          <a:p>
            <a:endParaRPr lang="en-US" sz="3266"/>
          </a:p>
        </p:txBody>
      </p:sp>
      <p:sp>
        <p:nvSpPr>
          <p:cNvPr id="10" name="Freeform 15">
            <a:extLst>
              <a:ext uri="{FF2B5EF4-FFF2-40B4-BE49-F238E27FC236}">
                <a16:creationId xmlns:a16="http://schemas.microsoft.com/office/drawing/2014/main" id="{D93CF464-74E8-4441-903C-5641A9BA29E1}"/>
              </a:ext>
            </a:extLst>
          </p:cNvPr>
          <p:cNvSpPr>
            <a:spLocks noChangeArrowheads="1"/>
          </p:cNvSpPr>
          <p:nvPr/>
        </p:nvSpPr>
        <p:spPr bwMode="auto">
          <a:xfrm>
            <a:off x="892035" y="2008504"/>
            <a:ext cx="2986638" cy="4033471"/>
          </a:xfrm>
          <a:prstGeom prst="roundRect">
            <a:avLst>
              <a:gd name="adj" fmla="val 8806"/>
            </a:avLst>
          </a:prstGeom>
          <a:solidFill>
            <a:srgbClr val="92D050"/>
          </a:solidFill>
          <a:ln>
            <a:noFill/>
          </a:ln>
          <a:effectLst/>
        </p:spPr>
        <p:txBody>
          <a:bodyPr wrap="none" anchor="ctr"/>
          <a:lstStyle/>
          <a:p>
            <a:endParaRPr lang="en-US" sz="3266"/>
          </a:p>
        </p:txBody>
      </p:sp>
      <p:sp>
        <p:nvSpPr>
          <p:cNvPr id="11" name="Freeform 19">
            <a:extLst>
              <a:ext uri="{FF2B5EF4-FFF2-40B4-BE49-F238E27FC236}">
                <a16:creationId xmlns:a16="http://schemas.microsoft.com/office/drawing/2014/main" id="{B80FAF77-B826-AC45-AF9F-74EA06F14450}"/>
              </a:ext>
            </a:extLst>
          </p:cNvPr>
          <p:cNvSpPr>
            <a:spLocks noChangeArrowheads="1"/>
          </p:cNvSpPr>
          <p:nvPr/>
        </p:nvSpPr>
        <p:spPr bwMode="auto">
          <a:xfrm>
            <a:off x="1674488" y="2371895"/>
            <a:ext cx="1223942" cy="1220071"/>
          </a:xfrm>
          <a:prstGeom prst="chord">
            <a:avLst>
              <a:gd name="adj1" fmla="val 21387126"/>
              <a:gd name="adj2" fmla="val 16200000"/>
            </a:avLst>
          </a:prstGeom>
          <a:solidFill>
            <a:schemeClr val="bg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266"/>
          </a:p>
        </p:txBody>
      </p:sp>
      <p:sp>
        <p:nvSpPr>
          <p:cNvPr id="27" name="Freeform 19">
            <a:extLst>
              <a:ext uri="{FF2B5EF4-FFF2-40B4-BE49-F238E27FC236}">
                <a16:creationId xmlns:a16="http://schemas.microsoft.com/office/drawing/2014/main" id="{3CCD4DC0-63EE-0845-9B7B-505054301B3A}"/>
              </a:ext>
            </a:extLst>
          </p:cNvPr>
          <p:cNvSpPr>
            <a:spLocks noChangeArrowheads="1"/>
          </p:cNvSpPr>
          <p:nvPr/>
        </p:nvSpPr>
        <p:spPr bwMode="auto">
          <a:xfrm>
            <a:off x="5484029" y="2371895"/>
            <a:ext cx="1223942" cy="1220071"/>
          </a:xfrm>
          <a:prstGeom prst="chord">
            <a:avLst>
              <a:gd name="adj1" fmla="val 21387126"/>
              <a:gd name="adj2" fmla="val 16200000"/>
            </a:avLst>
          </a:prstGeom>
          <a:solidFill>
            <a:schemeClr val="bg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266"/>
          </a:p>
        </p:txBody>
      </p:sp>
      <p:sp>
        <p:nvSpPr>
          <p:cNvPr id="28" name="Freeform 19">
            <a:extLst>
              <a:ext uri="{FF2B5EF4-FFF2-40B4-BE49-F238E27FC236}">
                <a16:creationId xmlns:a16="http://schemas.microsoft.com/office/drawing/2014/main" id="{6C0B8CBE-D05C-3D4E-8E08-BCFC12A2EA5B}"/>
              </a:ext>
            </a:extLst>
          </p:cNvPr>
          <p:cNvSpPr>
            <a:spLocks noChangeArrowheads="1"/>
          </p:cNvSpPr>
          <p:nvPr/>
        </p:nvSpPr>
        <p:spPr bwMode="auto">
          <a:xfrm>
            <a:off x="9292197" y="2371895"/>
            <a:ext cx="1223942" cy="1220071"/>
          </a:xfrm>
          <a:prstGeom prst="chord">
            <a:avLst>
              <a:gd name="adj1" fmla="val 21387126"/>
              <a:gd name="adj2" fmla="val 16200000"/>
            </a:avLst>
          </a:prstGeom>
          <a:solidFill>
            <a:schemeClr val="bg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266"/>
          </a:p>
        </p:txBody>
      </p:sp>
      <p:sp>
        <p:nvSpPr>
          <p:cNvPr id="30" name="Freeform 997">
            <a:extLst>
              <a:ext uri="{FF2B5EF4-FFF2-40B4-BE49-F238E27FC236}">
                <a16:creationId xmlns:a16="http://schemas.microsoft.com/office/drawing/2014/main" id="{C97B35FB-A922-0246-85CF-ECAE5DE2BA37}"/>
              </a:ext>
            </a:extLst>
          </p:cNvPr>
          <p:cNvSpPr>
            <a:spLocks noChangeAspect="1" noChangeArrowheads="1"/>
          </p:cNvSpPr>
          <p:nvPr/>
        </p:nvSpPr>
        <p:spPr bwMode="auto">
          <a:xfrm>
            <a:off x="2050674" y="2746145"/>
            <a:ext cx="471571" cy="471571"/>
          </a:xfrm>
          <a:custGeom>
            <a:avLst/>
            <a:gdLst>
              <a:gd name="T0" fmla="*/ 29870442 w 290153"/>
              <a:gd name="T1" fmla="*/ 56806930 h 290151"/>
              <a:gd name="T2" fmla="*/ 28202015 w 290153"/>
              <a:gd name="T3" fmla="*/ 57521799 h 290151"/>
              <a:gd name="T4" fmla="*/ 10657933 w 290153"/>
              <a:gd name="T5" fmla="*/ 56091716 h 290151"/>
              <a:gd name="T6" fmla="*/ 12062423 w 290153"/>
              <a:gd name="T7" fmla="*/ 57521799 h 290151"/>
              <a:gd name="T8" fmla="*/ 10327256 w 290153"/>
              <a:gd name="T9" fmla="*/ 56806930 h 290151"/>
              <a:gd name="T10" fmla="*/ 49179747 w 290153"/>
              <a:gd name="T11" fmla="*/ 55773792 h 290151"/>
              <a:gd name="T12" fmla="*/ 42925367 w 290153"/>
              <a:gd name="T13" fmla="*/ 57756839 h 290151"/>
              <a:gd name="T14" fmla="*/ 20269834 w 290153"/>
              <a:gd name="T15" fmla="*/ 55773792 h 290151"/>
              <a:gd name="T16" fmla="*/ 19277898 w 290153"/>
              <a:gd name="T17" fmla="*/ 56765300 h 290151"/>
              <a:gd name="T18" fmla="*/ 1873102 w 290153"/>
              <a:gd name="T19" fmla="*/ 55568498 h 290151"/>
              <a:gd name="T20" fmla="*/ 38000911 w 290153"/>
              <a:gd name="T21" fmla="*/ 55568498 h 290151"/>
              <a:gd name="T22" fmla="*/ 4759464 w 290153"/>
              <a:gd name="T23" fmla="*/ 52750984 h 290151"/>
              <a:gd name="T24" fmla="*/ 47768401 w 290153"/>
              <a:gd name="T25" fmla="*/ 31288501 h 290151"/>
              <a:gd name="T26" fmla="*/ 46776723 w 290153"/>
              <a:gd name="T27" fmla="*/ 30296926 h 290151"/>
              <a:gd name="T28" fmla="*/ 31591486 w 290153"/>
              <a:gd name="T29" fmla="*/ 32279869 h 290151"/>
              <a:gd name="T30" fmla="*/ 14223922 w 290153"/>
              <a:gd name="T31" fmla="*/ 22800442 h 290151"/>
              <a:gd name="T32" fmla="*/ 22738072 w 290153"/>
              <a:gd name="T33" fmla="*/ 26539331 h 290151"/>
              <a:gd name="T34" fmla="*/ 13833752 w 290153"/>
              <a:gd name="T35" fmla="*/ 28486496 h 290151"/>
              <a:gd name="T36" fmla="*/ 7506947 w 290153"/>
              <a:gd name="T37" fmla="*/ 31290828 h 290151"/>
              <a:gd name="T38" fmla="*/ 13833752 w 290153"/>
              <a:gd name="T39" fmla="*/ 34095106 h 290151"/>
              <a:gd name="T40" fmla="*/ 22738072 w 290153"/>
              <a:gd name="T41" fmla="*/ 36042294 h 290151"/>
              <a:gd name="T42" fmla="*/ 14223922 w 290153"/>
              <a:gd name="T43" fmla="*/ 39781188 h 290151"/>
              <a:gd name="T44" fmla="*/ 5554396 w 290153"/>
              <a:gd name="T45" fmla="*/ 31991970 h 290151"/>
              <a:gd name="T46" fmla="*/ 14223922 w 290153"/>
              <a:gd name="T47" fmla="*/ 22800442 h 290151"/>
              <a:gd name="T48" fmla="*/ 39985892 w 290153"/>
              <a:gd name="T49" fmla="*/ 23916769 h 290151"/>
              <a:gd name="T50" fmla="*/ 41495626 w 290153"/>
              <a:gd name="T51" fmla="*/ 27211355 h 290151"/>
              <a:gd name="T52" fmla="*/ 39032750 w 290153"/>
              <a:gd name="T53" fmla="*/ 30349196 h 290151"/>
              <a:gd name="T54" fmla="*/ 39985892 w 290153"/>
              <a:gd name="T55" fmla="*/ 39605514 h 290151"/>
              <a:gd name="T56" fmla="*/ 38000043 w 290153"/>
              <a:gd name="T57" fmla="*/ 38585832 h 290151"/>
              <a:gd name="T58" fmla="*/ 36490563 w 290153"/>
              <a:gd name="T59" fmla="*/ 35291046 h 290151"/>
              <a:gd name="T60" fmla="*/ 39032750 w 290153"/>
              <a:gd name="T61" fmla="*/ 32231855 h 290151"/>
              <a:gd name="T62" fmla="*/ 38000043 w 290153"/>
              <a:gd name="T63" fmla="*/ 22975513 h 290151"/>
              <a:gd name="T64" fmla="*/ 27232767 w 290153"/>
              <a:gd name="T65" fmla="*/ 31462967 h 290151"/>
              <a:gd name="T66" fmla="*/ 39014989 w 290153"/>
              <a:gd name="T67" fmla="*/ 19722891 h 290151"/>
              <a:gd name="T68" fmla="*/ 1873102 w 290153"/>
              <a:gd name="T69" fmla="*/ 47976725 h 290151"/>
              <a:gd name="T70" fmla="*/ 38000911 w 290153"/>
              <a:gd name="T71" fmla="*/ 47976725 h 290151"/>
              <a:gd name="T72" fmla="*/ 38000911 w 290153"/>
              <a:gd name="T73" fmla="*/ 17844823 h 290151"/>
              <a:gd name="T74" fmla="*/ 4759464 w 290153"/>
              <a:gd name="T75" fmla="*/ 12052572 h 290151"/>
              <a:gd name="T76" fmla="*/ 50183398 w 290153"/>
              <a:gd name="T77" fmla="*/ 5811353 h 290151"/>
              <a:gd name="T78" fmla="*/ 41998630 w 290153"/>
              <a:gd name="T79" fmla="*/ 5811353 h 290151"/>
              <a:gd name="T80" fmla="*/ 21260772 w 290153"/>
              <a:gd name="T81" fmla="*/ 5811353 h 290151"/>
              <a:gd name="T82" fmla="*/ 20269834 w 290153"/>
              <a:gd name="T83" fmla="*/ 4820301 h 290151"/>
              <a:gd name="T84" fmla="*/ 1873102 w 290153"/>
              <a:gd name="T85" fmla="*/ 11113527 h 290151"/>
              <a:gd name="T86" fmla="*/ 38000911 w 290153"/>
              <a:gd name="T87" fmla="*/ 11113527 h 290151"/>
              <a:gd name="T88" fmla="*/ 7334709 w 290153"/>
              <a:gd name="T89" fmla="*/ 1878520 h 290151"/>
              <a:gd name="T90" fmla="*/ 62919786 w 290153"/>
              <a:gd name="T91" fmla="*/ 2191952 h 290151"/>
              <a:gd name="T92" fmla="*/ 40521848 w 290153"/>
              <a:gd name="T93" fmla="*/ 62925261 h 290151"/>
              <a:gd name="T94" fmla="*/ 60742645 w 290153"/>
              <a:gd name="T95" fmla="*/ 61047011 h 290151"/>
              <a:gd name="T96" fmla="*/ 43010599 w 290153"/>
              <a:gd name="T97" fmla="*/ 52750984 h 290151"/>
              <a:gd name="T98" fmla="*/ 61053395 w 290153"/>
              <a:gd name="T99" fmla="*/ 50872609 h 290151"/>
              <a:gd name="T100" fmla="*/ 42077475 w 290153"/>
              <a:gd name="T101" fmla="*/ 11113527 h 290151"/>
              <a:gd name="T102" fmla="*/ 61053395 w 290153"/>
              <a:gd name="T103" fmla="*/ 2191952 h 290151"/>
              <a:gd name="T104" fmla="*/ 39588733 w 290153"/>
              <a:gd name="T105" fmla="*/ 938509 h 290151"/>
              <a:gd name="T106" fmla="*/ 32694731 w 290153"/>
              <a:gd name="T107" fmla="*/ 0 h 290151"/>
              <a:gd name="T108" fmla="*/ 52591978 w 290153"/>
              <a:gd name="T109" fmla="*/ 31462967 h 290151"/>
              <a:gd name="T110" fmla="*/ 32694731 w 290153"/>
              <a:gd name="T111" fmla="*/ 62925261 h 290151"/>
              <a:gd name="T112" fmla="*/ 0 w 290153"/>
              <a:gd name="T113" fmla="*/ 7278798 h 290151"/>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90153" h="290151">
                <a:moveTo>
                  <a:pt x="130053" y="258641"/>
                </a:moveTo>
                <a:cubicBezTo>
                  <a:pt x="131884" y="257175"/>
                  <a:pt x="134815" y="257175"/>
                  <a:pt x="136647" y="258641"/>
                </a:cubicBezTo>
                <a:cubicBezTo>
                  <a:pt x="137013" y="259373"/>
                  <a:pt x="137746" y="260839"/>
                  <a:pt x="137746" y="261938"/>
                </a:cubicBezTo>
                <a:cubicBezTo>
                  <a:pt x="137746" y="263037"/>
                  <a:pt x="137013" y="264136"/>
                  <a:pt x="136647" y="265235"/>
                </a:cubicBezTo>
                <a:cubicBezTo>
                  <a:pt x="135548" y="265968"/>
                  <a:pt x="134449" y="266334"/>
                  <a:pt x="133350" y="266334"/>
                </a:cubicBezTo>
                <a:cubicBezTo>
                  <a:pt x="131884" y="266334"/>
                  <a:pt x="130785" y="265968"/>
                  <a:pt x="130053" y="265235"/>
                </a:cubicBezTo>
                <a:cubicBezTo>
                  <a:pt x="129320" y="264136"/>
                  <a:pt x="128587" y="263037"/>
                  <a:pt x="128587" y="261938"/>
                </a:cubicBezTo>
                <a:cubicBezTo>
                  <a:pt x="128587" y="260839"/>
                  <a:pt x="129320" y="259373"/>
                  <a:pt x="130053" y="258641"/>
                </a:cubicBezTo>
                <a:close/>
                <a:moveTo>
                  <a:pt x="49149" y="258641"/>
                </a:moveTo>
                <a:cubicBezTo>
                  <a:pt x="51054" y="257175"/>
                  <a:pt x="53721" y="257175"/>
                  <a:pt x="55626" y="258641"/>
                </a:cubicBezTo>
                <a:cubicBezTo>
                  <a:pt x="56388" y="259373"/>
                  <a:pt x="56769" y="260839"/>
                  <a:pt x="56769" y="261938"/>
                </a:cubicBezTo>
                <a:cubicBezTo>
                  <a:pt x="56769" y="263037"/>
                  <a:pt x="56388" y="264136"/>
                  <a:pt x="55626" y="265235"/>
                </a:cubicBezTo>
                <a:cubicBezTo>
                  <a:pt x="54864" y="265968"/>
                  <a:pt x="53340" y="266334"/>
                  <a:pt x="52578" y="266334"/>
                </a:cubicBezTo>
                <a:cubicBezTo>
                  <a:pt x="51054" y="266334"/>
                  <a:pt x="49911" y="265968"/>
                  <a:pt x="49149" y="265235"/>
                </a:cubicBezTo>
                <a:cubicBezTo>
                  <a:pt x="48006" y="264136"/>
                  <a:pt x="47625" y="263037"/>
                  <a:pt x="47625" y="261938"/>
                </a:cubicBezTo>
                <a:cubicBezTo>
                  <a:pt x="47625" y="260839"/>
                  <a:pt x="48006" y="259373"/>
                  <a:pt x="49149" y="258641"/>
                </a:cubicBezTo>
                <a:close/>
                <a:moveTo>
                  <a:pt x="197948" y="257175"/>
                </a:moveTo>
                <a:lnTo>
                  <a:pt x="226790" y="257175"/>
                </a:lnTo>
                <a:cubicBezTo>
                  <a:pt x="229639" y="257175"/>
                  <a:pt x="231419" y="259080"/>
                  <a:pt x="231419" y="261747"/>
                </a:cubicBezTo>
                <a:cubicBezTo>
                  <a:pt x="231419" y="264033"/>
                  <a:pt x="229639" y="266319"/>
                  <a:pt x="226790" y="266319"/>
                </a:cubicBezTo>
                <a:lnTo>
                  <a:pt x="197948" y="266319"/>
                </a:lnTo>
                <a:cubicBezTo>
                  <a:pt x="195812" y="266319"/>
                  <a:pt x="193675" y="264033"/>
                  <a:pt x="193675" y="261747"/>
                </a:cubicBezTo>
                <a:cubicBezTo>
                  <a:pt x="193675" y="259080"/>
                  <a:pt x="195812" y="257175"/>
                  <a:pt x="197948" y="257175"/>
                </a:cubicBezTo>
                <a:close/>
                <a:moveTo>
                  <a:pt x="93472" y="257175"/>
                </a:moveTo>
                <a:cubicBezTo>
                  <a:pt x="96139" y="257175"/>
                  <a:pt x="98044" y="259080"/>
                  <a:pt x="98044" y="261747"/>
                </a:cubicBezTo>
                <a:cubicBezTo>
                  <a:pt x="98044" y="264033"/>
                  <a:pt x="96139" y="266319"/>
                  <a:pt x="93472" y="266319"/>
                </a:cubicBezTo>
                <a:cubicBezTo>
                  <a:pt x="91186" y="266319"/>
                  <a:pt x="88900" y="264033"/>
                  <a:pt x="88900" y="261747"/>
                </a:cubicBezTo>
                <a:cubicBezTo>
                  <a:pt x="88900" y="259080"/>
                  <a:pt x="91186" y="257175"/>
                  <a:pt x="93472" y="257175"/>
                </a:cubicBezTo>
                <a:close/>
                <a:moveTo>
                  <a:pt x="8636" y="238906"/>
                </a:moveTo>
                <a:lnTo>
                  <a:pt x="8636" y="256228"/>
                </a:lnTo>
                <a:cubicBezTo>
                  <a:pt x="8636" y="269942"/>
                  <a:pt x="20150" y="281490"/>
                  <a:pt x="33824" y="281490"/>
                </a:cubicBezTo>
                <a:lnTo>
                  <a:pt x="150770" y="281490"/>
                </a:lnTo>
                <a:cubicBezTo>
                  <a:pt x="164444" y="281490"/>
                  <a:pt x="175239" y="269942"/>
                  <a:pt x="175239" y="256228"/>
                </a:cubicBezTo>
                <a:lnTo>
                  <a:pt x="175239" y="238906"/>
                </a:lnTo>
                <a:cubicBezTo>
                  <a:pt x="171640" y="241432"/>
                  <a:pt x="167322" y="243236"/>
                  <a:pt x="162285" y="243236"/>
                </a:cubicBezTo>
                <a:lnTo>
                  <a:pt x="21950" y="243236"/>
                </a:lnTo>
                <a:cubicBezTo>
                  <a:pt x="17272" y="243236"/>
                  <a:pt x="12594" y="241432"/>
                  <a:pt x="8636" y="238906"/>
                </a:cubicBezTo>
                <a:close/>
                <a:moveTo>
                  <a:pt x="215709" y="139700"/>
                </a:moveTo>
                <a:cubicBezTo>
                  <a:pt x="218376" y="139700"/>
                  <a:pt x="220281" y="141605"/>
                  <a:pt x="220281" y="144272"/>
                </a:cubicBezTo>
                <a:cubicBezTo>
                  <a:pt x="220281" y="146939"/>
                  <a:pt x="218376" y="148844"/>
                  <a:pt x="215709" y="148844"/>
                </a:cubicBezTo>
                <a:cubicBezTo>
                  <a:pt x="213423" y="148844"/>
                  <a:pt x="211137" y="146939"/>
                  <a:pt x="211137" y="144272"/>
                </a:cubicBezTo>
                <a:cubicBezTo>
                  <a:pt x="211137" y="141605"/>
                  <a:pt x="213423" y="139700"/>
                  <a:pt x="215709" y="139700"/>
                </a:cubicBezTo>
                <a:close/>
                <a:moveTo>
                  <a:pt x="145683" y="139700"/>
                </a:moveTo>
                <a:cubicBezTo>
                  <a:pt x="148248" y="139700"/>
                  <a:pt x="150446" y="141605"/>
                  <a:pt x="150446" y="144272"/>
                </a:cubicBezTo>
                <a:cubicBezTo>
                  <a:pt x="150446" y="146939"/>
                  <a:pt x="148248" y="148844"/>
                  <a:pt x="145683" y="148844"/>
                </a:cubicBezTo>
                <a:cubicBezTo>
                  <a:pt x="143485" y="148844"/>
                  <a:pt x="141287" y="146939"/>
                  <a:pt x="141287" y="144272"/>
                </a:cubicBezTo>
                <a:cubicBezTo>
                  <a:pt x="141287" y="141605"/>
                  <a:pt x="143485" y="139700"/>
                  <a:pt x="145683" y="139700"/>
                </a:cubicBezTo>
                <a:close/>
                <a:moveTo>
                  <a:pt x="65594" y="105134"/>
                </a:moveTo>
                <a:cubicBezTo>
                  <a:pt x="67035" y="105853"/>
                  <a:pt x="68115" y="107648"/>
                  <a:pt x="68115" y="109085"/>
                </a:cubicBezTo>
                <a:lnTo>
                  <a:pt x="68115" y="122374"/>
                </a:lnTo>
                <a:lnTo>
                  <a:pt x="104855" y="122374"/>
                </a:lnTo>
                <a:cubicBezTo>
                  <a:pt x="107016" y="122374"/>
                  <a:pt x="109177" y="124170"/>
                  <a:pt x="109177" y="126684"/>
                </a:cubicBezTo>
                <a:cubicBezTo>
                  <a:pt x="109177" y="129198"/>
                  <a:pt x="107016" y="131353"/>
                  <a:pt x="104855" y="131353"/>
                </a:cubicBezTo>
                <a:lnTo>
                  <a:pt x="63793" y="131353"/>
                </a:lnTo>
                <a:cubicBezTo>
                  <a:pt x="61632" y="131353"/>
                  <a:pt x="59471" y="129198"/>
                  <a:pt x="59471" y="126684"/>
                </a:cubicBezTo>
                <a:lnTo>
                  <a:pt x="59471" y="119860"/>
                </a:lnTo>
                <a:lnTo>
                  <a:pt x="34618" y="144283"/>
                </a:lnTo>
                <a:lnTo>
                  <a:pt x="59471" y="168706"/>
                </a:lnTo>
                <a:lnTo>
                  <a:pt x="59471" y="161882"/>
                </a:lnTo>
                <a:cubicBezTo>
                  <a:pt x="59471" y="159368"/>
                  <a:pt x="61632" y="157213"/>
                  <a:pt x="63793" y="157213"/>
                </a:cubicBezTo>
                <a:lnTo>
                  <a:pt x="104855" y="157213"/>
                </a:lnTo>
                <a:cubicBezTo>
                  <a:pt x="107016" y="157213"/>
                  <a:pt x="109177" y="159368"/>
                  <a:pt x="109177" y="161882"/>
                </a:cubicBezTo>
                <a:cubicBezTo>
                  <a:pt x="109177" y="164037"/>
                  <a:pt x="107016" y="166192"/>
                  <a:pt x="104855" y="166192"/>
                </a:cubicBezTo>
                <a:lnTo>
                  <a:pt x="68115" y="166192"/>
                </a:lnTo>
                <a:lnTo>
                  <a:pt x="68115" y="179481"/>
                </a:lnTo>
                <a:cubicBezTo>
                  <a:pt x="68115" y="180918"/>
                  <a:pt x="67035" y="182714"/>
                  <a:pt x="65594" y="183432"/>
                </a:cubicBezTo>
                <a:cubicBezTo>
                  <a:pt x="64874" y="183432"/>
                  <a:pt x="64513" y="183791"/>
                  <a:pt x="63793" y="183791"/>
                </a:cubicBezTo>
                <a:cubicBezTo>
                  <a:pt x="62713" y="183791"/>
                  <a:pt x="61632" y="183073"/>
                  <a:pt x="60551" y="182354"/>
                </a:cubicBezTo>
                <a:lnTo>
                  <a:pt x="25613" y="147516"/>
                </a:lnTo>
                <a:cubicBezTo>
                  <a:pt x="23812" y="145361"/>
                  <a:pt x="23812" y="142847"/>
                  <a:pt x="25613" y="141051"/>
                </a:cubicBezTo>
                <a:lnTo>
                  <a:pt x="60551" y="106212"/>
                </a:lnTo>
                <a:cubicBezTo>
                  <a:pt x="61992" y="104775"/>
                  <a:pt x="63793" y="104775"/>
                  <a:pt x="65594" y="105134"/>
                </a:cubicBezTo>
                <a:close/>
                <a:moveTo>
                  <a:pt x="179998" y="101600"/>
                </a:moveTo>
                <a:cubicBezTo>
                  <a:pt x="182196" y="101600"/>
                  <a:pt x="184394" y="103770"/>
                  <a:pt x="184394" y="105941"/>
                </a:cubicBezTo>
                <a:lnTo>
                  <a:pt x="184394" y="110281"/>
                </a:lnTo>
                <a:cubicBezTo>
                  <a:pt x="191355" y="111728"/>
                  <a:pt x="196850" y="116068"/>
                  <a:pt x="199780" y="122218"/>
                </a:cubicBezTo>
                <a:cubicBezTo>
                  <a:pt x="200513" y="124388"/>
                  <a:pt x="199414" y="126920"/>
                  <a:pt x="197216" y="128005"/>
                </a:cubicBezTo>
                <a:cubicBezTo>
                  <a:pt x="195018" y="129090"/>
                  <a:pt x="192454" y="128005"/>
                  <a:pt x="191355" y="125473"/>
                </a:cubicBezTo>
                <a:cubicBezTo>
                  <a:pt x="189523" y="121494"/>
                  <a:pt x="185127" y="118962"/>
                  <a:pt x="179998" y="118962"/>
                </a:cubicBezTo>
                <a:cubicBezTo>
                  <a:pt x="173037" y="118962"/>
                  <a:pt x="167542" y="123303"/>
                  <a:pt x="167542" y="129090"/>
                </a:cubicBezTo>
                <a:cubicBezTo>
                  <a:pt x="167542" y="136324"/>
                  <a:pt x="171572" y="139941"/>
                  <a:pt x="179998" y="139941"/>
                </a:cubicBezTo>
                <a:cubicBezTo>
                  <a:pt x="195751" y="139941"/>
                  <a:pt x="201246" y="149708"/>
                  <a:pt x="201246" y="159112"/>
                </a:cubicBezTo>
                <a:cubicBezTo>
                  <a:pt x="201246" y="168516"/>
                  <a:pt x="193919" y="176474"/>
                  <a:pt x="184394" y="178283"/>
                </a:cubicBezTo>
                <a:lnTo>
                  <a:pt x="184394" y="182623"/>
                </a:lnTo>
                <a:cubicBezTo>
                  <a:pt x="184394" y="184793"/>
                  <a:pt x="182196" y="186964"/>
                  <a:pt x="179998" y="186964"/>
                </a:cubicBezTo>
                <a:cubicBezTo>
                  <a:pt x="177434" y="186964"/>
                  <a:pt x="175236" y="184793"/>
                  <a:pt x="175236" y="182623"/>
                </a:cubicBezTo>
                <a:lnTo>
                  <a:pt x="175236" y="177921"/>
                </a:lnTo>
                <a:cubicBezTo>
                  <a:pt x="168275" y="176836"/>
                  <a:pt x="162780" y="172495"/>
                  <a:pt x="160215" y="166346"/>
                </a:cubicBezTo>
                <a:cubicBezTo>
                  <a:pt x="159116" y="164176"/>
                  <a:pt x="160215" y="161644"/>
                  <a:pt x="162780" y="160559"/>
                </a:cubicBezTo>
                <a:cubicBezTo>
                  <a:pt x="164612" y="159474"/>
                  <a:pt x="167542" y="160559"/>
                  <a:pt x="168275" y="162729"/>
                </a:cubicBezTo>
                <a:cubicBezTo>
                  <a:pt x="170107" y="167070"/>
                  <a:pt x="174869" y="169963"/>
                  <a:pt x="179998" y="169963"/>
                </a:cubicBezTo>
                <a:cubicBezTo>
                  <a:pt x="186592" y="169963"/>
                  <a:pt x="192087" y="165261"/>
                  <a:pt x="192087" y="159112"/>
                </a:cubicBezTo>
                <a:cubicBezTo>
                  <a:pt x="192087" y="152239"/>
                  <a:pt x="188057" y="148622"/>
                  <a:pt x="179998" y="148622"/>
                </a:cubicBezTo>
                <a:cubicBezTo>
                  <a:pt x="164245" y="148622"/>
                  <a:pt x="158750" y="138856"/>
                  <a:pt x="158750" y="129090"/>
                </a:cubicBezTo>
                <a:cubicBezTo>
                  <a:pt x="158750" y="120047"/>
                  <a:pt x="166077" y="112090"/>
                  <a:pt x="175236" y="110281"/>
                </a:cubicBezTo>
                <a:lnTo>
                  <a:pt x="175236" y="105941"/>
                </a:lnTo>
                <a:cubicBezTo>
                  <a:pt x="175236" y="103770"/>
                  <a:pt x="177434" y="101600"/>
                  <a:pt x="179998" y="101600"/>
                </a:cubicBezTo>
                <a:close/>
                <a:moveTo>
                  <a:pt x="179916" y="90943"/>
                </a:moveTo>
                <a:cubicBezTo>
                  <a:pt x="150050" y="90943"/>
                  <a:pt x="125582" y="115122"/>
                  <a:pt x="125582" y="145076"/>
                </a:cubicBezTo>
                <a:cubicBezTo>
                  <a:pt x="125582" y="175029"/>
                  <a:pt x="150050" y="199569"/>
                  <a:pt x="179916" y="199569"/>
                </a:cubicBezTo>
                <a:cubicBezTo>
                  <a:pt x="209783" y="199569"/>
                  <a:pt x="233891" y="175029"/>
                  <a:pt x="233891" y="145076"/>
                </a:cubicBezTo>
                <a:cubicBezTo>
                  <a:pt x="233891" y="115122"/>
                  <a:pt x="209783" y="90943"/>
                  <a:pt x="179916" y="90943"/>
                </a:cubicBezTo>
                <a:close/>
                <a:moveTo>
                  <a:pt x="21950" y="55576"/>
                </a:moveTo>
                <a:cubicBezTo>
                  <a:pt x="14753" y="55576"/>
                  <a:pt x="8636" y="61711"/>
                  <a:pt x="8636" y="68929"/>
                </a:cubicBezTo>
                <a:lnTo>
                  <a:pt x="8636" y="221222"/>
                </a:lnTo>
                <a:cubicBezTo>
                  <a:pt x="8636" y="228801"/>
                  <a:pt x="14753" y="234575"/>
                  <a:pt x="21950" y="234575"/>
                </a:cubicBezTo>
                <a:lnTo>
                  <a:pt x="162285" y="234575"/>
                </a:lnTo>
                <a:cubicBezTo>
                  <a:pt x="169481" y="234575"/>
                  <a:pt x="175239" y="228801"/>
                  <a:pt x="175239" y="221222"/>
                </a:cubicBezTo>
                <a:lnTo>
                  <a:pt x="175239" y="207870"/>
                </a:lnTo>
                <a:cubicBezTo>
                  <a:pt x="142854" y="205344"/>
                  <a:pt x="116946" y="178277"/>
                  <a:pt x="116946" y="145076"/>
                </a:cubicBezTo>
                <a:cubicBezTo>
                  <a:pt x="116946" y="111874"/>
                  <a:pt x="142854" y="84447"/>
                  <a:pt x="175239" y="82282"/>
                </a:cubicBezTo>
                <a:lnTo>
                  <a:pt x="175239" y="68929"/>
                </a:lnTo>
                <a:cubicBezTo>
                  <a:pt x="175239" y="61711"/>
                  <a:pt x="169481" y="55576"/>
                  <a:pt x="162285" y="55576"/>
                </a:cubicBezTo>
                <a:lnTo>
                  <a:pt x="21950" y="55576"/>
                </a:lnTo>
                <a:close/>
                <a:moveTo>
                  <a:pt x="197948" y="22225"/>
                </a:moveTo>
                <a:lnTo>
                  <a:pt x="226790" y="22225"/>
                </a:lnTo>
                <a:cubicBezTo>
                  <a:pt x="229639" y="22225"/>
                  <a:pt x="231419" y="24130"/>
                  <a:pt x="231419" y="26797"/>
                </a:cubicBezTo>
                <a:cubicBezTo>
                  <a:pt x="231419" y="29464"/>
                  <a:pt x="229639" y="31369"/>
                  <a:pt x="226790" y="31369"/>
                </a:cubicBezTo>
                <a:lnTo>
                  <a:pt x="197948" y="31369"/>
                </a:lnTo>
                <a:cubicBezTo>
                  <a:pt x="195812" y="31369"/>
                  <a:pt x="193675" y="29464"/>
                  <a:pt x="193675" y="26797"/>
                </a:cubicBezTo>
                <a:cubicBezTo>
                  <a:pt x="193675" y="24130"/>
                  <a:pt x="195812" y="22225"/>
                  <a:pt x="197948" y="22225"/>
                </a:cubicBezTo>
                <a:close/>
                <a:moveTo>
                  <a:pt x="93472" y="22225"/>
                </a:moveTo>
                <a:cubicBezTo>
                  <a:pt x="96139" y="22225"/>
                  <a:pt x="98044" y="24130"/>
                  <a:pt x="98044" y="26797"/>
                </a:cubicBezTo>
                <a:cubicBezTo>
                  <a:pt x="98044" y="29464"/>
                  <a:pt x="96139" y="31369"/>
                  <a:pt x="93472" y="31369"/>
                </a:cubicBezTo>
                <a:cubicBezTo>
                  <a:pt x="91186" y="31369"/>
                  <a:pt x="88900" y="29464"/>
                  <a:pt x="88900" y="26797"/>
                </a:cubicBezTo>
                <a:cubicBezTo>
                  <a:pt x="88900" y="24130"/>
                  <a:pt x="91186" y="22225"/>
                  <a:pt x="93472" y="22225"/>
                </a:cubicBezTo>
                <a:close/>
                <a:moveTo>
                  <a:pt x="33824" y="8661"/>
                </a:moveTo>
                <a:cubicBezTo>
                  <a:pt x="20150" y="8661"/>
                  <a:pt x="8636" y="20209"/>
                  <a:pt x="8636" y="33562"/>
                </a:cubicBezTo>
                <a:lnTo>
                  <a:pt x="8636" y="51245"/>
                </a:lnTo>
                <a:cubicBezTo>
                  <a:pt x="12594" y="48719"/>
                  <a:pt x="17272" y="46915"/>
                  <a:pt x="21950" y="46915"/>
                </a:cubicBezTo>
                <a:lnTo>
                  <a:pt x="162285" y="46915"/>
                </a:lnTo>
                <a:cubicBezTo>
                  <a:pt x="167322" y="46915"/>
                  <a:pt x="171640" y="48719"/>
                  <a:pt x="175239" y="51245"/>
                </a:cubicBezTo>
                <a:lnTo>
                  <a:pt x="175239" y="33562"/>
                </a:lnTo>
                <a:cubicBezTo>
                  <a:pt x="175239" y="20209"/>
                  <a:pt x="164444" y="8661"/>
                  <a:pt x="150770" y="8661"/>
                </a:cubicBezTo>
                <a:lnTo>
                  <a:pt x="33824" y="8661"/>
                </a:lnTo>
                <a:close/>
                <a:moveTo>
                  <a:pt x="186866" y="0"/>
                </a:moveTo>
                <a:lnTo>
                  <a:pt x="280112" y="0"/>
                </a:lnTo>
                <a:cubicBezTo>
                  <a:pt x="285491" y="0"/>
                  <a:pt x="290153" y="4691"/>
                  <a:pt x="290153" y="10105"/>
                </a:cubicBezTo>
                <a:lnTo>
                  <a:pt x="290153" y="280047"/>
                </a:lnTo>
                <a:cubicBezTo>
                  <a:pt x="290153" y="285460"/>
                  <a:pt x="285491" y="290151"/>
                  <a:pt x="280112" y="290151"/>
                </a:cubicBezTo>
                <a:lnTo>
                  <a:pt x="186866" y="290151"/>
                </a:lnTo>
                <a:cubicBezTo>
                  <a:pt x="184355" y="290151"/>
                  <a:pt x="182562" y="287986"/>
                  <a:pt x="182562" y="285821"/>
                </a:cubicBezTo>
                <a:cubicBezTo>
                  <a:pt x="182562" y="283295"/>
                  <a:pt x="184355" y="281490"/>
                  <a:pt x="186866" y="281490"/>
                </a:cubicBezTo>
                <a:lnTo>
                  <a:pt x="280112" y="281490"/>
                </a:lnTo>
                <a:cubicBezTo>
                  <a:pt x="280829" y="281490"/>
                  <a:pt x="281546" y="280768"/>
                  <a:pt x="281546" y="280047"/>
                </a:cubicBezTo>
                <a:lnTo>
                  <a:pt x="281546" y="243236"/>
                </a:lnTo>
                <a:lnTo>
                  <a:pt x="198342" y="243236"/>
                </a:lnTo>
                <a:cubicBezTo>
                  <a:pt x="196190" y="243236"/>
                  <a:pt x="194039" y="241432"/>
                  <a:pt x="194039" y="238906"/>
                </a:cubicBezTo>
                <a:cubicBezTo>
                  <a:pt x="194039" y="236380"/>
                  <a:pt x="196190" y="234575"/>
                  <a:pt x="198342" y="234575"/>
                </a:cubicBezTo>
                <a:lnTo>
                  <a:pt x="281546" y="234575"/>
                </a:lnTo>
                <a:lnTo>
                  <a:pt x="281546" y="55576"/>
                </a:lnTo>
                <a:lnTo>
                  <a:pt x="198342" y="55576"/>
                </a:lnTo>
                <a:cubicBezTo>
                  <a:pt x="196190" y="55576"/>
                  <a:pt x="194039" y="53772"/>
                  <a:pt x="194039" y="51245"/>
                </a:cubicBezTo>
                <a:cubicBezTo>
                  <a:pt x="194039" y="48719"/>
                  <a:pt x="196190" y="46915"/>
                  <a:pt x="198342" y="46915"/>
                </a:cubicBezTo>
                <a:lnTo>
                  <a:pt x="281546" y="46915"/>
                </a:lnTo>
                <a:lnTo>
                  <a:pt x="281546" y="10105"/>
                </a:lnTo>
                <a:cubicBezTo>
                  <a:pt x="281546" y="9383"/>
                  <a:pt x="280829" y="8661"/>
                  <a:pt x="280112" y="8661"/>
                </a:cubicBezTo>
                <a:lnTo>
                  <a:pt x="186866" y="8661"/>
                </a:lnTo>
                <a:cubicBezTo>
                  <a:pt x="184355" y="8661"/>
                  <a:pt x="182562" y="6857"/>
                  <a:pt x="182562" y="4330"/>
                </a:cubicBezTo>
                <a:cubicBezTo>
                  <a:pt x="182562" y="2165"/>
                  <a:pt x="184355" y="0"/>
                  <a:pt x="186866" y="0"/>
                </a:cubicBezTo>
                <a:close/>
                <a:moveTo>
                  <a:pt x="33824" y="0"/>
                </a:moveTo>
                <a:lnTo>
                  <a:pt x="150770" y="0"/>
                </a:lnTo>
                <a:cubicBezTo>
                  <a:pt x="169121" y="0"/>
                  <a:pt x="184234" y="15157"/>
                  <a:pt x="184234" y="33562"/>
                </a:cubicBezTo>
                <a:lnTo>
                  <a:pt x="184234" y="82282"/>
                </a:lnTo>
                <a:cubicBezTo>
                  <a:pt x="216619" y="84447"/>
                  <a:pt x="242527" y="111874"/>
                  <a:pt x="242527" y="145076"/>
                </a:cubicBezTo>
                <a:cubicBezTo>
                  <a:pt x="242527" y="178277"/>
                  <a:pt x="216619" y="205344"/>
                  <a:pt x="184234" y="207870"/>
                </a:cubicBezTo>
                <a:lnTo>
                  <a:pt x="184234" y="256228"/>
                </a:lnTo>
                <a:cubicBezTo>
                  <a:pt x="184234" y="274994"/>
                  <a:pt x="169121" y="290151"/>
                  <a:pt x="150770" y="290151"/>
                </a:cubicBezTo>
                <a:lnTo>
                  <a:pt x="33824" y="290151"/>
                </a:lnTo>
                <a:cubicBezTo>
                  <a:pt x="15113" y="290151"/>
                  <a:pt x="0" y="274994"/>
                  <a:pt x="0" y="256228"/>
                </a:cubicBezTo>
                <a:lnTo>
                  <a:pt x="0" y="33562"/>
                </a:lnTo>
                <a:cubicBezTo>
                  <a:pt x="0" y="15157"/>
                  <a:pt x="15113" y="0"/>
                  <a:pt x="33824" y="0"/>
                </a:cubicBezTo>
                <a:close/>
              </a:path>
            </a:pathLst>
          </a:custGeom>
          <a:solidFill>
            <a:srgbClr val="1A171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en-US" sz="900"/>
          </a:p>
        </p:txBody>
      </p:sp>
      <p:sp>
        <p:nvSpPr>
          <p:cNvPr id="31" name="Freeform 996">
            <a:extLst>
              <a:ext uri="{FF2B5EF4-FFF2-40B4-BE49-F238E27FC236}">
                <a16:creationId xmlns:a16="http://schemas.microsoft.com/office/drawing/2014/main" id="{43FDB785-851D-CC42-81A0-112490ACCC92}"/>
              </a:ext>
            </a:extLst>
          </p:cNvPr>
          <p:cNvSpPr>
            <a:spLocks noChangeAspect="1" noChangeArrowheads="1"/>
          </p:cNvSpPr>
          <p:nvPr/>
        </p:nvSpPr>
        <p:spPr bwMode="auto">
          <a:xfrm>
            <a:off x="5880100" y="2746145"/>
            <a:ext cx="431800" cy="471571"/>
          </a:xfrm>
          <a:custGeom>
            <a:avLst/>
            <a:gdLst>
              <a:gd name="T0" fmla="*/ 32437331 w 267017"/>
              <a:gd name="T1" fmla="*/ 25862517 h 290151"/>
              <a:gd name="T2" fmla="*/ 30564467 w 267017"/>
              <a:gd name="T3" fmla="*/ 25862517 h 290151"/>
              <a:gd name="T4" fmla="*/ 17158302 w 267017"/>
              <a:gd name="T5" fmla="*/ 24788421 h 290151"/>
              <a:gd name="T6" fmla="*/ 17158302 w 267017"/>
              <a:gd name="T7" fmla="*/ 26771477 h 290151"/>
              <a:gd name="T8" fmla="*/ 17158302 w 267017"/>
              <a:gd name="T9" fmla="*/ 24788421 h 290151"/>
              <a:gd name="T10" fmla="*/ 32813845 w 267017"/>
              <a:gd name="T11" fmla="*/ 16839060 h 290151"/>
              <a:gd name="T12" fmla="*/ 32159665 w 267017"/>
              <a:gd name="T13" fmla="*/ 34694181 h 290151"/>
              <a:gd name="T14" fmla="*/ 31505516 w 267017"/>
              <a:gd name="T15" fmla="*/ 33049854 h 290151"/>
              <a:gd name="T16" fmla="*/ 31505516 w 267017"/>
              <a:gd name="T17" fmla="*/ 16839060 h 290151"/>
              <a:gd name="T18" fmla="*/ 17447095 w 267017"/>
              <a:gd name="T19" fmla="*/ 16839060 h 290151"/>
              <a:gd name="T20" fmla="*/ 17447095 w 267017"/>
              <a:gd name="T21" fmla="*/ 33049854 h 290151"/>
              <a:gd name="T22" fmla="*/ 16793147 w 267017"/>
              <a:gd name="T23" fmla="*/ 34694181 h 290151"/>
              <a:gd name="T24" fmla="*/ 16211645 w 267017"/>
              <a:gd name="T25" fmla="*/ 16839060 h 290151"/>
              <a:gd name="T26" fmla="*/ 25237751 w 267017"/>
              <a:gd name="T27" fmla="*/ 16845466 h 290151"/>
              <a:gd name="T28" fmla="*/ 28568437 w 267017"/>
              <a:gd name="T29" fmla="*/ 20568435 h 290151"/>
              <a:gd name="T30" fmla="*/ 26865911 w 267017"/>
              <a:gd name="T31" fmla="*/ 21344211 h 290151"/>
              <a:gd name="T32" fmla="*/ 21610640 w 267017"/>
              <a:gd name="T33" fmla="*/ 22197506 h 290151"/>
              <a:gd name="T34" fmla="*/ 28864728 w 267017"/>
              <a:gd name="T35" fmla="*/ 29100700 h 290151"/>
              <a:gd name="T36" fmla="*/ 25237751 w 267017"/>
              <a:gd name="T37" fmla="*/ 34452837 h 290151"/>
              <a:gd name="T38" fmla="*/ 23387158 w 267017"/>
              <a:gd name="T39" fmla="*/ 34452837 h 290151"/>
              <a:gd name="T40" fmla="*/ 20130491 w 267017"/>
              <a:gd name="T41" fmla="*/ 30729527 h 290151"/>
              <a:gd name="T42" fmla="*/ 21758669 w 267017"/>
              <a:gd name="T43" fmla="*/ 29954018 h 290151"/>
              <a:gd name="T44" fmla="*/ 27088321 w 267017"/>
              <a:gd name="T45" fmla="*/ 29100700 h 290151"/>
              <a:gd name="T46" fmla="*/ 19834217 w 267017"/>
              <a:gd name="T47" fmla="*/ 22197506 h 290151"/>
              <a:gd name="T48" fmla="*/ 23387158 w 267017"/>
              <a:gd name="T49" fmla="*/ 16845466 h 290151"/>
              <a:gd name="T50" fmla="*/ 24549105 w 267017"/>
              <a:gd name="T51" fmla="*/ 9442289 h 290151"/>
              <a:gd name="T52" fmla="*/ 24549105 w 267017"/>
              <a:gd name="T53" fmla="*/ 41672391 h 290151"/>
              <a:gd name="T54" fmla="*/ 32422264 w 267017"/>
              <a:gd name="T55" fmla="*/ 39570416 h 290151"/>
              <a:gd name="T56" fmla="*/ 39780314 w 267017"/>
              <a:gd name="T57" fmla="*/ 44630506 h 290151"/>
              <a:gd name="T58" fmla="*/ 24549105 w 267017"/>
              <a:gd name="T59" fmla="*/ 9442289 h 290151"/>
              <a:gd name="T60" fmla="*/ 41546062 w 267017"/>
              <a:gd name="T61" fmla="*/ 25635193 h 290151"/>
              <a:gd name="T62" fmla="*/ 41104640 w 267017"/>
              <a:gd name="T63" fmla="*/ 47277601 h 290151"/>
              <a:gd name="T64" fmla="*/ 40148157 w 267017"/>
              <a:gd name="T65" fmla="*/ 47199355 h 290151"/>
              <a:gd name="T66" fmla="*/ 24549105 w 267017"/>
              <a:gd name="T67" fmla="*/ 43618655 h 290151"/>
              <a:gd name="T68" fmla="*/ 24549105 w 267017"/>
              <a:gd name="T69" fmla="*/ 7574506 h 290151"/>
              <a:gd name="T70" fmla="*/ 48681605 w 267017"/>
              <a:gd name="T71" fmla="*/ 25749313 h 290151"/>
              <a:gd name="T72" fmla="*/ 54656085 w 267017"/>
              <a:gd name="T73" fmla="*/ 37802068 h 290151"/>
              <a:gd name="T74" fmla="*/ 48607725 w 267017"/>
              <a:gd name="T75" fmla="*/ 42341729 h 290151"/>
              <a:gd name="T76" fmla="*/ 39240207 w 267017"/>
              <a:gd name="T77" fmla="*/ 55177407 h 290151"/>
              <a:gd name="T78" fmla="*/ 37027412 w 267017"/>
              <a:gd name="T79" fmla="*/ 61986269 h 290151"/>
              <a:gd name="T80" fmla="*/ 35257229 w 267017"/>
              <a:gd name="T81" fmla="*/ 61986269 h 290151"/>
              <a:gd name="T82" fmla="*/ 39240207 w 267017"/>
              <a:gd name="T83" fmla="*/ 53298983 h 290151"/>
              <a:gd name="T84" fmla="*/ 46689949 w 267017"/>
              <a:gd name="T85" fmla="*/ 41793867 h 290151"/>
              <a:gd name="T86" fmla="*/ 52148241 w 267017"/>
              <a:gd name="T87" fmla="*/ 38350213 h 290151"/>
              <a:gd name="T88" fmla="*/ 52148241 w 267017"/>
              <a:gd name="T89" fmla="*/ 35532628 h 290151"/>
              <a:gd name="T90" fmla="*/ 46837368 w 267017"/>
              <a:gd name="T91" fmla="*/ 25827662 h 290151"/>
              <a:gd name="T92" fmla="*/ 1770592 w 267017"/>
              <a:gd name="T93" fmla="*/ 25827662 h 290151"/>
              <a:gd name="T94" fmla="*/ 4720939 w 267017"/>
              <a:gd name="T95" fmla="*/ 37724109 h 290151"/>
              <a:gd name="T96" fmla="*/ 10547663 w 267017"/>
              <a:gd name="T97" fmla="*/ 48289704 h 290151"/>
              <a:gd name="T98" fmla="*/ 11727545 w 267017"/>
              <a:gd name="T99" fmla="*/ 62925261 h 290151"/>
              <a:gd name="T100" fmla="*/ 8998688 w 267017"/>
              <a:gd name="T101" fmla="*/ 49072616 h 290151"/>
              <a:gd name="T102" fmla="*/ 3245112 w 267017"/>
              <a:gd name="T103" fmla="*/ 38741449 h 290151"/>
              <a:gd name="T104" fmla="*/ 0 w 267017"/>
              <a:gd name="T105" fmla="*/ 25827662 h 290151"/>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267017" h="290151">
                <a:moveTo>
                  <a:pt x="153797" y="114300"/>
                </a:moveTo>
                <a:cubicBezTo>
                  <a:pt x="156464" y="114300"/>
                  <a:pt x="158369" y="116205"/>
                  <a:pt x="158369" y="119253"/>
                </a:cubicBezTo>
                <a:cubicBezTo>
                  <a:pt x="158369" y="121539"/>
                  <a:pt x="156464" y="123444"/>
                  <a:pt x="153797" y="123444"/>
                </a:cubicBezTo>
                <a:cubicBezTo>
                  <a:pt x="151130" y="123444"/>
                  <a:pt x="149225" y="121539"/>
                  <a:pt x="149225" y="119253"/>
                </a:cubicBezTo>
                <a:cubicBezTo>
                  <a:pt x="149225" y="116205"/>
                  <a:pt x="151130" y="114300"/>
                  <a:pt x="153797" y="114300"/>
                </a:cubicBezTo>
                <a:close/>
                <a:moveTo>
                  <a:pt x="83771" y="114300"/>
                </a:moveTo>
                <a:cubicBezTo>
                  <a:pt x="86336" y="114300"/>
                  <a:pt x="88534" y="116205"/>
                  <a:pt x="88534" y="119253"/>
                </a:cubicBezTo>
                <a:cubicBezTo>
                  <a:pt x="88534" y="121539"/>
                  <a:pt x="86336" y="123444"/>
                  <a:pt x="83771" y="123444"/>
                </a:cubicBezTo>
                <a:cubicBezTo>
                  <a:pt x="81207" y="123444"/>
                  <a:pt x="79375" y="121539"/>
                  <a:pt x="79375" y="119253"/>
                </a:cubicBezTo>
                <a:cubicBezTo>
                  <a:pt x="79375" y="116205"/>
                  <a:pt x="81207" y="114300"/>
                  <a:pt x="83771" y="114300"/>
                </a:cubicBezTo>
                <a:close/>
                <a:moveTo>
                  <a:pt x="153820" y="77645"/>
                </a:moveTo>
                <a:cubicBezTo>
                  <a:pt x="155594" y="76200"/>
                  <a:pt x="158433" y="76200"/>
                  <a:pt x="160207" y="77645"/>
                </a:cubicBezTo>
                <a:cubicBezTo>
                  <a:pt x="182207" y="100033"/>
                  <a:pt x="182207" y="136504"/>
                  <a:pt x="160207" y="158532"/>
                </a:cubicBezTo>
                <a:cubicBezTo>
                  <a:pt x="159142" y="159254"/>
                  <a:pt x="158078" y="159976"/>
                  <a:pt x="157013" y="159976"/>
                </a:cubicBezTo>
                <a:cubicBezTo>
                  <a:pt x="155949" y="159976"/>
                  <a:pt x="154884" y="159254"/>
                  <a:pt x="153820" y="158532"/>
                </a:cubicBezTo>
                <a:cubicBezTo>
                  <a:pt x="152400" y="156726"/>
                  <a:pt x="152400" y="154198"/>
                  <a:pt x="153820" y="152393"/>
                </a:cubicBezTo>
                <a:cubicBezTo>
                  <a:pt x="172626" y="133616"/>
                  <a:pt x="172626" y="102922"/>
                  <a:pt x="153820" y="83783"/>
                </a:cubicBezTo>
                <a:cubicBezTo>
                  <a:pt x="152400" y="82339"/>
                  <a:pt x="152400" y="79450"/>
                  <a:pt x="153820" y="77645"/>
                </a:cubicBezTo>
                <a:close/>
                <a:moveTo>
                  <a:pt x="79151" y="77645"/>
                </a:moveTo>
                <a:cubicBezTo>
                  <a:pt x="80570" y="76200"/>
                  <a:pt x="83409" y="76200"/>
                  <a:pt x="85183" y="77645"/>
                </a:cubicBezTo>
                <a:cubicBezTo>
                  <a:pt x="86957" y="79450"/>
                  <a:pt x="86957" y="82339"/>
                  <a:pt x="85183" y="83783"/>
                </a:cubicBezTo>
                <a:cubicBezTo>
                  <a:pt x="66731" y="102922"/>
                  <a:pt x="66731" y="133616"/>
                  <a:pt x="85183" y="152393"/>
                </a:cubicBezTo>
                <a:cubicBezTo>
                  <a:pt x="86957" y="154198"/>
                  <a:pt x="86957" y="156726"/>
                  <a:pt x="85183" y="158532"/>
                </a:cubicBezTo>
                <a:cubicBezTo>
                  <a:pt x="84473" y="159254"/>
                  <a:pt x="83054" y="159976"/>
                  <a:pt x="81989" y="159976"/>
                </a:cubicBezTo>
                <a:cubicBezTo>
                  <a:pt x="80925" y="159976"/>
                  <a:pt x="79860" y="159254"/>
                  <a:pt x="79151" y="158532"/>
                </a:cubicBezTo>
                <a:cubicBezTo>
                  <a:pt x="57150" y="136504"/>
                  <a:pt x="57150" y="100033"/>
                  <a:pt x="79151" y="77645"/>
                </a:cubicBezTo>
                <a:close/>
                <a:moveTo>
                  <a:pt x="118881" y="73025"/>
                </a:moveTo>
                <a:cubicBezTo>
                  <a:pt x="121050" y="73025"/>
                  <a:pt x="123218" y="75171"/>
                  <a:pt x="123218" y="77675"/>
                </a:cubicBezTo>
                <a:lnTo>
                  <a:pt x="123218" y="82324"/>
                </a:lnTo>
                <a:cubicBezTo>
                  <a:pt x="130446" y="83755"/>
                  <a:pt x="136589" y="88404"/>
                  <a:pt x="139480" y="94842"/>
                </a:cubicBezTo>
                <a:cubicBezTo>
                  <a:pt x="140203" y="96988"/>
                  <a:pt x="139119" y="99492"/>
                  <a:pt x="136951" y="100565"/>
                </a:cubicBezTo>
                <a:cubicBezTo>
                  <a:pt x="134782" y="101280"/>
                  <a:pt x="132253" y="100565"/>
                  <a:pt x="131168" y="98419"/>
                </a:cubicBezTo>
                <a:cubicBezTo>
                  <a:pt x="129362" y="93769"/>
                  <a:pt x="124302" y="90550"/>
                  <a:pt x="118881" y="90550"/>
                </a:cubicBezTo>
                <a:cubicBezTo>
                  <a:pt x="111292" y="90550"/>
                  <a:pt x="105510" y="95915"/>
                  <a:pt x="105510" y="102353"/>
                </a:cubicBezTo>
                <a:cubicBezTo>
                  <a:pt x="105510" y="109864"/>
                  <a:pt x="110208" y="113798"/>
                  <a:pt x="118881" y="113798"/>
                </a:cubicBezTo>
                <a:cubicBezTo>
                  <a:pt x="135144" y="113798"/>
                  <a:pt x="140926" y="124528"/>
                  <a:pt x="140926" y="134184"/>
                </a:cubicBezTo>
                <a:cubicBezTo>
                  <a:pt x="140926" y="143841"/>
                  <a:pt x="133337" y="152067"/>
                  <a:pt x="123218" y="153856"/>
                </a:cubicBezTo>
                <a:lnTo>
                  <a:pt x="123218" y="158863"/>
                </a:lnTo>
                <a:cubicBezTo>
                  <a:pt x="123218" y="161366"/>
                  <a:pt x="121050" y="163155"/>
                  <a:pt x="118881" y="163155"/>
                </a:cubicBezTo>
                <a:cubicBezTo>
                  <a:pt x="116352" y="163155"/>
                  <a:pt x="114183" y="161366"/>
                  <a:pt x="114183" y="158863"/>
                </a:cubicBezTo>
                <a:lnTo>
                  <a:pt x="114183" y="153856"/>
                </a:lnTo>
                <a:cubicBezTo>
                  <a:pt x="106956" y="152425"/>
                  <a:pt x="100812" y="148133"/>
                  <a:pt x="98283" y="141695"/>
                </a:cubicBezTo>
                <a:cubicBezTo>
                  <a:pt x="97199" y="139192"/>
                  <a:pt x="98283" y="136688"/>
                  <a:pt x="100451" y="135615"/>
                </a:cubicBezTo>
                <a:cubicBezTo>
                  <a:pt x="102981" y="134900"/>
                  <a:pt x="105510" y="135973"/>
                  <a:pt x="106233" y="138119"/>
                </a:cubicBezTo>
                <a:cubicBezTo>
                  <a:pt x="108040" y="142768"/>
                  <a:pt x="113099" y="145987"/>
                  <a:pt x="118881" y="145987"/>
                </a:cubicBezTo>
                <a:cubicBezTo>
                  <a:pt x="126109" y="145987"/>
                  <a:pt x="132253" y="140622"/>
                  <a:pt x="132253" y="134184"/>
                </a:cubicBezTo>
                <a:cubicBezTo>
                  <a:pt x="132253" y="126316"/>
                  <a:pt x="127555" y="122382"/>
                  <a:pt x="118881" y="122382"/>
                </a:cubicBezTo>
                <a:cubicBezTo>
                  <a:pt x="102619" y="122382"/>
                  <a:pt x="96837" y="112010"/>
                  <a:pt x="96837" y="102353"/>
                </a:cubicBezTo>
                <a:cubicBezTo>
                  <a:pt x="96837" y="92339"/>
                  <a:pt x="104065" y="84112"/>
                  <a:pt x="114183" y="82324"/>
                </a:cubicBezTo>
                <a:lnTo>
                  <a:pt x="114183" y="77675"/>
                </a:lnTo>
                <a:cubicBezTo>
                  <a:pt x="114183" y="75171"/>
                  <a:pt x="116352" y="73025"/>
                  <a:pt x="118881" y="73025"/>
                </a:cubicBezTo>
                <a:close/>
                <a:moveTo>
                  <a:pt x="119856" y="43540"/>
                </a:moveTo>
                <a:cubicBezTo>
                  <a:pt x="78903" y="43540"/>
                  <a:pt x="45134" y="76924"/>
                  <a:pt x="45134" y="118205"/>
                </a:cubicBezTo>
                <a:cubicBezTo>
                  <a:pt x="45134" y="158769"/>
                  <a:pt x="78903" y="192153"/>
                  <a:pt x="119856" y="192153"/>
                </a:cubicBezTo>
                <a:cubicBezTo>
                  <a:pt x="132430" y="192153"/>
                  <a:pt x="145003" y="189281"/>
                  <a:pt x="156140" y="182820"/>
                </a:cubicBezTo>
                <a:cubicBezTo>
                  <a:pt x="156858" y="182461"/>
                  <a:pt x="157217" y="182461"/>
                  <a:pt x="158295" y="182461"/>
                </a:cubicBezTo>
                <a:cubicBezTo>
                  <a:pt x="159013" y="182461"/>
                  <a:pt x="159732" y="182461"/>
                  <a:pt x="160450" y="183179"/>
                </a:cubicBezTo>
                <a:lnTo>
                  <a:pt x="194219" y="205793"/>
                </a:lnTo>
                <a:lnTo>
                  <a:pt x="194219" y="118205"/>
                </a:lnTo>
                <a:cubicBezTo>
                  <a:pt x="194219" y="76924"/>
                  <a:pt x="160810" y="43540"/>
                  <a:pt x="119856" y="43540"/>
                </a:cubicBezTo>
                <a:close/>
                <a:moveTo>
                  <a:pt x="119856" y="34925"/>
                </a:moveTo>
                <a:cubicBezTo>
                  <a:pt x="165480" y="34925"/>
                  <a:pt x="202841" y="71899"/>
                  <a:pt x="202841" y="118205"/>
                </a:cubicBezTo>
                <a:lnTo>
                  <a:pt x="202841" y="214050"/>
                </a:lnTo>
                <a:cubicBezTo>
                  <a:pt x="202841" y="215845"/>
                  <a:pt x="202122" y="217280"/>
                  <a:pt x="200685" y="217998"/>
                </a:cubicBezTo>
                <a:cubicBezTo>
                  <a:pt x="199967" y="218357"/>
                  <a:pt x="199248" y="218716"/>
                  <a:pt x="198530" y="218716"/>
                </a:cubicBezTo>
                <a:cubicBezTo>
                  <a:pt x="197812" y="218716"/>
                  <a:pt x="196734" y="218357"/>
                  <a:pt x="196015" y="217639"/>
                </a:cubicBezTo>
                <a:lnTo>
                  <a:pt x="157936" y="191794"/>
                </a:lnTo>
                <a:cubicBezTo>
                  <a:pt x="146081" y="197896"/>
                  <a:pt x="133148" y="201127"/>
                  <a:pt x="119856" y="201127"/>
                </a:cubicBezTo>
                <a:cubicBezTo>
                  <a:pt x="73873" y="201127"/>
                  <a:pt x="36512" y="163794"/>
                  <a:pt x="36512" y="118205"/>
                </a:cubicBezTo>
                <a:cubicBezTo>
                  <a:pt x="36512" y="71899"/>
                  <a:pt x="73873" y="34925"/>
                  <a:pt x="119856" y="34925"/>
                </a:cubicBezTo>
                <a:close/>
                <a:moveTo>
                  <a:pt x="118479" y="0"/>
                </a:moveTo>
                <a:cubicBezTo>
                  <a:pt x="184020" y="0"/>
                  <a:pt x="237317" y="53050"/>
                  <a:pt x="237677" y="118731"/>
                </a:cubicBezTo>
                <a:cubicBezTo>
                  <a:pt x="238037" y="120897"/>
                  <a:pt x="242719" y="136054"/>
                  <a:pt x="261085" y="158068"/>
                </a:cubicBezTo>
                <a:cubicBezTo>
                  <a:pt x="263606" y="161316"/>
                  <a:pt x="267927" y="167451"/>
                  <a:pt x="266847" y="174307"/>
                </a:cubicBezTo>
                <a:cubicBezTo>
                  <a:pt x="266487" y="177195"/>
                  <a:pt x="264686" y="181164"/>
                  <a:pt x="258924" y="184412"/>
                </a:cubicBezTo>
                <a:cubicBezTo>
                  <a:pt x="251002" y="189104"/>
                  <a:pt x="241638" y="193073"/>
                  <a:pt x="237317" y="195239"/>
                </a:cubicBezTo>
                <a:cubicBezTo>
                  <a:pt x="238037" y="203178"/>
                  <a:pt x="239838" y="222666"/>
                  <a:pt x="237317" y="236380"/>
                </a:cubicBezTo>
                <a:cubicBezTo>
                  <a:pt x="234076" y="252258"/>
                  <a:pt x="207427" y="254424"/>
                  <a:pt x="191582" y="254424"/>
                </a:cubicBezTo>
                <a:cubicBezTo>
                  <a:pt x="187621" y="254424"/>
                  <a:pt x="180779" y="255867"/>
                  <a:pt x="180779" y="264529"/>
                </a:cubicBezTo>
                <a:lnTo>
                  <a:pt x="180779" y="285821"/>
                </a:lnTo>
                <a:cubicBezTo>
                  <a:pt x="180779" y="287986"/>
                  <a:pt x="178978" y="290151"/>
                  <a:pt x="176457" y="290151"/>
                </a:cubicBezTo>
                <a:cubicBezTo>
                  <a:pt x="173937" y="290151"/>
                  <a:pt x="172136" y="287986"/>
                  <a:pt x="172136" y="285821"/>
                </a:cubicBezTo>
                <a:lnTo>
                  <a:pt x="172136" y="264529"/>
                </a:lnTo>
                <a:cubicBezTo>
                  <a:pt x="172136" y="252980"/>
                  <a:pt x="179698" y="245763"/>
                  <a:pt x="191582" y="245763"/>
                </a:cubicBezTo>
                <a:cubicBezTo>
                  <a:pt x="212469" y="245763"/>
                  <a:pt x="227234" y="241432"/>
                  <a:pt x="228314" y="234575"/>
                </a:cubicBezTo>
                <a:cubicBezTo>
                  <a:pt x="231195" y="219057"/>
                  <a:pt x="227954" y="193073"/>
                  <a:pt x="227954" y="192713"/>
                </a:cubicBezTo>
                <a:cubicBezTo>
                  <a:pt x="227954" y="190908"/>
                  <a:pt x="229034" y="189104"/>
                  <a:pt x="230835" y="188021"/>
                </a:cubicBezTo>
                <a:cubicBezTo>
                  <a:pt x="230835" y="188021"/>
                  <a:pt x="243799" y="182969"/>
                  <a:pt x="254603" y="176834"/>
                </a:cubicBezTo>
                <a:cubicBezTo>
                  <a:pt x="257844" y="175029"/>
                  <a:pt x="258204" y="173225"/>
                  <a:pt x="258204" y="172503"/>
                </a:cubicBezTo>
                <a:cubicBezTo>
                  <a:pt x="258564" y="169977"/>
                  <a:pt x="256403" y="166368"/>
                  <a:pt x="254603" y="163842"/>
                </a:cubicBezTo>
                <a:cubicBezTo>
                  <a:pt x="232636" y="137858"/>
                  <a:pt x="229034" y="120536"/>
                  <a:pt x="229034" y="119814"/>
                </a:cubicBezTo>
                <a:cubicBezTo>
                  <a:pt x="228674" y="119814"/>
                  <a:pt x="228674" y="119453"/>
                  <a:pt x="228674" y="119092"/>
                </a:cubicBezTo>
                <a:cubicBezTo>
                  <a:pt x="228674" y="58103"/>
                  <a:pt x="179338" y="8661"/>
                  <a:pt x="118479" y="8661"/>
                </a:cubicBezTo>
                <a:cubicBezTo>
                  <a:pt x="57979" y="8661"/>
                  <a:pt x="8643" y="58103"/>
                  <a:pt x="8643" y="119092"/>
                </a:cubicBezTo>
                <a:cubicBezTo>
                  <a:pt x="8643" y="138219"/>
                  <a:pt x="13684" y="156985"/>
                  <a:pt x="23047" y="173586"/>
                </a:cubicBezTo>
                <a:lnTo>
                  <a:pt x="23047" y="173947"/>
                </a:lnTo>
                <a:cubicBezTo>
                  <a:pt x="26649" y="180082"/>
                  <a:pt x="30610" y="186217"/>
                  <a:pt x="34571" y="192713"/>
                </a:cubicBezTo>
                <a:cubicBezTo>
                  <a:pt x="41414" y="203539"/>
                  <a:pt x="47896" y="214005"/>
                  <a:pt x="51497" y="222666"/>
                </a:cubicBezTo>
                <a:cubicBezTo>
                  <a:pt x="60860" y="243236"/>
                  <a:pt x="61580" y="284016"/>
                  <a:pt x="61580" y="285460"/>
                </a:cubicBezTo>
                <a:cubicBezTo>
                  <a:pt x="61580" y="287986"/>
                  <a:pt x="59419" y="290151"/>
                  <a:pt x="57259" y="290151"/>
                </a:cubicBezTo>
                <a:cubicBezTo>
                  <a:pt x="54738" y="290151"/>
                  <a:pt x="52577" y="287986"/>
                  <a:pt x="52577" y="285821"/>
                </a:cubicBezTo>
                <a:cubicBezTo>
                  <a:pt x="52577" y="285460"/>
                  <a:pt x="52217" y="245041"/>
                  <a:pt x="43934" y="226275"/>
                </a:cubicBezTo>
                <a:cubicBezTo>
                  <a:pt x="39973" y="218335"/>
                  <a:pt x="33491" y="207870"/>
                  <a:pt x="27009" y="197043"/>
                </a:cubicBezTo>
                <a:cubicBezTo>
                  <a:pt x="23047" y="191269"/>
                  <a:pt x="19086" y="184773"/>
                  <a:pt x="15845" y="178638"/>
                </a:cubicBezTo>
                <a:lnTo>
                  <a:pt x="15485" y="178277"/>
                </a:lnTo>
                <a:cubicBezTo>
                  <a:pt x="5402" y="160233"/>
                  <a:pt x="0" y="140023"/>
                  <a:pt x="0" y="119092"/>
                </a:cubicBezTo>
                <a:cubicBezTo>
                  <a:pt x="0" y="53411"/>
                  <a:pt x="52937" y="0"/>
                  <a:pt x="118479" y="0"/>
                </a:cubicBezTo>
                <a:close/>
              </a:path>
            </a:pathLst>
          </a:custGeom>
          <a:solidFill>
            <a:srgbClr val="1A171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en-US" sz="900"/>
          </a:p>
        </p:txBody>
      </p:sp>
      <p:sp>
        <p:nvSpPr>
          <p:cNvPr id="32" name="Freeform 995">
            <a:extLst>
              <a:ext uri="{FF2B5EF4-FFF2-40B4-BE49-F238E27FC236}">
                <a16:creationId xmlns:a16="http://schemas.microsoft.com/office/drawing/2014/main" id="{4823B2F6-14A4-F54A-B3C3-886B044B8E74}"/>
              </a:ext>
            </a:extLst>
          </p:cNvPr>
          <p:cNvSpPr>
            <a:spLocks noChangeAspect="1" noChangeArrowheads="1"/>
          </p:cNvSpPr>
          <p:nvPr/>
        </p:nvSpPr>
        <p:spPr bwMode="auto">
          <a:xfrm>
            <a:off x="9668382" y="2746145"/>
            <a:ext cx="471571" cy="471571"/>
          </a:xfrm>
          <a:custGeom>
            <a:avLst/>
            <a:gdLst>
              <a:gd name="T0" fmla="*/ 47661876 w 290152"/>
              <a:gd name="T1" fmla="*/ 60029751 h 290151"/>
              <a:gd name="T2" fmla="*/ 61045022 w 290152"/>
              <a:gd name="T3" fmla="*/ 60029751 h 290151"/>
              <a:gd name="T4" fmla="*/ 48679279 w 290152"/>
              <a:gd name="T5" fmla="*/ 56586007 h 290151"/>
              <a:gd name="T6" fmla="*/ 32400700 w 290152"/>
              <a:gd name="T7" fmla="*/ 60029751 h 290151"/>
              <a:gd name="T8" fmla="*/ 45783705 w 290152"/>
              <a:gd name="T9" fmla="*/ 60029751 h 290151"/>
              <a:gd name="T10" fmla="*/ 33339978 w 290152"/>
              <a:gd name="T11" fmla="*/ 56586007 h 290151"/>
              <a:gd name="T12" fmla="*/ 17139670 w 290152"/>
              <a:gd name="T13" fmla="*/ 60029751 h 290151"/>
              <a:gd name="T14" fmla="*/ 30522351 w 290152"/>
              <a:gd name="T15" fmla="*/ 60029751 h 290151"/>
              <a:gd name="T16" fmla="*/ 18156714 w 290152"/>
              <a:gd name="T17" fmla="*/ 56586007 h 290151"/>
              <a:gd name="T18" fmla="*/ 1878494 w 290152"/>
              <a:gd name="T19" fmla="*/ 60029751 h 290151"/>
              <a:gd name="T20" fmla="*/ 15261361 w 290152"/>
              <a:gd name="T21" fmla="*/ 60029751 h 290151"/>
              <a:gd name="T22" fmla="*/ 2896270 w 290152"/>
              <a:gd name="T23" fmla="*/ 56586007 h 290151"/>
              <a:gd name="T24" fmla="*/ 47661876 w 290152"/>
              <a:gd name="T25" fmla="*/ 53690116 h 290151"/>
              <a:gd name="T26" fmla="*/ 61045022 w 290152"/>
              <a:gd name="T27" fmla="*/ 53690116 h 290151"/>
              <a:gd name="T28" fmla="*/ 48679279 w 290152"/>
              <a:gd name="T29" fmla="*/ 50246387 h 290151"/>
              <a:gd name="T30" fmla="*/ 32400700 w 290152"/>
              <a:gd name="T31" fmla="*/ 53690116 h 290151"/>
              <a:gd name="T32" fmla="*/ 45783705 w 290152"/>
              <a:gd name="T33" fmla="*/ 53690116 h 290151"/>
              <a:gd name="T34" fmla="*/ 33339978 w 290152"/>
              <a:gd name="T35" fmla="*/ 50246387 h 290151"/>
              <a:gd name="T36" fmla="*/ 17139670 w 290152"/>
              <a:gd name="T37" fmla="*/ 53690116 h 290151"/>
              <a:gd name="T38" fmla="*/ 30522351 w 290152"/>
              <a:gd name="T39" fmla="*/ 53690116 h 290151"/>
              <a:gd name="T40" fmla="*/ 18156714 w 290152"/>
              <a:gd name="T41" fmla="*/ 50246387 h 290151"/>
              <a:gd name="T42" fmla="*/ 32400700 w 290152"/>
              <a:gd name="T43" fmla="*/ 47350476 h 290151"/>
              <a:gd name="T44" fmla="*/ 45783705 w 290152"/>
              <a:gd name="T45" fmla="*/ 47350476 h 290151"/>
              <a:gd name="T46" fmla="*/ 33339978 w 290152"/>
              <a:gd name="T47" fmla="*/ 43906797 h 290151"/>
              <a:gd name="T48" fmla="*/ 30443975 w 290152"/>
              <a:gd name="T49" fmla="*/ 41950360 h 290151"/>
              <a:gd name="T50" fmla="*/ 39053271 w 290152"/>
              <a:gd name="T51" fmla="*/ 29897570 h 290151"/>
              <a:gd name="T52" fmla="*/ 45705352 w 290152"/>
              <a:gd name="T53" fmla="*/ 29897570 h 290151"/>
              <a:gd name="T54" fmla="*/ 39167323 w 290152"/>
              <a:gd name="T55" fmla="*/ 12314754 h 290151"/>
              <a:gd name="T56" fmla="*/ 38214277 w 290152"/>
              <a:gd name="T57" fmla="*/ 11361183 h 290151"/>
              <a:gd name="T58" fmla="*/ 24401711 w 290152"/>
              <a:gd name="T59" fmla="*/ 13347819 h 290151"/>
              <a:gd name="T60" fmla="*/ 31118145 w 290152"/>
              <a:gd name="T61" fmla="*/ 4475824 h 290151"/>
              <a:gd name="T62" fmla="*/ 34807811 w 290152"/>
              <a:gd name="T63" fmla="*/ 8279701 h 290151"/>
              <a:gd name="T64" fmla="*/ 31118145 w 290152"/>
              <a:gd name="T65" fmla="*/ 7813757 h 290151"/>
              <a:gd name="T66" fmla="*/ 35038615 w 290152"/>
              <a:gd name="T67" fmla="*/ 15033561 h 290151"/>
              <a:gd name="T68" fmla="*/ 31118145 w 290152"/>
              <a:gd name="T69" fmla="*/ 20235077 h 290151"/>
              <a:gd name="T70" fmla="*/ 27504780 w 290152"/>
              <a:gd name="T71" fmla="*/ 16430983 h 290151"/>
              <a:gd name="T72" fmla="*/ 31118145 w 290152"/>
              <a:gd name="T73" fmla="*/ 16896818 h 290151"/>
              <a:gd name="T74" fmla="*/ 27197320 w 290152"/>
              <a:gd name="T75" fmla="*/ 9599021 h 290151"/>
              <a:gd name="T76" fmla="*/ 31118145 w 290152"/>
              <a:gd name="T77" fmla="*/ 4475824 h 290151"/>
              <a:gd name="T78" fmla="*/ 31461767 w 290152"/>
              <a:gd name="T79" fmla="*/ 22853420 h 290151"/>
              <a:gd name="T80" fmla="*/ 31461767 w 290152"/>
              <a:gd name="T81" fmla="*/ 0 h 290151"/>
              <a:gd name="T82" fmla="*/ 32400700 w 290152"/>
              <a:gd name="T83" fmla="*/ 31149692 h 290151"/>
              <a:gd name="T84" fmla="*/ 47661876 w 290152"/>
              <a:gd name="T85" fmla="*/ 28958180 h 290151"/>
              <a:gd name="T86" fmla="*/ 32400700 w 290152"/>
              <a:gd name="T87" fmla="*/ 42106830 h 290151"/>
              <a:gd name="T88" fmla="*/ 47661876 w 290152"/>
              <a:gd name="T89" fmla="*/ 44767693 h 290151"/>
              <a:gd name="T90" fmla="*/ 48679279 w 290152"/>
              <a:gd name="T91" fmla="*/ 48289704 h 290151"/>
              <a:gd name="T92" fmla="*/ 62923024 w 290152"/>
              <a:gd name="T93" fmla="*/ 53690116 h 290151"/>
              <a:gd name="T94" fmla="*/ 62923024 w 290152"/>
              <a:gd name="T95" fmla="*/ 60029751 h 290151"/>
              <a:gd name="T96" fmla="*/ 46722914 w 290152"/>
              <a:gd name="T97" fmla="*/ 62220851 h 290151"/>
              <a:gd name="T98" fmla="*/ 31461767 w 290152"/>
              <a:gd name="T99" fmla="*/ 62220851 h 290151"/>
              <a:gd name="T100" fmla="*/ 16278939 w 290152"/>
              <a:gd name="T101" fmla="*/ 62220851 h 290151"/>
              <a:gd name="T102" fmla="*/ 0 w 290152"/>
              <a:gd name="T103" fmla="*/ 60029751 h 290151"/>
              <a:gd name="T104" fmla="*/ 14321644 w 290152"/>
              <a:gd name="T105" fmla="*/ 54707449 h 290151"/>
              <a:gd name="T106" fmla="*/ 15261361 w 290152"/>
              <a:gd name="T107" fmla="*/ 51185595 h 290151"/>
              <a:gd name="T108" fmla="*/ 30522351 w 290152"/>
              <a:gd name="T109" fmla="*/ 48446400 h 290151"/>
              <a:gd name="T110" fmla="*/ 15261361 w 290152"/>
              <a:gd name="T111" fmla="*/ 35297993 h 290151"/>
              <a:gd name="T112" fmla="*/ 30522351 w 290152"/>
              <a:gd name="T113" fmla="*/ 37567638 h 290151"/>
              <a:gd name="T114" fmla="*/ 31461767 w 290152"/>
              <a:gd name="T115" fmla="*/ 0 h 290151"/>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90152" h="290151">
                <a:moveTo>
                  <a:pt x="224471" y="260920"/>
                </a:moveTo>
                <a:cubicBezTo>
                  <a:pt x="221945" y="260920"/>
                  <a:pt x="219780" y="262724"/>
                  <a:pt x="219780" y="265250"/>
                </a:cubicBezTo>
                <a:lnTo>
                  <a:pt x="219780" y="276799"/>
                </a:lnTo>
                <a:cubicBezTo>
                  <a:pt x="219780" y="279686"/>
                  <a:pt x="221945" y="281490"/>
                  <a:pt x="224471" y="281490"/>
                </a:cubicBezTo>
                <a:lnTo>
                  <a:pt x="277160" y="281490"/>
                </a:lnTo>
                <a:cubicBezTo>
                  <a:pt x="279326" y="281490"/>
                  <a:pt x="281491" y="279686"/>
                  <a:pt x="281491" y="276799"/>
                </a:cubicBezTo>
                <a:lnTo>
                  <a:pt x="281491" y="265250"/>
                </a:lnTo>
                <a:cubicBezTo>
                  <a:pt x="281491" y="262724"/>
                  <a:pt x="279326" y="260920"/>
                  <a:pt x="277160" y="260920"/>
                </a:cubicBezTo>
                <a:lnTo>
                  <a:pt x="224471" y="260920"/>
                </a:lnTo>
                <a:close/>
                <a:moveTo>
                  <a:pt x="153737" y="260920"/>
                </a:moveTo>
                <a:cubicBezTo>
                  <a:pt x="151572" y="260920"/>
                  <a:pt x="149406" y="262724"/>
                  <a:pt x="149406" y="265250"/>
                </a:cubicBezTo>
                <a:lnTo>
                  <a:pt x="149406" y="276799"/>
                </a:lnTo>
                <a:cubicBezTo>
                  <a:pt x="149406" y="279686"/>
                  <a:pt x="151572" y="281490"/>
                  <a:pt x="153737" y="281490"/>
                </a:cubicBezTo>
                <a:lnTo>
                  <a:pt x="206788" y="281490"/>
                </a:lnTo>
                <a:cubicBezTo>
                  <a:pt x="208953" y="281490"/>
                  <a:pt x="211118" y="279686"/>
                  <a:pt x="211118" y="276799"/>
                </a:cubicBezTo>
                <a:lnTo>
                  <a:pt x="211118" y="265250"/>
                </a:lnTo>
                <a:cubicBezTo>
                  <a:pt x="211118" y="262724"/>
                  <a:pt x="208953" y="260920"/>
                  <a:pt x="206788" y="260920"/>
                </a:cubicBezTo>
                <a:lnTo>
                  <a:pt x="153737" y="260920"/>
                </a:lnTo>
                <a:close/>
                <a:moveTo>
                  <a:pt x="83725" y="260920"/>
                </a:moveTo>
                <a:cubicBezTo>
                  <a:pt x="81199" y="260920"/>
                  <a:pt x="79034" y="262724"/>
                  <a:pt x="79034" y="265250"/>
                </a:cubicBezTo>
                <a:lnTo>
                  <a:pt x="79034" y="276799"/>
                </a:lnTo>
                <a:cubicBezTo>
                  <a:pt x="79034" y="279686"/>
                  <a:pt x="81199" y="281490"/>
                  <a:pt x="83725" y="281490"/>
                </a:cubicBezTo>
                <a:lnTo>
                  <a:pt x="136415" y="281490"/>
                </a:lnTo>
                <a:cubicBezTo>
                  <a:pt x="138580" y="281490"/>
                  <a:pt x="140745" y="279686"/>
                  <a:pt x="140745" y="276799"/>
                </a:cubicBezTo>
                <a:lnTo>
                  <a:pt x="140745" y="265250"/>
                </a:lnTo>
                <a:cubicBezTo>
                  <a:pt x="140745" y="262724"/>
                  <a:pt x="138580" y="260920"/>
                  <a:pt x="136415" y="260920"/>
                </a:cubicBezTo>
                <a:lnTo>
                  <a:pt x="83725" y="260920"/>
                </a:lnTo>
                <a:close/>
                <a:moveTo>
                  <a:pt x="13353" y="260920"/>
                </a:moveTo>
                <a:cubicBezTo>
                  <a:pt x="10826" y="260920"/>
                  <a:pt x="8661" y="262724"/>
                  <a:pt x="8661" y="265250"/>
                </a:cubicBezTo>
                <a:lnTo>
                  <a:pt x="8661" y="276799"/>
                </a:lnTo>
                <a:cubicBezTo>
                  <a:pt x="8661" y="279686"/>
                  <a:pt x="10826" y="281490"/>
                  <a:pt x="13353" y="281490"/>
                </a:cubicBezTo>
                <a:lnTo>
                  <a:pt x="66042" y="281490"/>
                </a:lnTo>
                <a:cubicBezTo>
                  <a:pt x="68568" y="281490"/>
                  <a:pt x="70372" y="279686"/>
                  <a:pt x="70372" y="276799"/>
                </a:cubicBezTo>
                <a:lnTo>
                  <a:pt x="70372" y="265250"/>
                </a:lnTo>
                <a:cubicBezTo>
                  <a:pt x="70372" y="262724"/>
                  <a:pt x="68568" y="260920"/>
                  <a:pt x="66042" y="260920"/>
                </a:cubicBezTo>
                <a:lnTo>
                  <a:pt x="13353" y="260920"/>
                </a:lnTo>
                <a:close/>
                <a:moveTo>
                  <a:pt x="224471" y="231688"/>
                </a:moveTo>
                <a:cubicBezTo>
                  <a:pt x="221945" y="231688"/>
                  <a:pt x="219780" y="233492"/>
                  <a:pt x="219780" y="236019"/>
                </a:cubicBezTo>
                <a:lnTo>
                  <a:pt x="219780" y="247567"/>
                </a:lnTo>
                <a:cubicBezTo>
                  <a:pt x="219780" y="250093"/>
                  <a:pt x="221945" y="252258"/>
                  <a:pt x="224471" y="252258"/>
                </a:cubicBezTo>
                <a:lnTo>
                  <a:pt x="277160" y="252258"/>
                </a:lnTo>
                <a:cubicBezTo>
                  <a:pt x="279326" y="252258"/>
                  <a:pt x="281491" y="250093"/>
                  <a:pt x="281491" y="247567"/>
                </a:cubicBezTo>
                <a:lnTo>
                  <a:pt x="281491" y="236019"/>
                </a:lnTo>
                <a:cubicBezTo>
                  <a:pt x="281491" y="233492"/>
                  <a:pt x="279326" y="231688"/>
                  <a:pt x="277160" y="231688"/>
                </a:cubicBezTo>
                <a:lnTo>
                  <a:pt x="224471" y="231688"/>
                </a:lnTo>
                <a:close/>
                <a:moveTo>
                  <a:pt x="153737" y="231688"/>
                </a:moveTo>
                <a:cubicBezTo>
                  <a:pt x="151572" y="231688"/>
                  <a:pt x="149406" y="233492"/>
                  <a:pt x="149406" y="236019"/>
                </a:cubicBezTo>
                <a:lnTo>
                  <a:pt x="149406" y="247567"/>
                </a:lnTo>
                <a:cubicBezTo>
                  <a:pt x="149406" y="250093"/>
                  <a:pt x="151572" y="252258"/>
                  <a:pt x="153737" y="252258"/>
                </a:cubicBezTo>
                <a:lnTo>
                  <a:pt x="206788" y="252258"/>
                </a:lnTo>
                <a:cubicBezTo>
                  <a:pt x="208953" y="252258"/>
                  <a:pt x="211118" y="250093"/>
                  <a:pt x="211118" y="247567"/>
                </a:cubicBezTo>
                <a:lnTo>
                  <a:pt x="211118" y="236019"/>
                </a:lnTo>
                <a:cubicBezTo>
                  <a:pt x="211118" y="233492"/>
                  <a:pt x="208953" y="231688"/>
                  <a:pt x="206788" y="231688"/>
                </a:cubicBezTo>
                <a:lnTo>
                  <a:pt x="153737" y="231688"/>
                </a:lnTo>
                <a:close/>
                <a:moveTo>
                  <a:pt x="83725" y="231688"/>
                </a:moveTo>
                <a:cubicBezTo>
                  <a:pt x="81199" y="231688"/>
                  <a:pt x="79034" y="233492"/>
                  <a:pt x="79034" y="236019"/>
                </a:cubicBezTo>
                <a:lnTo>
                  <a:pt x="79034" y="247567"/>
                </a:lnTo>
                <a:cubicBezTo>
                  <a:pt x="79034" y="250093"/>
                  <a:pt x="81199" y="252258"/>
                  <a:pt x="83725" y="252258"/>
                </a:cubicBezTo>
                <a:lnTo>
                  <a:pt x="136415" y="252258"/>
                </a:lnTo>
                <a:cubicBezTo>
                  <a:pt x="138580" y="252258"/>
                  <a:pt x="140745" y="250093"/>
                  <a:pt x="140745" y="247567"/>
                </a:cubicBezTo>
                <a:lnTo>
                  <a:pt x="140745" y="236019"/>
                </a:lnTo>
                <a:cubicBezTo>
                  <a:pt x="140745" y="233492"/>
                  <a:pt x="138580" y="231688"/>
                  <a:pt x="136415" y="231688"/>
                </a:cubicBezTo>
                <a:lnTo>
                  <a:pt x="83725" y="231688"/>
                </a:lnTo>
                <a:close/>
                <a:moveTo>
                  <a:pt x="153737" y="202456"/>
                </a:moveTo>
                <a:cubicBezTo>
                  <a:pt x="151572" y="202456"/>
                  <a:pt x="149406" y="204261"/>
                  <a:pt x="149406" y="206426"/>
                </a:cubicBezTo>
                <a:lnTo>
                  <a:pt x="149406" y="218335"/>
                </a:lnTo>
                <a:cubicBezTo>
                  <a:pt x="149406" y="220862"/>
                  <a:pt x="151572" y="222666"/>
                  <a:pt x="153737" y="222666"/>
                </a:cubicBezTo>
                <a:lnTo>
                  <a:pt x="206788" y="222666"/>
                </a:lnTo>
                <a:cubicBezTo>
                  <a:pt x="208953" y="222666"/>
                  <a:pt x="211118" y="220862"/>
                  <a:pt x="211118" y="218335"/>
                </a:cubicBezTo>
                <a:lnTo>
                  <a:pt x="211118" y="206426"/>
                </a:lnTo>
                <a:cubicBezTo>
                  <a:pt x="211118" y="204261"/>
                  <a:pt x="208953" y="202456"/>
                  <a:pt x="206788" y="202456"/>
                </a:cubicBezTo>
                <a:lnTo>
                  <a:pt x="153737" y="202456"/>
                </a:lnTo>
                <a:close/>
                <a:moveTo>
                  <a:pt x="79395" y="167090"/>
                </a:moveTo>
                <a:cubicBezTo>
                  <a:pt x="81560" y="181886"/>
                  <a:pt x="94552" y="193434"/>
                  <a:pt x="110070" y="193434"/>
                </a:cubicBezTo>
                <a:lnTo>
                  <a:pt x="140384" y="193434"/>
                </a:lnTo>
                <a:cubicBezTo>
                  <a:pt x="138219" y="178638"/>
                  <a:pt x="125588" y="167090"/>
                  <a:pt x="110070" y="167090"/>
                </a:cubicBezTo>
                <a:lnTo>
                  <a:pt x="79395" y="167090"/>
                </a:lnTo>
                <a:close/>
                <a:moveTo>
                  <a:pt x="180082" y="137858"/>
                </a:moveTo>
                <a:cubicBezTo>
                  <a:pt x="164564" y="137858"/>
                  <a:pt x="151933" y="149046"/>
                  <a:pt x="149767" y="164203"/>
                </a:cubicBezTo>
                <a:lnTo>
                  <a:pt x="180082" y="164203"/>
                </a:lnTo>
                <a:cubicBezTo>
                  <a:pt x="195600" y="164203"/>
                  <a:pt x="208592" y="152654"/>
                  <a:pt x="210757" y="137858"/>
                </a:cubicBezTo>
                <a:lnTo>
                  <a:pt x="180082" y="137858"/>
                </a:lnTo>
                <a:close/>
                <a:moveTo>
                  <a:pt x="176213" y="52387"/>
                </a:moveTo>
                <a:cubicBezTo>
                  <a:pt x="178411" y="52387"/>
                  <a:pt x="180609" y="54585"/>
                  <a:pt x="180609" y="56783"/>
                </a:cubicBezTo>
                <a:cubicBezTo>
                  <a:pt x="180609" y="59348"/>
                  <a:pt x="178411" y="61546"/>
                  <a:pt x="176213" y="61546"/>
                </a:cubicBezTo>
                <a:cubicBezTo>
                  <a:pt x="173648" y="61546"/>
                  <a:pt x="171450" y="59348"/>
                  <a:pt x="171450" y="56783"/>
                </a:cubicBezTo>
                <a:cubicBezTo>
                  <a:pt x="171450" y="54585"/>
                  <a:pt x="173648" y="52387"/>
                  <a:pt x="176213" y="52387"/>
                </a:cubicBezTo>
                <a:close/>
                <a:moveTo>
                  <a:pt x="112522" y="52387"/>
                </a:moveTo>
                <a:cubicBezTo>
                  <a:pt x="115189" y="52387"/>
                  <a:pt x="117094" y="54585"/>
                  <a:pt x="117094" y="56783"/>
                </a:cubicBezTo>
                <a:cubicBezTo>
                  <a:pt x="117094" y="59348"/>
                  <a:pt x="115189" y="61546"/>
                  <a:pt x="112522" y="61546"/>
                </a:cubicBezTo>
                <a:cubicBezTo>
                  <a:pt x="109855" y="61546"/>
                  <a:pt x="107950" y="59348"/>
                  <a:pt x="107950" y="56783"/>
                </a:cubicBezTo>
                <a:cubicBezTo>
                  <a:pt x="107950" y="54585"/>
                  <a:pt x="109855" y="52387"/>
                  <a:pt x="112522" y="52387"/>
                </a:cubicBezTo>
                <a:close/>
                <a:moveTo>
                  <a:pt x="143492" y="20637"/>
                </a:moveTo>
                <a:cubicBezTo>
                  <a:pt x="145973" y="20637"/>
                  <a:pt x="147745" y="22427"/>
                  <a:pt x="147745" y="24932"/>
                </a:cubicBezTo>
                <a:lnTo>
                  <a:pt x="147745" y="27796"/>
                </a:lnTo>
                <a:cubicBezTo>
                  <a:pt x="153417" y="29228"/>
                  <a:pt x="158025" y="32808"/>
                  <a:pt x="160507" y="38177"/>
                </a:cubicBezTo>
                <a:cubicBezTo>
                  <a:pt x="161216" y="40325"/>
                  <a:pt x="160152" y="43189"/>
                  <a:pt x="158025" y="43905"/>
                </a:cubicBezTo>
                <a:cubicBezTo>
                  <a:pt x="155544" y="44979"/>
                  <a:pt x="153417" y="43905"/>
                  <a:pt x="152354" y="41757"/>
                </a:cubicBezTo>
                <a:cubicBezTo>
                  <a:pt x="150936" y="38535"/>
                  <a:pt x="147391" y="36029"/>
                  <a:pt x="143492" y="36029"/>
                </a:cubicBezTo>
                <a:cubicBezTo>
                  <a:pt x="138529" y="36029"/>
                  <a:pt x="133920" y="39967"/>
                  <a:pt x="133920" y="44263"/>
                </a:cubicBezTo>
                <a:cubicBezTo>
                  <a:pt x="133920" y="49990"/>
                  <a:pt x="137111" y="52496"/>
                  <a:pt x="143492" y="52496"/>
                </a:cubicBezTo>
                <a:cubicBezTo>
                  <a:pt x="154481" y="52496"/>
                  <a:pt x="161570" y="59297"/>
                  <a:pt x="161570" y="69320"/>
                </a:cubicBezTo>
                <a:cubicBezTo>
                  <a:pt x="161570" y="77196"/>
                  <a:pt x="155544" y="83997"/>
                  <a:pt x="147745" y="85787"/>
                </a:cubicBezTo>
                <a:lnTo>
                  <a:pt x="147745" y="89009"/>
                </a:lnTo>
                <a:cubicBezTo>
                  <a:pt x="147745" y="91514"/>
                  <a:pt x="145973" y="93304"/>
                  <a:pt x="143492" y="93304"/>
                </a:cubicBezTo>
                <a:cubicBezTo>
                  <a:pt x="141010" y="93304"/>
                  <a:pt x="139238" y="91514"/>
                  <a:pt x="139238" y="89009"/>
                </a:cubicBezTo>
                <a:lnTo>
                  <a:pt x="139238" y="85787"/>
                </a:lnTo>
                <a:cubicBezTo>
                  <a:pt x="133566" y="84355"/>
                  <a:pt x="128958" y="80775"/>
                  <a:pt x="126831" y="75764"/>
                </a:cubicBezTo>
                <a:cubicBezTo>
                  <a:pt x="126122" y="73258"/>
                  <a:pt x="126831" y="70752"/>
                  <a:pt x="128958" y="70036"/>
                </a:cubicBezTo>
                <a:cubicBezTo>
                  <a:pt x="131439" y="68962"/>
                  <a:pt x="133920" y="70036"/>
                  <a:pt x="134629" y="72184"/>
                </a:cubicBezTo>
                <a:cubicBezTo>
                  <a:pt x="136047" y="75406"/>
                  <a:pt x="139592" y="77912"/>
                  <a:pt x="143492" y="77912"/>
                </a:cubicBezTo>
                <a:cubicBezTo>
                  <a:pt x="148454" y="77912"/>
                  <a:pt x="153063" y="73974"/>
                  <a:pt x="153063" y="69320"/>
                </a:cubicBezTo>
                <a:cubicBezTo>
                  <a:pt x="153063" y="63951"/>
                  <a:pt x="149872" y="61445"/>
                  <a:pt x="143492" y="61445"/>
                </a:cubicBezTo>
                <a:cubicBezTo>
                  <a:pt x="130376" y="61445"/>
                  <a:pt x="125413" y="52496"/>
                  <a:pt x="125413" y="44263"/>
                </a:cubicBezTo>
                <a:cubicBezTo>
                  <a:pt x="125413" y="36387"/>
                  <a:pt x="131439" y="29586"/>
                  <a:pt x="139238" y="28154"/>
                </a:cubicBezTo>
                <a:lnTo>
                  <a:pt x="139238" y="24932"/>
                </a:lnTo>
                <a:cubicBezTo>
                  <a:pt x="139238" y="22427"/>
                  <a:pt x="141010" y="20637"/>
                  <a:pt x="143492" y="20637"/>
                </a:cubicBezTo>
                <a:close/>
                <a:moveTo>
                  <a:pt x="145076" y="8661"/>
                </a:moveTo>
                <a:cubicBezTo>
                  <a:pt x="118731" y="8661"/>
                  <a:pt x="96717" y="30314"/>
                  <a:pt x="96717" y="57020"/>
                </a:cubicBezTo>
                <a:cubicBezTo>
                  <a:pt x="96717" y="83725"/>
                  <a:pt x="118731" y="105378"/>
                  <a:pt x="145076" y="105378"/>
                </a:cubicBezTo>
                <a:cubicBezTo>
                  <a:pt x="171782" y="105378"/>
                  <a:pt x="193435" y="83725"/>
                  <a:pt x="193435" y="57020"/>
                </a:cubicBezTo>
                <a:cubicBezTo>
                  <a:pt x="193435" y="30314"/>
                  <a:pt x="171782" y="8661"/>
                  <a:pt x="145076" y="8661"/>
                </a:cubicBezTo>
                <a:close/>
                <a:moveTo>
                  <a:pt x="145076" y="0"/>
                </a:moveTo>
                <a:cubicBezTo>
                  <a:pt x="176473" y="0"/>
                  <a:pt x="202457" y="25623"/>
                  <a:pt x="202457" y="57020"/>
                </a:cubicBezTo>
                <a:cubicBezTo>
                  <a:pt x="202457" y="87334"/>
                  <a:pt x="179000" y="111874"/>
                  <a:pt x="149406" y="114040"/>
                </a:cubicBezTo>
                <a:lnTo>
                  <a:pt x="149406" y="143632"/>
                </a:lnTo>
                <a:cubicBezTo>
                  <a:pt x="156624" y="134610"/>
                  <a:pt x="167812" y="128836"/>
                  <a:pt x="180082" y="128836"/>
                </a:cubicBezTo>
                <a:lnTo>
                  <a:pt x="215449" y="128836"/>
                </a:lnTo>
                <a:cubicBezTo>
                  <a:pt x="217975" y="128836"/>
                  <a:pt x="219780" y="131001"/>
                  <a:pt x="219780" y="133527"/>
                </a:cubicBezTo>
                <a:cubicBezTo>
                  <a:pt x="219780" y="155181"/>
                  <a:pt x="202096" y="172864"/>
                  <a:pt x="180082" y="172864"/>
                </a:cubicBezTo>
                <a:lnTo>
                  <a:pt x="149406" y="172864"/>
                </a:lnTo>
                <a:lnTo>
                  <a:pt x="149406" y="194156"/>
                </a:lnTo>
                <a:cubicBezTo>
                  <a:pt x="150850" y="193795"/>
                  <a:pt x="152294" y="193434"/>
                  <a:pt x="153737" y="193434"/>
                </a:cubicBezTo>
                <a:lnTo>
                  <a:pt x="206788" y="193434"/>
                </a:lnTo>
                <a:cubicBezTo>
                  <a:pt x="214005" y="193434"/>
                  <a:pt x="219780" y="199569"/>
                  <a:pt x="219780" y="206426"/>
                </a:cubicBezTo>
                <a:lnTo>
                  <a:pt x="219780" y="218335"/>
                </a:lnTo>
                <a:cubicBezTo>
                  <a:pt x="219780" y="220501"/>
                  <a:pt x="219419" y="222305"/>
                  <a:pt x="218697" y="224109"/>
                </a:cubicBezTo>
                <a:cubicBezTo>
                  <a:pt x="220141" y="223388"/>
                  <a:pt x="222306" y="222666"/>
                  <a:pt x="224471" y="222666"/>
                </a:cubicBezTo>
                <a:lnTo>
                  <a:pt x="277160" y="222666"/>
                </a:lnTo>
                <a:cubicBezTo>
                  <a:pt x="284378" y="222666"/>
                  <a:pt x="290152" y="228801"/>
                  <a:pt x="290152" y="236019"/>
                </a:cubicBezTo>
                <a:lnTo>
                  <a:pt x="290152" y="247567"/>
                </a:lnTo>
                <a:cubicBezTo>
                  <a:pt x="290152" y="251176"/>
                  <a:pt x="289070" y="254063"/>
                  <a:pt x="286904" y="256228"/>
                </a:cubicBezTo>
                <a:cubicBezTo>
                  <a:pt x="289070" y="258754"/>
                  <a:pt x="290152" y="262002"/>
                  <a:pt x="290152" y="265250"/>
                </a:cubicBezTo>
                <a:lnTo>
                  <a:pt x="290152" y="276799"/>
                </a:lnTo>
                <a:cubicBezTo>
                  <a:pt x="290152" y="284016"/>
                  <a:pt x="284378" y="290151"/>
                  <a:pt x="277160" y="290151"/>
                </a:cubicBezTo>
                <a:lnTo>
                  <a:pt x="224471" y="290151"/>
                </a:lnTo>
                <a:cubicBezTo>
                  <a:pt x="220862" y="290151"/>
                  <a:pt x="217614" y="288708"/>
                  <a:pt x="215449" y="286903"/>
                </a:cubicBezTo>
                <a:cubicBezTo>
                  <a:pt x="212923" y="288708"/>
                  <a:pt x="210036" y="290151"/>
                  <a:pt x="206788" y="290151"/>
                </a:cubicBezTo>
                <a:lnTo>
                  <a:pt x="153737" y="290151"/>
                </a:lnTo>
                <a:cubicBezTo>
                  <a:pt x="150489" y="290151"/>
                  <a:pt x="147602" y="288708"/>
                  <a:pt x="145076" y="286903"/>
                </a:cubicBezTo>
                <a:cubicBezTo>
                  <a:pt x="142550" y="288708"/>
                  <a:pt x="139663" y="290151"/>
                  <a:pt x="136415" y="290151"/>
                </a:cubicBezTo>
                <a:lnTo>
                  <a:pt x="83725" y="290151"/>
                </a:lnTo>
                <a:cubicBezTo>
                  <a:pt x="80116" y="290151"/>
                  <a:pt x="77229" y="288708"/>
                  <a:pt x="75064" y="286903"/>
                </a:cubicBezTo>
                <a:cubicBezTo>
                  <a:pt x="72538" y="288708"/>
                  <a:pt x="69290" y="290151"/>
                  <a:pt x="66042" y="290151"/>
                </a:cubicBezTo>
                <a:lnTo>
                  <a:pt x="13353" y="290151"/>
                </a:lnTo>
                <a:cubicBezTo>
                  <a:pt x="6135" y="290151"/>
                  <a:pt x="0" y="284016"/>
                  <a:pt x="0" y="276799"/>
                </a:cubicBezTo>
                <a:lnTo>
                  <a:pt x="0" y="265250"/>
                </a:lnTo>
                <a:cubicBezTo>
                  <a:pt x="0" y="258033"/>
                  <a:pt x="6135" y="252258"/>
                  <a:pt x="13353" y="252258"/>
                </a:cubicBezTo>
                <a:lnTo>
                  <a:pt x="66042" y="252258"/>
                </a:lnTo>
                <a:cubicBezTo>
                  <a:pt x="68207" y="252258"/>
                  <a:pt x="70012" y="252619"/>
                  <a:pt x="71816" y="253341"/>
                </a:cubicBezTo>
                <a:cubicBezTo>
                  <a:pt x="70733" y="251537"/>
                  <a:pt x="70372" y="249732"/>
                  <a:pt x="70372" y="247567"/>
                </a:cubicBezTo>
                <a:lnTo>
                  <a:pt x="70372" y="236019"/>
                </a:lnTo>
                <a:cubicBezTo>
                  <a:pt x="70372" y="228801"/>
                  <a:pt x="76508" y="222666"/>
                  <a:pt x="83725" y="222666"/>
                </a:cubicBezTo>
                <a:lnTo>
                  <a:pt x="136415" y="222666"/>
                </a:lnTo>
                <a:cubicBezTo>
                  <a:pt x="137858" y="222666"/>
                  <a:pt x="139302" y="223027"/>
                  <a:pt x="140745" y="223388"/>
                </a:cubicBezTo>
                <a:lnTo>
                  <a:pt x="140745" y="202456"/>
                </a:lnTo>
                <a:lnTo>
                  <a:pt x="110070" y="202456"/>
                </a:lnTo>
                <a:cubicBezTo>
                  <a:pt x="88056" y="202456"/>
                  <a:pt x="70372" y="184412"/>
                  <a:pt x="70372" y="162759"/>
                </a:cubicBezTo>
                <a:cubicBezTo>
                  <a:pt x="70372" y="160233"/>
                  <a:pt x="72177" y="158068"/>
                  <a:pt x="75064" y="158068"/>
                </a:cubicBezTo>
                <a:lnTo>
                  <a:pt x="110070" y="158068"/>
                </a:lnTo>
                <a:cubicBezTo>
                  <a:pt x="122340" y="158068"/>
                  <a:pt x="133527" y="163842"/>
                  <a:pt x="140745" y="173225"/>
                </a:cubicBezTo>
                <a:lnTo>
                  <a:pt x="140745" y="114040"/>
                </a:lnTo>
                <a:cubicBezTo>
                  <a:pt x="111513" y="111874"/>
                  <a:pt x="88056" y="87334"/>
                  <a:pt x="88056" y="57020"/>
                </a:cubicBezTo>
                <a:cubicBezTo>
                  <a:pt x="88056" y="25623"/>
                  <a:pt x="113679" y="0"/>
                  <a:pt x="145076" y="0"/>
                </a:cubicBezTo>
                <a:close/>
              </a:path>
            </a:pathLst>
          </a:custGeom>
          <a:solidFill>
            <a:srgbClr val="1A171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en-US" sz="900"/>
          </a:p>
        </p:txBody>
      </p:sp>
      <p:sp>
        <p:nvSpPr>
          <p:cNvPr id="33" name="Subtitle 2">
            <a:extLst>
              <a:ext uri="{FF2B5EF4-FFF2-40B4-BE49-F238E27FC236}">
                <a16:creationId xmlns:a16="http://schemas.microsoft.com/office/drawing/2014/main" id="{B8E8BACF-064F-6B4C-915E-7DEA552751AD}"/>
              </a:ext>
            </a:extLst>
          </p:cNvPr>
          <p:cNvSpPr txBox="1">
            <a:spLocks/>
          </p:cNvSpPr>
          <p:nvPr/>
        </p:nvSpPr>
        <p:spPr>
          <a:xfrm>
            <a:off x="1001934" y="4858341"/>
            <a:ext cx="2424634" cy="750655"/>
          </a:xfrm>
          <a:prstGeom prst="rect">
            <a:avLst/>
          </a:prstGeom>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750"/>
              </a:lnSpc>
            </a:pPr>
            <a:r>
              <a:rPr lang="fr-FR" sz="1200" dirty="0">
                <a:solidFill>
                  <a:schemeClr val="bg1"/>
                </a:solidFill>
                <a:latin typeface="Lato Light" panose="020F0502020204030203" pitchFamily="34" charset="0"/>
                <a:ea typeface="Lato Light" panose="020F0502020204030203" pitchFamily="34" charset="0"/>
                <a:cs typeface="Mukta ExtraLight" panose="020B0000000000000000" pitchFamily="34" charset="77"/>
              </a:rPr>
              <a:t>Diminution du coût global de gestion des intervention</a:t>
            </a:r>
          </a:p>
          <a:p>
            <a:pPr>
              <a:lnSpc>
                <a:spcPts val="1750"/>
              </a:lnSpc>
            </a:pPr>
            <a:r>
              <a:rPr lang="fr-FR" sz="1200" dirty="0">
                <a:solidFill>
                  <a:schemeClr val="bg1"/>
                </a:solidFill>
                <a:latin typeface="Lato Light" panose="020F0502020204030203" pitchFamily="34" charset="0"/>
                <a:ea typeface="Lato Light" panose="020F0502020204030203" pitchFamily="34" charset="0"/>
                <a:cs typeface="Mukta ExtraLight" panose="020B0000000000000000" pitchFamily="34" charset="77"/>
              </a:rPr>
              <a:t>Performance Opérationnelle terrain </a:t>
            </a:r>
          </a:p>
        </p:txBody>
      </p:sp>
      <p:sp>
        <p:nvSpPr>
          <p:cNvPr id="34" name="TextBox 33">
            <a:extLst>
              <a:ext uri="{FF2B5EF4-FFF2-40B4-BE49-F238E27FC236}">
                <a16:creationId xmlns:a16="http://schemas.microsoft.com/office/drawing/2014/main" id="{44705C5E-6C0B-8343-976B-915BEC8AA3F6}"/>
              </a:ext>
            </a:extLst>
          </p:cNvPr>
          <p:cNvSpPr txBox="1"/>
          <p:nvPr/>
        </p:nvSpPr>
        <p:spPr>
          <a:xfrm>
            <a:off x="1257974" y="4533917"/>
            <a:ext cx="2056973" cy="338554"/>
          </a:xfrm>
          <a:prstGeom prst="rect">
            <a:avLst/>
          </a:prstGeom>
          <a:noFill/>
        </p:spPr>
        <p:txBody>
          <a:bodyPr wrap="none" rtlCol="0" anchor="b" anchorCtr="0">
            <a:spAutoFit/>
          </a:bodyPr>
          <a:lstStyle/>
          <a:p>
            <a:pPr algn="ctr"/>
            <a:r>
              <a:rPr lang="fr-FR" sz="1600" b="1" dirty="0">
                <a:solidFill>
                  <a:schemeClr val="bg1"/>
                </a:solidFill>
                <a:latin typeface="Poppins" pitchFamily="2" charset="77"/>
                <a:ea typeface="League Spartan" charset="0"/>
                <a:cs typeface="Poppins" pitchFamily="2" charset="77"/>
              </a:rPr>
              <a:t>Gain économique</a:t>
            </a:r>
          </a:p>
        </p:txBody>
      </p:sp>
      <p:sp>
        <p:nvSpPr>
          <p:cNvPr id="36" name="TextBox 35">
            <a:extLst>
              <a:ext uri="{FF2B5EF4-FFF2-40B4-BE49-F238E27FC236}">
                <a16:creationId xmlns:a16="http://schemas.microsoft.com/office/drawing/2014/main" id="{BB460E1C-45F4-314D-820D-9E852BEBA177}"/>
              </a:ext>
            </a:extLst>
          </p:cNvPr>
          <p:cNvSpPr txBox="1"/>
          <p:nvPr/>
        </p:nvSpPr>
        <p:spPr>
          <a:xfrm>
            <a:off x="1898944" y="3693611"/>
            <a:ext cx="777777" cy="784830"/>
          </a:xfrm>
          <a:prstGeom prst="rect">
            <a:avLst/>
          </a:prstGeom>
          <a:noFill/>
        </p:spPr>
        <p:txBody>
          <a:bodyPr wrap="none" rtlCol="0" anchor="ctr">
            <a:spAutoFit/>
          </a:bodyPr>
          <a:lstStyle/>
          <a:p>
            <a:pPr algn="ctr"/>
            <a:r>
              <a:rPr lang="fr-FR" sz="4500" b="1" dirty="0">
                <a:solidFill>
                  <a:schemeClr val="bg1"/>
                </a:solidFill>
                <a:latin typeface="Poppins" pitchFamily="2" charset="77"/>
                <a:cs typeface="Poppins" pitchFamily="2" charset="77"/>
              </a:rPr>
              <a:t>01</a:t>
            </a:r>
          </a:p>
        </p:txBody>
      </p:sp>
      <p:sp>
        <p:nvSpPr>
          <p:cNvPr id="38" name="Subtitle 2">
            <a:extLst>
              <a:ext uri="{FF2B5EF4-FFF2-40B4-BE49-F238E27FC236}">
                <a16:creationId xmlns:a16="http://schemas.microsoft.com/office/drawing/2014/main" id="{FE247306-41CF-8947-AE25-A38FA6848D36}"/>
              </a:ext>
            </a:extLst>
          </p:cNvPr>
          <p:cNvSpPr txBox="1">
            <a:spLocks/>
          </p:cNvSpPr>
          <p:nvPr/>
        </p:nvSpPr>
        <p:spPr>
          <a:xfrm>
            <a:off x="4878126" y="4928270"/>
            <a:ext cx="2356192" cy="713722"/>
          </a:xfrm>
          <a:prstGeom prst="rect">
            <a:avLst/>
          </a:prstGeom>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750"/>
              </a:lnSpc>
            </a:pPr>
            <a:r>
              <a:rPr lang="fr-FR" sz="1200" dirty="0">
                <a:solidFill>
                  <a:schemeClr val="bg1"/>
                </a:solidFill>
                <a:latin typeface="Lato Light" panose="020F0502020204030203" pitchFamily="34" charset="0"/>
                <a:ea typeface="Lato Light" panose="020F0502020204030203" pitchFamily="34" charset="0"/>
                <a:cs typeface="Mukta ExtraLight" panose="020B0000000000000000" pitchFamily="34" charset="77"/>
              </a:rPr>
              <a:t>Utiliser la </a:t>
            </a:r>
            <a:r>
              <a:rPr lang="fr-FR" sz="1200" dirty="0" err="1">
                <a:solidFill>
                  <a:schemeClr val="bg1"/>
                </a:solidFill>
                <a:latin typeface="Lato Light" panose="020F0502020204030203" pitchFamily="34" charset="0"/>
                <a:ea typeface="Lato Light" panose="020F0502020204030203" pitchFamily="34" charset="0"/>
                <a:cs typeface="Mukta ExtraLight" panose="020B0000000000000000" pitchFamily="34" charset="77"/>
              </a:rPr>
              <a:t>competence</a:t>
            </a:r>
            <a:r>
              <a:rPr lang="fr-FR" sz="1200" dirty="0">
                <a:solidFill>
                  <a:schemeClr val="bg1"/>
                </a:solidFill>
                <a:latin typeface="Lato Light" panose="020F0502020204030203" pitchFamily="34" charset="0"/>
                <a:ea typeface="Lato Light" panose="020F0502020204030203" pitchFamily="34" charset="0"/>
                <a:cs typeface="Mukta ExtraLight" panose="020B0000000000000000" pitchFamily="34" charset="77"/>
              </a:rPr>
              <a:t> juste nécessaire tout en </a:t>
            </a:r>
            <a:r>
              <a:rPr lang="fr-FR" sz="1200" dirty="0" err="1">
                <a:solidFill>
                  <a:schemeClr val="bg1"/>
                </a:solidFill>
                <a:latin typeface="Lato Light" panose="020F0502020204030203" pitchFamily="34" charset="0"/>
                <a:ea typeface="Lato Light" panose="020F0502020204030203" pitchFamily="34" charset="0"/>
                <a:cs typeface="Mukta ExtraLight" panose="020B0000000000000000" pitchFamily="34" charset="77"/>
              </a:rPr>
              <a:t>professionalisant</a:t>
            </a:r>
            <a:r>
              <a:rPr lang="fr-FR" sz="1200" dirty="0">
                <a:solidFill>
                  <a:schemeClr val="bg1"/>
                </a:solidFill>
                <a:latin typeface="Lato Light" panose="020F0502020204030203" pitchFamily="34" charset="0"/>
                <a:ea typeface="Lato Light" panose="020F0502020204030203" pitchFamily="34" charset="0"/>
                <a:cs typeface="Mukta ExtraLight" panose="020B0000000000000000" pitchFamily="34" charset="77"/>
              </a:rPr>
              <a:t> certaines taches   </a:t>
            </a:r>
          </a:p>
        </p:txBody>
      </p:sp>
      <p:sp>
        <p:nvSpPr>
          <p:cNvPr id="39" name="TextBox 38">
            <a:extLst>
              <a:ext uri="{FF2B5EF4-FFF2-40B4-BE49-F238E27FC236}">
                <a16:creationId xmlns:a16="http://schemas.microsoft.com/office/drawing/2014/main" id="{503D7205-E901-EB44-8376-0E305F9D228C}"/>
              </a:ext>
            </a:extLst>
          </p:cNvPr>
          <p:cNvSpPr txBox="1"/>
          <p:nvPr/>
        </p:nvSpPr>
        <p:spPr>
          <a:xfrm>
            <a:off x="5161417" y="4287696"/>
            <a:ext cx="1935419" cy="584775"/>
          </a:xfrm>
          <a:prstGeom prst="rect">
            <a:avLst/>
          </a:prstGeom>
          <a:noFill/>
        </p:spPr>
        <p:txBody>
          <a:bodyPr wrap="square" rtlCol="0" anchor="b" anchorCtr="0">
            <a:spAutoFit/>
          </a:bodyPr>
          <a:lstStyle/>
          <a:p>
            <a:pPr algn="ctr"/>
            <a:r>
              <a:rPr lang="fr-FR" sz="1600" b="1" dirty="0">
                <a:solidFill>
                  <a:schemeClr val="bg1"/>
                </a:solidFill>
                <a:latin typeface="Poppins" pitchFamily="2" charset="77"/>
                <a:ea typeface="League Spartan" charset="0"/>
                <a:cs typeface="Poppins" pitchFamily="2" charset="77"/>
              </a:rPr>
              <a:t>Gain Organisationnel </a:t>
            </a:r>
          </a:p>
        </p:txBody>
      </p:sp>
      <p:sp>
        <p:nvSpPr>
          <p:cNvPr id="40" name="TextBox 39">
            <a:extLst>
              <a:ext uri="{FF2B5EF4-FFF2-40B4-BE49-F238E27FC236}">
                <a16:creationId xmlns:a16="http://schemas.microsoft.com/office/drawing/2014/main" id="{CF06AF5F-C9D2-9049-8544-A06CDD635A0D}"/>
              </a:ext>
            </a:extLst>
          </p:cNvPr>
          <p:cNvSpPr txBox="1"/>
          <p:nvPr/>
        </p:nvSpPr>
        <p:spPr>
          <a:xfrm>
            <a:off x="5651579" y="3693611"/>
            <a:ext cx="891591" cy="784830"/>
          </a:xfrm>
          <a:prstGeom prst="rect">
            <a:avLst/>
          </a:prstGeom>
          <a:noFill/>
        </p:spPr>
        <p:txBody>
          <a:bodyPr wrap="none" rtlCol="0" anchor="ctr">
            <a:spAutoFit/>
          </a:bodyPr>
          <a:lstStyle/>
          <a:p>
            <a:pPr algn="ctr"/>
            <a:r>
              <a:rPr lang="fr-FR" sz="4500" b="1" dirty="0">
                <a:solidFill>
                  <a:schemeClr val="bg1"/>
                </a:solidFill>
                <a:latin typeface="Poppins" pitchFamily="2" charset="77"/>
                <a:cs typeface="Poppins" pitchFamily="2" charset="77"/>
              </a:rPr>
              <a:t>02</a:t>
            </a:r>
          </a:p>
        </p:txBody>
      </p:sp>
      <p:sp>
        <p:nvSpPr>
          <p:cNvPr id="42" name="Subtitle 2">
            <a:extLst>
              <a:ext uri="{FF2B5EF4-FFF2-40B4-BE49-F238E27FC236}">
                <a16:creationId xmlns:a16="http://schemas.microsoft.com/office/drawing/2014/main" id="{E78A4447-DF8F-B541-9D3A-ECF458128CF0}"/>
              </a:ext>
            </a:extLst>
          </p:cNvPr>
          <p:cNvSpPr txBox="1">
            <a:spLocks/>
          </p:cNvSpPr>
          <p:nvPr/>
        </p:nvSpPr>
        <p:spPr>
          <a:xfrm>
            <a:off x="8830114" y="4871049"/>
            <a:ext cx="2150854" cy="944554"/>
          </a:xfrm>
          <a:prstGeom prst="rect">
            <a:avLst/>
          </a:prstGeom>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750"/>
              </a:lnSpc>
            </a:pPr>
            <a:r>
              <a:rPr lang="fr-FR" sz="1200" dirty="0">
                <a:solidFill>
                  <a:schemeClr val="bg1"/>
                </a:solidFill>
                <a:latin typeface="Lato Light" panose="020F0502020204030203" pitchFamily="34" charset="0"/>
                <a:ea typeface="Lato Light" panose="020F0502020204030203" pitchFamily="34" charset="0"/>
                <a:cs typeface="Mukta ExtraLight" panose="020B0000000000000000" pitchFamily="34" charset="77"/>
              </a:rPr>
              <a:t>Maîtrise des délais et de la qualité du service fourni par la maîtrise des processus et le recueil de données qualitatives </a:t>
            </a:r>
          </a:p>
        </p:txBody>
      </p:sp>
      <p:sp>
        <p:nvSpPr>
          <p:cNvPr id="43" name="TextBox 42">
            <a:extLst>
              <a:ext uri="{FF2B5EF4-FFF2-40B4-BE49-F238E27FC236}">
                <a16:creationId xmlns:a16="http://schemas.microsoft.com/office/drawing/2014/main" id="{5F570237-A6DA-A84B-BE31-9FAEAE195D64}"/>
              </a:ext>
            </a:extLst>
          </p:cNvPr>
          <p:cNvSpPr txBox="1"/>
          <p:nvPr/>
        </p:nvSpPr>
        <p:spPr>
          <a:xfrm>
            <a:off x="8851410" y="4533917"/>
            <a:ext cx="2108269" cy="338554"/>
          </a:xfrm>
          <a:prstGeom prst="rect">
            <a:avLst/>
          </a:prstGeom>
          <a:noFill/>
        </p:spPr>
        <p:txBody>
          <a:bodyPr wrap="none" rtlCol="0" anchor="b" anchorCtr="0">
            <a:spAutoFit/>
          </a:bodyPr>
          <a:lstStyle/>
          <a:p>
            <a:pPr algn="ctr"/>
            <a:r>
              <a:rPr lang="fr-FR" sz="1600" b="1" dirty="0">
                <a:solidFill>
                  <a:schemeClr val="bg1"/>
                </a:solidFill>
                <a:latin typeface="Poppins" pitchFamily="2" charset="77"/>
                <a:ea typeface="League Spartan" charset="0"/>
                <a:cs typeface="Poppins" pitchFamily="2" charset="77"/>
              </a:rPr>
              <a:t>Gain qualité client</a:t>
            </a:r>
          </a:p>
        </p:txBody>
      </p:sp>
      <p:sp>
        <p:nvSpPr>
          <p:cNvPr id="44" name="TextBox 43">
            <a:extLst>
              <a:ext uri="{FF2B5EF4-FFF2-40B4-BE49-F238E27FC236}">
                <a16:creationId xmlns:a16="http://schemas.microsoft.com/office/drawing/2014/main" id="{7D7369C3-B1A3-ED47-8DDB-15EA6C59C623}"/>
              </a:ext>
            </a:extLst>
          </p:cNvPr>
          <p:cNvSpPr txBox="1"/>
          <p:nvPr/>
        </p:nvSpPr>
        <p:spPr>
          <a:xfrm>
            <a:off x="9451502" y="3693611"/>
            <a:ext cx="910827" cy="784830"/>
          </a:xfrm>
          <a:prstGeom prst="rect">
            <a:avLst/>
          </a:prstGeom>
          <a:noFill/>
        </p:spPr>
        <p:txBody>
          <a:bodyPr wrap="none" rtlCol="0" anchor="ctr">
            <a:spAutoFit/>
          </a:bodyPr>
          <a:lstStyle/>
          <a:p>
            <a:pPr algn="ctr"/>
            <a:r>
              <a:rPr lang="fr-FR" sz="4500" b="1" dirty="0">
                <a:solidFill>
                  <a:schemeClr val="bg1"/>
                </a:solidFill>
                <a:latin typeface="Poppins" pitchFamily="2" charset="77"/>
                <a:cs typeface="Poppins" pitchFamily="2" charset="77"/>
              </a:rPr>
              <a:t>03</a:t>
            </a:r>
          </a:p>
        </p:txBody>
      </p:sp>
      <p:sp>
        <p:nvSpPr>
          <p:cNvPr id="5" name="Espace réservé du numéro de diapositive 4">
            <a:extLst>
              <a:ext uri="{FF2B5EF4-FFF2-40B4-BE49-F238E27FC236}">
                <a16:creationId xmlns:a16="http://schemas.microsoft.com/office/drawing/2014/main" id="{B27BA59D-F6D8-3E26-C3E0-4D3C5A4B9A0B}"/>
              </a:ext>
            </a:extLst>
          </p:cNvPr>
          <p:cNvSpPr txBox="1">
            <a:spLocks/>
          </p:cNvSpPr>
          <p:nvPr/>
        </p:nvSpPr>
        <p:spPr>
          <a:xfrm>
            <a:off x="11709400" y="6460067"/>
            <a:ext cx="482601" cy="190501"/>
          </a:xfrm>
          <a:custGeom>
            <a:avLst/>
            <a:gdLst>
              <a:gd name="connsiteX0" fmla="*/ 75329 w 361951"/>
              <a:gd name="connsiteY0" fmla="*/ 0 h 142876"/>
              <a:gd name="connsiteX1" fmla="*/ 361951 w 361951"/>
              <a:gd name="connsiteY1" fmla="*/ 0 h 142876"/>
              <a:gd name="connsiteX2" fmla="*/ 361951 w 361951"/>
              <a:gd name="connsiteY2" fmla="*/ 142876 h 142876"/>
              <a:gd name="connsiteX3" fmla="*/ 75329 w 361951"/>
              <a:gd name="connsiteY3" fmla="*/ 142876 h 142876"/>
              <a:gd name="connsiteX4" fmla="*/ 0 w 361951"/>
              <a:gd name="connsiteY4" fmla="*/ 71438 h 142876"/>
              <a:gd name="connsiteX5" fmla="*/ 75329 w 361951"/>
              <a:gd name="connsiteY5" fmla="*/ 0 h 142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1951" h="142876">
                <a:moveTo>
                  <a:pt x="75329" y="0"/>
                </a:moveTo>
                <a:lnTo>
                  <a:pt x="361951" y="0"/>
                </a:lnTo>
                <a:lnTo>
                  <a:pt x="361951" y="142876"/>
                </a:lnTo>
                <a:lnTo>
                  <a:pt x="75329" y="142876"/>
                </a:lnTo>
                <a:cubicBezTo>
                  <a:pt x="33726" y="142876"/>
                  <a:pt x="0" y="110892"/>
                  <a:pt x="0" y="71438"/>
                </a:cubicBezTo>
                <a:cubicBezTo>
                  <a:pt x="0" y="31984"/>
                  <a:pt x="33726" y="0"/>
                  <a:pt x="75329" y="0"/>
                </a:cubicBezTo>
                <a:close/>
              </a:path>
            </a:pathLst>
          </a:cu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a:p>
        </p:txBody>
      </p:sp>
      <p:sp>
        <p:nvSpPr>
          <p:cNvPr id="6" name="Espace réservé du numéro de diapositive 5">
            <a:extLst>
              <a:ext uri="{FF2B5EF4-FFF2-40B4-BE49-F238E27FC236}">
                <a16:creationId xmlns:a16="http://schemas.microsoft.com/office/drawing/2014/main" id="{ED384C46-ADE6-B9DD-91D8-C6BA437A0014}"/>
              </a:ext>
            </a:extLst>
          </p:cNvPr>
          <p:cNvSpPr txBox="1">
            <a:spLocks/>
          </p:cNvSpPr>
          <p:nvPr/>
        </p:nvSpPr>
        <p:spPr>
          <a:xfrm>
            <a:off x="11490547" y="6551405"/>
            <a:ext cx="701453" cy="190501"/>
          </a:xfrm>
          <a:custGeom>
            <a:avLst/>
            <a:gdLst>
              <a:gd name="connsiteX0" fmla="*/ 75329 w 361951"/>
              <a:gd name="connsiteY0" fmla="*/ 0 h 142876"/>
              <a:gd name="connsiteX1" fmla="*/ 361951 w 361951"/>
              <a:gd name="connsiteY1" fmla="*/ 0 h 142876"/>
              <a:gd name="connsiteX2" fmla="*/ 361951 w 361951"/>
              <a:gd name="connsiteY2" fmla="*/ 142876 h 142876"/>
              <a:gd name="connsiteX3" fmla="*/ 75329 w 361951"/>
              <a:gd name="connsiteY3" fmla="*/ 142876 h 142876"/>
              <a:gd name="connsiteX4" fmla="*/ 0 w 361951"/>
              <a:gd name="connsiteY4" fmla="*/ 71438 h 142876"/>
              <a:gd name="connsiteX5" fmla="*/ 75329 w 361951"/>
              <a:gd name="connsiteY5" fmla="*/ 0 h 142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1951" h="142876">
                <a:moveTo>
                  <a:pt x="75329" y="0"/>
                </a:moveTo>
                <a:lnTo>
                  <a:pt x="361951" y="0"/>
                </a:lnTo>
                <a:lnTo>
                  <a:pt x="361951" y="142876"/>
                </a:lnTo>
                <a:lnTo>
                  <a:pt x="75329" y="142876"/>
                </a:lnTo>
                <a:cubicBezTo>
                  <a:pt x="33726" y="142876"/>
                  <a:pt x="0" y="110892"/>
                  <a:pt x="0" y="71438"/>
                </a:cubicBezTo>
                <a:cubicBezTo>
                  <a:pt x="0" y="31984"/>
                  <a:pt x="33726" y="0"/>
                  <a:pt x="75329" y="0"/>
                </a:cubicBezTo>
                <a:close/>
              </a:path>
            </a:pathLst>
          </a:cu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a:p>
        </p:txBody>
      </p:sp>
      <p:sp>
        <p:nvSpPr>
          <p:cNvPr id="7" name="Espace réservé du numéro de diapositive 5">
            <a:extLst>
              <a:ext uri="{FF2B5EF4-FFF2-40B4-BE49-F238E27FC236}">
                <a16:creationId xmlns:a16="http://schemas.microsoft.com/office/drawing/2014/main" id="{5338B1B4-13BC-3879-DAA2-3112A0001E7C}"/>
              </a:ext>
            </a:extLst>
          </p:cNvPr>
          <p:cNvSpPr txBox="1">
            <a:spLocks/>
          </p:cNvSpPr>
          <p:nvPr/>
        </p:nvSpPr>
        <p:spPr>
          <a:xfrm>
            <a:off x="11709399" y="6456155"/>
            <a:ext cx="482601" cy="190501"/>
          </a:xfrm>
          <a:custGeom>
            <a:avLst/>
            <a:gdLst>
              <a:gd name="connsiteX0" fmla="*/ 75329 w 361951"/>
              <a:gd name="connsiteY0" fmla="*/ 0 h 142876"/>
              <a:gd name="connsiteX1" fmla="*/ 361951 w 361951"/>
              <a:gd name="connsiteY1" fmla="*/ 0 h 142876"/>
              <a:gd name="connsiteX2" fmla="*/ 361951 w 361951"/>
              <a:gd name="connsiteY2" fmla="*/ 142876 h 142876"/>
              <a:gd name="connsiteX3" fmla="*/ 75329 w 361951"/>
              <a:gd name="connsiteY3" fmla="*/ 142876 h 142876"/>
              <a:gd name="connsiteX4" fmla="*/ 0 w 361951"/>
              <a:gd name="connsiteY4" fmla="*/ 71438 h 142876"/>
              <a:gd name="connsiteX5" fmla="*/ 75329 w 361951"/>
              <a:gd name="connsiteY5" fmla="*/ 0 h 142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1951" h="142876">
                <a:moveTo>
                  <a:pt x="75329" y="0"/>
                </a:moveTo>
                <a:lnTo>
                  <a:pt x="361951" y="0"/>
                </a:lnTo>
                <a:lnTo>
                  <a:pt x="361951" y="142876"/>
                </a:lnTo>
                <a:lnTo>
                  <a:pt x="75329" y="142876"/>
                </a:lnTo>
                <a:cubicBezTo>
                  <a:pt x="33726" y="142876"/>
                  <a:pt x="0" y="110892"/>
                  <a:pt x="0" y="71438"/>
                </a:cubicBezTo>
                <a:cubicBezTo>
                  <a:pt x="0" y="31984"/>
                  <a:pt x="33726" y="0"/>
                  <a:pt x="75329" y="0"/>
                </a:cubicBezTo>
                <a:close/>
              </a:path>
            </a:pathLst>
          </a:cu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a:p>
        </p:txBody>
      </p:sp>
      <p:pic>
        <p:nvPicPr>
          <p:cNvPr id="8" name="Image 7">
            <a:extLst>
              <a:ext uri="{FF2B5EF4-FFF2-40B4-BE49-F238E27FC236}">
                <a16:creationId xmlns:a16="http://schemas.microsoft.com/office/drawing/2014/main" id="{113AFA6B-7CC8-B174-E683-2B5CE93A13D8}"/>
              </a:ext>
            </a:extLst>
          </p:cNvPr>
          <p:cNvPicPr>
            <a:picLocks noChangeAspect="1"/>
          </p:cNvPicPr>
          <p:nvPr/>
        </p:nvPicPr>
        <p:blipFill>
          <a:blip r:embed="rId4"/>
          <a:stretch>
            <a:fillRect/>
          </a:stretch>
        </p:blipFill>
        <p:spPr>
          <a:xfrm>
            <a:off x="11262361" y="0"/>
            <a:ext cx="929640" cy="889222"/>
          </a:xfrm>
          <a:prstGeom prst="rect">
            <a:avLst/>
          </a:prstGeom>
        </p:spPr>
      </p:pic>
    </p:spTree>
    <p:custDataLst>
      <p:tags r:id="rId1"/>
    </p:custDataLst>
    <p:extLst>
      <p:ext uri="{BB962C8B-B14F-4D97-AF65-F5344CB8AC3E}">
        <p14:creationId xmlns:p14="http://schemas.microsoft.com/office/powerpoint/2010/main" val="798065337"/>
      </p:ext>
    </p:extLst>
  </p:cSld>
  <p:clrMapOvr>
    <a:masterClrMapping/>
  </p:clrMapOvr>
  <mc:AlternateContent xmlns:mc="http://schemas.openxmlformats.org/markup-compatibility/2006" xmlns:p14="http://schemas.microsoft.com/office/powerpoint/2010/main">
    <mc:Choice Requires="p14">
      <p:transition spd="slow" p14:dur="2000" advTm="8462"/>
    </mc:Choice>
    <mc:Fallback xmlns="">
      <p:transition spd="slow" advTm="846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childTnLst>
                          </p:cTn>
                        </p:par>
                        <p:par>
                          <p:cTn id="15" fill="hold">
                            <p:stCondLst>
                              <p:cond delay="500"/>
                            </p:stCondLst>
                            <p:childTnLst>
                              <p:par>
                                <p:cTn id="16" presetID="45" presetClass="entr" presetSubtype="0" fill="hold" grpId="0" nodeType="after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000"/>
                                        <p:tgtEl>
                                          <p:spTgt spid="10"/>
                                        </p:tgtEl>
                                      </p:cBhvr>
                                    </p:animEffect>
                                    <p:anim calcmode="lin" valueType="num">
                                      <p:cBhvr>
                                        <p:cTn id="19" dur="2000" fill="hold"/>
                                        <p:tgtEl>
                                          <p:spTgt spid="10"/>
                                        </p:tgtEl>
                                        <p:attrNameLst>
                                          <p:attrName>ppt_w</p:attrName>
                                        </p:attrNameLst>
                                      </p:cBhvr>
                                      <p:tavLst>
                                        <p:tav tm="0" fmla="#ppt_w*sin(2.5*pi*$)">
                                          <p:val>
                                            <p:fltVal val="0"/>
                                          </p:val>
                                        </p:tav>
                                        <p:tav tm="100000">
                                          <p:val>
                                            <p:fltVal val="1"/>
                                          </p:val>
                                        </p:tav>
                                      </p:tavLst>
                                    </p:anim>
                                    <p:anim calcmode="lin" valueType="num">
                                      <p:cBhvr>
                                        <p:cTn id="20" dur="2000" fill="hold"/>
                                        <p:tgtEl>
                                          <p:spTgt spid="10"/>
                                        </p:tgtEl>
                                        <p:attrNameLst>
                                          <p:attrName>ppt_h</p:attrName>
                                        </p:attrNameLst>
                                      </p:cBhvr>
                                      <p:tavLst>
                                        <p:tav tm="0">
                                          <p:val>
                                            <p:strVal val="#ppt_h"/>
                                          </p:val>
                                        </p:tav>
                                        <p:tav tm="100000">
                                          <p:val>
                                            <p:strVal val="#ppt_h"/>
                                          </p:val>
                                        </p:tav>
                                      </p:tavLst>
                                    </p:anim>
                                  </p:childTnLst>
                                </p:cTn>
                              </p:par>
                              <p:par>
                                <p:cTn id="21" presetID="45"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2000"/>
                                        <p:tgtEl>
                                          <p:spTgt spid="11"/>
                                        </p:tgtEl>
                                      </p:cBhvr>
                                    </p:animEffect>
                                    <p:anim calcmode="lin" valueType="num">
                                      <p:cBhvr>
                                        <p:cTn id="24" dur="2000" fill="hold"/>
                                        <p:tgtEl>
                                          <p:spTgt spid="11"/>
                                        </p:tgtEl>
                                        <p:attrNameLst>
                                          <p:attrName>ppt_w</p:attrName>
                                        </p:attrNameLst>
                                      </p:cBhvr>
                                      <p:tavLst>
                                        <p:tav tm="0" fmla="#ppt_w*sin(2.5*pi*$)">
                                          <p:val>
                                            <p:fltVal val="0"/>
                                          </p:val>
                                        </p:tav>
                                        <p:tav tm="100000">
                                          <p:val>
                                            <p:fltVal val="1"/>
                                          </p:val>
                                        </p:tav>
                                      </p:tavLst>
                                    </p:anim>
                                    <p:anim calcmode="lin" valueType="num">
                                      <p:cBhvr>
                                        <p:cTn id="25" dur="2000" fill="hold"/>
                                        <p:tgtEl>
                                          <p:spTgt spid="11"/>
                                        </p:tgtEl>
                                        <p:attrNameLst>
                                          <p:attrName>ppt_h</p:attrName>
                                        </p:attrNameLst>
                                      </p:cBhvr>
                                      <p:tavLst>
                                        <p:tav tm="0">
                                          <p:val>
                                            <p:strVal val="#ppt_h"/>
                                          </p:val>
                                        </p:tav>
                                        <p:tav tm="100000">
                                          <p:val>
                                            <p:strVal val="#ppt_h"/>
                                          </p:val>
                                        </p:tav>
                                      </p:tavLst>
                                    </p:anim>
                                  </p:childTnLst>
                                </p:cTn>
                              </p:par>
                              <p:par>
                                <p:cTn id="26" presetID="45" presetClass="entr" presetSubtype="0" fill="hold" grpId="0" nodeType="withEffect">
                                  <p:stCondLst>
                                    <p:cond delay="0"/>
                                  </p:stCondLst>
                                  <p:childTnLst>
                                    <p:set>
                                      <p:cBhvr>
                                        <p:cTn id="27" dur="1" fill="hold">
                                          <p:stCondLst>
                                            <p:cond delay="0"/>
                                          </p:stCondLst>
                                        </p:cTn>
                                        <p:tgtEl>
                                          <p:spTgt spid="30"/>
                                        </p:tgtEl>
                                        <p:attrNameLst>
                                          <p:attrName>style.visibility</p:attrName>
                                        </p:attrNameLst>
                                      </p:cBhvr>
                                      <p:to>
                                        <p:strVal val="visible"/>
                                      </p:to>
                                    </p:set>
                                    <p:animEffect transition="in" filter="fade">
                                      <p:cBhvr>
                                        <p:cTn id="28" dur="2000"/>
                                        <p:tgtEl>
                                          <p:spTgt spid="30"/>
                                        </p:tgtEl>
                                      </p:cBhvr>
                                    </p:animEffect>
                                    <p:anim calcmode="lin" valueType="num">
                                      <p:cBhvr>
                                        <p:cTn id="29" dur="2000" fill="hold"/>
                                        <p:tgtEl>
                                          <p:spTgt spid="30"/>
                                        </p:tgtEl>
                                        <p:attrNameLst>
                                          <p:attrName>ppt_w</p:attrName>
                                        </p:attrNameLst>
                                      </p:cBhvr>
                                      <p:tavLst>
                                        <p:tav tm="0" fmla="#ppt_w*sin(2.5*pi*$)">
                                          <p:val>
                                            <p:fltVal val="0"/>
                                          </p:val>
                                        </p:tav>
                                        <p:tav tm="100000">
                                          <p:val>
                                            <p:fltVal val="1"/>
                                          </p:val>
                                        </p:tav>
                                      </p:tavLst>
                                    </p:anim>
                                    <p:anim calcmode="lin" valueType="num">
                                      <p:cBhvr>
                                        <p:cTn id="30" dur="2000" fill="hold"/>
                                        <p:tgtEl>
                                          <p:spTgt spid="30"/>
                                        </p:tgtEl>
                                        <p:attrNameLst>
                                          <p:attrName>ppt_h</p:attrName>
                                        </p:attrNameLst>
                                      </p:cBhvr>
                                      <p:tavLst>
                                        <p:tav tm="0">
                                          <p:val>
                                            <p:strVal val="#ppt_h"/>
                                          </p:val>
                                        </p:tav>
                                        <p:tav tm="100000">
                                          <p:val>
                                            <p:strVal val="#ppt_h"/>
                                          </p:val>
                                        </p:tav>
                                      </p:tavLst>
                                    </p:anim>
                                  </p:childTnLst>
                                </p:cTn>
                              </p:par>
                              <p:par>
                                <p:cTn id="31" presetID="45" presetClass="entr" presetSubtype="0" fill="hold" grpId="0" nodeType="withEffect">
                                  <p:stCondLst>
                                    <p:cond delay="0"/>
                                  </p:stCondLst>
                                  <p:childTnLst>
                                    <p:set>
                                      <p:cBhvr>
                                        <p:cTn id="32" dur="1" fill="hold">
                                          <p:stCondLst>
                                            <p:cond delay="0"/>
                                          </p:stCondLst>
                                        </p:cTn>
                                        <p:tgtEl>
                                          <p:spTgt spid="33"/>
                                        </p:tgtEl>
                                        <p:attrNameLst>
                                          <p:attrName>style.visibility</p:attrName>
                                        </p:attrNameLst>
                                      </p:cBhvr>
                                      <p:to>
                                        <p:strVal val="visible"/>
                                      </p:to>
                                    </p:set>
                                    <p:animEffect transition="in" filter="fade">
                                      <p:cBhvr>
                                        <p:cTn id="33" dur="2000"/>
                                        <p:tgtEl>
                                          <p:spTgt spid="33"/>
                                        </p:tgtEl>
                                      </p:cBhvr>
                                    </p:animEffect>
                                    <p:anim calcmode="lin" valueType="num">
                                      <p:cBhvr>
                                        <p:cTn id="34" dur="2000" fill="hold"/>
                                        <p:tgtEl>
                                          <p:spTgt spid="33"/>
                                        </p:tgtEl>
                                        <p:attrNameLst>
                                          <p:attrName>ppt_w</p:attrName>
                                        </p:attrNameLst>
                                      </p:cBhvr>
                                      <p:tavLst>
                                        <p:tav tm="0" fmla="#ppt_w*sin(2.5*pi*$)">
                                          <p:val>
                                            <p:fltVal val="0"/>
                                          </p:val>
                                        </p:tav>
                                        <p:tav tm="100000">
                                          <p:val>
                                            <p:fltVal val="1"/>
                                          </p:val>
                                        </p:tav>
                                      </p:tavLst>
                                    </p:anim>
                                    <p:anim calcmode="lin" valueType="num">
                                      <p:cBhvr>
                                        <p:cTn id="35" dur="2000" fill="hold"/>
                                        <p:tgtEl>
                                          <p:spTgt spid="33"/>
                                        </p:tgtEl>
                                        <p:attrNameLst>
                                          <p:attrName>ppt_h</p:attrName>
                                        </p:attrNameLst>
                                      </p:cBhvr>
                                      <p:tavLst>
                                        <p:tav tm="0">
                                          <p:val>
                                            <p:strVal val="#ppt_h"/>
                                          </p:val>
                                        </p:tav>
                                        <p:tav tm="100000">
                                          <p:val>
                                            <p:strVal val="#ppt_h"/>
                                          </p:val>
                                        </p:tav>
                                      </p:tavLst>
                                    </p:anim>
                                  </p:childTnLst>
                                </p:cTn>
                              </p:par>
                              <p:par>
                                <p:cTn id="36" presetID="45" presetClass="entr" presetSubtype="0" fill="hold" grpId="0" nodeType="withEffect">
                                  <p:stCondLst>
                                    <p:cond delay="0"/>
                                  </p:stCondLst>
                                  <p:childTnLst>
                                    <p:set>
                                      <p:cBhvr>
                                        <p:cTn id="37" dur="1" fill="hold">
                                          <p:stCondLst>
                                            <p:cond delay="0"/>
                                          </p:stCondLst>
                                        </p:cTn>
                                        <p:tgtEl>
                                          <p:spTgt spid="34"/>
                                        </p:tgtEl>
                                        <p:attrNameLst>
                                          <p:attrName>style.visibility</p:attrName>
                                        </p:attrNameLst>
                                      </p:cBhvr>
                                      <p:to>
                                        <p:strVal val="visible"/>
                                      </p:to>
                                    </p:set>
                                    <p:animEffect transition="in" filter="fade">
                                      <p:cBhvr>
                                        <p:cTn id="38" dur="2000"/>
                                        <p:tgtEl>
                                          <p:spTgt spid="34"/>
                                        </p:tgtEl>
                                      </p:cBhvr>
                                    </p:animEffect>
                                    <p:anim calcmode="lin" valueType="num">
                                      <p:cBhvr>
                                        <p:cTn id="39" dur="2000" fill="hold"/>
                                        <p:tgtEl>
                                          <p:spTgt spid="34"/>
                                        </p:tgtEl>
                                        <p:attrNameLst>
                                          <p:attrName>ppt_w</p:attrName>
                                        </p:attrNameLst>
                                      </p:cBhvr>
                                      <p:tavLst>
                                        <p:tav tm="0" fmla="#ppt_w*sin(2.5*pi*$)">
                                          <p:val>
                                            <p:fltVal val="0"/>
                                          </p:val>
                                        </p:tav>
                                        <p:tav tm="100000">
                                          <p:val>
                                            <p:fltVal val="1"/>
                                          </p:val>
                                        </p:tav>
                                      </p:tavLst>
                                    </p:anim>
                                    <p:anim calcmode="lin" valueType="num">
                                      <p:cBhvr>
                                        <p:cTn id="40" dur="2000" fill="hold"/>
                                        <p:tgtEl>
                                          <p:spTgt spid="34"/>
                                        </p:tgtEl>
                                        <p:attrNameLst>
                                          <p:attrName>ppt_h</p:attrName>
                                        </p:attrNameLst>
                                      </p:cBhvr>
                                      <p:tavLst>
                                        <p:tav tm="0">
                                          <p:val>
                                            <p:strVal val="#ppt_h"/>
                                          </p:val>
                                        </p:tav>
                                        <p:tav tm="100000">
                                          <p:val>
                                            <p:strVal val="#ppt_h"/>
                                          </p:val>
                                        </p:tav>
                                      </p:tavLst>
                                    </p:anim>
                                  </p:childTnLst>
                                </p:cTn>
                              </p:par>
                              <p:par>
                                <p:cTn id="41" presetID="45" presetClass="entr" presetSubtype="0" fill="hold" grpId="0" nodeType="withEffect">
                                  <p:stCondLst>
                                    <p:cond delay="0"/>
                                  </p:stCondLst>
                                  <p:childTnLst>
                                    <p:set>
                                      <p:cBhvr>
                                        <p:cTn id="42" dur="1" fill="hold">
                                          <p:stCondLst>
                                            <p:cond delay="0"/>
                                          </p:stCondLst>
                                        </p:cTn>
                                        <p:tgtEl>
                                          <p:spTgt spid="36"/>
                                        </p:tgtEl>
                                        <p:attrNameLst>
                                          <p:attrName>style.visibility</p:attrName>
                                        </p:attrNameLst>
                                      </p:cBhvr>
                                      <p:to>
                                        <p:strVal val="visible"/>
                                      </p:to>
                                    </p:set>
                                    <p:animEffect transition="in" filter="fade">
                                      <p:cBhvr>
                                        <p:cTn id="43" dur="2000"/>
                                        <p:tgtEl>
                                          <p:spTgt spid="36"/>
                                        </p:tgtEl>
                                      </p:cBhvr>
                                    </p:animEffect>
                                    <p:anim calcmode="lin" valueType="num">
                                      <p:cBhvr>
                                        <p:cTn id="44" dur="2000" fill="hold"/>
                                        <p:tgtEl>
                                          <p:spTgt spid="36"/>
                                        </p:tgtEl>
                                        <p:attrNameLst>
                                          <p:attrName>ppt_w</p:attrName>
                                        </p:attrNameLst>
                                      </p:cBhvr>
                                      <p:tavLst>
                                        <p:tav tm="0" fmla="#ppt_w*sin(2.5*pi*$)">
                                          <p:val>
                                            <p:fltVal val="0"/>
                                          </p:val>
                                        </p:tav>
                                        <p:tav tm="100000">
                                          <p:val>
                                            <p:fltVal val="1"/>
                                          </p:val>
                                        </p:tav>
                                      </p:tavLst>
                                    </p:anim>
                                    <p:anim calcmode="lin" valueType="num">
                                      <p:cBhvr>
                                        <p:cTn id="45" dur="2000" fill="hold"/>
                                        <p:tgtEl>
                                          <p:spTgt spid="36"/>
                                        </p:tgtEl>
                                        <p:attrNameLst>
                                          <p:attrName>ppt_h</p:attrName>
                                        </p:attrNameLst>
                                      </p:cBhvr>
                                      <p:tavLst>
                                        <p:tav tm="0">
                                          <p:val>
                                            <p:strVal val="#ppt_h"/>
                                          </p:val>
                                        </p:tav>
                                        <p:tav tm="100000">
                                          <p:val>
                                            <p:strVal val="#ppt_h"/>
                                          </p:val>
                                        </p:tav>
                                      </p:tavLst>
                                    </p:anim>
                                  </p:childTnLst>
                                </p:cTn>
                              </p:par>
                            </p:childTnLst>
                          </p:cTn>
                        </p:par>
                        <p:par>
                          <p:cTn id="46" fill="hold">
                            <p:stCondLst>
                              <p:cond delay="2500"/>
                            </p:stCondLst>
                            <p:childTnLst>
                              <p:par>
                                <p:cTn id="47" presetID="45" presetClass="entr" presetSubtype="0" fill="hold" grpId="0" nodeType="after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fade">
                                      <p:cBhvr>
                                        <p:cTn id="49" dur="2000"/>
                                        <p:tgtEl>
                                          <p:spTgt spid="25"/>
                                        </p:tgtEl>
                                      </p:cBhvr>
                                    </p:animEffect>
                                    <p:anim calcmode="lin" valueType="num">
                                      <p:cBhvr>
                                        <p:cTn id="50" dur="2000" fill="hold"/>
                                        <p:tgtEl>
                                          <p:spTgt spid="25"/>
                                        </p:tgtEl>
                                        <p:attrNameLst>
                                          <p:attrName>ppt_w</p:attrName>
                                        </p:attrNameLst>
                                      </p:cBhvr>
                                      <p:tavLst>
                                        <p:tav tm="0" fmla="#ppt_w*sin(2.5*pi*$)">
                                          <p:val>
                                            <p:fltVal val="0"/>
                                          </p:val>
                                        </p:tav>
                                        <p:tav tm="100000">
                                          <p:val>
                                            <p:fltVal val="1"/>
                                          </p:val>
                                        </p:tav>
                                      </p:tavLst>
                                    </p:anim>
                                    <p:anim calcmode="lin" valueType="num">
                                      <p:cBhvr>
                                        <p:cTn id="51" dur="2000" fill="hold"/>
                                        <p:tgtEl>
                                          <p:spTgt spid="25"/>
                                        </p:tgtEl>
                                        <p:attrNameLst>
                                          <p:attrName>ppt_h</p:attrName>
                                        </p:attrNameLst>
                                      </p:cBhvr>
                                      <p:tavLst>
                                        <p:tav tm="0">
                                          <p:val>
                                            <p:strVal val="#ppt_h"/>
                                          </p:val>
                                        </p:tav>
                                        <p:tav tm="100000">
                                          <p:val>
                                            <p:strVal val="#ppt_h"/>
                                          </p:val>
                                        </p:tav>
                                      </p:tavLst>
                                    </p:anim>
                                  </p:childTnLst>
                                </p:cTn>
                              </p:par>
                              <p:par>
                                <p:cTn id="52" presetID="45" presetClass="entr" presetSubtype="0" fill="hold" grpId="0" nodeType="with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2000"/>
                                        <p:tgtEl>
                                          <p:spTgt spid="27"/>
                                        </p:tgtEl>
                                      </p:cBhvr>
                                    </p:animEffect>
                                    <p:anim calcmode="lin" valueType="num">
                                      <p:cBhvr>
                                        <p:cTn id="55" dur="2000" fill="hold"/>
                                        <p:tgtEl>
                                          <p:spTgt spid="27"/>
                                        </p:tgtEl>
                                        <p:attrNameLst>
                                          <p:attrName>ppt_w</p:attrName>
                                        </p:attrNameLst>
                                      </p:cBhvr>
                                      <p:tavLst>
                                        <p:tav tm="0" fmla="#ppt_w*sin(2.5*pi*$)">
                                          <p:val>
                                            <p:fltVal val="0"/>
                                          </p:val>
                                        </p:tav>
                                        <p:tav tm="100000">
                                          <p:val>
                                            <p:fltVal val="1"/>
                                          </p:val>
                                        </p:tav>
                                      </p:tavLst>
                                    </p:anim>
                                    <p:anim calcmode="lin" valueType="num">
                                      <p:cBhvr>
                                        <p:cTn id="56" dur="2000" fill="hold"/>
                                        <p:tgtEl>
                                          <p:spTgt spid="27"/>
                                        </p:tgtEl>
                                        <p:attrNameLst>
                                          <p:attrName>ppt_h</p:attrName>
                                        </p:attrNameLst>
                                      </p:cBhvr>
                                      <p:tavLst>
                                        <p:tav tm="0">
                                          <p:val>
                                            <p:strVal val="#ppt_h"/>
                                          </p:val>
                                        </p:tav>
                                        <p:tav tm="100000">
                                          <p:val>
                                            <p:strVal val="#ppt_h"/>
                                          </p:val>
                                        </p:tav>
                                      </p:tavLst>
                                    </p:anim>
                                  </p:childTnLst>
                                </p:cTn>
                              </p:par>
                              <p:par>
                                <p:cTn id="57" presetID="45" presetClass="entr" presetSubtype="0" fill="hold" grpId="0" nodeType="with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fade">
                                      <p:cBhvr>
                                        <p:cTn id="59" dur="2000"/>
                                        <p:tgtEl>
                                          <p:spTgt spid="31"/>
                                        </p:tgtEl>
                                      </p:cBhvr>
                                    </p:animEffect>
                                    <p:anim calcmode="lin" valueType="num">
                                      <p:cBhvr>
                                        <p:cTn id="60" dur="2000" fill="hold"/>
                                        <p:tgtEl>
                                          <p:spTgt spid="31"/>
                                        </p:tgtEl>
                                        <p:attrNameLst>
                                          <p:attrName>ppt_w</p:attrName>
                                        </p:attrNameLst>
                                      </p:cBhvr>
                                      <p:tavLst>
                                        <p:tav tm="0" fmla="#ppt_w*sin(2.5*pi*$)">
                                          <p:val>
                                            <p:fltVal val="0"/>
                                          </p:val>
                                        </p:tav>
                                        <p:tav tm="100000">
                                          <p:val>
                                            <p:fltVal val="1"/>
                                          </p:val>
                                        </p:tav>
                                      </p:tavLst>
                                    </p:anim>
                                    <p:anim calcmode="lin" valueType="num">
                                      <p:cBhvr>
                                        <p:cTn id="61" dur="2000" fill="hold"/>
                                        <p:tgtEl>
                                          <p:spTgt spid="31"/>
                                        </p:tgtEl>
                                        <p:attrNameLst>
                                          <p:attrName>ppt_h</p:attrName>
                                        </p:attrNameLst>
                                      </p:cBhvr>
                                      <p:tavLst>
                                        <p:tav tm="0">
                                          <p:val>
                                            <p:strVal val="#ppt_h"/>
                                          </p:val>
                                        </p:tav>
                                        <p:tav tm="100000">
                                          <p:val>
                                            <p:strVal val="#ppt_h"/>
                                          </p:val>
                                        </p:tav>
                                      </p:tavLst>
                                    </p:anim>
                                  </p:childTnLst>
                                </p:cTn>
                              </p:par>
                              <p:par>
                                <p:cTn id="62" presetID="45" presetClass="entr" presetSubtype="0" fill="hold" grpId="0" nodeType="withEffect">
                                  <p:stCondLst>
                                    <p:cond delay="0"/>
                                  </p:stCondLst>
                                  <p:childTnLst>
                                    <p:set>
                                      <p:cBhvr>
                                        <p:cTn id="63" dur="1" fill="hold">
                                          <p:stCondLst>
                                            <p:cond delay="0"/>
                                          </p:stCondLst>
                                        </p:cTn>
                                        <p:tgtEl>
                                          <p:spTgt spid="38"/>
                                        </p:tgtEl>
                                        <p:attrNameLst>
                                          <p:attrName>style.visibility</p:attrName>
                                        </p:attrNameLst>
                                      </p:cBhvr>
                                      <p:to>
                                        <p:strVal val="visible"/>
                                      </p:to>
                                    </p:set>
                                    <p:animEffect transition="in" filter="fade">
                                      <p:cBhvr>
                                        <p:cTn id="64" dur="2000"/>
                                        <p:tgtEl>
                                          <p:spTgt spid="38"/>
                                        </p:tgtEl>
                                      </p:cBhvr>
                                    </p:animEffect>
                                    <p:anim calcmode="lin" valueType="num">
                                      <p:cBhvr>
                                        <p:cTn id="65" dur="2000" fill="hold"/>
                                        <p:tgtEl>
                                          <p:spTgt spid="38"/>
                                        </p:tgtEl>
                                        <p:attrNameLst>
                                          <p:attrName>ppt_w</p:attrName>
                                        </p:attrNameLst>
                                      </p:cBhvr>
                                      <p:tavLst>
                                        <p:tav tm="0" fmla="#ppt_w*sin(2.5*pi*$)">
                                          <p:val>
                                            <p:fltVal val="0"/>
                                          </p:val>
                                        </p:tav>
                                        <p:tav tm="100000">
                                          <p:val>
                                            <p:fltVal val="1"/>
                                          </p:val>
                                        </p:tav>
                                      </p:tavLst>
                                    </p:anim>
                                    <p:anim calcmode="lin" valueType="num">
                                      <p:cBhvr>
                                        <p:cTn id="66" dur="2000" fill="hold"/>
                                        <p:tgtEl>
                                          <p:spTgt spid="38"/>
                                        </p:tgtEl>
                                        <p:attrNameLst>
                                          <p:attrName>ppt_h</p:attrName>
                                        </p:attrNameLst>
                                      </p:cBhvr>
                                      <p:tavLst>
                                        <p:tav tm="0">
                                          <p:val>
                                            <p:strVal val="#ppt_h"/>
                                          </p:val>
                                        </p:tav>
                                        <p:tav tm="100000">
                                          <p:val>
                                            <p:strVal val="#ppt_h"/>
                                          </p:val>
                                        </p:tav>
                                      </p:tavLst>
                                    </p:anim>
                                  </p:childTnLst>
                                </p:cTn>
                              </p:par>
                              <p:par>
                                <p:cTn id="67" presetID="45" presetClass="entr" presetSubtype="0" fill="hold" grpId="0" nodeType="withEffect">
                                  <p:stCondLst>
                                    <p:cond delay="0"/>
                                  </p:stCondLst>
                                  <p:childTnLst>
                                    <p:set>
                                      <p:cBhvr>
                                        <p:cTn id="68" dur="1" fill="hold">
                                          <p:stCondLst>
                                            <p:cond delay="0"/>
                                          </p:stCondLst>
                                        </p:cTn>
                                        <p:tgtEl>
                                          <p:spTgt spid="39"/>
                                        </p:tgtEl>
                                        <p:attrNameLst>
                                          <p:attrName>style.visibility</p:attrName>
                                        </p:attrNameLst>
                                      </p:cBhvr>
                                      <p:to>
                                        <p:strVal val="visible"/>
                                      </p:to>
                                    </p:set>
                                    <p:animEffect transition="in" filter="fade">
                                      <p:cBhvr>
                                        <p:cTn id="69" dur="2000"/>
                                        <p:tgtEl>
                                          <p:spTgt spid="39"/>
                                        </p:tgtEl>
                                      </p:cBhvr>
                                    </p:animEffect>
                                    <p:anim calcmode="lin" valueType="num">
                                      <p:cBhvr>
                                        <p:cTn id="70" dur="2000" fill="hold"/>
                                        <p:tgtEl>
                                          <p:spTgt spid="39"/>
                                        </p:tgtEl>
                                        <p:attrNameLst>
                                          <p:attrName>ppt_w</p:attrName>
                                        </p:attrNameLst>
                                      </p:cBhvr>
                                      <p:tavLst>
                                        <p:tav tm="0" fmla="#ppt_w*sin(2.5*pi*$)">
                                          <p:val>
                                            <p:fltVal val="0"/>
                                          </p:val>
                                        </p:tav>
                                        <p:tav tm="100000">
                                          <p:val>
                                            <p:fltVal val="1"/>
                                          </p:val>
                                        </p:tav>
                                      </p:tavLst>
                                    </p:anim>
                                    <p:anim calcmode="lin" valueType="num">
                                      <p:cBhvr>
                                        <p:cTn id="71" dur="2000" fill="hold"/>
                                        <p:tgtEl>
                                          <p:spTgt spid="39"/>
                                        </p:tgtEl>
                                        <p:attrNameLst>
                                          <p:attrName>ppt_h</p:attrName>
                                        </p:attrNameLst>
                                      </p:cBhvr>
                                      <p:tavLst>
                                        <p:tav tm="0">
                                          <p:val>
                                            <p:strVal val="#ppt_h"/>
                                          </p:val>
                                        </p:tav>
                                        <p:tav tm="100000">
                                          <p:val>
                                            <p:strVal val="#ppt_h"/>
                                          </p:val>
                                        </p:tav>
                                      </p:tavLst>
                                    </p:anim>
                                  </p:childTnLst>
                                </p:cTn>
                              </p:par>
                              <p:par>
                                <p:cTn id="72" presetID="45" presetClass="entr" presetSubtype="0" fill="hold" grpId="0" nodeType="withEffect">
                                  <p:stCondLst>
                                    <p:cond delay="0"/>
                                  </p:stCondLst>
                                  <p:childTnLst>
                                    <p:set>
                                      <p:cBhvr>
                                        <p:cTn id="73" dur="1" fill="hold">
                                          <p:stCondLst>
                                            <p:cond delay="0"/>
                                          </p:stCondLst>
                                        </p:cTn>
                                        <p:tgtEl>
                                          <p:spTgt spid="40"/>
                                        </p:tgtEl>
                                        <p:attrNameLst>
                                          <p:attrName>style.visibility</p:attrName>
                                        </p:attrNameLst>
                                      </p:cBhvr>
                                      <p:to>
                                        <p:strVal val="visible"/>
                                      </p:to>
                                    </p:set>
                                    <p:animEffect transition="in" filter="fade">
                                      <p:cBhvr>
                                        <p:cTn id="74" dur="2000"/>
                                        <p:tgtEl>
                                          <p:spTgt spid="40"/>
                                        </p:tgtEl>
                                      </p:cBhvr>
                                    </p:animEffect>
                                    <p:anim calcmode="lin" valueType="num">
                                      <p:cBhvr>
                                        <p:cTn id="75" dur="2000" fill="hold"/>
                                        <p:tgtEl>
                                          <p:spTgt spid="40"/>
                                        </p:tgtEl>
                                        <p:attrNameLst>
                                          <p:attrName>ppt_w</p:attrName>
                                        </p:attrNameLst>
                                      </p:cBhvr>
                                      <p:tavLst>
                                        <p:tav tm="0" fmla="#ppt_w*sin(2.5*pi*$)">
                                          <p:val>
                                            <p:fltVal val="0"/>
                                          </p:val>
                                        </p:tav>
                                        <p:tav tm="100000">
                                          <p:val>
                                            <p:fltVal val="1"/>
                                          </p:val>
                                        </p:tav>
                                      </p:tavLst>
                                    </p:anim>
                                    <p:anim calcmode="lin" valueType="num">
                                      <p:cBhvr>
                                        <p:cTn id="76" dur="2000" fill="hold"/>
                                        <p:tgtEl>
                                          <p:spTgt spid="40"/>
                                        </p:tgtEl>
                                        <p:attrNameLst>
                                          <p:attrName>ppt_h</p:attrName>
                                        </p:attrNameLst>
                                      </p:cBhvr>
                                      <p:tavLst>
                                        <p:tav tm="0">
                                          <p:val>
                                            <p:strVal val="#ppt_h"/>
                                          </p:val>
                                        </p:tav>
                                        <p:tav tm="100000">
                                          <p:val>
                                            <p:strVal val="#ppt_h"/>
                                          </p:val>
                                        </p:tav>
                                      </p:tavLst>
                                    </p:anim>
                                  </p:childTnLst>
                                </p:cTn>
                              </p:par>
                            </p:childTnLst>
                          </p:cTn>
                        </p:par>
                        <p:par>
                          <p:cTn id="77" fill="hold">
                            <p:stCondLst>
                              <p:cond delay="4500"/>
                            </p:stCondLst>
                            <p:childTnLst>
                              <p:par>
                                <p:cTn id="78" presetID="45" presetClass="entr" presetSubtype="0" fill="hold" grpId="0" nodeType="afterEffect">
                                  <p:stCondLst>
                                    <p:cond delay="0"/>
                                  </p:stCondLst>
                                  <p:childTnLst>
                                    <p:set>
                                      <p:cBhvr>
                                        <p:cTn id="79" dur="1" fill="hold">
                                          <p:stCondLst>
                                            <p:cond delay="0"/>
                                          </p:stCondLst>
                                        </p:cTn>
                                        <p:tgtEl>
                                          <p:spTgt spid="24"/>
                                        </p:tgtEl>
                                        <p:attrNameLst>
                                          <p:attrName>style.visibility</p:attrName>
                                        </p:attrNameLst>
                                      </p:cBhvr>
                                      <p:to>
                                        <p:strVal val="visible"/>
                                      </p:to>
                                    </p:set>
                                    <p:animEffect transition="in" filter="fade">
                                      <p:cBhvr>
                                        <p:cTn id="80" dur="2000"/>
                                        <p:tgtEl>
                                          <p:spTgt spid="24"/>
                                        </p:tgtEl>
                                      </p:cBhvr>
                                    </p:animEffect>
                                    <p:anim calcmode="lin" valueType="num">
                                      <p:cBhvr>
                                        <p:cTn id="81" dur="2000" fill="hold"/>
                                        <p:tgtEl>
                                          <p:spTgt spid="24"/>
                                        </p:tgtEl>
                                        <p:attrNameLst>
                                          <p:attrName>ppt_w</p:attrName>
                                        </p:attrNameLst>
                                      </p:cBhvr>
                                      <p:tavLst>
                                        <p:tav tm="0" fmla="#ppt_w*sin(2.5*pi*$)">
                                          <p:val>
                                            <p:fltVal val="0"/>
                                          </p:val>
                                        </p:tav>
                                        <p:tav tm="100000">
                                          <p:val>
                                            <p:fltVal val="1"/>
                                          </p:val>
                                        </p:tav>
                                      </p:tavLst>
                                    </p:anim>
                                    <p:anim calcmode="lin" valueType="num">
                                      <p:cBhvr>
                                        <p:cTn id="82" dur="2000" fill="hold"/>
                                        <p:tgtEl>
                                          <p:spTgt spid="24"/>
                                        </p:tgtEl>
                                        <p:attrNameLst>
                                          <p:attrName>ppt_h</p:attrName>
                                        </p:attrNameLst>
                                      </p:cBhvr>
                                      <p:tavLst>
                                        <p:tav tm="0">
                                          <p:val>
                                            <p:strVal val="#ppt_h"/>
                                          </p:val>
                                        </p:tav>
                                        <p:tav tm="100000">
                                          <p:val>
                                            <p:strVal val="#ppt_h"/>
                                          </p:val>
                                        </p:tav>
                                      </p:tavLst>
                                    </p:anim>
                                  </p:childTnLst>
                                </p:cTn>
                              </p:par>
                              <p:par>
                                <p:cTn id="83" presetID="45" presetClass="entr" presetSubtype="0" fill="hold" grpId="0" nodeType="withEffect">
                                  <p:stCondLst>
                                    <p:cond delay="0"/>
                                  </p:stCondLst>
                                  <p:childTnLst>
                                    <p:set>
                                      <p:cBhvr>
                                        <p:cTn id="84" dur="1" fill="hold">
                                          <p:stCondLst>
                                            <p:cond delay="0"/>
                                          </p:stCondLst>
                                        </p:cTn>
                                        <p:tgtEl>
                                          <p:spTgt spid="28"/>
                                        </p:tgtEl>
                                        <p:attrNameLst>
                                          <p:attrName>style.visibility</p:attrName>
                                        </p:attrNameLst>
                                      </p:cBhvr>
                                      <p:to>
                                        <p:strVal val="visible"/>
                                      </p:to>
                                    </p:set>
                                    <p:animEffect transition="in" filter="fade">
                                      <p:cBhvr>
                                        <p:cTn id="85" dur="2000"/>
                                        <p:tgtEl>
                                          <p:spTgt spid="28"/>
                                        </p:tgtEl>
                                      </p:cBhvr>
                                    </p:animEffect>
                                    <p:anim calcmode="lin" valueType="num">
                                      <p:cBhvr>
                                        <p:cTn id="86" dur="2000" fill="hold"/>
                                        <p:tgtEl>
                                          <p:spTgt spid="28"/>
                                        </p:tgtEl>
                                        <p:attrNameLst>
                                          <p:attrName>ppt_w</p:attrName>
                                        </p:attrNameLst>
                                      </p:cBhvr>
                                      <p:tavLst>
                                        <p:tav tm="0" fmla="#ppt_w*sin(2.5*pi*$)">
                                          <p:val>
                                            <p:fltVal val="0"/>
                                          </p:val>
                                        </p:tav>
                                        <p:tav tm="100000">
                                          <p:val>
                                            <p:fltVal val="1"/>
                                          </p:val>
                                        </p:tav>
                                      </p:tavLst>
                                    </p:anim>
                                    <p:anim calcmode="lin" valueType="num">
                                      <p:cBhvr>
                                        <p:cTn id="87" dur="2000" fill="hold"/>
                                        <p:tgtEl>
                                          <p:spTgt spid="28"/>
                                        </p:tgtEl>
                                        <p:attrNameLst>
                                          <p:attrName>ppt_h</p:attrName>
                                        </p:attrNameLst>
                                      </p:cBhvr>
                                      <p:tavLst>
                                        <p:tav tm="0">
                                          <p:val>
                                            <p:strVal val="#ppt_h"/>
                                          </p:val>
                                        </p:tav>
                                        <p:tav tm="100000">
                                          <p:val>
                                            <p:strVal val="#ppt_h"/>
                                          </p:val>
                                        </p:tav>
                                      </p:tavLst>
                                    </p:anim>
                                  </p:childTnLst>
                                </p:cTn>
                              </p:par>
                              <p:par>
                                <p:cTn id="88" presetID="45" presetClass="entr" presetSubtype="0" fill="hold" grpId="0" nodeType="withEffect">
                                  <p:stCondLst>
                                    <p:cond delay="0"/>
                                  </p:stCondLst>
                                  <p:childTnLst>
                                    <p:set>
                                      <p:cBhvr>
                                        <p:cTn id="89" dur="1" fill="hold">
                                          <p:stCondLst>
                                            <p:cond delay="0"/>
                                          </p:stCondLst>
                                        </p:cTn>
                                        <p:tgtEl>
                                          <p:spTgt spid="32"/>
                                        </p:tgtEl>
                                        <p:attrNameLst>
                                          <p:attrName>style.visibility</p:attrName>
                                        </p:attrNameLst>
                                      </p:cBhvr>
                                      <p:to>
                                        <p:strVal val="visible"/>
                                      </p:to>
                                    </p:set>
                                    <p:animEffect transition="in" filter="fade">
                                      <p:cBhvr>
                                        <p:cTn id="90" dur="2000"/>
                                        <p:tgtEl>
                                          <p:spTgt spid="32"/>
                                        </p:tgtEl>
                                      </p:cBhvr>
                                    </p:animEffect>
                                    <p:anim calcmode="lin" valueType="num">
                                      <p:cBhvr>
                                        <p:cTn id="91" dur="2000" fill="hold"/>
                                        <p:tgtEl>
                                          <p:spTgt spid="32"/>
                                        </p:tgtEl>
                                        <p:attrNameLst>
                                          <p:attrName>ppt_w</p:attrName>
                                        </p:attrNameLst>
                                      </p:cBhvr>
                                      <p:tavLst>
                                        <p:tav tm="0" fmla="#ppt_w*sin(2.5*pi*$)">
                                          <p:val>
                                            <p:fltVal val="0"/>
                                          </p:val>
                                        </p:tav>
                                        <p:tav tm="100000">
                                          <p:val>
                                            <p:fltVal val="1"/>
                                          </p:val>
                                        </p:tav>
                                      </p:tavLst>
                                    </p:anim>
                                    <p:anim calcmode="lin" valueType="num">
                                      <p:cBhvr>
                                        <p:cTn id="92" dur="2000" fill="hold"/>
                                        <p:tgtEl>
                                          <p:spTgt spid="32"/>
                                        </p:tgtEl>
                                        <p:attrNameLst>
                                          <p:attrName>ppt_h</p:attrName>
                                        </p:attrNameLst>
                                      </p:cBhvr>
                                      <p:tavLst>
                                        <p:tav tm="0">
                                          <p:val>
                                            <p:strVal val="#ppt_h"/>
                                          </p:val>
                                        </p:tav>
                                        <p:tav tm="100000">
                                          <p:val>
                                            <p:strVal val="#ppt_h"/>
                                          </p:val>
                                        </p:tav>
                                      </p:tavLst>
                                    </p:anim>
                                  </p:childTnLst>
                                </p:cTn>
                              </p:par>
                              <p:par>
                                <p:cTn id="93" presetID="45" presetClass="entr" presetSubtype="0" fill="hold" grpId="0" nodeType="withEffect">
                                  <p:stCondLst>
                                    <p:cond delay="0"/>
                                  </p:stCondLst>
                                  <p:childTnLst>
                                    <p:set>
                                      <p:cBhvr>
                                        <p:cTn id="94" dur="1" fill="hold">
                                          <p:stCondLst>
                                            <p:cond delay="0"/>
                                          </p:stCondLst>
                                        </p:cTn>
                                        <p:tgtEl>
                                          <p:spTgt spid="42"/>
                                        </p:tgtEl>
                                        <p:attrNameLst>
                                          <p:attrName>style.visibility</p:attrName>
                                        </p:attrNameLst>
                                      </p:cBhvr>
                                      <p:to>
                                        <p:strVal val="visible"/>
                                      </p:to>
                                    </p:set>
                                    <p:animEffect transition="in" filter="fade">
                                      <p:cBhvr>
                                        <p:cTn id="95" dur="2000"/>
                                        <p:tgtEl>
                                          <p:spTgt spid="42"/>
                                        </p:tgtEl>
                                      </p:cBhvr>
                                    </p:animEffect>
                                    <p:anim calcmode="lin" valueType="num">
                                      <p:cBhvr>
                                        <p:cTn id="96" dur="2000" fill="hold"/>
                                        <p:tgtEl>
                                          <p:spTgt spid="42"/>
                                        </p:tgtEl>
                                        <p:attrNameLst>
                                          <p:attrName>ppt_w</p:attrName>
                                        </p:attrNameLst>
                                      </p:cBhvr>
                                      <p:tavLst>
                                        <p:tav tm="0" fmla="#ppt_w*sin(2.5*pi*$)">
                                          <p:val>
                                            <p:fltVal val="0"/>
                                          </p:val>
                                        </p:tav>
                                        <p:tav tm="100000">
                                          <p:val>
                                            <p:fltVal val="1"/>
                                          </p:val>
                                        </p:tav>
                                      </p:tavLst>
                                    </p:anim>
                                    <p:anim calcmode="lin" valueType="num">
                                      <p:cBhvr>
                                        <p:cTn id="97" dur="2000" fill="hold"/>
                                        <p:tgtEl>
                                          <p:spTgt spid="42"/>
                                        </p:tgtEl>
                                        <p:attrNameLst>
                                          <p:attrName>ppt_h</p:attrName>
                                        </p:attrNameLst>
                                      </p:cBhvr>
                                      <p:tavLst>
                                        <p:tav tm="0">
                                          <p:val>
                                            <p:strVal val="#ppt_h"/>
                                          </p:val>
                                        </p:tav>
                                        <p:tav tm="100000">
                                          <p:val>
                                            <p:strVal val="#ppt_h"/>
                                          </p:val>
                                        </p:tav>
                                      </p:tavLst>
                                    </p:anim>
                                  </p:childTnLst>
                                </p:cTn>
                              </p:par>
                              <p:par>
                                <p:cTn id="98" presetID="45" presetClass="entr" presetSubtype="0" fill="hold" grpId="0" nodeType="withEffect">
                                  <p:stCondLst>
                                    <p:cond delay="0"/>
                                  </p:stCondLst>
                                  <p:childTnLst>
                                    <p:set>
                                      <p:cBhvr>
                                        <p:cTn id="99" dur="1" fill="hold">
                                          <p:stCondLst>
                                            <p:cond delay="0"/>
                                          </p:stCondLst>
                                        </p:cTn>
                                        <p:tgtEl>
                                          <p:spTgt spid="43"/>
                                        </p:tgtEl>
                                        <p:attrNameLst>
                                          <p:attrName>style.visibility</p:attrName>
                                        </p:attrNameLst>
                                      </p:cBhvr>
                                      <p:to>
                                        <p:strVal val="visible"/>
                                      </p:to>
                                    </p:set>
                                    <p:animEffect transition="in" filter="fade">
                                      <p:cBhvr>
                                        <p:cTn id="100" dur="2000"/>
                                        <p:tgtEl>
                                          <p:spTgt spid="43"/>
                                        </p:tgtEl>
                                      </p:cBhvr>
                                    </p:animEffect>
                                    <p:anim calcmode="lin" valueType="num">
                                      <p:cBhvr>
                                        <p:cTn id="101" dur="2000" fill="hold"/>
                                        <p:tgtEl>
                                          <p:spTgt spid="43"/>
                                        </p:tgtEl>
                                        <p:attrNameLst>
                                          <p:attrName>ppt_w</p:attrName>
                                        </p:attrNameLst>
                                      </p:cBhvr>
                                      <p:tavLst>
                                        <p:tav tm="0" fmla="#ppt_w*sin(2.5*pi*$)">
                                          <p:val>
                                            <p:fltVal val="0"/>
                                          </p:val>
                                        </p:tav>
                                        <p:tav tm="100000">
                                          <p:val>
                                            <p:fltVal val="1"/>
                                          </p:val>
                                        </p:tav>
                                      </p:tavLst>
                                    </p:anim>
                                    <p:anim calcmode="lin" valueType="num">
                                      <p:cBhvr>
                                        <p:cTn id="102" dur="2000" fill="hold"/>
                                        <p:tgtEl>
                                          <p:spTgt spid="43"/>
                                        </p:tgtEl>
                                        <p:attrNameLst>
                                          <p:attrName>ppt_h</p:attrName>
                                        </p:attrNameLst>
                                      </p:cBhvr>
                                      <p:tavLst>
                                        <p:tav tm="0">
                                          <p:val>
                                            <p:strVal val="#ppt_h"/>
                                          </p:val>
                                        </p:tav>
                                        <p:tav tm="100000">
                                          <p:val>
                                            <p:strVal val="#ppt_h"/>
                                          </p:val>
                                        </p:tav>
                                      </p:tavLst>
                                    </p:anim>
                                  </p:childTnLst>
                                </p:cTn>
                              </p:par>
                              <p:par>
                                <p:cTn id="103" presetID="45" presetClass="entr" presetSubtype="0" fill="hold" grpId="0" nodeType="withEffect">
                                  <p:stCondLst>
                                    <p:cond delay="0"/>
                                  </p:stCondLst>
                                  <p:childTnLst>
                                    <p:set>
                                      <p:cBhvr>
                                        <p:cTn id="104" dur="1" fill="hold">
                                          <p:stCondLst>
                                            <p:cond delay="0"/>
                                          </p:stCondLst>
                                        </p:cTn>
                                        <p:tgtEl>
                                          <p:spTgt spid="44"/>
                                        </p:tgtEl>
                                        <p:attrNameLst>
                                          <p:attrName>style.visibility</p:attrName>
                                        </p:attrNameLst>
                                      </p:cBhvr>
                                      <p:to>
                                        <p:strVal val="visible"/>
                                      </p:to>
                                    </p:set>
                                    <p:animEffect transition="in" filter="fade">
                                      <p:cBhvr>
                                        <p:cTn id="105" dur="2000"/>
                                        <p:tgtEl>
                                          <p:spTgt spid="44"/>
                                        </p:tgtEl>
                                      </p:cBhvr>
                                    </p:animEffect>
                                    <p:anim calcmode="lin" valueType="num">
                                      <p:cBhvr>
                                        <p:cTn id="106" dur="2000" fill="hold"/>
                                        <p:tgtEl>
                                          <p:spTgt spid="44"/>
                                        </p:tgtEl>
                                        <p:attrNameLst>
                                          <p:attrName>ppt_w</p:attrName>
                                        </p:attrNameLst>
                                      </p:cBhvr>
                                      <p:tavLst>
                                        <p:tav tm="0" fmla="#ppt_w*sin(2.5*pi*$)">
                                          <p:val>
                                            <p:fltVal val="0"/>
                                          </p:val>
                                        </p:tav>
                                        <p:tav tm="100000">
                                          <p:val>
                                            <p:fltVal val="1"/>
                                          </p:val>
                                        </p:tav>
                                      </p:tavLst>
                                    </p:anim>
                                    <p:anim calcmode="lin" valueType="num">
                                      <p:cBhvr>
                                        <p:cTn id="107" dur="2000" fill="hold"/>
                                        <p:tgtEl>
                                          <p:spTgt spid="4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24" grpId="0" animBg="1"/>
      <p:bldP spid="25" grpId="0" animBg="1"/>
      <p:bldP spid="10" grpId="0" animBg="1"/>
      <p:bldP spid="11" grpId="0" animBg="1"/>
      <p:bldP spid="27" grpId="0" animBg="1"/>
      <p:bldP spid="28" grpId="0" animBg="1"/>
      <p:bldP spid="30" grpId="0" animBg="1"/>
      <p:bldP spid="31" grpId="0" animBg="1"/>
      <p:bldP spid="32" grpId="0" animBg="1"/>
      <p:bldP spid="33" grpId="0"/>
      <p:bldP spid="34" grpId="0"/>
      <p:bldP spid="36" grpId="0"/>
      <p:bldP spid="38" grpId="0"/>
      <p:bldP spid="39" grpId="0"/>
      <p:bldP spid="40" grpId="0"/>
      <p:bldP spid="42" grpId="0"/>
      <p:bldP spid="43" grpId="0"/>
      <p:bldP spid="4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pour une image  3">
            <a:extLst>
              <a:ext uri="{FF2B5EF4-FFF2-40B4-BE49-F238E27FC236}">
                <a16:creationId xmlns:a16="http://schemas.microsoft.com/office/drawing/2014/main" id="{1857A459-90D5-EDEF-448D-4A4F7BE8B806}"/>
              </a:ext>
            </a:extLst>
          </p:cNvPr>
          <p:cNvSpPr>
            <a:spLocks noGrp="1"/>
          </p:cNvSpPr>
          <p:nvPr>
            <p:ph type="pic" sz="quarter" idx="4294967295"/>
          </p:nvPr>
        </p:nvSpPr>
        <p:spPr>
          <a:xfrm>
            <a:off x="7777234" y="1"/>
            <a:ext cx="4414767" cy="6344211"/>
          </a:xfrm>
          <a:custGeom>
            <a:avLst/>
            <a:gdLst>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2377780 w 3529139"/>
              <a:gd name="connsiteY10" fmla="*/ 0 h 4768732"/>
              <a:gd name="connsiteX11" fmla="*/ 2984988 w 3529139"/>
              <a:gd name="connsiteY11" fmla="*/ 0 h 4768732"/>
              <a:gd name="connsiteX12" fmla="*/ 3059466 w 3529139"/>
              <a:gd name="connsiteY12" fmla="*/ 203489 h 4768732"/>
              <a:gd name="connsiteX13" fmla="*/ 3177784 w 3529139"/>
              <a:gd name="connsiteY13" fmla="*/ 986092 h 4768732"/>
              <a:gd name="connsiteX14" fmla="*/ 546032 w 3529139"/>
              <a:gd name="connsiteY14" fmla="*/ 3617844 h 4768732"/>
              <a:gd name="connsiteX15" fmla="*/ 15642 w 3529139"/>
              <a:gd name="connsiteY15" fmla="*/ 3564376 h 4768732"/>
              <a:gd name="connsiteX16" fmla="*/ 0 w 3529139"/>
              <a:gd name="connsiteY16" fmla="*/ 3560354 h 4768732"/>
              <a:gd name="connsiteX17" fmla="*/ 0 w 3529139"/>
              <a:gd name="connsiteY17" fmla="*/ 3011964 h 4768732"/>
              <a:gd name="connsiteX18" fmla="*/ 49662 w 3529139"/>
              <a:gd name="connsiteY18" fmla="*/ 3024734 h 4768732"/>
              <a:gd name="connsiteX19" fmla="*/ 477654 w 3529139"/>
              <a:gd name="connsiteY19" fmla="*/ 3067879 h 4768732"/>
              <a:gd name="connsiteX20" fmla="*/ 2601315 w 3529139"/>
              <a:gd name="connsiteY20" fmla="*/ 944218 h 4768732"/>
              <a:gd name="connsiteX21" fmla="*/ 2434428 w 3529139"/>
              <a:gd name="connsiteY21" fmla="*/ 117593 h 4768732"/>
              <a:gd name="connsiteX22" fmla="*/ 722152 w 3529139"/>
              <a:gd name="connsiteY22" fmla="*/ 0 h 4768732"/>
              <a:gd name="connsiteX23" fmla="*/ 1745086 w 3529139"/>
              <a:gd name="connsiteY23" fmla="*/ 0 h 4768732"/>
              <a:gd name="connsiteX24" fmla="*/ 1802783 w 3529139"/>
              <a:gd name="connsiteY24" fmla="*/ 77157 h 4768732"/>
              <a:gd name="connsiteX25" fmla="*/ 2071681 w 3529139"/>
              <a:gd name="connsiteY25" fmla="*/ 957470 h 4768732"/>
              <a:gd name="connsiteX26" fmla="*/ 497189 w 3529139"/>
              <a:gd name="connsiteY26" fmla="*/ 2531962 h 4768732"/>
              <a:gd name="connsiteX27" fmla="*/ 28984 w 3529139"/>
              <a:gd name="connsiteY27" fmla="*/ 2461176 h 4768732"/>
              <a:gd name="connsiteX28" fmla="*/ 0 w 3529139"/>
              <a:gd name="connsiteY28" fmla="*/ 2450568 h 4768732"/>
              <a:gd name="connsiteX29" fmla="*/ 0 w 3529139"/>
              <a:gd name="connsiteY29" fmla="*/ 1815994 h 4768732"/>
              <a:gd name="connsiteX30" fmla="*/ 112118 w 3529139"/>
              <a:gd name="connsiteY30" fmla="*/ 1876850 h 4768732"/>
              <a:gd name="connsiteX31" fmla="*/ 497704 w 3529139"/>
              <a:gd name="connsiteY31" fmla="*/ 1954696 h 4768732"/>
              <a:gd name="connsiteX32" fmla="*/ 1488304 w 3529139"/>
              <a:gd name="connsiteY32" fmla="*/ 964096 h 4768732"/>
              <a:gd name="connsiteX33" fmla="*/ 792278 w 3529139"/>
              <a:gd name="connsiteY33" fmla="*/ 18032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15642 w 3529139"/>
              <a:gd name="connsiteY16" fmla="*/ 3564376 h 4768732"/>
              <a:gd name="connsiteX17" fmla="*/ 0 w 3529139"/>
              <a:gd name="connsiteY17" fmla="*/ 3560354 h 4768732"/>
              <a:gd name="connsiteX18" fmla="*/ 0 w 3529139"/>
              <a:gd name="connsiteY18" fmla="*/ 3011964 h 4768732"/>
              <a:gd name="connsiteX19" fmla="*/ 49662 w 3529139"/>
              <a:gd name="connsiteY19" fmla="*/ 3024734 h 4768732"/>
              <a:gd name="connsiteX20" fmla="*/ 477654 w 3529139"/>
              <a:gd name="connsiteY20" fmla="*/ 3067879 h 4768732"/>
              <a:gd name="connsiteX21" fmla="*/ 2601315 w 3529139"/>
              <a:gd name="connsiteY21" fmla="*/ 944218 h 4768732"/>
              <a:gd name="connsiteX22" fmla="*/ 2434428 w 3529139"/>
              <a:gd name="connsiteY22" fmla="*/ 117593 h 4768732"/>
              <a:gd name="connsiteX23" fmla="*/ 2377780 w 3529139"/>
              <a:gd name="connsiteY23" fmla="*/ 0 h 4768732"/>
              <a:gd name="connsiteX24" fmla="*/ 722152 w 3529139"/>
              <a:gd name="connsiteY24" fmla="*/ 0 h 4768732"/>
              <a:gd name="connsiteX25" fmla="*/ 1745086 w 3529139"/>
              <a:gd name="connsiteY25" fmla="*/ 0 h 4768732"/>
              <a:gd name="connsiteX26" fmla="*/ 1802783 w 3529139"/>
              <a:gd name="connsiteY26" fmla="*/ 77157 h 4768732"/>
              <a:gd name="connsiteX27" fmla="*/ 2071681 w 3529139"/>
              <a:gd name="connsiteY27" fmla="*/ 957470 h 4768732"/>
              <a:gd name="connsiteX28" fmla="*/ 497189 w 3529139"/>
              <a:gd name="connsiteY28" fmla="*/ 2531962 h 4768732"/>
              <a:gd name="connsiteX29" fmla="*/ 28984 w 3529139"/>
              <a:gd name="connsiteY29" fmla="*/ 2461176 h 4768732"/>
              <a:gd name="connsiteX30" fmla="*/ 0 w 3529139"/>
              <a:gd name="connsiteY30" fmla="*/ 2450568 h 4768732"/>
              <a:gd name="connsiteX31" fmla="*/ 112118 w 3529139"/>
              <a:gd name="connsiteY31" fmla="*/ 1876850 h 4768732"/>
              <a:gd name="connsiteX32" fmla="*/ 497704 w 3529139"/>
              <a:gd name="connsiteY32" fmla="*/ 1954696 h 4768732"/>
              <a:gd name="connsiteX33" fmla="*/ 1488304 w 3529139"/>
              <a:gd name="connsiteY33" fmla="*/ 964096 h 4768732"/>
              <a:gd name="connsiteX34" fmla="*/ 792278 w 3529139"/>
              <a:gd name="connsiteY34" fmla="*/ 18032 h 4768732"/>
              <a:gd name="connsiteX35" fmla="*/ 722152 w 3529139"/>
              <a:gd name="connsiteY35"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15642 w 3529139"/>
              <a:gd name="connsiteY16" fmla="*/ 3564376 h 4768732"/>
              <a:gd name="connsiteX17" fmla="*/ 0 w 3529139"/>
              <a:gd name="connsiteY17" fmla="*/ 3560354 h 4768732"/>
              <a:gd name="connsiteX18" fmla="*/ 0 w 3529139"/>
              <a:gd name="connsiteY18" fmla="*/ 3011964 h 4768732"/>
              <a:gd name="connsiteX19" fmla="*/ 49662 w 3529139"/>
              <a:gd name="connsiteY19" fmla="*/ 3024734 h 4768732"/>
              <a:gd name="connsiteX20" fmla="*/ 477654 w 3529139"/>
              <a:gd name="connsiteY20" fmla="*/ 3067879 h 4768732"/>
              <a:gd name="connsiteX21" fmla="*/ 2601315 w 3529139"/>
              <a:gd name="connsiteY21" fmla="*/ 944218 h 4768732"/>
              <a:gd name="connsiteX22" fmla="*/ 2434428 w 3529139"/>
              <a:gd name="connsiteY22" fmla="*/ 117593 h 4768732"/>
              <a:gd name="connsiteX23" fmla="*/ 2377780 w 3529139"/>
              <a:gd name="connsiteY23" fmla="*/ 0 h 4768732"/>
              <a:gd name="connsiteX24" fmla="*/ 722152 w 3529139"/>
              <a:gd name="connsiteY24" fmla="*/ 0 h 4768732"/>
              <a:gd name="connsiteX25" fmla="*/ 1745086 w 3529139"/>
              <a:gd name="connsiteY25" fmla="*/ 0 h 4768732"/>
              <a:gd name="connsiteX26" fmla="*/ 1802783 w 3529139"/>
              <a:gd name="connsiteY26" fmla="*/ 77157 h 4768732"/>
              <a:gd name="connsiteX27" fmla="*/ 2071681 w 3529139"/>
              <a:gd name="connsiteY27" fmla="*/ 957470 h 4768732"/>
              <a:gd name="connsiteX28" fmla="*/ 497189 w 3529139"/>
              <a:gd name="connsiteY28" fmla="*/ 2531962 h 4768732"/>
              <a:gd name="connsiteX29" fmla="*/ 28984 w 3529139"/>
              <a:gd name="connsiteY29" fmla="*/ 2461176 h 4768732"/>
              <a:gd name="connsiteX30" fmla="*/ 112118 w 3529139"/>
              <a:gd name="connsiteY30" fmla="*/ 1876850 h 4768732"/>
              <a:gd name="connsiteX31" fmla="*/ 497704 w 3529139"/>
              <a:gd name="connsiteY31" fmla="*/ 1954696 h 4768732"/>
              <a:gd name="connsiteX32" fmla="*/ 1488304 w 3529139"/>
              <a:gd name="connsiteY32" fmla="*/ 964096 h 4768732"/>
              <a:gd name="connsiteX33" fmla="*/ 792278 w 3529139"/>
              <a:gd name="connsiteY33" fmla="*/ 18032 h 4768732"/>
              <a:gd name="connsiteX34" fmla="*/ 722152 w 3529139"/>
              <a:gd name="connsiteY34"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15642 w 3529139"/>
              <a:gd name="connsiteY16" fmla="*/ 3564376 h 4768732"/>
              <a:gd name="connsiteX17" fmla="*/ 0 w 3529139"/>
              <a:gd name="connsiteY17" fmla="*/ 3560354 h 4768732"/>
              <a:gd name="connsiteX18" fmla="*/ 0 w 3529139"/>
              <a:gd name="connsiteY18" fmla="*/ 3011964 h 4768732"/>
              <a:gd name="connsiteX19" fmla="*/ 49662 w 3529139"/>
              <a:gd name="connsiteY19" fmla="*/ 3024734 h 4768732"/>
              <a:gd name="connsiteX20" fmla="*/ 477654 w 3529139"/>
              <a:gd name="connsiteY20" fmla="*/ 3067879 h 4768732"/>
              <a:gd name="connsiteX21" fmla="*/ 2601315 w 3529139"/>
              <a:gd name="connsiteY21" fmla="*/ 944218 h 4768732"/>
              <a:gd name="connsiteX22" fmla="*/ 2434428 w 3529139"/>
              <a:gd name="connsiteY22" fmla="*/ 117593 h 4768732"/>
              <a:gd name="connsiteX23" fmla="*/ 2377780 w 3529139"/>
              <a:gd name="connsiteY23" fmla="*/ 0 h 4768732"/>
              <a:gd name="connsiteX24" fmla="*/ 722152 w 3529139"/>
              <a:gd name="connsiteY24" fmla="*/ 0 h 4768732"/>
              <a:gd name="connsiteX25" fmla="*/ 1745086 w 3529139"/>
              <a:gd name="connsiteY25" fmla="*/ 0 h 4768732"/>
              <a:gd name="connsiteX26" fmla="*/ 1802783 w 3529139"/>
              <a:gd name="connsiteY26" fmla="*/ 77157 h 4768732"/>
              <a:gd name="connsiteX27" fmla="*/ 2071681 w 3529139"/>
              <a:gd name="connsiteY27" fmla="*/ 957470 h 4768732"/>
              <a:gd name="connsiteX28" fmla="*/ 497189 w 3529139"/>
              <a:gd name="connsiteY28" fmla="*/ 2531962 h 4768732"/>
              <a:gd name="connsiteX29" fmla="*/ 28984 w 3529139"/>
              <a:gd name="connsiteY29" fmla="*/ 2461176 h 4768732"/>
              <a:gd name="connsiteX30" fmla="*/ 220068 w 3529139"/>
              <a:gd name="connsiteY30" fmla="*/ 2194350 h 4768732"/>
              <a:gd name="connsiteX31" fmla="*/ 497704 w 3529139"/>
              <a:gd name="connsiteY31" fmla="*/ 1954696 h 4768732"/>
              <a:gd name="connsiteX32" fmla="*/ 1488304 w 3529139"/>
              <a:gd name="connsiteY32" fmla="*/ 964096 h 4768732"/>
              <a:gd name="connsiteX33" fmla="*/ 792278 w 3529139"/>
              <a:gd name="connsiteY33" fmla="*/ 18032 h 4768732"/>
              <a:gd name="connsiteX34" fmla="*/ 722152 w 3529139"/>
              <a:gd name="connsiteY34"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15642 w 3529139"/>
              <a:gd name="connsiteY16" fmla="*/ 3564376 h 4768732"/>
              <a:gd name="connsiteX17" fmla="*/ 0 w 3529139"/>
              <a:gd name="connsiteY17" fmla="*/ 3560354 h 4768732"/>
              <a:gd name="connsiteX18" fmla="*/ 0 w 3529139"/>
              <a:gd name="connsiteY18" fmla="*/ 3011964 h 4768732"/>
              <a:gd name="connsiteX19" fmla="*/ 49662 w 3529139"/>
              <a:gd name="connsiteY19" fmla="*/ 3024734 h 4768732"/>
              <a:gd name="connsiteX20" fmla="*/ 477654 w 3529139"/>
              <a:gd name="connsiteY20" fmla="*/ 3067879 h 4768732"/>
              <a:gd name="connsiteX21" fmla="*/ 2601315 w 3529139"/>
              <a:gd name="connsiteY21" fmla="*/ 944218 h 4768732"/>
              <a:gd name="connsiteX22" fmla="*/ 2434428 w 3529139"/>
              <a:gd name="connsiteY22" fmla="*/ 117593 h 4768732"/>
              <a:gd name="connsiteX23" fmla="*/ 2377780 w 3529139"/>
              <a:gd name="connsiteY23" fmla="*/ 0 h 4768732"/>
              <a:gd name="connsiteX24" fmla="*/ 722152 w 3529139"/>
              <a:gd name="connsiteY24" fmla="*/ 0 h 4768732"/>
              <a:gd name="connsiteX25" fmla="*/ 1745086 w 3529139"/>
              <a:gd name="connsiteY25" fmla="*/ 0 h 4768732"/>
              <a:gd name="connsiteX26" fmla="*/ 1802783 w 3529139"/>
              <a:gd name="connsiteY26" fmla="*/ 77157 h 4768732"/>
              <a:gd name="connsiteX27" fmla="*/ 2071681 w 3529139"/>
              <a:gd name="connsiteY27" fmla="*/ 957470 h 4768732"/>
              <a:gd name="connsiteX28" fmla="*/ 497189 w 3529139"/>
              <a:gd name="connsiteY28" fmla="*/ 2531962 h 4768732"/>
              <a:gd name="connsiteX29" fmla="*/ 220068 w 3529139"/>
              <a:gd name="connsiteY29" fmla="*/ 2194350 h 4768732"/>
              <a:gd name="connsiteX30" fmla="*/ 497704 w 3529139"/>
              <a:gd name="connsiteY30" fmla="*/ 1954696 h 4768732"/>
              <a:gd name="connsiteX31" fmla="*/ 1488304 w 3529139"/>
              <a:gd name="connsiteY31" fmla="*/ 964096 h 4768732"/>
              <a:gd name="connsiteX32" fmla="*/ 792278 w 3529139"/>
              <a:gd name="connsiteY32" fmla="*/ 18032 h 4768732"/>
              <a:gd name="connsiteX33" fmla="*/ 722152 w 3529139"/>
              <a:gd name="connsiteY33"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15642 w 3529139"/>
              <a:gd name="connsiteY16" fmla="*/ 3564376 h 4768732"/>
              <a:gd name="connsiteX17" fmla="*/ 0 w 3529139"/>
              <a:gd name="connsiteY17" fmla="*/ 3560354 h 4768732"/>
              <a:gd name="connsiteX18" fmla="*/ 0 w 3529139"/>
              <a:gd name="connsiteY18" fmla="*/ 3011964 h 4768732"/>
              <a:gd name="connsiteX19" fmla="*/ 49662 w 3529139"/>
              <a:gd name="connsiteY19" fmla="*/ 3024734 h 4768732"/>
              <a:gd name="connsiteX20" fmla="*/ 477654 w 3529139"/>
              <a:gd name="connsiteY20" fmla="*/ 3067879 h 4768732"/>
              <a:gd name="connsiteX21" fmla="*/ 2601315 w 3529139"/>
              <a:gd name="connsiteY21" fmla="*/ 944218 h 4768732"/>
              <a:gd name="connsiteX22" fmla="*/ 2434428 w 3529139"/>
              <a:gd name="connsiteY22" fmla="*/ 117593 h 4768732"/>
              <a:gd name="connsiteX23" fmla="*/ 2377780 w 3529139"/>
              <a:gd name="connsiteY23" fmla="*/ 0 h 4768732"/>
              <a:gd name="connsiteX24" fmla="*/ 722152 w 3529139"/>
              <a:gd name="connsiteY24" fmla="*/ 0 h 4768732"/>
              <a:gd name="connsiteX25" fmla="*/ 1745086 w 3529139"/>
              <a:gd name="connsiteY25" fmla="*/ 0 h 4768732"/>
              <a:gd name="connsiteX26" fmla="*/ 1802783 w 3529139"/>
              <a:gd name="connsiteY26" fmla="*/ 77157 h 4768732"/>
              <a:gd name="connsiteX27" fmla="*/ 2071681 w 3529139"/>
              <a:gd name="connsiteY27" fmla="*/ 957470 h 4768732"/>
              <a:gd name="connsiteX28" fmla="*/ 497189 w 3529139"/>
              <a:gd name="connsiteY28" fmla="*/ 2531962 h 4768732"/>
              <a:gd name="connsiteX29" fmla="*/ 220068 w 3529139"/>
              <a:gd name="connsiteY29" fmla="*/ 2194350 h 4768732"/>
              <a:gd name="connsiteX30" fmla="*/ 497704 w 3529139"/>
              <a:gd name="connsiteY30" fmla="*/ 1954696 h 4768732"/>
              <a:gd name="connsiteX31" fmla="*/ 1488304 w 3529139"/>
              <a:gd name="connsiteY31" fmla="*/ 964096 h 4768732"/>
              <a:gd name="connsiteX32" fmla="*/ 792278 w 3529139"/>
              <a:gd name="connsiteY32" fmla="*/ 18032 h 4768732"/>
              <a:gd name="connsiteX33" fmla="*/ 722152 w 3529139"/>
              <a:gd name="connsiteY33"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15642 w 3529139"/>
              <a:gd name="connsiteY16" fmla="*/ 3564376 h 4768732"/>
              <a:gd name="connsiteX17" fmla="*/ 0 w 3529139"/>
              <a:gd name="connsiteY17" fmla="*/ 3560354 h 4768732"/>
              <a:gd name="connsiteX18" fmla="*/ 0 w 3529139"/>
              <a:gd name="connsiteY18" fmla="*/ 3011964 h 4768732"/>
              <a:gd name="connsiteX19" fmla="*/ 49662 w 3529139"/>
              <a:gd name="connsiteY19" fmla="*/ 3024734 h 4768732"/>
              <a:gd name="connsiteX20" fmla="*/ 477654 w 3529139"/>
              <a:gd name="connsiteY20" fmla="*/ 3067879 h 4768732"/>
              <a:gd name="connsiteX21" fmla="*/ 2601315 w 3529139"/>
              <a:gd name="connsiteY21" fmla="*/ 944218 h 4768732"/>
              <a:gd name="connsiteX22" fmla="*/ 2434428 w 3529139"/>
              <a:gd name="connsiteY22" fmla="*/ 117593 h 4768732"/>
              <a:gd name="connsiteX23" fmla="*/ 2377780 w 3529139"/>
              <a:gd name="connsiteY23" fmla="*/ 0 h 4768732"/>
              <a:gd name="connsiteX24" fmla="*/ 722152 w 3529139"/>
              <a:gd name="connsiteY24" fmla="*/ 0 h 4768732"/>
              <a:gd name="connsiteX25" fmla="*/ 1745086 w 3529139"/>
              <a:gd name="connsiteY25" fmla="*/ 0 h 4768732"/>
              <a:gd name="connsiteX26" fmla="*/ 1802783 w 3529139"/>
              <a:gd name="connsiteY26" fmla="*/ 77157 h 4768732"/>
              <a:gd name="connsiteX27" fmla="*/ 2071681 w 3529139"/>
              <a:gd name="connsiteY27" fmla="*/ 957470 h 4768732"/>
              <a:gd name="connsiteX28" fmla="*/ 497189 w 3529139"/>
              <a:gd name="connsiteY28" fmla="*/ 2531962 h 4768732"/>
              <a:gd name="connsiteX29" fmla="*/ 220068 w 3529139"/>
              <a:gd name="connsiteY29" fmla="*/ 2194350 h 4768732"/>
              <a:gd name="connsiteX30" fmla="*/ 497704 w 3529139"/>
              <a:gd name="connsiteY30" fmla="*/ 1954696 h 4768732"/>
              <a:gd name="connsiteX31" fmla="*/ 1488304 w 3529139"/>
              <a:gd name="connsiteY31" fmla="*/ 964096 h 4768732"/>
              <a:gd name="connsiteX32" fmla="*/ 792278 w 3529139"/>
              <a:gd name="connsiteY32" fmla="*/ 18032 h 4768732"/>
              <a:gd name="connsiteX33" fmla="*/ 722152 w 3529139"/>
              <a:gd name="connsiteY33"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15642 w 3529139"/>
              <a:gd name="connsiteY16" fmla="*/ 3564376 h 4768732"/>
              <a:gd name="connsiteX17" fmla="*/ 0 w 3529139"/>
              <a:gd name="connsiteY17" fmla="*/ 3560354 h 4768732"/>
              <a:gd name="connsiteX18" fmla="*/ 0 w 3529139"/>
              <a:gd name="connsiteY18" fmla="*/ 3011964 h 4768732"/>
              <a:gd name="connsiteX19" fmla="*/ 49662 w 3529139"/>
              <a:gd name="connsiteY19" fmla="*/ 3024734 h 4768732"/>
              <a:gd name="connsiteX20" fmla="*/ 477654 w 3529139"/>
              <a:gd name="connsiteY20" fmla="*/ 3067879 h 4768732"/>
              <a:gd name="connsiteX21" fmla="*/ 2601315 w 3529139"/>
              <a:gd name="connsiteY21" fmla="*/ 944218 h 4768732"/>
              <a:gd name="connsiteX22" fmla="*/ 2434428 w 3529139"/>
              <a:gd name="connsiteY22" fmla="*/ 117593 h 4768732"/>
              <a:gd name="connsiteX23" fmla="*/ 2377780 w 3529139"/>
              <a:gd name="connsiteY23" fmla="*/ 0 h 4768732"/>
              <a:gd name="connsiteX24" fmla="*/ 722152 w 3529139"/>
              <a:gd name="connsiteY24" fmla="*/ 0 h 4768732"/>
              <a:gd name="connsiteX25" fmla="*/ 1745086 w 3529139"/>
              <a:gd name="connsiteY25" fmla="*/ 0 h 4768732"/>
              <a:gd name="connsiteX26" fmla="*/ 1802783 w 3529139"/>
              <a:gd name="connsiteY26" fmla="*/ 77157 h 4768732"/>
              <a:gd name="connsiteX27" fmla="*/ 2071681 w 3529139"/>
              <a:gd name="connsiteY27" fmla="*/ 957470 h 4768732"/>
              <a:gd name="connsiteX28" fmla="*/ 497189 w 3529139"/>
              <a:gd name="connsiteY28" fmla="*/ 2531962 h 4768732"/>
              <a:gd name="connsiteX29" fmla="*/ 220068 w 3529139"/>
              <a:gd name="connsiteY29" fmla="*/ 2245150 h 4768732"/>
              <a:gd name="connsiteX30" fmla="*/ 497704 w 3529139"/>
              <a:gd name="connsiteY30" fmla="*/ 1954696 h 4768732"/>
              <a:gd name="connsiteX31" fmla="*/ 1488304 w 3529139"/>
              <a:gd name="connsiteY31" fmla="*/ 964096 h 4768732"/>
              <a:gd name="connsiteX32" fmla="*/ 792278 w 3529139"/>
              <a:gd name="connsiteY32" fmla="*/ 18032 h 4768732"/>
              <a:gd name="connsiteX33" fmla="*/ 722152 w 3529139"/>
              <a:gd name="connsiteY33"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15642 w 3529139"/>
              <a:gd name="connsiteY16" fmla="*/ 3564376 h 4768732"/>
              <a:gd name="connsiteX17" fmla="*/ 0 w 3529139"/>
              <a:gd name="connsiteY17" fmla="*/ 3560354 h 4768732"/>
              <a:gd name="connsiteX18" fmla="*/ 0 w 3529139"/>
              <a:gd name="connsiteY18" fmla="*/ 3011964 h 4768732"/>
              <a:gd name="connsiteX19" fmla="*/ 49662 w 3529139"/>
              <a:gd name="connsiteY19" fmla="*/ 3024734 h 4768732"/>
              <a:gd name="connsiteX20" fmla="*/ 477654 w 3529139"/>
              <a:gd name="connsiteY20" fmla="*/ 3067879 h 4768732"/>
              <a:gd name="connsiteX21" fmla="*/ 2601315 w 3529139"/>
              <a:gd name="connsiteY21" fmla="*/ 944218 h 4768732"/>
              <a:gd name="connsiteX22" fmla="*/ 2434428 w 3529139"/>
              <a:gd name="connsiteY22" fmla="*/ 117593 h 4768732"/>
              <a:gd name="connsiteX23" fmla="*/ 2377780 w 3529139"/>
              <a:gd name="connsiteY23" fmla="*/ 0 h 4768732"/>
              <a:gd name="connsiteX24" fmla="*/ 722152 w 3529139"/>
              <a:gd name="connsiteY24" fmla="*/ 0 h 4768732"/>
              <a:gd name="connsiteX25" fmla="*/ 1745086 w 3529139"/>
              <a:gd name="connsiteY25" fmla="*/ 0 h 4768732"/>
              <a:gd name="connsiteX26" fmla="*/ 1802783 w 3529139"/>
              <a:gd name="connsiteY26" fmla="*/ 77157 h 4768732"/>
              <a:gd name="connsiteX27" fmla="*/ 2071681 w 3529139"/>
              <a:gd name="connsiteY27" fmla="*/ 957470 h 4768732"/>
              <a:gd name="connsiteX28" fmla="*/ 497189 w 3529139"/>
              <a:gd name="connsiteY28" fmla="*/ 2531962 h 4768732"/>
              <a:gd name="connsiteX29" fmla="*/ 220068 w 3529139"/>
              <a:gd name="connsiteY29" fmla="*/ 2245150 h 4768732"/>
              <a:gd name="connsiteX30" fmla="*/ 497704 w 3529139"/>
              <a:gd name="connsiteY30" fmla="*/ 1954696 h 4768732"/>
              <a:gd name="connsiteX31" fmla="*/ 1488304 w 3529139"/>
              <a:gd name="connsiteY31" fmla="*/ 964096 h 4768732"/>
              <a:gd name="connsiteX32" fmla="*/ 792278 w 3529139"/>
              <a:gd name="connsiteY32" fmla="*/ 18032 h 4768732"/>
              <a:gd name="connsiteX33" fmla="*/ 722152 w 3529139"/>
              <a:gd name="connsiteY33"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15642 w 3529139"/>
              <a:gd name="connsiteY16" fmla="*/ 3564376 h 4768732"/>
              <a:gd name="connsiteX17" fmla="*/ 0 w 3529139"/>
              <a:gd name="connsiteY17" fmla="*/ 3560354 h 4768732"/>
              <a:gd name="connsiteX18" fmla="*/ 0 w 3529139"/>
              <a:gd name="connsiteY18" fmla="*/ 3011964 h 4768732"/>
              <a:gd name="connsiteX19" fmla="*/ 49662 w 3529139"/>
              <a:gd name="connsiteY19" fmla="*/ 3024734 h 4768732"/>
              <a:gd name="connsiteX20" fmla="*/ 477654 w 3529139"/>
              <a:gd name="connsiteY20" fmla="*/ 3067879 h 4768732"/>
              <a:gd name="connsiteX21" fmla="*/ 2601315 w 3529139"/>
              <a:gd name="connsiteY21" fmla="*/ 944218 h 4768732"/>
              <a:gd name="connsiteX22" fmla="*/ 2434428 w 3529139"/>
              <a:gd name="connsiteY22" fmla="*/ 117593 h 4768732"/>
              <a:gd name="connsiteX23" fmla="*/ 2377780 w 3529139"/>
              <a:gd name="connsiteY23" fmla="*/ 0 h 4768732"/>
              <a:gd name="connsiteX24" fmla="*/ 722152 w 3529139"/>
              <a:gd name="connsiteY24" fmla="*/ 0 h 4768732"/>
              <a:gd name="connsiteX25" fmla="*/ 1745086 w 3529139"/>
              <a:gd name="connsiteY25" fmla="*/ 0 h 4768732"/>
              <a:gd name="connsiteX26" fmla="*/ 1802783 w 3529139"/>
              <a:gd name="connsiteY26" fmla="*/ 77157 h 4768732"/>
              <a:gd name="connsiteX27" fmla="*/ 2071681 w 3529139"/>
              <a:gd name="connsiteY27" fmla="*/ 957470 h 4768732"/>
              <a:gd name="connsiteX28" fmla="*/ 497189 w 3529139"/>
              <a:gd name="connsiteY28" fmla="*/ 2531962 h 4768732"/>
              <a:gd name="connsiteX29" fmla="*/ 220068 w 3529139"/>
              <a:gd name="connsiteY29" fmla="*/ 2245150 h 4768732"/>
              <a:gd name="connsiteX30" fmla="*/ 497704 w 3529139"/>
              <a:gd name="connsiteY30" fmla="*/ 1954696 h 4768732"/>
              <a:gd name="connsiteX31" fmla="*/ 1488304 w 3529139"/>
              <a:gd name="connsiteY31" fmla="*/ 964096 h 4768732"/>
              <a:gd name="connsiteX32" fmla="*/ 792278 w 3529139"/>
              <a:gd name="connsiteY32" fmla="*/ 18032 h 4768732"/>
              <a:gd name="connsiteX33" fmla="*/ 722152 w 3529139"/>
              <a:gd name="connsiteY33"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15642 w 3529139"/>
              <a:gd name="connsiteY16" fmla="*/ 3564376 h 4768732"/>
              <a:gd name="connsiteX17" fmla="*/ 0 w 3529139"/>
              <a:gd name="connsiteY17" fmla="*/ 3560354 h 4768732"/>
              <a:gd name="connsiteX18" fmla="*/ 0 w 3529139"/>
              <a:gd name="connsiteY18" fmla="*/ 3011964 h 4768732"/>
              <a:gd name="connsiteX19" fmla="*/ 49662 w 3529139"/>
              <a:gd name="connsiteY19" fmla="*/ 3024734 h 4768732"/>
              <a:gd name="connsiteX20" fmla="*/ 477654 w 3529139"/>
              <a:gd name="connsiteY20" fmla="*/ 3067879 h 4768732"/>
              <a:gd name="connsiteX21" fmla="*/ 2601315 w 3529139"/>
              <a:gd name="connsiteY21" fmla="*/ 944218 h 4768732"/>
              <a:gd name="connsiteX22" fmla="*/ 2434428 w 3529139"/>
              <a:gd name="connsiteY22" fmla="*/ 117593 h 4768732"/>
              <a:gd name="connsiteX23" fmla="*/ 2377780 w 3529139"/>
              <a:gd name="connsiteY23" fmla="*/ 0 h 4768732"/>
              <a:gd name="connsiteX24" fmla="*/ 722152 w 3529139"/>
              <a:gd name="connsiteY24" fmla="*/ 0 h 4768732"/>
              <a:gd name="connsiteX25" fmla="*/ 1745086 w 3529139"/>
              <a:gd name="connsiteY25" fmla="*/ 0 h 4768732"/>
              <a:gd name="connsiteX26" fmla="*/ 1802783 w 3529139"/>
              <a:gd name="connsiteY26" fmla="*/ 77157 h 4768732"/>
              <a:gd name="connsiteX27" fmla="*/ 2071681 w 3529139"/>
              <a:gd name="connsiteY27" fmla="*/ 957470 h 4768732"/>
              <a:gd name="connsiteX28" fmla="*/ 497189 w 3529139"/>
              <a:gd name="connsiteY28" fmla="*/ 2531962 h 4768732"/>
              <a:gd name="connsiteX29" fmla="*/ 220068 w 3529139"/>
              <a:gd name="connsiteY29" fmla="*/ 2245150 h 4768732"/>
              <a:gd name="connsiteX30" fmla="*/ 497704 w 3529139"/>
              <a:gd name="connsiteY30" fmla="*/ 1954696 h 4768732"/>
              <a:gd name="connsiteX31" fmla="*/ 1488304 w 3529139"/>
              <a:gd name="connsiteY31" fmla="*/ 964096 h 4768732"/>
              <a:gd name="connsiteX32" fmla="*/ 792278 w 3529139"/>
              <a:gd name="connsiteY32" fmla="*/ 18032 h 4768732"/>
              <a:gd name="connsiteX33" fmla="*/ 722152 w 3529139"/>
              <a:gd name="connsiteY33"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15642 w 3529139"/>
              <a:gd name="connsiteY16" fmla="*/ 3564376 h 4768732"/>
              <a:gd name="connsiteX17" fmla="*/ 0 w 3529139"/>
              <a:gd name="connsiteY17" fmla="*/ 3560354 h 4768732"/>
              <a:gd name="connsiteX18" fmla="*/ 0 w 3529139"/>
              <a:gd name="connsiteY18" fmla="*/ 3011964 h 4768732"/>
              <a:gd name="connsiteX19" fmla="*/ 49662 w 3529139"/>
              <a:gd name="connsiteY19" fmla="*/ 3024734 h 4768732"/>
              <a:gd name="connsiteX20" fmla="*/ 477654 w 3529139"/>
              <a:gd name="connsiteY20" fmla="*/ 3067879 h 4768732"/>
              <a:gd name="connsiteX21" fmla="*/ 2601315 w 3529139"/>
              <a:gd name="connsiteY21" fmla="*/ 944218 h 4768732"/>
              <a:gd name="connsiteX22" fmla="*/ 2434428 w 3529139"/>
              <a:gd name="connsiteY22" fmla="*/ 117593 h 4768732"/>
              <a:gd name="connsiteX23" fmla="*/ 2377780 w 3529139"/>
              <a:gd name="connsiteY23" fmla="*/ 0 h 4768732"/>
              <a:gd name="connsiteX24" fmla="*/ 722152 w 3529139"/>
              <a:gd name="connsiteY24" fmla="*/ 0 h 4768732"/>
              <a:gd name="connsiteX25" fmla="*/ 1745086 w 3529139"/>
              <a:gd name="connsiteY25" fmla="*/ 0 h 4768732"/>
              <a:gd name="connsiteX26" fmla="*/ 1802783 w 3529139"/>
              <a:gd name="connsiteY26" fmla="*/ 77157 h 4768732"/>
              <a:gd name="connsiteX27" fmla="*/ 2071681 w 3529139"/>
              <a:gd name="connsiteY27" fmla="*/ 957470 h 4768732"/>
              <a:gd name="connsiteX28" fmla="*/ 497189 w 3529139"/>
              <a:gd name="connsiteY28" fmla="*/ 2531962 h 4768732"/>
              <a:gd name="connsiteX29" fmla="*/ 220068 w 3529139"/>
              <a:gd name="connsiteY29" fmla="*/ 2245150 h 4768732"/>
              <a:gd name="connsiteX30" fmla="*/ 497704 w 3529139"/>
              <a:gd name="connsiteY30" fmla="*/ 1954696 h 4768732"/>
              <a:gd name="connsiteX31" fmla="*/ 1488304 w 3529139"/>
              <a:gd name="connsiteY31" fmla="*/ 964096 h 4768732"/>
              <a:gd name="connsiteX32" fmla="*/ 792278 w 3529139"/>
              <a:gd name="connsiteY32" fmla="*/ 18032 h 4768732"/>
              <a:gd name="connsiteX33" fmla="*/ 722152 w 3529139"/>
              <a:gd name="connsiteY33"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15642 w 3529139"/>
              <a:gd name="connsiteY16" fmla="*/ 3564376 h 4768732"/>
              <a:gd name="connsiteX17" fmla="*/ 0 w 3529139"/>
              <a:gd name="connsiteY17" fmla="*/ 3560354 h 4768732"/>
              <a:gd name="connsiteX18" fmla="*/ 49662 w 3529139"/>
              <a:gd name="connsiteY18" fmla="*/ 3024734 h 4768732"/>
              <a:gd name="connsiteX19" fmla="*/ 477654 w 3529139"/>
              <a:gd name="connsiteY19" fmla="*/ 3067879 h 4768732"/>
              <a:gd name="connsiteX20" fmla="*/ 2601315 w 3529139"/>
              <a:gd name="connsiteY20" fmla="*/ 944218 h 4768732"/>
              <a:gd name="connsiteX21" fmla="*/ 2434428 w 3529139"/>
              <a:gd name="connsiteY21" fmla="*/ 117593 h 4768732"/>
              <a:gd name="connsiteX22" fmla="*/ 2377780 w 3529139"/>
              <a:gd name="connsiteY22" fmla="*/ 0 h 4768732"/>
              <a:gd name="connsiteX23" fmla="*/ 722152 w 3529139"/>
              <a:gd name="connsiteY23" fmla="*/ 0 h 4768732"/>
              <a:gd name="connsiteX24" fmla="*/ 1745086 w 3529139"/>
              <a:gd name="connsiteY24" fmla="*/ 0 h 4768732"/>
              <a:gd name="connsiteX25" fmla="*/ 1802783 w 3529139"/>
              <a:gd name="connsiteY25" fmla="*/ 77157 h 4768732"/>
              <a:gd name="connsiteX26" fmla="*/ 2071681 w 3529139"/>
              <a:gd name="connsiteY26" fmla="*/ 957470 h 4768732"/>
              <a:gd name="connsiteX27" fmla="*/ 497189 w 3529139"/>
              <a:gd name="connsiteY27" fmla="*/ 2531962 h 4768732"/>
              <a:gd name="connsiteX28" fmla="*/ 220068 w 3529139"/>
              <a:gd name="connsiteY28" fmla="*/ 2245150 h 4768732"/>
              <a:gd name="connsiteX29" fmla="*/ 497704 w 3529139"/>
              <a:gd name="connsiteY29" fmla="*/ 1954696 h 4768732"/>
              <a:gd name="connsiteX30" fmla="*/ 1488304 w 3529139"/>
              <a:gd name="connsiteY30" fmla="*/ 964096 h 4768732"/>
              <a:gd name="connsiteX31" fmla="*/ 792278 w 3529139"/>
              <a:gd name="connsiteY31" fmla="*/ 18032 h 4768732"/>
              <a:gd name="connsiteX32" fmla="*/ 722152 w 3529139"/>
              <a:gd name="connsiteY32"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15642 w 3529139"/>
              <a:gd name="connsiteY16" fmla="*/ 3564376 h 4768732"/>
              <a:gd name="connsiteX17" fmla="*/ 49662 w 3529139"/>
              <a:gd name="connsiteY17" fmla="*/ 3024734 h 4768732"/>
              <a:gd name="connsiteX18" fmla="*/ 477654 w 3529139"/>
              <a:gd name="connsiteY18" fmla="*/ 3067879 h 4768732"/>
              <a:gd name="connsiteX19" fmla="*/ 2601315 w 3529139"/>
              <a:gd name="connsiteY19" fmla="*/ 944218 h 4768732"/>
              <a:gd name="connsiteX20" fmla="*/ 2434428 w 3529139"/>
              <a:gd name="connsiteY20" fmla="*/ 117593 h 4768732"/>
              <a:gd name="connsiteX21" fmla="*/ 2377780 w 3529139"/>
              <a:gd name="connsiteY21" fmla="*/ 0 h 4768732"/>
              <a:gd name="connsiteX22" fmla="*/ 722152 w 3529139"/>
              <a:gd name="connsiteY22" fmla="*/ 0 h 4768732"/>
              <a:gd name="connsiteX23" fmla="*/ 1745086 w 3529139"/>
              <a:gd name="connsiteY23" fmla="*/ 0 h 4768732"/>
              <a:gd name="connsiteX24" fmla="*/ 1802783 w 3529139"/>
              <a:gd name="connsiteY24" fmla="*/ 77157 h 4768732"/>
              <a:gd name="connsiteX25" fmla="*/ 2071681 w 3529139"/>
              <a:gd name="connsiteY25" fmla="*/ 957470 h 4768732"/>
              <a:gd name="connsiteX26" fmla="*/ 497189 w 3529139"/>
              <a:gd name="connsiteY26" fmla="*/ 2531962 h 4768732"/>
              <a:gd name="connsiteX27" fmla="*/ 220068 w 3529139"/>
              <a:gd name="connsiteY27" fmla="*/ 2245150 h 4768732"/>
              <a:gd name="connsiteX28" fmla="*/ 497704 w 3529139"/>
              <a:gd name="connsiteY28" fmla="*/ 1954696 h 4768732"/>
              <a:gd name="connsiteX29" fmla="*/ 1488304 w 3529139"/>
              <a:gd name="connsiteY29" fmla="*/ 964096 h 4768732"/>
              <a:gd name="connsiteX30" fmla="*/ 792278 w 3529139"/>
              <a:gd name="connsiteY30" fmla="*/ 18032 h 4768732"/>
              <a:gd name="connsiteX31" fmla="*/ 722152 w 3529139"/>
              <a:gd name="connsiteY31"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49662 w 3529139"/>
              <a:gd name="connsiteY16" fmla="*/ 3024734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2174 w 3529139"/>
              <a:gd name="connsiteY15" fmla="*/ 364099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2174 w 3529139"/>
              <a:gd name="connsiteY15" fmla="*/ 364099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2174 w 3529139"/>
              <a:gd name="connsiteY15" fmla="*/ 364099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2174 w 3529139"/>
              <a:gd name="connsiteY15" fmla="*/ 364099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80982 w 3529139"/>
              <a:gd name="connsiteY13" fmla="*/ 225005 h 4768732"/>
              <a:gd name="connsiteX14" fmla="*/ 3177784 w 3529139"/>
              <a:gd name="connsiteY14" fmla="*/ 986092 h 4768732"/>
              <a:gd name="connsiteX15" fmla="*/ 542174 w 3529139"/>
              <a:gd name="connsiteY15" fmla="*/ 364099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80982 w 3529139"/>
              <a:gd name="connsiteY13" fmla="*/ 225005 h 4768732"/>
              <a:gd name="connsiteX14" fmla="*/ 3177784 w 3529139"/>
              <a:gd name="connsiteY14" fmla="*/ 986092 h 4768732"/>
              <a:gd name="connsiteX15" fmla="*/ 542174 w 3529139"/>
              <a:gd name="connsiteY15" fmla="*/ 364099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80982 w 3529139"/>
              <a:gd name="connsiteY13" fmla="*/ 225005 h 4768732"/>
              <a:gd name="connsiteX14" fmla="*/ 3177784 w 3529139"/>
              <a:gd name="connsiteY14" fmla="*/ 986092 h 4768732"/>
              <a:gd name="connsiteX15" fmla="*/ 542174 w 3529139"/>
              <a:gd name="connsiteY15" fmla="*/ 364099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80982 w 3529139"/>
              <a:gd name="connsiteY13" fmla="*/ 225005 h 4768732"/>
              <a:gd name="connsiteX14" fmla="*/ 3177784 w 3529139"/>
              <a:gd name="connsiteY14" fmla="*/ 986092 h 4768732"/>
              <a:gd name="connsiteX15" fmla="*/ 542174 w 3529139"/>
              <a:gd name="connsiteY15" fmla="*/ 364099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80982 w 3529139"/>
              <a:gd name="connsiteY13" fmla="*/ 225005 h 4768732"/>
              <a:gd name="connsiteX14" fmla="*/ 3177784 w 3529139"/>
              <a:gd name="connsiteY14" fmla="*/ 986092 h 4768732"/>
              <a:gd name="connsiteX15" fmla="*/ 542174 w 3529139"/>
              <a:gd name="connsiteY15" fmla="*/ 364099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80982 w 3529139"/>
              <a:gd name="connsiteY13" fmla="*/ 225005 h 4768732"/>
              <a:gd name="connsiteX14" fmla="*/ 3177784 w 3529139"/>
              <a:gd name="connsiteY14" fmla="*/ 986092 h 4768732"/>
              <a:gd name="connsiteX15" fmla="*/ 542174 w 3529139"/>
              <a:gd name="connsiteY15" fmla="*/ 364099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80982 w 3529139"/>
              <a:gd name="connsiteY13" fmla="*/ 225005 h 4768732"/>
              <a:gd name="connsiteX14" fmla="*/ 3177784 w 3529139"/>
              <a:gd name="connsiteY14" fmla="*/ 986092 h 4768732"/>
              <a:gd name="connsiteX15" fmla="*/ 542174 w 3529139"/>
              <a:gd name="connsiteY15" fmla="*/ 364099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80982 w 3529139"/>
              <a:gd name="connsiteY13" fmla="*/ 225005 h 4768732"/>
              <a:gd name="connsiteX14" fmla="*/ 3177784 w 3529139"/>
              <a:gd name="connsiteY14" fmla="*/ 986092 h 4768732"/>
              <a:gd name="connsiteX15" fmla="*/ 542174 w 3529139"/>
              <a:gd name="connsiteY15" fmla="*/ 364099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177784 w 3529139"/>
              <a:gd name="connsiteY13" fmla="*/ 986092 h 4768732"/>
              <a:gd name="connsiteX14" fmla="*/ 542174 w 3529139"/>
              <a:gd name="connsiteY14" fmla="*/ 3640994 h 4768732"/>
              <a:gd name="connsiteX15" fmla="*/ 219424 w 3529139"/>
              <a:gd name="connsiteY15" fmla="*/ 3371975 h 4768732"/>
              <a:gd name="connsiteX16" fmla="*/ 477654 w 3529139"/>
              <a:gd name="connsiteY16" fmla="*/ 3067879 h 4768732"/>
              <a:gd name="connsiteX17" fmla="*/ 2601315 w 3529139"/>
              <a:gd name="connsiteY17" fmla="*/ 944218 h 4768732"/>
              <a:gd name="connsiteX18" fmla="*/ 2434428 w 3529139"/>
              <a:gd name="connsiteY18" fmla="*/ 117593 h 4768732"/>
              <a:gd name="connsiteX19" fmla="*/ 2377780 w 3529139"/>
              <a:gd name="connsiteY19" fmla="*/ 0 h 4768732"/>
              <a:gd name="connsiteX20" fmla="*/ 722152 w 3529139"/>
              <a:gd name="connsiteY20" fmla="*/ 0 h 4768732"/>
              <a:gd name="connsiteX21" fmla="*/ 1745086 w 3529139"/>
              <a:gd name="connsiteY21" fmla="*/ 0 h 4768732"/>
              <a:gd name="connsiteX22" fmla="*/ 1802783 w 3529139"/>
              <a:gd name="connsiteY22" fmla="*/ 77157 h 4768732"/>
              <a:gd name="connsiteX23" fmla="*/ 2071681 w 3529139"/>
              <a:gd name="connsiteY23" fmla="*/ 957470 h 4768732"/>
              <a:gd name="connsiteX24" fmla="*/ 497189 w 3529139"/>
              <a:gd name="connsiteY24" fmla="*/ 2531962 h 4768732"/>
              <a:gd name="connsiteX25" fmla="*/ 220068 w 3529139"/>
              <a:gd name="connsiteY25" fmla="*/ 2245150 h 4768732"/>
              <a:gd name="connsiteX26" fmla="*/ 497704 w 3529139"/>
              <a:gd name="connsiteY26" fmla="*/ 1954696 h 4768732"/>
              <a:gd name="connsiteX27" fmla="*/ 1488304 w 3529139"/>
              <a:gd name="connsiteY27" fmla="*/ 964096 h 4768732"/>
              <a:gd name="connsiteX28" fmla="*/ 792278 w 3529139"/>
              <a:gd name="connsiteY28" fmla="*/ 18032 h 4768732"/>
              <a:gd name="connsiteX29" fmla="*/ 722152 w 3529139"/>
              <a:gd name="connsiteY29"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177784 w 3529139"/>
              <a:gd name="connsiteY13" fmla="*/ 986092 h 4768732"/>
              <a:gd name="connsiteX14" fmla="*/ 542174 w 3529139"/>
              <a:gd name="connsiteY14" fmla="*/ 3640994 h 4768732"/>
              <a:gd name="connsiteX15" fmla="*/ 219424 w 3529139"/>
              <a:gd name="connsiteY15" fmla="*/ 3371975 h 4768732"/>
              <a:gd name="connsiteX16" fmla="*/ 477654 w 3529139"/>
              <a:gd name="connsiteY16" fmla="*/ 3067879 h 4768732"/>
              <a:gd name="connsiteX17" fmla="*/ 2601315 w 3529139"/>
              <a:gd name="connsiteY17" fmla="*/ 944218 h 4768732"/>
              <a:gd name="connsiteX18" fmla="*/ 2434428 w 3529139"/>
              <a:gd name="connsiteY18" fmla="*/ 117593 h 4768732"/>
              <a:gd name="connsiteX19" fmla="*/ 2377780 w 3529139"/>
              <a:gd name="connsiteY19" fmla="*/ 0 h 4768732"/>
              <a:gd name="connsiteX20" fmla="*/ 722152 w 3529139"/>
              <a:gd name="connsiteY20" fmla="*/ 0 h 4768732"/>
              <a:gd name="connsiteX21" fmla="*/ 1745086 w 3529139"/>
              <a:gd name="connsiteY21" fmla="*/ 0 h 4768732"/>
              <a:gd name="connsiteX22" fmla="*/ 1802783 w 3529139"/>
              <a:gd name="connsiteY22" fmla="*/ 77157 h 4768732"/>
              <a:gd name="connsiteX23" fmla="*/ 2071681 w 3529139"/>
              <a:gd name="connsiteY23" fmla="*/ 957470 h 4768732"/>
              <a:gd name="connsiteX24" fmla="*/ 497189 w 3529139"/>
              <a:gd name="connsiteY24" fmla="*/ 2531962 h 4768732"/>
              <a:gd name="connsiteX25" fmla="*/ 220068 w 3529139"/>
              <a:gd name="connsiteY25" fmla="*/ 2245150 h 4768732"/>
              <a:gd name="connsiteX26" fmla="*/ 497704 w 3529139"/>
              <a:gd name="connsiteY26" fmla="*/ 1954696 h 4768732"/>
              <a:gd name="connsiteX27" fmla="*/ 1488304 w 3529139"/>
              <a:gd name="connsiteY27" fmla="*/ 964096 h 4768732"/>
              <a:gd name="connsiteX28" fmla="*/ 792278 w 3529139"/>
              <a:gd name="connsiteY28" fmla="*/ 18032 h 4768732"/>
              <a:gd name="connsiteX29" fmla="*/ 722152 w 3529139"/>
              <a:gd name="connsiteY29"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177784 w 3529139"/>
              <a:gd name="connsiteY13" fmla="*/ 986092 h 4768732"/>
              <a:gd name="connsiteX14" fmla="*/ 542174 w 3529139"/>
              <a:gd name="connsiteY14" fmla="*/ 3640994 h 4768732"/>
              <a:gd name="connsiteX15" fmla="*/ 219424 w 3529139"/>
              <a:gd name="connsiteY15" fmla="*/ 3371975 h 4768732"/>
              <a:gd name="connsiteX16" fmla="*/ 477654 w 3529139"/>
              <a:gd name="connsiteY16" fmla="*/ 3067879 h 4768732"/>
              <a:gd name="connsiteX17" fmla="*/ 2601315 w 3529139"/>
              <a:gd name="connsiteY17" fmla="*/ 944218 h 4768732"/>
              <a:gd name="connsiteX18" fmla="*/ 2434428 w 3529139"/>
              <a:gd name="connsiteY18" fmla="*/ 117593 h 4768732"/>
              <a:gd name="connsiteX19" fmla="*/ 2377780 w 3529139"/>
              <a:gd name="connsiteY19" fmla="*/ 0 h 4768732"/>
              <a:gd name="connsiteX20" fmla="*/ 722152 w 3529139"/>
              <a:gd name="connsiteY20" fmla="*/ 0 h 4768732"/>
              <a:gd name="connsiteX21" fmla="*/ 1745086 w 3529139"/>
              <a:gd name="connsiteY21" fmla="*/ 0 h 4768732"/>
              <a:gd name="connsiteX22" fmla="*/ 1802783 w 3529139"/>
              <a:gd name="connsiteY22" fmla="*/ 77157 h 4768732"/>
              <a:gd name="connsiteX23" fmla="*/ 2071681 w 3529139"/>
              <a:gd name="connsiteY23" fmla="*/ 957470 h 4768732"/>
              <a:gd name="connsiteX24" fmla="*/ 497189 w 3529139"/>
              <a:gd name="connsiteY24" fmla="*/ 2531962 h 4768732"/>
              <a:gd name="connsiteX25" fmla="*/ 220068 w 3529139"/>
              <a:gd name="connsiteY25" fmla="*/ 2245150 h 4768732"/>
              <a:gd name="connsiteX26" fmla="*/ 497704 w 3529139"/>
              <a:gd name="connsiteY26" fmla="*/ 1954696 h 4768732"/>
              <a:gd name="connsiteX27" fmla="*/ 1488304 w 3529139"/>
              <a:gd name="connsiteY27" fmla="*/ 964096 h 4768732"/>
              <a:gd name="connsiteX28" fmla="*/ 792278 w 3529139"/>
              <a:gd name="connsiteY28" fmla="*/ 18032 h 4768732"/>
              <a:gd name="connsiteX29" fmla="*/ 722152 w 3529139"/>
              <a:gd name="connsiteY29"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177784 w 3529139"/>
              <a:gd name="connsiteY13" fmla="*/ 986092 h 4768732"/>
              <a:gd name="connsiteX14" fmla="*/ 542174 w 3529139"/>
              <a:gd name="connsiteY14" fmla="*/ 3640994 h 4768732"/>
              <a:gd name="connsiteX15" fmla="*/ 219424 w 3529139"/>
              <a:gd name="connsiteY15" fmla="*/ 3371975 h 4768732"/>
              <a:gd name="connsiteX16" fmla="*/ 477654 w 3529139"/>
              <a:gd name="connsiteY16" fmla="*/ 3067879 h 4768732"/>
              <a:gd name="connsiteX17" fmla="*/ 2601315 w 3529139"/>
              <a:gd name="connsiteY17" fmla="*/ 944218 h 4768732"/>
              <a:gd name="connsiteX18" fmla="*/ 2434428 w 3529139"/>
              <a:gd name="connsiteY18" fmla="*/ 117593 h 4768732"/>
              <a:gd name="connsiteX19" fmla="*/ 2377780 w 3529139"/>
              <a:gd name="connsiteY19" fmla="*/ 0 h 4768732"/>
              <a:gd name="connsiteX20" fmla="*/ 722152 w 3529139"/>
              <a:gd name="connsiteY20" fmla="*/ 0 h 4768732"/>
              <a:gd name="connsiteX21" fmla="*/ 1745086 w 3529139"/>
              <a:gd name="connsiteY21" fmla="*/ 0 h 4768732"/>
              <a:gd name="connsiteX22" fmla="*/ 1802783 w 3529139"/>
              <a:gd name="connsiteY22" fmla="*/ 77157 h 4768732"/>
              <a:gd name="connsiteX23" fmla="*/ 2071681 w 3529139"/>
              <a:gd name="connsiteY23" fmla="*/ 957470 h 4768732"/>
              <a:gd name="connsiteX24" fmla="*/ 497189 w 3529139"/>
              <a:gd name="connsiteY24" fmla="*/ 2531962 h 4768732"/>
              <a:gd name="connsiteX25" fmla="*/ 220068 w 3529139"/>
              <a:gd name="connsiteY25" fmla="*/ 2245150 h 4768732"/>
              <a:gd name="connsiteX26" fmla="*/ 497704 w 3529139"/>
              <a:gd name="connsiteY26" fmla="*/ 1954696 h 4768732"/>
              <a:gd name="connsiteX27" fmla="*/ 1488304 w 3529139"/>
              <a:gd name="connsiteY27" fmla="*/ 964096 h 4768732"/>
              <a:gd name="connsiteX28" fmla="*/ 792278 w 3529139"/>
              <a:gd name="connsiteY28" fmla="*/ 18032 h 4768732"/>
              <a:gd name="connsiteX29" fmla="*/ 722152 w 3529139"/>
              <a:gd name="connsiteY29"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177784 w 3529139"/>
              <a:gd name="connsiteY13" fmla="*/ 986092 h 4768732"/>
              <a:gd name="connsiteX14" fmla="*/ 542174 w 3529139"/>
              <a:gd name="connsiteY14" fmla="*/ 3640994 h 4768732"/>
              <a:gd name="connsiteX15" fmla="*/ 219424 w 3529139"/>
              <a:gd name="connsiteY15" fmla="*/ 3371975 h 4768732"/>
              <a:gd name="connsiteX16" fmla="*/ 477654 w 3529139"/>
              <a:gd name="connsiteY16" fmla="*/ 3067879 h 4768732"/>
              <a:gd name="connsiteX17" fmla="*/ 2601315 w 3529139"/>
              <a:gd name="connsiteY17" fmla="*/ 944218 h 4768732"/>
              <a:gd name="connsiteX18" fmla="*/ 2434428 w 3529139"/>
              <a:gd name="connsiteY18" fmla="*/ 117593 h 4768732"/>
              <a:gd name="connsiteX19" fmla="*/ 2377780 w 3529139"/>
              <a:gd name="connsiteY19" fmla="*/ 0 h 4768732"/>
              <a:gd name="connsiteX20" fmla="*/ 722152 w 3529139"/>
              <a:gd name="connsiteY20" fmla="*/ 0 h 4768732"/>
              <a:gd name="connsiteX21" fmla="*/ 1745086 w 3529139"/>
              <a:gd name="connsiteY21" fmla="*/ 0 h 4768732"/>
              <a:gd name="connsiteX22" fmla="*/ 1802783 w 3529139"/>
              <a:gd name="connsiteY22" fmla="*/ 77157 h 4768732"/>
              <a:gd name="connsiteX23" fmla="*/ 2071681 w 3529139"/>
              <a:gd name="connsiteY23" fmla="*/ 957470 h 4768732"/>
              <a:gd name="connsiteX24" fmla="*/ 497189 w 3529139"/>
              <a:gd name="connsiteY24" fmla="*/ 2531962 h 4768732"/>
              <a:gd name="connsiteX25" fmla="*/ 220068 w 3529139"/>
              <a:gd name="connsiteY25" fmla="*/ 2245150 h 4768732"/>
              <a:gd name="connsiteX26" fmla="*/ 497704 w 3529139"/>
              <a:gd name="connsiteY26" fmla="*/ 1954696 h 4768732"/>
              <a:gd name="connsiteX27" fmla="*/ 1488304 w 3529139"/>
              <a:gd name="connsiteY27" fmla="*/ 964096 h 4768732"/>
              <a:gd name="connsiteX28" fmla="*/ 792278 w 3529139"/>
              <a:gd name="connsiteY28" fmla="*/ 18032 h 4768732"/>
              <a:gd name="connsiteX29" fmla="*/ 722152 w 3529139"/>
              <a:gd name="connsiteY29"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257447 w 3529139"/>
              <a:gd name="connsiteY6" fmla="*/ 4151665 h 4768732"/>
              <a:gd name="connsiteX7" fmla="*/ 573821 w 3529139"/>
              <a:gd name="connsiteY7" fmla="*/ 4167640 h 4768732"/>
              <a:gd name="connsiteX8" fmla="*/ 3529005 w 3529139"/>
              <a:gd name="connsiteY8" fmla="*/ 1993493 h 4768732"/>
              <a:gd name="connsiteX9" fmla="*/ 3529139 w 3529139"/>
              <a:gd name="connsiteY9" fmla="*/ 1992970 h 4768732"/>
              <a:gd name="connsiteX10" fmla="*/ 2377780 w 3529139"/>
              <a:gd name="connsiteY10" fmla="*/ 0 h 4768732"/>
              <a:gd name="connsiteX11" fmla="*/ 2984988 w 3529139"/>
              <a:gd name="connsiteY11" fmla="*/ 0 h 4768732"/>
              <a:gd name="connsiteX12" fmla="*/ 3177784 w 3529139"/>
              <a:gd name="connsiteY12" fmla="*/ 986092 h 4768732"/>
              <a:gd name="connsiteX13" fmla="*/ 542174 w 3529139"/>
              <a:gd name="connsiteY13" fmla="*/ 3640994 h 4768732"/>
              <a:gd name="connsiteX14" fmla="*/ 219424 w 3529139"/>
              <a:gd name="connsiteY14" fmla="*/ 3371975 h 4768732"/>
              <a:gd name="connsiteX15" fmla="*/ 477654 w 3529139"/>
              <a:gd name="connsiteY15" fmla="*/ 3067879 h 4768732"/>
              <a:gd name="connsiteX16" fmla="*/ 2601315 w 3529139"/>
              <a:gd name="connsiteY16" fmla="*/ 944218 h 4768732"/>
              <a:gd name="connsiteX17" fmla="*/ 2434428 w 3529139"/>
              <a:gd name="connsiteY17" fmla="*/ 117593 h 4768732"/>
              <a:gd name="connsiteX18" fmla="*/ 2377780 w 3529139"/>
              <a:gd name="connsiteY18" fmla="*/ 0 h 4768732"/>
              <a:gd name="connsiteX19" fmla="*/ 722152 w 3529139"/>
              <a:gd name="connsiteY19" fmla="*/ 0 h 4768732"/>
              <a:gd name="connsiteX20" fmla="*/ 1745086 w 3529139"/>
              <a:gd name="connsiteY20" fmla="*/ 0 h 4768732"/>
              <a:gd name="connsiteX21" fmla="*/ 1802783 w 3529139"/>
              <a:gd name="connsiteY21" fmla="*/ 77157 h 4768732"/>
              <a:gd name="connsiteX22" fmla="*/ 2071681 w 3529139"/>
              <a:gd name="connsiteY22" fmla="*/ 957470 h 4768732"/>
              <a:gd name="connsiteX23" fmla="*/ 497189 w 3529139"/>
              <a:gd name="connsiteY23" fmla="*/ 2531962 h 4768732"/>
              <a:gd name="connsiteX24" fmla="*/ 220068 w 3529139"/>
              <a:gd name="connsiteY24" fmla="*/ 2245150 h 4768732"/>
              <a:gd name="connsiteX25" fmla="*/ 497704 w 3529139"/>
              <a:gd name="connsiteY25" fmla="*/ 1954696 h 4768732"/>
              <a:gd name="connsiteX26" fmla="*/ 1488304 w 3529139"/>
              <a:gd name="connsiteY26" fmla="*/ 964096 h 4768732"/>
              <a:gd name="connsiteX27" fmla="*/ 792278 w 3529139"/>
              <a:gd name="connsiteY27" fmla="*/ 18032 h 4768732"/>
              <a:gd name="connsiteX28" fmla="*/ 722152 w 3529139"/>
              <a:gd name="connsiteY28" fmla="*/ 0 h 4768732"/>
              <a:gd name="connsiteX0" fmla="*/ 3551389 w 3551389"/>
              <a:gd name="connsiteY0" fmla="*/ 1992970 h 4768732"/>
              <a:gd name="connsiteX1" fmla="*/ 3551389 w 3551389"/>
              <a:gd name="connsiteY1" fmla="*/ 3300726 h 4768732"/>
              <a:gd name="connsiteX2" fmla="*/ 3469973 w 3551389"/>
              <a:gd name="connsiteY2" fmla="*/ 3409602 h 4768732"/>
              <a:gd name="connsiteX3" fmla="*/ 587998 w 3551389"/>
              <a:gd name="connsiteY3" fmla="*/ 4768732 h 4768732"/>
              <a:gd name="connsiteX4" fmla="*/ 206134 w 3551389"/>
              <a:gd name="connsiteY4" fmla="*/ 4749450 h 4768732"/>
              <a:gd name="connsiteX5" fmla="*/ 22250 w 3551389"/>
              <a:gd name="connsiteY5" fmla="*/ 4726084 h 4768732"/>
              <a:gd name="connsiteX6" fmla="*/ 279697 w 3551389"/>
              <a:gd name="connsiteY6" fmla="*/ 4151665 h 4768732"/>
              <a:gd name="connsiteX7" fmla="*/ 596071 w 3551389"/>
              <a:gd name="connsiteY7" fmla="*/ 4167640 h 4768732"/>
              <a:gd name="connsiteX8" fmla="*/ 3551255 w 3551389"/>
              <a:gd name="connsiteY8" fmla="*/ 1993493 h 4768732"/>
              <a:gd name="connsiteX9" fmla="*/ 3551389 w 3551389"/>
              <a:gd name="connsiteY9" fmla="*/ 1992970 h 4768732"/>
              <a:gd name="connsiteX10" fmla="*/ 2400030 w 3551389"/>
              <a:gd name="connsiteY10" fmla="*/ 0 h 4768732"/>
              <a:gd name="connsiteX11" fmla="*/ 3007238 w 3551389"/>
              <a:gd name="connsiteY11" fmla="*/ 0 h 4768732"/>
              <a:gd name="connsiteX12" fmla="*/ 3200034 w 3551389"/>
              <a:gd name="connsiteY12" fmla="*/ 986092 h 4768732"/>
              <a:gd name="connsiteX13" fmla="*/ 564424 w 3551389"/>
              <a:gd name="connsiteY13" fmla="*/ 3640994 h 4768732"/>
              <a:gd name="connsiteX14" fmla="*/ 241674 w 3551389"/>
              <a:gd name="connsiteY14" fmla="*/ 3371975 h 4768732"/>
              <a:gd name="connsiteX15" fmla="*/ 499904 w 3551389"/>
              <a:gd name="connsiteY15" fmla="*/ 3067879 h 4768732"/>
              <a:gd name="connsiteX16" fmla="*/ 2623565 w 3551389"/>
              <a:gd name="connsiteY16" fmla="*/ 944218 h 4768732"/>
              <a:gd name="connsiteX17" fmla="*/ 2456678 w 3551389"/>
              <a:gd name="connsiteY17" fmla="*/ 117593 h 4768732"/>
              <a:gd name="connsiteX18" fmla="*/ 2400030 w 3551389"/>
              <a:gd name="connsiteY18" fmla="*/ 0 h 4768732"/>
              <a:gd name="connsiteX19" fmla="*/ 744402 w 3551389"/>
              <a:gd name="connsiteY19" fmla="*/ 0 h 4768732"/>
              <a:gd name="connsiteX20" fmla="*/ 1767336 w 3551389"/>
              <a:gd name="connsiteY20" fmla="*/ 0 h 4768732"/>
              <a:gd name="connsiteX21" fmla="*/ 1825033 w 3551389"/>
              <a:gd name="connsiteY21" fmla="*/ 77157 h 4768732"/>
              <a:gd name="connsiteX22" fmla="*/ 2093931 w 3551389"/>
              <a:gd name="connsiteY22" fmla="*/ 957470 h 4768732"/>
              <a:gd name="connsiteX23" fmla="*/ 519439 w 3551389"/>
              <a:gd name="connsiteY23" fmla="*/ 2531962 h 4768732"/>
              <a:gd name="connsiteX24" fmla="*/ 242318 w 3551389"/>
              <a:gd name="connsiteY24" fmla="*/ 2245150 h 4768732"/>
              <a:gd name="connsiteX25" fmla="*/ 519954 w 3551389"/>
              <a:gd name="connsiteY25" fmla="*/ 1954696 h 4768732"/>
              <a:gd name="connsiteX26" fmla="*/ 1510554 w 3551389"/>
              <a:gd name="connsiteY26" fmla="*/ 964096 h 4768732"/>
              <a:gd name="connsiteX27" fmla="*/ 814528 w 3551389"/>
              <a:gd name="connsiteY27" fmla="*/ 18032 h 4768732"/>
              <a:gd name="connsiteX28" fmla="*/ 744402 w 3551389"/>
              <a:gd name="connsiteY28" fmla="*/ 0 h 4768732"/>
              <a:gd name="connsiteX0" fmla="*/ 3345255 w 3345255"/>
              <a:gd name="connsiteY0" fmla="*/ 1992970 h 4768732"/>
              <a:gd name="connsiteX1" fmla="*/ 3345255 w 3345255"/>
              <a:gd name="connsiteY1" fmla="*/ 3300726 h 4768732"/>
              <a:gd name="connsiteX2" fmla="*/ 3263839 w 3345255"/>
              <a:gd name="connsiteY2" fmla="*/ 3409602 h 4768732"/>
              <a:gd name="connsiteX3" fmla="*/ 381864 w 3345255"/>
              <a:gd name="connsiteY3" fmla="*/ 4768732 h 4768732"/>
              <a:gd name="connsiteX4" fmla="*/ 0 w 3345255"/>
              <a:gd name="connsiteY4" fmla="*/ 4749450 h 4768732"/>
              <a:gd name="connsiteX5" fmla="*/ 73563 w 3345255"/>
              <a:gd name="connsiteY5" fmla="*/ 4151665 h 4768732"/>
              <a:gd name="connsiteX6" fmla="*/ 389937 w 3345255"/>
              <a:gd name="connsiteY6" fmla="*/ 4167640 h 4768732"/>
              <a:gd name="connsiteX7" fmla="*/ 3345121 w 3345255"/>
              <a:gd name="connsiteY7" fmla="*/ 1993493 h 4768732"/>
              <a:gd name="connsiteX8" fmla="*/ 3345255 w 3345255"/>
              <a:gd name="connsiteY8" fmla="*/ 1992970 h 4768732"/>
              <a:gd name="connsiteX9" fmla="*/ 2193896 w 3345255"/>
              <a:gd name="connsiteY9" fmla="*/ 0 h 4768732"/>
              <a:gd name="connsiteX10" fmla="*/ 2801104 w 3345255"/>
              <a:gd name="connsiteY10" fmla="*/ 0 h 4768732"/>
              <a:gd name="connsiteX11" fmla="*/ 2993900 w 3345255"/>
              <a:gd name="connsiteY11" fmla="*/ 986092 h 4768732"/>
              <a:gd name="connsiteX12" fmla="*/ 358290 w 3345255"/>
              <a:gd name="connsiteY12" fmla="*/ 3640994 h 4768732"/>
              <a:gd name="connsiteX13" fmla="*/ 35540 w 3345255"/>
              <a:gd name="connsiteY13" fmla="*/ 3371975 h 4768732"/>
              <a:gd name="connsiteX14" fmla="*/ 293770 w 3345255"/>
              <a:gd name="connsiteY14" fmla="*/ 3067879 h 4768732"/>
              <a:gd name="connsiteX15" fmla="*/ 2417431 w 3345255"/>
              <a:gd name="connsiteY15" fmla="*/ 944218 h 4768732"/>
              <a:gd name="connsiteX16" fmla="*/ 2250544 w 3345255"/>
              <a:gd name="connsiteY16" fmla="*/ 117593 h 4768732"/>
              <a:gd name="connsiteX17" fmla="*/ 2193896 w 3345255"/>
              <a:gd name="connsiteY17" fmla="*/ 0 h 4768732"/>
              <a:gd name="connsiteX18" fmla="*/ 538268 w 3345255"/>
              <a:gd name="connsiteY18" fmla="*/ 0 h 4768732"/>
              <a:gd name="connsiteX19" fmla="*/ 1561202 w 3345255"/>
              <a:gd name="connsiteY19" fmla="*/ 0 h 4768732"/>
              <a:gd name="connsiteX20" fmla="*/ 1618899 w 3345255"/>
              <a:gd name="connsiteY20" fmla="*/ 77157 h 4768732"/>
              <a:gd name="connsiteX21" fmla="*/ 1887797 w 3345255"/>
              <a:gd name="connsiteY21" fmla="*/ 957470 h 4768732"/>
              <a:gd name="connsiteX22" fmla="*/ 313305 w 3345255"/>
              <a:gd name="connsiteY22" fmla="*/ 2531962 h 4768732"/>
              <a:gd name="connsiteX23" fmla="*/ 36184 w 3345255"/>
              <a:gd name="connsiteY23" fmla="*/ 2245150 h 4768732"/>
              <a:gd name="connsiteX24" fmla="*/ 313820 w 3345255"/>
              <a:gd name="connsiteY24" fmla="*/ 1954696 h 4768732"/>
              <a:gd name="connsiteX25" fmla="*/ 1304420 w 3345255"/>
              <a:gd name="connsiteY25" fmla="*/ 964096 h 4768732"/>
              <a:gd name="connsiteX26" fmla="*/ 608394 w 3345255"/>
              <a:gd name="connsiteY26" fmla="*/ 18032 h 4768732"/>
              <a:gd name="connsiteX27" fmla="*/ 538268 w 3345255"/>
              <a:gd name="connsiteY27" fmla="*/ 0 h 4768732"/>
              <a:gd name="connsiteX0" fmla="*/ 3318819 w 3318819"/>
              <a:gd name="connsiteY0" fmla="*/ 1992970 h 4784517"/>
              <a:gd name="connsiteX1" fmla="*/ 3318819 w 3318819"/>
              <a:gd name="connsiteY1" fmla="*/ 3300726 h 4784517"/>
              <a:gd name="connsiteX2" fmla="*/ 3237403 w 3318819"/>
              <a:gd name="connsiteY2" fmla="*/ 3409602 h 4784517"/>
              <a:gd name="connsiteX3" fmla="*/ 355428 w 3318819"/>
              <a:gd name="connsiteY3" fmla="*/ 4768732 h 4784517"/>
              <a:gd name="connsiteX4" fmla="*/ 47127 w 3318819"/>
              <a:gd name="connsiteY4" fmla="*/ 4151665 h 4784517"/>
              <a:gd name="connsiteX5" fmla="*/ 363501 w 3318819"/>
              <a:gd name="connsiteY5" fmla="*/ 4167640 h 4784517"/>
              <a:gd name="connsiteX6" fmla="*/ 3318685 w 3318819"/>
              <a:gd name="connsiteY6" fmla="*/ 1993493 h 4784517"/>
              <a:gd name="connsiteX7" fmla="*/ 3318819 w 3318819"/>
              <a:gd name="connsiteY7" fmla="*/ 1992970 h 4784517"/>
              <a:gd name="connsiteX8" fmla="*/ 2167460 w 3318819"/>
              <a:gd name="connsiteY8" fmla="*/ 0 h 4784517"/>
              <a:gd name="connsiteX9" fmla="*/ 2774668 w 3318819"/>
              <a:gd name="connsiteY9" fmla="*/ 0 h 4784517"/>
              <a:gd name="connsiteX10" fmla="*/ 2967464 w 3318819"/>
              <a:gd name="connsiteY10" fmla="*/ 986092 h 4784517"/>
              <a:gd name="connsiteX11" fmla="*/ 331854 w 3318819"/>
              <a:gd name="connsiteY11" fmla="*/ 3640994 h 4784517"/>
              <a:gd name="connsiteX12" fmla="*/ 9104 w 3318819"/>
              <a:gd name="connsiteY12" fmla="*/ 3371975 h 4784517"/>
              <a:gd name="connsiteX13" fmla="*/ 267334 w 3318819"/>
              <a:gd name="connsiteY13" fmla="*/ 3067879 h 4784517"/>
              <a:gd name="connsiteX14" fmla="*/ 2390995 w 3318819"/>
              <a:gd name="connsiteY14" fmla="*/ 944218 h 4784517"/>
              <a:gd name="connsiteX15" fmla="*/ 2224108 w 3318819"/>
              <a:gd name="connsiteY15" fmla="*/ 117593 h 4784517"/>
              <a:gd name="connsiteX16" fmla="*/ 2167460 w 3318819"/>
              <a:gd name="connsiteY16" fmla="*/ 0 h 4784517"/>
              <a:gd name="connsiteX17" fmla="*/ 511832 w 3318819"/>
              <a:gd name="connsiteY17" fmla="*/ 0 h 4784517"/>
              <a:gd name="connsiteX18" fmla="*/ 1534766 w 3318819"/>
              <a:gd name="connsiteY18" fmla="*/ 0 h 4784517"/>
              <a:gd name="connsiteX19" fmla="*/ 1592463 w 3318819"/>
              <a:gd name="connsiteY19" fmla="*/ 77157 h 4784517"/>
              <a:gd name="connsiteX20" fmla="*/ 1861361 w 3318819"/>
              <a:gd name="connsiteY20" fmla="*/ 957470 h 4784517"/>
              <a:gd name="connsiteX21" fmla="*/ 286869 w 3318819"/>
              <a:gd name="connsiteY21" fmla="*/ 2531962 h 4784517"/>
              <a:gd name="connsiteX22" fmla="*/ 9748 w 3318819"/>
              <a:gd name="connsiteY22" fmla="*/ 2245150 h 4784517"/>
              <a:gd name="connsiteX23" fmla="*/ 287384 w 3318819"/>
              <a:gd name="connsiteY23" fmla="*/ 1954696 h 4784517"/>
              <a:gd name="connsiteX24" fmla="*/ 1277984 w 3318819"/>
              <a:gd name="connsiteY24" fmla="*/ 964096 h 4784517"/>
              <a:gd name="connsiteX25" fmla="*/ 581958 w 3318819"/>
              <a:gd name="connsiteY25" fmla="*/ 18032 h 4784517"/>
              <a:gd name="connsiteX26" fmla="*/ 511832 w 3318819"/>
              <a:gd name="connsiteY26" fmla="*/ 0 h 4784517"/>
              <a:gd name="connsiteX0" fmla="*/ 3336053 w 3336053"/>
              <a:gd name="connsiteY0" fmla="*/ 1992970 h 4812068"/>
              <a:gd name="connsiteX1" fmla="*/ 3336053 w 3336053"/>
              <a:gd name="connsiteY1" fmla="*/ 3300726 h 4812068"/>
              <a:gd name="connsiteX2" fmla="*/ 3254637 w 3336053"/>
              <a:gd name="connsiteY2" fmla="*/ 3409602 h 4812068"/>
              <a:gd name="connsiteX3" fmla="*/ 372662 w 3336053"/>
              <a:gd name="connsiteY3" fmla="*/ 4768732 h 4812068"/>
              <a:gd name="connsiteX4" fmla="*/ 37467 w 3336053"/>
              <a:gd name="connsiteY4" fmla="*/ 4447500 h 4812068"/>
              <a:gd name="connsiteX5" fmla="*/ 380735 w 3336053"/>
              <a:gd name="connsiteY5" fmla="*/ 4167640 h 4812068"/>
              <a:gd name="connsiteX6" fmla="*/ 3335919 w 3336053"/>
              <a:gd name="connsiteY6" fmla="*/ 1993493 h 4812068"/>
              <a:gd name="connsiteX7" fmla="*/ 3336053 w 3336053"/>
              <a:gd name="connsiteY7" fmla="*/ 1992970 h 4812068"/>
              <a:gd name="connsiteX8" fmla="*/ 2184694 w 3336053"/>
              <a:gd name="connsiteY8" fmla="*/ 0 h 4812068"/>
              <a:gd name="connsiteX9" fmla="*/ 2791902 w 3336053"/>
              <a:gd name="connsiteY9" fmla="*/ 0 h 4812068"/>
              <a:gd name="connsiteX10" fmla="*/ 2984698 w 3336053"/>
              <a:gd name="connsiteY10" fmla="*/ 986092 h 4812068"/>
              <a:gd name="connsiteX11" fmla="*/ 349088 w 3336053"/>
              <a:gd name="connsiteY11" fmla="*/ 3640994 h 4812068"/>
              <a:gd name="connsiteX12" fmla="*/ 26338 w 3336053"/>
              <a:gd name="connsiteY12" fmla="*/ 3371975 h 4812068"/>
              <a:gd name="connsiteX13" fmla="*/ 284568 w 3336053"/>
              <a:gd name="connsiteY13" fmla="*/ 3067879 h 4812068"/>
              <a:gd name="connsiteX14" fmla="*/ 2408229 w 3336053"/>
              <a:gd name="connsiteY14" fmla="*/ 944218 h 4812068"/>
              <a:gd name="connsiteX15" fmla="*/ 2241342 w 3336053"/>
              <a:gd name="connsiteY15" fmla="*/ 117593 h 4812068"/>
              <a:gd name="connsiteX16" fmla="*/ 2184694 w 3336053"/>
              <a:gd name="connsiteY16" fmla="*/ 0 h 4812068"/>
              <a:gd name="connsiteX17" fmla="*/ 529066 w 3336053"/>
              <a:gd name="connsiteY17" fmla="*/ 0 h 4812068"/>
              <a:gd name="connsiteX18" fmla="*/ 1552000 w 3336053"/>
              <a:gd name="connsiteY18" fmla="*/ 0 h 4812068"/>
              <a:gd name="connsiteX19" fmla="*/ 1609697 w 3336053"/>
              <a:gd name="connsiteY19" fmla="*/ 77157 h 4812068"/>
              <a:gd name="connsiteX20" fmla="*/ 1878595 w 3336053"/>
              <a:gd name="connsiteY20" fmla="*/ 957470 h 4812068"/>
              <a:gd name="connsiteX21" fmla="*/ 304103 w 3336053"/>
              <a:gd name="connsiteY21" fmla="*/ 2531962 h 4812068"/>
              <a:gd name="connsiteX22" fmla="*/ 26982 w 3336053"/>
              <a:gd name="connsiteY22" fmla="*/ 2245150 h 4812068"/>
              <a:gd name="connsiteX23" fmla="*/ 304618 w 3336053"/>
              <a:gd name="connsiteY23" fmla="*/ 1954696 h 4812068"/>
              <a:gd name="connsiteX24" fmla="*/ 1295218 w 3336053"/>
              <a:gd name="connsiteY24" fmla="*/ 964096 h 4812068"/>
              <a:gd name="connsiteX25" fmla="*/ 599192 w 3336053"/>
              <a:gd name="connsiteY25" fmla="*/ 18032 h 4812068"/>
              <a:gd name="connsiteX26" fmla="*/ 529066 w 3336053"/>
              <a:gd name="connsiteY26" fmla="*/ 0 h 4812068"/>
              <a:gd name="connsiteX0" fmla="*/ 3378087 w 3378087"/>
              <a:gd name="connsiteY0" fmla="*/ 1992970 h 4804894"/>
              <a:gd name="connsiteX1" fmla="*/ 3378087 w 3378087"/>
              <a:gd name="connsiteY1" fmla="*/ 3300726 h 4804894"/>
              <a:gd name="connsiteX2" fmla="*/ 3296671 w 3378087"/>
              <a:gd name="connsiteY2" fmla="*/ 3409602 h 4804894"/>
              <a:gd name="connsiteX3" fmla="*/ 414696 w 3378087"/>
              <a:gd name="connsiteY3" fmla="*/ 4768732 h 4804894"/>
              <a:gd name="connsiteX4" fmla="*/ 79501 w 3378087"/>
              <a:gd name="connsiteY4" fmla="*/ 4447500 h 4804894"/>
              <a:gd name="connsiteX5" fmla="*/ 422769 w 3378087"/>
              <a:gd name="connsiteY5" fmla="*/ 4167640 h 4804894"/>
              <a:gd name="connsiteX6" fmla="*/ 3377953 w 3378087"/>
              <a:gd name="connsiteY6" fmla="*/ 1993493 h 4804894"/>
              <a:gd name="connsiteX7" fmla="*/ 3378087 w 3378087"/>
              <a:gd name="connsiteY7" fmla="*/ 1992970 h 4804894"/>
              <a:gd name="connsiteX8" fmla="*/ 2226728 w 3378087"/>
              <a:gd name="connsiteY8" fmla="*/ 0 h 4804894"/>
              <a:gd name="connsiteX9" fmla="*/ 2833936 w 3378087"/>
              <a:gd name="connsiteY9" fmla="*/ 0 h 4804894"/>
              <a:gd name="connsiteX10" fmla="*/ 3026732 w 3378087"/>
              <a:gd name="connsiteY10" fmla="*/ 986092 h 4804894"/>
              <a:gd name="connsiteX11" fmla="*/ 391122 w 3378087"/>
              <a:gd name="connsiteY11" fmla="*/ 3640994 h 4804894"/>
              <a:gd name="connsiteX12" fmla="*/ 68372 w 3378087"/>
              <a:gd name="connsiteY12" fmla="*/ 3371975 h 4804894"/>
              <a:gd name="connsiteX13" fmla="*/ 326602 w 3378087"/>
              <a:gd name="connsiteY13" fmla="*/ 3067879 h 4804894"/>
              <a:gd name="connsiteX14" fmla="*/ 2450263 w 3378087"/>
              <a:gd name="connsiteY14" fmla="*/ 944218 h 4804894"/>
              <a:gd name="connsiteX15" fmla="*/ 2283376 w 3378087"/>
              <a:gd name="connsiteY15" fmla="*/ 117593 h 4804894"/>
              <a:gd name="connsiteX16" fmla="*/ 2226728 w 3378087"/>
              <a:gd name="connsiteY16" fmla="*/ 0 h 4804894"/>
              <a:gd name="connsiteX17" fmla="*/ 571100 w 3378087"/>
              <a:gd name="connsiteY17" fmla="*/ 0 h 4804894"/>
              <a:gd name="connsiteX18" fmla="*/ 1594034 w 3378087"/>
              <a:gd name="connsiteY18" fmla="*/ 0 h 4804894"/>
              <a:gd name="connsiteX19" fmla="*/ 1651731 w 3378087"/>
              <a:gd name="connsiteY19" fmla="*/ 77157 h 4804894"/>
              <a:gd name="connsiteX20" fmla="*/ 1920629 w 3378087"/>
              <a:gd name="connsiteY20" fmla="*/ 957470 h 4804894"/>
              <a:gd name="connsiteX21" fmla="*/ 346137 w 3378087"/>
              <a:gd name="connsiteY21" fmla="*/ 2531962 h 4804894"/>
              <a:gd name="connsiteX22" fmla="*/ 69016 w 3378087"/>
              <a:gd name="connsiteY22" fmla="*/ 2245150 h 4804894"/>
              <a:gd name="connsiteX23" fmla="*/ 346652 w 3378087"/>
              <a:gd name="connsiteY23" fmla="*/ 1954696 h 4804894"/>
              <a:gd name="connsiteX24" fmla="*/ 1337252 w 3378087"/>
              <a:gd name="connsiteY24" fmla="*/ 964096 h 4804894"/>
              <a:gd name="connsiteX25" fmla="*/ 641226 w 3378087"/>
              <a:gd name="connsiteY25" fmla="*/ 18032 h 4804894"/>
              <a:gd name="connsiteX26" fmla="*/ 571100 w 3378087"/>
              <a:gd name="connsiteY26" fmla="*/ 0 h 4804894"/>
              <a:gd name="connsiteX0" fmla="*/ 3339248 w 3339248"/>
              <a:gd name="connsiteY0" fmla="*/ 1992970 h 4814442"/>
              <a:gd name="connsiteX1" fmla="*/ 3339248 w 3339248"/>
              <a:gd name="connsiteY1" fmla="*/ 3300726 h 4814442"/>
              <a:gd name="connsiteX2" fmla="*/ 3257832 w 3339248"/>
              <a:gd name="connsiteY2" fmla="*/ 3409602 h 4814442"/>
              <a:gd name="connsiteX3" fmla="*/ 375857 w 3339248"/>
              <a:gd name="connsiteY3" fmla="*/ 4768732 h 4814442"/>
              <a:gd name="connsiteX4" fmla="*/ 40662 w 3339248"/>
              <a:gd name="connsiteY4" fmla="*/ 4447500 h 4814442"/>
              <a:gd name="connsiteX5" fmla="*/ 383930 w 3339248"/>
              <a:gd name="connsiteY5" fmla="*/ 4167640 h 4814442"/>
              <a:gd name="connsiteX6" fmla="*/ 3339114 w 3339248"/>
              <a:gd name="connsiteY6" fmla="*/ 1993493 h 4814442"/>
              <a:gd name="connsiteX7" fmla="*/ 3339248 w 3339248"/>
              <a:gd name="connsiteY7" fmla="*/ 1992970 h 4814442"/>
              <a:gd name="connsiteX8" fmla="*/ 2187889 w 3339248"/>
              <a:gd name="connsiteY8" fmla="*/ 0 h 4814442"/>
              <a:gd name="connsiteX9" fmla="*/ 2795097 w 3339248"/>
              <a:gd name="connsiteY9" fmla="*/ 0 h 4814442"/>
              <a:gd name="connsiteX10" fmla="*/ 2987893 w 3339248"/>
              <a:gd name="connsiteY10" fmla="*/ 986092 h 4814442"/>
              <a:gd name="connsiteX11" fmla="*/ 352283 w 3339248"/>
              <a:gd name="connsiteY11" fmla="*/ 3640994 h 4814442"/>
              <a:gd name="connsiteX12" fmla="*/ 29533 w 3339248"/>
              <a:gd name="connsiteY12" fmla="*/ 3371975 h 4814442"/>
              <a:gd name="connsiteX13" fmla="*/ 287763 w 3339248"/>
              <a:gd name="connsiteY13" fmla="*/ 3067879 h 4814442"/>
              <a:gd name="connsiteX14" fmla="*/ 2411424 w 3339248"/>
              <a:gd name="connsiteY14" fmla="*/ 944218 h 4814442"/>
              <a:gd name="connsiteX15" fmla="*/ 2244537 w 3339248"/>
              <a:gd name="connsiteY15" fmla="*/ 117593 h 4814442"/>
              <a:gd name="connsiteX16" fmla="*/ 2187889 w 3339248"/>
              <a:gd name="connsiteY16" fmla="*/ 0 h 4814442"/>
              <a:gd name="connsiteX17" fmla="*/ 532261 w 3339248"/>
              <a:gd name="connsiteY17" fmla="*/ 0 h 4814442"/>
              <a:gd name="connsiteX18" fmla="*/ 1555195 w 3339248"/>
              <a:gd name="connsiteY18" fmla="*/ 0 h 4814442"/>
              <a:gd name="connsiteX19" fmla="*/ 1612892 w 3339248"/>
              <a:gd name="connsiteY19" fmla="*/ 77157 h 4814442"/>
              <a:gd name="connsiteX20" fmla="*/ 1881790 w 3339248"/>
              <a:gd name="connsiteY20" fmla="*/ 957470 h 4814442"/>
              <a:gd name="connsiteX21" fmla="*/ 307298 w 3339248"/>
              <a:gd name="connsiteY21" fmla="*/ 2531962 h 4814442"/>
              <a:gd name="connsiteX22" fmla="*/ 30177 w 3339248"/>
              <a:gd name="connsiteY22" fmla="*/ 2245150 h 4814442"/>
              <a:gd name="connsiteX23" fmla="*/ 307813 w 3339248"/>
              <a:gd name="connsiteY23" fmla="*/ 1954696 h 4814442"/>
              <a:gd name="connsiteX24" fmla="*/ 1298413 w 3339248"/>
              <a:gd name="connsiteY24" fmla="*/ 964096 h 4814442"/>
              <a:gd name="connsiteX25" fmla="*/ 602387 w 3339248"/>
              <a:gd name="connsiteY25" fmla="*/ 18032 h 4814442"/>
              <a:gd name="connsiteX26" fmla="*/ 532261 w 3339248"/>
              <a:gd name="connsiteY26" fmla="*/ 0 h 4814442"/>
              <a:gd name="connsiteX0" fmla="*/ 3339248 w 3339248"/>
              <a:gd name="connsiteY0" fmla="*/ 1992970 h 4814442"/>
              <a:gd name="connsiteX1" fmla="*/ 3339248 w 3339248"/>
              <a:gd name="connsiteY1" fmla="*/ 3300726 h 4814442"/>
              <a:gd name="connsiteX2" fmla="*/ 3257832 w 3339248"/>
              <a:gd name="connsiteY2" fmla="*/ 3409602 h 4814442"/>
              <a:gd name="connsiteX3" fmla="*/ 375857 w 3339248"/>
              <a:gd name="connsiteY3" fmla="*/ 4768732 h 4814442"/>
              <a:gd name="connsiteX4" fmla="*/ 40662 w 3339248"/>
              <a:gd name="connsiteY4" fmla="*/ 4447500 h 4814442"/>
              <a:gd name="connsiteX5" fmla="*/ 383930 w 3339248"/>
              <a:gd name="connsiteY5" fmla="*/ 4167640 h 4814442"/>
              <a:gd name="connsiteX6" fmla="*/ 3339114 w 3339248"/>
              <a:gd name="connsiteY6" fmla="*/ 1993493 h 4814442"/>
              <a:gd name="connsiteX7" fmla="*/ 3339248 w 3339248"/>
              <a:gd name="connsiteY7" fmla="*/ 1992970 h 4814442"/>
              <a:gd name="connsiteX8" fmla="*/ 2187889 w 3339248"/>
              <a:gd name="connsiteY8" fmla="*/ 0 h 4814442"/>
              <a:gd name="connsiteX9" fmla="*/ 2795097 w 3339248"/>
              <a:gd name="connsiteY9" fmla="*/ 0 h 4814442"/>
              <a:gd name="connsiteX10" fmla="*/ 2987893 w 3339248"/>
              <a:gd name="connsiteY10" fmla="*/ 986092 h 4814442"/>
              <a:gd name="connsiteX11" fmla="*/ 352283 w 3339248"/>
              <a:gd name="connsiteY11" fmla="*/ 3640994 h 4814442"/>
              <a:gd name="connsiteX12" fmla="*/ 29533 w 3339248"/>
              <a:gd name="connsiteY12" fmla="*/ 3371975 h 4814442"/>
              <a:gd name="connsiteX13" fmla="*/ 287763 w 3339248"/>
              <a:gd name="connsiteY13" fmla="*/ 3067879 h 4814442"/>
              <a:gd name="connsiteX14" fmla="*/ 2411424 w 3339248"/>
              <a:gd name="connsiteY14" fmla="*/ 944218 h 4814442"/>
              <a:gd name="connsiteX15" fmla="*/ 2244537 w 3339248"/>
              <a:gd name="connsiteY15" fmla="*/ 117593 h 4814442"/>
              <a:gd name="connsiteX16" fmla="*/ 2187889 w 3339248"/>
              <a:gd name="connsiteY16" fmla="*/ 0 h 4814442"/>
              <a:gd name="connsiteX17" fmla="*/ 532261 w 3339248"/>
              <a:gd name="connsiteY17" fmla="*/ 0 h 4814442"/>
              <a:gd name="connsiteX18" fmla="*/ 1555195 w 3339248"/>
              <a:gd name="connsiteY18" fmla="*/ 0 h 4814442"/>
              <a:gd name="connsiteX19" fmla="*/ 1612892 w 3339248"/>
              <a:gd name="connsiteY19" fmla="*/ 77157 h 4814442"/>
              <a:gd name="connsiteX20" fmla="*/ 1881790 w 3339248"/>
              <a:gd name="connsiteY20" fmla="*/ 957470 h 4814442"/>
              <a:gd name="connsiteX21" fmla="*/ 307298 w 3339248"/>
              <a:gd name="connsiteY21" fmla="*/ 2531962 h 4814442"/>
              <a:gd name="connsiteX22" fmla="*/ 30177 w 3339248"/>
              <a:gd name="connsiteY22" fmla="*/ 2245150 h 4814442"/>
              <a:gd name="connsiteX23" fmla="*/ 307813 w 3339248"/>
              <a:gd name="connsiteY23" fmla="*/ 1954696 h 4814442"/>
              <a:gd name="connsiteX24" fmla="*/ 1298413 w 3339248"/>
              <a:gd name="connsiteY24" fmla="*/ 964096 h 4814442"/>
              <a:gd name="connsiteX25" fmla="*/ 602387 w 3339248"/>
              <a:gd name="connsiteY25" fmla="*/ 18032 h 4814442"/>
              <a:gd name="connsiteX26" fmla="*/ 532261 w 3339248"/>
              <a:gd name="connsiteY26" fmla="*/ 0 h 4814442"/>
              <a:gd name="connsiteX0" fmla="*/ 3332179 w 3332179"/>
              <a:gd name="connsiteY0" fmla="*/ 1992970 h 4814442"/>
              <a:gd name="connsiteX1" fmla="*/ 3332179 w 3332179"/>
              <a:gd name="connsiteY1" fmla="*/ 3300726 h 4814442"/>
              <a:gd name="connsiteX2" fmla="*/ 3250763 w 3332179"/>
              <a:gd name="connsiteY2" fmla="*/ 3409602 h 4814442"/>
              <a:gd name="connsiteX3" fmla="*/ 368788 w 3332179"/>
              <a:gd name="connsiteY3" fmla="*/ 4768732 h 4814442"/>
              <a:gd name="connsiteX4" fmla="*/ 33593 w 3332179"/>
              <a:gd name="connsiteY4" fmla="*/ 4447500 h 4814442"/>
              <a:gd name="connsiteX5" fmla="*/ 376861 w 3332179"/>
              <a:gd name="connsiteY5" fmla="*/ 4167640 h 4814442"/>
              <a:gd name="connsiteX6" fmla="*/ 3332045 w 3332179"/>
              <a:gd name="connsiteY6" fmla="*/ 1993493 h 4814442"/>
              <a:gd name="connsiteX7" fmla="*/ 3332179 w 3332179"/>
              <a:gd name="connsiteY7" fmla="*/ 1992970 h 4814442"/>
              <a:gd name="connsiteX8" fmla="*/ 2180820 w 3332179"/>
              <a:gd name="connsiteY8" fmla="*/ 0 h 4814442"/>
              <a:gd name="connsiteX9" fmla="*/ 2788028 w 3332179"/>
              <a:gd name="connsiteY9" fmla="*/ 0 h 4814442"/>
              <a:gd name="connsiteX10" fmla="*/ 2980824 w 3332179"/>
              <a:gd name="connsiteY10" fmla="*/ 986092 h 4814442"/>
              <a:gd name="connsiteX11" fmla="*/ 345214 w 3332179"/>
              <a:gd name="connsiteY11" fmla="*/ 3640994 h 4814442"/>
              <a:gd name="connsiteX12" fmla="*/ 22464 w 3332179"/>
              <a:gd name="connsiteY12" fmla="*/ 3371975 h 4814442"/>
              <a:gd name="connsiteX13" fmla="*/ 280694 w 3332179"/>
              <a:gd name="connsiteY13" fmla="*/ 3067879 h 4814442"/>
              <a:gd name="connsiteX14" fmla="*/ 2404355 w 3332179"/>
              <a:gd name="connsiteY14" fmla="*/ 944218 h 4814442"/>
              <a:gd name="connsiteX15" fmla="*/ 2237468 w 3332179"/>
              <a:gd name="connsiteY15" fmla="*/ 117593 h 4814442"/>
              <a:gd name="connsiteX16" fmla="*/ 2180820 w 3332179"/>
              <a:gd name="connsiteY16" fmla="*/ 0 h 4814442"/>
              <a:gd name="connsiteX17" fmla="*/ 525192 w 3332179"/>
              <a:gd name="connsiteY17" fmla="*/ 0 h 4814442"/>
              <a:gd name="connsiteX18" fmla="*/ 1548126 w 3332179"/>
              <a:gd name="connsiteY18" fmla="*/ 0 h 4814442"/>
              <a:gd name="connsiteX19" fmla="*/ 1605823 w 3332179"/>
              <a:gd name="connsiteY19" fmla="*/ 77157 h 4814442"/>
              <a:gd name="connsiteX20" fmla="*/ 1874721 w 3332179"/>
              <a:gd name="connsiteY20" fmla="*/ 957470 h 4814442"/>
              <a:gd name="connsiteX21" fmla="*/ 300229 w 3332179"/>
              <a:gd name="connsiteY21" fmla="*/ 2531962 h 4814442"/>
              <a:gd name="connsiteX22" fmla="*/ 23108 w 3332179"/>
              <a:gd name="connsiteY22" fmla="*/ 2245150 h 4814442"/>
              <a:gd name="connsiteX23" fmla="*/ 300744 w 3332179"/>
              <a:gd name="connsiteY23" fmla="*/ 1954696 h 4814442"/>
              <a:gd name="connsiteX24" fmla="*/ 1291344 w 3332179"/>
              <a:gd name="connsiteY24" fmla="*/ 964096 h 4814442"/>
              <a:gd name="connsiteX25" fmla="*/ 595318 w 3332179"/>
              <a:gd name="connsiteY25" fmla="*/ 18032 h 4814442"/>
              <a:gd name="connsiteX26" fmla="*/ 525192 w 3332179"/>
              <a:gd name="connsiteY26" fmla="*/ 0 h 4814442"/>
              <a:gd name="connsiteX0" fmla="*/ 3332179 w 3332179"/>
              <a:gd name="connsiteY0" fmla="*/ 1992970 h 4814442"/>
              <a:gd name="connsiteX1" fmla="*/ 3332179 w 3332179"/>
              <a:gd name="connsiteY1" fmla="*/ 3300726 h 4814442"/>
              <a:gd name="connsiteX2" fmla="*/ 3250763 w 3332179"/>
              <a:gd name="connsiteY2" fmla="*/ 3409602 h 4814442"/>
              <a:gd name="connsiteX3" fmla="*/ 368788 w 3332179"/>
              <a:gd name="connsiteY3" fmla="*/ 4768732 h 4814442"/>
              <a:gd name="connsiteX4" fmla="*/ 33593 w 3332179"/>
              <a:gd name="connsiteY4" fmla="*/ 4447500 h 4814442"/>
              <a:gd name="connsiteX5" fmla="*/ 376861 w 3332179"/>
              <a:gd name="connsiteY5" fmla="*/ 4167640 h 4814442"/>
              <a:gd name="connsiteX6" fmla="*/ 3332045 w 3332179"/>
              <a:gd name="connsiteY6" fmla="*/ 1993493 h 4814442"/>
              <a:gd name="connsiteX7" fmla="*/ 3332179 w 3332179"/>
              <a:gd name="connsiteY7" fmla="*/ 1992970 h 4814442"/>
              <a:gd name="connsiteX8" fmla="*/ 2180820 w 3332179"/>
              <a:gd name="connsiteY8" fmla="*/ 0 h 4814442"/>
              <a:gd name="connsiteX9" fmla="*/ 2788028 w 3332179"/>
              <a:gd name="connsiteY9" fmla="*/ 0 h 4814442"/>
              <a:gd name="connsiteX10" fmla="*/ 2980824 w 3332179"/>
              <a:gd name="connsiteY10" fmla="*/ 986092 h 4814442"/>
              <a:gd name="connsiteX11" fmla="*/ 345214 w 3332179"/>
              <a:gd name="connsiteY11" fmla="*/ 3640994 h 4814442"/>
              <a:gd name="connsiteX12" fmla="*/ 22464 w 3332179"/>
              <a:gd name="connsiteY12" fmla="*/ 3371975 h 4814442"/>
              <a:gd name="connsiteX13" fmla="*/ 280694 w 3332179"/>
              <a:gd name="connsiteY13" fmla="*/ 3067879 h 4814442"/>
              <a:gd name="connsiteX14" fmla="*/ 2404355 w 3332179"/>
              <a:gd name="connsiteY14" fmla="*/ 944218 h 4814442"/>
              <a:gd name="connsiteX15" fmla="*/ 2237468 w 3332179"/>
              <a:gd name="connsiteY15" fmla="*/ 117593 h 4814442"/>
              <a:gd name="connsiteX16" fmla="*/ 2180820 w 3332179"/>
              <a:gd name="connsiteY16" fmla="*/ 0 h 4814442"/>
              <a:gd name="connsiteX17" fmla="*/ 525192 w 3332179"/>
              <a:gd name="connsiteY17" fmla="*/ 0 h 4814442"/>
              <a:gd name="connsiteX18" fmla="*/ 1548126 w 3332179"/>
              <a:gd name="connsiteY18" fmla="*/ 0 h 4814442"/>
              <a:gd name="connsiteX19" fmla="*/ 1605823 w 3332179"/>
              <a:gd name="connsiteY19" fmla="*/ 77157 h 4814442"/>
              <a:gd name="connsiteX20" fmla="*/ 1874721 w 3332179"/>
              <a:gd name="connsiteY20" fmla="*/ 957470 h 4814442"/>
              <a:gd name="connsiteX21" fmla="*/ 300229 w 3332179"/>
              <a:gd name="connsiteY21" fmla="*/ 2531962 h 4814442"/>
              <a:gd name="connsiteX22" fmla="*/ 23108 w 3332179"/>
              <a:gd name="connsiteY22" fmla="*/ 2245150 h 4814442"/>
              <a:gd name="connsiteX23" fmla="*/ 300744 w 3332179"/>
              <a:gd name="connsiteY23" fmla="*/ 1954696 h 4814442"/>
              <a:gd name="connsiteX24" fmla="*/ 1291344 w 3332179"/>
              <a:gd name="connsiteY24" fmla="*/ 964096 h 4814442"/>
              <a:gd name="connsiteX25" fmla="*/ 595318 w 3332179"/>
              <a:gd name="connsiteY25" fmla="*/ 18032 h 4814442"/>
              <a:gd name="connsiteX26" fmla="*/ 525192 w 3332179"/>
              <a:gd name="connsiteY26" fmla="*/ 0 h 4814442"/>
              <a:gd name="connsiteX0" fmla="*/ 3341060 w 3341060"/>
              <a:gd name="connsiteY0" fmla="*/ 1992970 h 4768822"/>
              <a:gd name="connsiteX1" fmla="*/ 3341060 w 3341060"/>
              <a:gd name="connsiteY1" fmla="*/ 3300726 h 4768822"/>
              <a:gd name="connsiteX2" fmla="*/ 3259644 w 3341060"/>
              <a:gd name="connsiteY2" fmla="*/ 3409602 h 4768822"/>
              <a:gd name="connsiteX3" fmla="*/ 377669 w 3341060"/>
              <a:gd name="connsiteY3" fmla="*/ 4768732 h 4768822"/>
              <a:gd name="connsiteX4" fmla="*/ 42474 w 3341060"/>
              <a:gd name="connsiteY4" fmla="*/ 4447500 h 4768822"/>
              <a:gd name="connsiteX5" fmla="*/ 385742 w 3341060"/>
              <a:gd name="connsiteY5" fmla="*/ 4167640 h 4768822"/>
              <a:gd name="connsiteX6" fmla="*/ 3340926 w 3341060"/>
              <a:gd name="connsiteY6" fmla="*/ 1993493 h 4768822"/>
              <a:gd name="connsiteX7" fmla="*/ 3341060 w 3341060"/>
              <a:gd name="connsiteY7" fmla="*/ 1992970 h 4768822"/>
              <a:gd name="connsiteX8" fmla="*/ 2189701 w 3341060"/>
              <a:gd name="connsiteY8" fmla="*/ 0 h 4768822"/>
              <a:gd name="connsiteX9" fmla="*/ 2796909 w 3341060"/>
              <a:gd name="connsiteY9" fmla="*/ 0 h 4768822"/>
              <a:gd name="connsiteX10" fmla="*/ 2989705 w 3341060"/>
              <a:gd name="connsiteY10" fmla="*/ 986092 h 4768822"/>
              <a:gd name="connsiteX11" fmla="*/ 354095 w 3341060"/>
              <a:gd name="connsiteY11" fmla="*/ 3640994 h 4768822"/>
              <a:gd name="connsiteX12" fmla="*/ 31345 w 3341060"/>
              <a:gd name="connsiteY12" fmla="*/ 3371975 h 4768822"/>
              <a:gd name="connsiteX13" fmla="*/ 289575 w 3341060"/>
              <a:gd name="connsiteY13" fmla="*/ 3067879 h 4768822"/>
              <a:gd name="connsiteX14" fmla="*/ 2413236 w 3341060"/>
              <a:gd name="connsiteY14" fmla="*/ 944218 h 4768822"/>
              <a:gd name="connsiteX15" fmla="*/ 2246349 w 3341060"/>
              <a:gd name="connsiteY15" fmla="*/ 117593 h 4768822"/>
              <a:gd name="connsiteX16" fmla="*/ 2189701 w 3341060"/>
              <a:gd name="connsiteY16" fmla="*/ 0 h 4768822"/>
              <a:gd name="connsiteX17" fmla="*/ 534073 w 3341060"/>
              <a:gd name="connsiteY17" fmla="*/ 0 h 4768822"/>
              <a:gd name="connsiteX18" fmla="*/ 1557007 w 3341060"/>
              <a:gd name="connsiteY18" fmla="*/ 0 h 4768822"/>
              <a:gd name="connsiteX19" fmla="*/ 1614704 w 3341060"/>
              <a:gd name="connsiteY19" fmla="*/ 77157 h 4768822"/>
              <a:gd name="connsiteX20" fmla="*/ 1883602 w 3341060"/>
              <a:gd name="connsiteY20" fmla="*/ 957470 h 4768822"/>
              <a:gd name="connsiteX21" fmla="*/ 309110 w 3341060"/>
              <a:gd name="connsiteY21" fmla="*/ 2531962 h 4768822"/>
              <a:gd name="connsiteX22" fmla="*/ 31989 w 3341060"/>
              <a:gd name="connsiteY22" fmla="*/ 2245150 h 4768822"/>
              <a:gd name="connsiteX23" fmla="*/ 309625 w 3341060"/>
              <a:gd name="connsiteY23" fmla="*/ 1954696 h 4768822"/>
              <a:gd name="connsiteX24" fmla="*/ 1300225 w 3341060"/>
              <a:gd name="connsiteY24" fmla="*/ 964096 h 4768822"/>
              <a:gd name="connsiteX25" fmla="*/ 604199 w 3341060"/>
              <a:gd name="connsiteY25" fmla="*/ 18032 h 4768822"/>
              <a:gd name="connsiteX26" fmla="*/ 534073 w 3341060"/>
              <a:gd name="connsiteY26" fmla="*/ 0 h 4768822"/>
              <a:gd name="connsiteX0" fmla="*/ 3311075 w 3311075"/>
              <a:gd name="connsiteY0" fmla="*/ 1992970 h 4768822"/>
              <a:gd name="connsiteX1" fmla="*/ 3311075 w 3311075"/>
              <a:gd name="connsiteY1" fmla="*/ 3300726 h 4768822"/>
              <a:gd name="connsiteX2" fmla="*/ 3229659 w 3311075"/>
              <a:gd name="connsiteY2" fmla="*/ 3409602 h 4768822"/>
              <a:gd name="connsiteX3" fmla="*/ 347684 w 3311075"/>
              <a:gd name="connsiteY3" fmla="*/ 4768732 h 4768822"/>
              <a:gd name="connsiteX4" fmla="*/ 12489 w 3311075"/>
              <a:gd name="connsiteY4" fmla="*/ 4447500 h 4768822"/>
              <a:gd name="connsiteX5" fmla="*/ 355757 w 3311075"/>
              <a:gd name="connsiteY5" fmla="*/ 4167640 h 4768822"/>
              <a:gd name="connsiteX6" fmla="*/ 3310941 w 3311075"/>
              <a:gd name="connsiteY6" fmla="*/ 1993493 h 4768822"/>
              <a:gd name="connsiteX7" fmla="*/ 3311075 w 3311075"/>
              <a:gd name="connsiteY7" fmla="*/ 1992970 h 4768822"/>
              <a:gd name="connsiteX8" fmla="*/ 2159716 w 3311075"/>
              <a:gd name="connsiteY8" fmla="*/ 0 h 4768822"/>
              <a:gd name="connsiteX9" fmla="*/ 2766924 w 3311075"/>
              <a:gd name="connsiteY9" fmla="*/ 0 h 4768822"/>
              <a:gd name="connsiteX10" fmla="*/ 2959720 w 3311075"/>
              <a:gd name="connsiteY10" fmla="*/ 986092 h 4768822"/>
              <a:gd name="connsiteX11" fmla="*/ 324110 w 3311075"/>
              <a:gd name="connsiteY11" fmla="*/ 3640994 h 4768822"/>
              <a:gd name="connsiteX12" fmla="*/ 1360 w 3311075"/>
              <a:gd name="connsiteY12" fmla="*/ 3371975 h 4768822"/>
              <a:gd name="connsiteX13" fmla="*/ 259590 w 3311075"/>
              <a:gd name="connsiteY13" fmla="*/ 3067879 h 4768822"/>
              <a:gd name="connsiteX14" fmla="*/ 2383251 w 3311075"/>
              <a:gd name="connsiteY14" fmla="*/ 944218 h 4768822"/>
              <a:gd name="connsiteX15" fmla="*/ 2216364 w 3311075"/>
              <a:gd name="connsiteY15" fmla="*/ 117593 h 4768822"/>
              <a:gd name="connsiteX16" fmla="*/ 2159716 w 3311075"/>
              <a:gd name="connsiteY16" fmla="*/ 0 h 4768822"/>
              <a:gd name="connsiteX17" fmla="*/ 504088 w 3311075"/>
              <a:gd name="connsiteY17" fmla="*/ 0 h 4768822"/>
              <a:gd name="connsiteX18" fmla="*/ 1527022 w 3311075"/>
              <a:gd name="connsiteY18" fmla="*/ 0 h 4768822"/>
              <a:gd name="connsiteX19" fmla="*/ 1584719 w 3311075"/>
              <a:gd name="connsiteY19" fmla="*/ 77157 h 4768822"/>
              <a:gd name="connsiteX20" fmla="*/ 1853617 w 3311075"/>
              <a:gd name="connsiteY20" fmla="*/ 957470 h 4768822"/>
              <a:gd name="connsiteX21" fmla="*/ 279125 w 3311075"/>
              <a:gd name="connsiteY21" fmla="*/ 2531962 h 4768822"/>
              <a:gd name="connsiteX22" fmla="*/ 2004 w 3311075"/>
              <a:gd name="connsiteY22" fmla="*/ 2245150 h 4768822"/>
              <a:gd name="connsiteX23" fmla="*/ 279640 w 3311075"/>
              <a:gd name="connsiteY23" fmla="*/ 1954696 h 4768822"/>
              <a:gd name="connsiteX24" fmla="*/ 1270240 w 3311075"/>
              <a:gd name="connsiteY24" fmla="*/ 964096 h 4768822"/>
              <a:gd name="connsiteX25" fmla="*/ 574214 w 3311075"/>
              <a:gd name="connsiteY25" fmla="*/ 18032 h 4768822"/>
              <a:gd name="connsiteX26" fmla="*/ 504088 w 3311075"/>
              <a:gd name="connsiteY26" fmla="*/ 0 h 4768822"/>
              <a:gd name="connsiteX0" fmla="*/ 3342827 w 3342827"/>
              <a:gd name="connsiteY0" fmla="*/ 1992970 h 4816965"/>
              <a:gd name="connsiteX1" fmla="*/ 3342827 w 3342827"/>
              <a:gd name="connsiteY1" fmla="*/ 3300726 h 4816965"/>
              <a:gd name="connsiteX2" fmla="*/ 3261411 w 3342827"/>
              <a:gd name="connsiteY2" fmla="*/ 3409602 h 4816965"/>
              <a:gd name="connsiteX3" fmla="*/ 379436 w 3342827"/>
              <a:gd name="connsiteY3" fmla="*/ 4768732 h 4816965"/>
              <a:gd name="connsiteX4" fmla="*/ 38862 w 3342827"/>
              <a:gd name="connsiteY4" fmla="*/ 4463637 h 4816965"/>
              <a:gd name="connsiteX5" fmla="*/ 387509 w 3342827"/>
              <a:gd name="connsiteY5" fmla="*/ 4167640 h 4816965"/>
              <a:gd name="connsiteX6" fmla="*/ 3342693 w 3342827"/>
              <a:gd name="connsiteY6" fmla="*/ 1993493 h 4816965"/>
              <a:gd name="connsiteX7" fmla="*/ 3342827 w 3342827"/>
              <a:gd name="connsiteY7" fmla="*/ 1992970 h 4816965"/>
              <a:gd name="connsiteX8" fmla="*/ 2191468 w 3342827"/>
              <a:gd name="connsiteY8" fmla="*/ 0 h 4816965"/>
              <a:gd name="connsiteX9" fmla="*/ 2798676 w 3342827"/>
              <a:gd name="connsiteY9" fmla="*/ 0 h 4816965"/>
              <a:gd name="connsiteX10" fmla="*/ 2991472 w 3342827"/>
              <a:gd name="connsiteY10" fmla="*/ 986092 h 4816965"/>
              <a:gd name="connsiteX11" fmla="*/ 355862 w 3342827"/>
              <a:gd name="connsiteY11" fmla="*/ 3640994 h 4816965"/>
              <a:gd name="connsiteX12" fmla="*/ 33112 w 3342827"/>
              <a:gd name="connsiteY12" fmla="*/ 3371975 h 4816965"/>
              <a:gd name="connsiteX13" fmla="*/ 291342 w 3342827"/>
              <a:gd name="connsiteY13" fmla="*/ 3067879 h 4816965"/>
              <a:gd name="connsiteX14" fmla="*/ 2415003 w 3342827"/>
              <a:gd name="connsiteY14" fmla="*/ 944218 h 4816965"/>
              <a:gd name="connsiteX15" fmla="*/ 2248116 w 3342827"/>
              <a:gd name="connsiteY15" fmla="*/ 117593 h 4816965"/>
              <a:gd name="connsiteX16" fmla="*/ 2191468 w 3342827"/>
              <a:gd name="connsiteY16" fmla="*/ 0 h 4816965"/>
              <a:gd name="connsiteX17" fmla="*/ 535840 w 3342827"/>
              <a:gd name="connsiteY17" fmla="*/ 0 h 4816965"/>
              <a:gd name="connsiteX18" fmla="*/ 1558774 w 3342827"/>
              <a:gd name="connsiteY18" fmla="*/ 0 h 4816965"/>
              <a:gd name="connsiteX19" fmla="*/ 1616471 w 3342827"/>
              <a:gd name="connsiteY19" fmla="*/ 77157 h 4816965"/>
              <a:gd name="connsiteX20" fmla="*/ 1885369 w 3342827"/>
              <a:gd name="connsiteY20" fmla="*/ 957470 h 4816965"/>
              <a:gd name="connsiteX21" fmla="*/ 310877 w 3342827"/>
              <a:gd name="connsiteY21" fmla="*/ 2531962 h 4816965"/>
              <a:gd name="connsiteX22" fmla="*/ 33756 w 3342827"/>
              <a:gd name="connsiteY22" fmla="*/ 2245150 h 4816965"/>
              <a:gd name="connsiteX23" fmla="*/ 311392 w 3342827"/>
              <a:gd name="connsiteY23" fmla="*/ 1954696 h 4816965"/>
              <a:gd name="connsiteX24" fmla="*/ 1301992 w 3342827"/>
              <a:gd name="connsiteY24" fmla="*/ 964096 h 4816965"/>
              <a:gd name="connsiteX25" fmla="*/ 605966 w 3342827"/>
              <a:gd name="connsiteY25" fmla="*/ 18032 h 4816965"/>
              <a:gd name="connsiteX26" fmla="*/ 535840 w 3342827"/>
              <a:gd name="connsiteY26" fmla="*/ 0 h 4816965"/>
              <a:gd name="connsiteX0" fmla="*/ 3389840 w 3389840"/>
              <a:gd name="connsiteY0" fmla="*/ 1992970 h 4816965"/>
              <a:gd name="connsiteX1" fmla="*/ 3389840 w 3389840"/>
              <a:gd name="connsiteY1" fmla="*/ 3300726 h 4816965"/>
              <a:gd name="connsiteX2" fmla="*/ 3308424 w 3389840"/>
              <a:gd name="connsiteY2" fmla="*/ 3409602 h 4816965"/>
              <a:gd name="connsiteX3" fmla="*/ 426449 w 3389840"/>
              <a:gd name="connsiteY3" fmla="*/ 4768732 h 4816965"/>
              <a:gd name="connsiteX4" fmla="*/ 85875 w 3389840"/>
              <a:gd name="connsiteY4" fmla="*/ 4463637 h 4816965"/>
              <a:gd name="connsiteX5" fmla="*/ 434522 w 3389840"/>
              <a:gd name="connsiteY5" fmla="*/ 4167640 h 4816965"/>
              <a:gd name="connsiteX6" fmla="*/ 3389706 w 3389840"/>
              <a:gd name="connsiteY6" fmla="*/ 1993493 h 4816965"/>
              <a:gd name="connsiteX7" fmla="*/ 3389840 w 3389840"/>
              <a:gd name="connsiteY7" fmla="*/ 1992970 h 4816965"/>
              <a:gd name="connsiteX8" fmla="*/ 2238481 w 3389840"/>
              <a:gd name="connsiteY8" fmla="*/ 0 h 4816965"/>
              <a:gd name="connsiteX9" fmla="*/ 2845689 w 3389840"/>
              <a:gd name="connsiteY9" fmla="*/ 0 h 4816965"/>
              <a:gd name="connsiteX10" fmla="*/ 3038485 w 3389840"/>
              <a:gd name="connsiteY10" fmla="*/ 986092 h 4816965"/>
              <a:gd name="connsiteX11" fmla="*/ 402875 w 3389840"/>
              <a:gd name="connsiteY11" fmla="*/ 3640994 h 4816965"/>
              <a:gd name="connsiteX12" fmla="*/ 80125 w 3389840"/>
              <a:gd name="connsiteY12" fmla="*/ 3371975 h 4816965"/>
              <a:gd name="connsiteX13" fmla="*/ 338355 w 3389840"/>
              <a:gd name="connsiteY13" fmla="*/ 3067879 h 4816965"/>
              <a:gd name="connsiteX14" fmla="*/ 2462016 w 3389840"/>
              <a:gd name="connsiteY14" fmla="*/ 944218 h 4816965"/>
              <a:gd name="connsiteX15" fmla="*/ 2295129 w 3389840"/>
              <a:gd name="connsiteY15" fmla="*/ 117593 h 4816965"/>
              <a:gd name="connsiteX16" fmla="*/ 2238481 w 3389840"/>
              <a:gd name="connsiteY16" fmla="*/ 0 h 4816965"/>
              <a:gd name="connsiteX17" fmla="*/ 582853 w 3389840"/>
              <a:gd name="connsiteY17" fmla="*/ 0 h 4816965"/>
              <a:gd name="connsiteX18" fmla="*/ 1605787 w 3389840"/>
              <a:gd name="connsiteY18" fmla="*/ 0 h 4816965"/>
              <a:gd name="connsiteX19" fmla="*/ 1663484 w 3389840"/>
              <a:gd name="connsiteY19" fmla="*/ 77157 h 4816965"/>
              <a:gd name="connsiteX20" fmla="*/ 1932382 w 3389840"/>
              <a:gd name="connsiteY20" fmla="*/ 957470 h 4816965"/>
              <a:gd name="connsiteX21" fmla="*/ 357890 w 3389840"/>
              <a:gd name="connsiteY21" fmla="*/ 2531962 h 4816965"/>
              <a:gd name="connsiteX22" fmla="*/ 80769 w 3389840"/>
              <a:gd name="connsiteY22" fmla="*/ 2245150 h 4816965"/>
              <a:gd name="connsiteX23" fmla="*/ 358405 w 3389840"/>
              <a:gd name="connsiteY23" fmla="*/ 1954696 h 4816965"/>
              <a:gd name="connsiteX24" fmla="*/ 1349005 w 3389840"/>
              <a:gd name="connsiteY24" fmla="*/ 964096 h 4816965"/>
              <a:gd name="connsiteX25" fmla="*/ 652979 w 3389840"/>
              <a:gd name="connsiteY25" fmla="*/ 18032 h 4816965"/>
              <a:gd name="connsiteX26" fmla="*/ 582853 w 3389840"/>
              <a:gd name="connsiteY26" fmla="*/ 0 h 4816965"/>
              <a:gd name="connsiteX0" fmla="*/ 3335722 w 3335722"/>
              <a:gd name="connsiteY0" fmla="*/ 1992970 h 4816965"/>
              <a:gd name="connsiteX1" fmla="*/ 3335722 w 3335722"/>
              <a:gd name="connsiteY1" fmla="*/ 3300726 h 4816965"/>
              <a:gd name="connsiteX2" fmla="*/ 3254306 w 3335722"/>
              <a:gd name="connsiteY2" fmla="*/ 3409602 h 4816965"/>
              <a:gd name="connsiteX3" fmla="*/ 372331 w 3335722"/>
              <a:gd name="connsiteY3" fmla="*/ 4768732 h 4816965"/>
              <a:gd name="connsiteX4" fmla="*/ 31757 w 3335722"/>
              <a:gd name="connsiteY4" fmla="*/ 4463637 h 4816965"/>
              <a:gd name="connsiteX5" fmla="*/ 380404 w 3335722"/>
              <a:gd name="connsiteY5" fmla="*/ 4167640 h 4816965"/>
              <a:gd name="connsiteX6" fmla="*/ 3335588 w 3335722"/>
              <a:gd name="connsiteY6" fmla="*/ 1993493 h 4816965"/>
              <a:gd name="connsiteX7" fmla="*/ 3335722 w 3335722"/>
              <a:gd name="connsiteY7" fmla="*/ 1992970 h 4816965"/>
              <a:gd name="connsiteX8" fmla="*/ 2184363 w 3335722"/>
              <a:gd name="connsiteY8" fmla="*/ 0 h 4816965"/>
              <a:gd name="connsiteX9" fmla="*/ 2791571 w 3335722"/>
              <a:gd name="connsiteY9" fmla="*/ 0 h 4816965"/>
              <a:gd name="connsiteX10" fmla="*/ 2984367 w 3335722"/>
              <a:gd name="connsiteY10" fmla="*/ 986092 h 4816965"/>
              <a:gd name="connsiteX11" fmla="*/ 348757 w 3335722"/>
              <a:gd name="connsiteY11" fmla="*/ 3640994 h 4816965"/>
              <a:gd name="connsiteX12" fmla="*/ 26007 w 3335722"/>
              <a:gd name="connsiteY12" fmla="*/ 3371975 h 4816965"/>
              <a:gd name="connsiteX13" fmla="*/ 284237 w 3335722"/>
              <a:gd name="connsiteY13" fmla="*/ 3067879 h 4816965"/>
              <a:gd name="connsiteX14" fmla="*/ 2407898 w 3335722"/>
              <a:gd name="connsiteY14" fmla="*/ 944218 h 4816965"/>
              <a:gd name="connsiteX15" fmla="*/ 2241011 w 3335722"/>
              <a:gd name="connsiteY15" fmla="*/ 117593 h 4816965"/>
              <a:gd name="connsiteX16" fmla="*/ 2184363 w 3335722"/>
              <a:gd name="connsiteY16" fmla="*/ 0 h 4816965"/>
              <a:gd name="connsiteX17" fmla="*/ 528735 w 3335722"/>
              <a:gd name="connsiteY17" fmla="*/ 0 h 4816965"/>
              <a:gd name="connsiteX18" fmla="*/ 1551669 w 3335722"/>
              <a:gd name="connsiteY18" fmla="*/ 0 h 4816965"/>
              <a:gd name="connsiteX19" fmla="*/ 1609366 w 3335722"/>
              <a:gd name="connsiteY19" fmla="*/ 77157 h 4816965"/>
              <a:gd name="connsiteX20" fmla="*/ 1878264 w 3335722"/>
              <a:gd name="connsiteY20" fmla="*/ 957470 h 4816965"/>
              <a:gd name="connsiteX21" fmla="*/ 303772 w 3335722"/>
              <a:gd name="connsiteY21" fmla="*/ 2531962 h 4816965"/>
              <a:gd name="connsiteX22" fmla="*/ 26651 w 3335722"/>
              <a:gd name="connsiteY22" fmla="*/ 2245150 h 4816965"/>
              <a:gd name="connsiteX23" fmla="*/ 304287 w 3335722"/>
              <a:gd name="connsiteY23" fmla="*/ 1954696 h 4816965"/>
              <a:gd name="connsiteX24" fmla="*/ 1294887 w 3335722"/>
              <a:gd name="connsiteY24" fmla="*/ 964096 h 4816965"/>
              <a:gd name="connsiteX25" fmla="*/ 598861 w 3335722"/>
              <a:gd name="connsiteY25" fmla="*/ 18032 h 4816965"/>
              <a:gd name="connsiteX26" fmla="*/ 528735 w 3335722"/>
              <a:gd name="connsiteY26" fmla="*/ 0 h 4816965"/>
              <a:gd name="connsiteX0" fmla="*/ 3344573 w 3344573"/>
              <a:gd name="connsiteY0" fmla="*/ 1992970 h 4770606"/>
              <a:gd name="connsiteX1" fmla="*/ 3344573 w 3344573"/>
              <a:gd name="connsiteY1" fmla="*/ 3300726 h 4770606"/>
              <a:gd name="connsiteX2" fmla="*/ 3263157 w 3344573"/>
              <a:gd name="connsiteY2" fmla="*/ 3409602 h 4770606"/>
              <a:gd name="connsiteX3" fmla="*/ 381182 w 3344573"/>
              <a:gd name="connsiteY3" fmla="*/ 4768732 h 4770606"/>
              <a:gd name="connsiteX4" fmla="*/ 40608 w 3344573"/>
              <a:gd name="connsiteY4" fmla="*/ 4463637 h 4770606"/>
              <a:gd name="connsiteX5" fmla="*/ 389255 w 3344573"/>
              <a:gd name="connsiteY5" fmla="*/ 4167640 h 4770606"/>
              <a:gd name="connsiteX6" fmla="*/ 3344439 w 3344573"/>
              <a:gd name="connsiteY6" fmla="*/ 1993493 h 4770606"/>
              <a:gd name="connsiteX7" fmla="*/ 3344573 w 3344573"/>
              <a:gd name="connsiteY7" fmla="*/ 1992970 h 4770606"/>
              <a:gd name="connsiteX8" fmla="*/ 2193214 w 3344573"/>
              <a:gd name="connsiteY8" fmla="*/ 0 h 4770606"/>
              <a:gd name="connsiteX9" fmla="*/ 2800422 w 3344573"/>
              <a:gd name="connsiteY9" fmla="*/ 0 h 4770606"/>
              <a:gd name="connsiteX10" fmla="*/ 2993218 w 3344573"/>
              <a:gd name="connsiteY10" fmla="*/ 986092 h 4770606"/>
              <a:gd name="connsiteX11" fmla="*/ 357608 w 3344573"/>
              <a:gd name="connsiteY11" fmla="*/ 3640994 h 4770606"/>
              <a:gd name="connsiteX12" fmla="*/ 34858 w 3344573"/>
              <a:gd name="connsiteY12" fmla="*/ 3371975 h 4770606"/>
              <a:gd name="connsiteX13" fmla="*/ 293088 w 3344573"/>
              <a:gd name="connsiteY13" fmla="*/ 3067879 h 4770606"/>
              <a:gd name="connsiteX14" fmla="*/ 2416749 w 3344573"/>
              <a:gd name="connsiteY14" fmla="*/ 944218 h 4770606"/>
              <a:gd name="connsiteX15" fmla="*/ 2249862 w 3344573"/>
              <a:gd name="connsiteY15" fmla="*/ 117593 h 4770606"/>
              <a:gd name="connsiteX16" fmla="*/ 2193214 w 3344573"/>
              <a:gd name="connsiteY16" fmla="*/ 0 h 4770606"/>
              <a:gd name="connsiteX17" fmla="*/ 537586 w 3344573"/>
              <a:gd name="connsiteY17" fmla="*/ 0 h 4770606"/>
              <a:gd name="connsiteX18" fmla="*/ 1560520 w 3344573"/>
              <a:gd name="connsiteY18" fmla="*/ 0 h 4770606"/>
              <a:gd name="connsiteX19" fmla="*/ 1618217 w 3344573"/>
              <a:gd name="connsiteY19" fmla="*/ 77157 h 4770606"/>
              <a:gd name="connsiteX20" fmla="*/ 1887115 w 3344573"/>
              <a:gd name="connsiteY20" fmla="*/ 957470 h 4770606"/>
              <a:gd name="connsiteX21" fmla="*/ 312623 w 3344573"/>
              <a:gd name="connsiteY21" fmla="*/ 2531962 h 4770606"/>
              <a:gd name="connsiteX22" fmla="*/ 35502 w 3344573"/>
              <a:gd name="connsiteY22" fmla="*/ 2245150 h 4770606"/>
              <a:gd name="connsiteX23" fmla="*/ 313138 w 3344573"/>
              <a:gd name="connsiteY23" fmla="*/ 1954696 h 4770606"/>
              <a:gd name="connsiteX24" fmla="*/ 1303738 w 3344573"/>
              <a:gd name="connsiteY24" fmla="*/ 964096 h 4770606"/>
              <a:gd name="connsiteX25" fmla="*/ 607712 w 3344573"/>
              <a:gd name="connsiteY25" fmla="*/ 18032 h 4770606"/>
              <a:gd name="connsiteX26" fmla="*/ 537586 w 3344573"/>
              <a:gd name="connsiteY26" fmla="*/ 0 h 4770606"/>
              <a:gd name="connsiteX0" fmla="*/ 3311075 w 3311075"/>
              <a:gd name="connsiteY0" fmla="*/ 1992970 h 4768934"/>
              <a:gd name="connsiteX1" fmla="*/ 3311075 w 3311075"/>
              <a:gd name="connsiteY1" fmla="*/ 3300726 h 4768934"/>
              <a:gd name="connsiteX2" fmla="*/ 3229659 w 3311075"/>
              <a:gd name="connsiteY2" fmla="*/ 3409602 h 4768934"/>
              <a:gd name="connsiteX3" fmla="*/ 347684 w 3311075"/>
              <a:gd name="connsiteY3" fmla="*/ 4768732 h 4768934"/>
              <a:gd name="connsiteX4" fmla="*/ 7110 w 3311075"/>
              <a:gd name="connsiteY4" fmla="*/ 4463637 h 4768934"/>
              <a:gd name="connsiteX5" fmla="*/ 355757 w 3311075"/>
              <a:gd name="connsiteY5" fmla="*/ 4167640 h 4768934"/>
              <a:gd name="connsiteX6" fmla="*/ 3310941 w 3311075"/>
              <a:gd name="connsiteY6" fmla="*/ 1993493 h 4768934"/>
              <a:gd name="connsiteX7" fmla="*/ 3311075 w 3311075"/>
              <a:gd name="connsiteY7" fmla="*/ 1992970 h 4768934"/>
              <a:gd name="connsiteX8" fmla="*/ 2159716 w 3311075"/>
              <a:gd name="connsiteY8" fmla="*/ 0 h 4768934"/>
              <a:gd name="connsiteX9" fmla="*/ 2766924 w 3311075"/>
              <a:gd name="connsiteY9" fmla="*/ 0 h 4768934"/>
              <a:gd name="connsiteX10" fmla="*/ 2959720 w 3311075"/>
              <a:gd name="connsiteY10" fmla="*/ 986092 h 4768934"/>
              <a:gd name="connsiteX11" fmla="*/ 324110 w 3311075"/>
              <a:gd name="connsiteY11" fmla="*/ 3640994 h 4768934"/>
              <a:gd name="connsiteX12" fmla="*/ 1360 w 3311075"/>
              <a:gd name="connsiteY12" fmla="*/ 3371975 h 4768934"/>
              <a:gd name="connsiteX13" fmla="*/ 259590 w 3311075"/>
              <a:gd name="connsiteY13" fmla="*/ 3067879 h 4768934"/>
              <a:gd name="connsiteX14" fmla="*/ 2383251 w 3311075"/>
              <a:gd name="connsiteY14" fmla="*/ 944218 h 4768934"/>
              <a:gd name="connsiteX15" fmla="*/ 2216364 w 3311075"/>
              <a:gd name="connsiteY15" fmla="*/ 117593 h 4768934"/>
              <a:gd name="connsiteX16" fmla="*/ 2159716 w 3311075"/>
              <a:gd name="connsiteY16" fmla="*/ 0 h 4768934"/>
              <a:gd name="connsiteX17" fmla="*/ 504088 w 3311075"/>
              <a:gd name="connsiteY17" fmla="*/ 0 h 4768934"/>
              <a:gd name="connsiteX18" fmla="*/ 1527022 w 3311075"/>
              <a:gd name="connsiteY18" fmla="*/ 0 h 4768934"/>
              <a:gd name="connsiteX19" fmla="*/ 1584719 w 3311075"/>
              <a:gd name="connsiteY19" fmla="*/ 77157 h 4768934"/>
              <a:gd name="connsiteX20" fmla="*/ 1853617 w 3311075"/>
              <a:gd name="connsiteY20" fmla="*/ 957470 h 4768934"/>
              <a:gd name="connsiteX21" fmla="*/ 279125 w 3311075"/>
              <a:gd name="connsiteY21" fmla="*/ 2531962 h 4768934"/>
              <a:gd name="connsiteX22" fmla="*/ 2004 w 3311075"/>
              <a:gd name="connsiteY22" fmla="*/ 2245150 h 4768934"/>
              <a:gd name="connsiteX23" fmla="*/ 279640 w 3311075"/>
              <a:gd name="connsiteY23" fmla="*/ 1954696 h 4768934"/>
              <a:gd name="connsiteX24" fmla="*/ 1270240 w 3311075"/>
              <a:gd name="connsiteY24" fmla="*/ 964096 h 4768934"/>
              <a:gd name="connsiteX25" fmla="*/ 574214 w 3311075"/>
              <a:gd name="connsiteY25" fmla="*/ 18032 h 4768934"/>
              <a:gd name="connsiteX26" fmla="*/ 504088 w 3311075"/>
              <a:gd name="connsiteY26" fmla="*/ 0 h 4768934"/>
              <a:gd name="connsiteX0" fmla="*/ 3311075 w 3311075"/>
              <a:gd name="connsiteY0" fmla="*/ 1992970 h 4768934"/>
              <a:gd name="connsiteX1" fmla="*/ 3311075 w 3311075"/>
              <a:gd name="connsiteY1" fmla="*/ 3300726 h 4768934"/>
              <a:gd name="connsiteX2" fmla="*/ 3229659 w 3311075"/>
              <a:gd name="connsiteY2" fmla="*/ 3409602 h 4768934"/>
              <a:gd name="connsiteX3" fmla="*/ 347684 w 3311075"/>
              <a:gd name="connsiteY3" fmla="*/ 4768732 h 4768934"/>
              <a:gd name="connsiteX4" fmla="*/ 7110 w 3311075"/>
              <a:gd name="connsiteY4" fmla="*/ 4463637 h 4768934"/>
              <a:gd name="connsiteX5" fmla="*/ 355757 w 3311075"/>
              <a:gd name="connsiteY5" fmla="*/ 4167640 h 4768934"/>
              <a:gd name="connsiteX6" fmla="*/ 3310941 w 3311075"/>
              <a:gd name="connsiteY6" fmla="*/ 1993493 h 4768934"/>
              <a:gd name="connsiteX7" fmla="*/ 3311075 w 3311075"/>
              <a:gd name="connsiteY7" fmla="*/ 1992970 h 4768934"/>
              <a:gd name="connsiteX8" fmla="*/ 2159716 w 3311075"/>
              <a:gd name="connsiteY8" fmla="*/ 0 h 4768934"/>
              <a:gd name="connsiteX9" fmla="*/ 2766924 w 3311075"/>
              <a:gd name="connsiteY9" fmla="*/ 0 h 4768934"/>
              <a:gd name="connsiteX10" fmla="*/ 2959720 w 3311075"/>
              <a:gd name="connsiteY10" fmla="*/ 986092 h 4768934"/>
              <a:gd name="connsiteX11" fmla="*/ 324110 w 3311075"/>
              <a:gd name="connsiteY11" fmla="*/ 3640994 h 4768934"/>
              <a:gd name="connsiteX12" fmla="*/ 1360 w 3311075"/>
              <a:gd name="connsiteY12" fmla="*/ 3371975 h 4768934"/>
              <a:gd name="connsiteX13" fmla="*/ 259590 w 3311075"/>
              <a:gd name="connsiteY13" fmla="*/ 3067879 h 4768934"/>
              <a:gd name="connsiteX14" fmla="*/ 2383251 w 3311075"/>
              <a:gd name="connsiteY14" fmla="*/ 944218 h 4768934"/>
              <a:gd name="connsiteX15" fmla="*/ 2216364 w 3311075"/>
              <a:gd name="connsiteY15" fmla="*/ 117593 h 4768934"/>
              <a:gd name="connsiteX16" fmla="*/ 2159716 w 3311075"/>
              <a:gd name="connsiteY16" fmla="*/ 0 h 4768934"/>
              <a:gd name="connsiteX17" fmla="*/ 504088 w 3311075"/>
              <a:gd name="connsiteY17" fmla="*/ 0 h 4768934"/>
              <a:gd name="connsiteX18" fmla="*/ 1527022 w 3311075"/>
              <a:gd name="connsiteY18" fmla="*/ 0 h 4768934"/>
              <a:gd name="connsiteX19" fmla="*/ 1584719 w 3311075"/>
              <a:gd name="connsiteY19" fmla="*/ 77157 h 4768934"/>
              <a:gd name="connsiteX20" fmla="*/ 1853617 w 3311075"/>
              <a:gd name="connsiteY20" fmla="*/ 957470 h 4768934"/>
              <a:gd name="connsiteX21" fmla="*/ 279125 w 3311075"/>
              <a:gd name="connsiteY21" fmla="*/ 2531962 h 4768934"/>
              <a:gd name="connsiteX22" fmla="*/ 2004 w 3311075"/>
              <a:gd name="connsiteY22" fmla="*/ 2245150 h 4768934"/>
              <a:gd name="connsiteX23" fmla="*/ 279640 w 3311075"/>
              <a:gd name="connsiteY23" fmla="*/ 1954696 h 4768934"/>
              <a:gd name="connsiteX24" fmla="*/ 1270240 w 3311075"/>
              <a:gd name="connsiteY24" fmla="*/ 964096 h 4768934"/>
              <a:gd name="connsiteX25" fmla="*/ 574214 w 3311075"/>
              <a:gd name="connsiteY25" fmla="*/ 18032 h 4768934"/>
              <a:gd name="connsiteX26" fmla="*/ 504088 w 3311075"/>
              <a:gd name="connsiteY26" fmla="*/ 0 h 4768934"/>
              <a:gd name="connsiteX0" fmla="*/ 3311075 w 3311075"/>
              <a:gd name="connsiteY0" fmla="*/ 1992970 h 4758158"/>
              <a:gd name="connsiteX1" fmla="*/ 3311075 w 3311075"/>
              <a:gd name="connsiteY1" fmla="*/ 3300726 h 4758158"/>
              <a:gd name="connsiteX2" fmla="*/ 3229659 w 3311075"/>
              <a:gd name="connsiteY2" fmla="*/ 3409602 h 4758158"/>
              <a:gd name="connsiteX3" fmla="*/ 363821 w 3311075"/>
              <a:gd name="connsiteY3" fmla="*/ 4757975 h 4758158"/>
              <a:gd name="connsiteX4" fmla="*/ 7110 w 3311075"/>
              <a:gd name="connsiteY4" fmla="*/ 4463637 h 4758158"/>
              <a:gd name="connsiteX5" fmla="*/ 355757 w 3311075"/>
              <a:gd name="connsiteY5" fmla="*/ 4167640 h 4758158"/>
              <a:gd name="connsiteX6" fmla="*/ 3310941 w 3311075"/>
              <a:gd name="connsiteY6" fmla="*/ 1993493 h 4758158"/>
              <a:gd name="connsiteX7" fmla="*/ 3311075 w 3311075"/>
              <a:gd name="connsiteY7" fmla="*/ 1992970 h 4758158"/>
              <a:gd name="connsiteX8" fmla="*/ 2159716 w 3311075"/>
              <a:gd name="connsiteY8" fmla="*/ 0 h 4758158"/>
              <a:gd name="connsiteX9" fmla="*/ 2766924 w 3311075"/>
              <a:gd name="connsiteY9" fmla="*/ 0 h 4758158"/>
              <a:gd name="connsiteX10" fmla="*/ 2959720 w 3311075"/>
              <a:gd name="connsiteY10" fmla="*/ 986092 h 4758158"/>
              <a:gd name="connsiteX11" fmla="*/ 324110 w 3311075"/>
              <a:gd name="connsiteY11" fmla="*/ 3640994 h 4758158"/>
              <a:gd name="connsiteX12" fmla="*/ 1360 w 3311075"/>
              <a:gd name="connsiteY12" fmla="*/ 3371975 h 4758158"/>
              <a:gd name="connsiteX13" fmla="*/ 259590 w 3311075"/>
              <a:gd name="connsiteY13" fmla="*/ 3067879 h 4758158"/>
              <a:gd name="connsiteX14" fmla="*/ 2383251 w 3311075"/>
              <a:gd name="connsiteY14" fmla="*/ 944218 h 4758158"/>
              <a:gd name="connsiteX15" fmla="*/ 2216364 w 3311075"/>
              <a:gd name="connsiteY15" fmla="*/ 117593 h 4758158"/>
              <a:gd name="connsiteX16" fmla="*/ 2159716 w 3311075"/>
              <a:gd name="connsiteY16" fmla="*/ 0 h 4758158"/>
              <a:gd name="connsiteX17" fmla="*/ 504088 w 3311075"/>
              <a:gd name="connsiteY17" fmla="*/ 0 h 4758158"/>
              <a:gd name="connsiteX18" fmla="*/ 1527022 w 3311075"/>
              <a:gd name="connsiteY18" fmla="*/ 0 h 4758158"/>
              <a:gd name="connsiteX19" fmla="*/ 1584719 w 3311075"/>
              <a:gd name="connsiteY19" fmla="*/ 77157 h 4758158"/>
              <a:gd name="connsiteX20" fmla="*/ 1853617 w 3311075"/>
              <a:gd name="connsiteY20" fmla="*/ 957470 h 4758158"/>
              <a:gd name="connsiteX21" fmla="*/ 279125 w 3311075"/>
              <a:gd name="connsiteY21" fmla="*/ 2531962 h 4758158"/>
              <a:gd name="connsiteX22" fmla="*/ 2004 w 3311075"/>
              <a:gd name="connsiteY22" fmla="*/ 2245150 h 4758158"/>
              <a:gd name="connsiteX23" fmla="*/ 279640 w 3311075"/>
              <a:gd name="connsiteY23" fmla="*/ 1954696 h 4758158"/>
              <a:gd name="connsiteX24" fmla="*/ 1270240 w 3311075"/>
              <a:gd name="connsiteY24" fmla="*/ 964096 h 4758158"/>
              <a:gd name="connsiteX25" fmla="*/ 574214 w 3311075"/>
              <a:gd name="connsiteY25" fmla="*/ 18032 h 4758158"/>
              <a:gd name="connsiteX26" fmla="*/ 504088 w 3311075"/>
              <a:gd name="connsiteY26" fmla="*/ 0 h 4758158"/>
              <a:gd name="connsiteX0" fmla="*/ 3311075 w 3311075"/>
              <a:gd name="connsiteY0" fmla="*/ 1992970 h 4758158"/>
              <a:gd name="connsiteX1" fmla="*/ 3311075 w 3311075"/>
              <a:gd name="connsiteY1" fmla="*/ 3300726 h 4758158"/>
              <a:gd name="connsiteX2" fmla="*/ 3229659 w 3311075"/>
              <a:gd name="connsiteY2" fmla="*/ 3409602 h 4758158"/>
              <a:gd name="connsiteX3" fmla="*/ 363821 w 3311075"/>
              <a:gd name="connsiteY3" fmla="*/ 4757975 h 4758158"/>
              <a:gd name="connsiteX4" fmla="*/ 7110 w 3311075"/>
              <a:gd name="connsiteY4" fmla="*/ 4463637 h 4758158"/>
              <a:gd name="connsiteX5" fmla="*/ 355757 w 3311075"/>
              <a:gd name="connsiteY5" fmla="*/ 4167640 h 4758158"/>
              <a:gd name="connsiteX6" fmla="*/ 3310941 w 3311075"/>
              <a:gd name="connsiteY6" fmla="*/ 1993493 h 4758158"/>
              <a:gd name="connsiteX7" fmla="*/ 3311075 w 3311075"/>
              <a:gd name="connsiteY7" fmla="*/ 1992970 h 4758158"/>
              <a:gd name="connsiteX8" fmla="*/ 2159716 w 3311075"/>
              <a:gd name="connsiteY8" fmla="*/ 0 h 4758158"/>
              <a:gd name="connsiteX9" fmla="*/ 2766924 w 3311075"/>
              <a:gd name="connsiteY9" fmla="*/ 0 h 4758158"/>
              <a:gd name="connsiteX10" fmla="*/ 2959720 w 3311075"/>
              <a:gd name="connsiteY10" fmla="*/ 986092 h 4758158"/>
              <a:gd name="connsiteX11" fmla="*/ 324110 w 3311075"/>
              <a:gd name="connsiteY11" fmla="*/ 3640994 h 4758158"/>
              <a:gd name="connsiteX12" fmla="*/ 1360 w 3311075"/>
              <a:gd name="connsiteY12" fmla="*/ 3371975 h 4758158"/>
              <a:gd name="connsiteX13" fmla="*/ 259590 w 3311075"/>
              <a:gd name="connsiteY13" fmla="*/ 3067879 h 4758158"/>
              <a:gd name="connsiteX14" fmla="*/ 2383251 w 3311075"/>
              <a:gd name="connsiteY14" fmla="*/ 944218 h 4758158"/>
              <a:gd name="connsiteX15" fmla="*/ 2216364 w 3311075"/>
              <a:gd name="connsiteY15" fmla="*/ 117593 h 4758158"/>
              <a:gd name="connsiteX16" fmla="*/ 2159716 w 3311075"/>
              <a:gd name="connsiteY16" fmla="*/ 0 h 4758158"/>
              <a:gd name="connsiteX17" fmla="*/ 504088 w 3311075"/>
              <a:gd name="connsiteY17" fmla="*/ 0 h 4758158"/>
              <a:gd name="connsiteX18" fmla="*/ 1527022 w 3311075"/>
              <a:gd name="connsiteY18" fmla="*/ 0 h 4758158"/>
              <a:gd name="connsiteX19" fmla="*/ 1584719 w 3311075"/>
              <a:gd name="connsiteY19" fmla="*/ 77157 h 4758158"/>
              <a:gd name="connsiteX20" fmla="*/ 1853617 w 3311075"/>
              <a:gd name="connsiteY20" fmla="*/ 957470 h 4758158"/>
              <a:gd name="connsiteX21" fmla="*/ 279125 w 3311075"/>
              <a:gd name="connsiteY21" fmla="*/ 2531962 h 4758158"/>
              <a:gd name="connsiteX22" fmla="*/ 2004 w 3311075"/>
              <a:gd name="connsiteY22" fmla="*/ 2245150 h 4758158"/>
              <a:gd name="connsiteX23" fmla="*/ 279640 w 3311075"/>
              <a:gd name="connsiteY23" fmla="*/ 1954696 h 4758158"/>
              <a:gd name="connsiteX24" fmla="*/ 1270240 w 3311075"/>
              <a:gd name="connsiteY24" fmla="*/ 964096 h 4758158"/>
              <a:gd name="connsiteX25" fmla="*/ 574214 w 3311075"/>
              <a:gd name="connsiteY25" fmla="*/ 18032 h 4758158"/>
              <a:gd name="connsiteX26" fmla="*/ 504088 w 3311075"/>
              <a:gd name="connsiteY26" fmla="*/ 0 h 4758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311075" h="4758158">
                <a:moveTo>
                  <a:pt x="3311075" y="1992970"/>
                </a:moveTo>
                <a:lnTo>
                  <a:pt x="3311075" y="3300726"/>
                </a:lnTo>
                <a:lnTo>
                  <a:pt x="3229659" y="3409602"/>
                </a:lnTo>
                <a:cubicBezTo>
                  <a:pt x="2544637" y="4239657"/>
                  <a:pt x="1363988" y="4731428"/>
                  <a:pt x="363821" y="4757975"/>
                </a:cubicBezTo>
                <a:cubicBezTo>
                  <a:pt x="95045" y="4765109"/>
                  <a:pt x="8454" y="4562026"/>
                  <a:pt x="7110" y="4463637"/>
                </a:cubicBezTo>
                <a:cubicBezTo>
                  <a:pt x="5766" y="4365248"/>
                  <a:pt x="50240" y="4174774"/>
                  <a:pt x="355757" y="4167640"/>
                </a:cubicBezTo>
                <a:cubicBezTo>
                  <a:pt x="1696940" y="4136323"/>
                  <a:pt x="2919167" y="3253084"/>
                  <a:pt x="3310941" y="1993493"/>
                </a:cubicBezTo>
                <a:cubicBezTo>
                  <a:pt x="3310986" y="1993319"/>
                  <a:pt x="3311030" y="1993144"/>
                  <a:pt x="3311075" y="1992970"/>
                </a:cubicBezTo>
                <a:close/>
                <a:moveTo>
                  <a:pt x="2159716" y="0"/>
                </a:moveTo>
                <a:lnTo>
                  <a:pt x="2766924" y="0"/>
                </a:lnTo>
                <a:cubicBezTo>
                  <a:pt x="2857228" y="250410"/>
                  <a:pt x="2936911" y="467189"/>
                  <a:pt x="2959720" y="986092"/>
                </a:cubicBezTo>
                <a:cubicBezTo>
                  <a:pt x="2998288" y="1863516"/>
                  <a:pt x="2261502" y="3622639"/>
                  <a:pt x="324110" y="3640994"/>
                </a:cubicBezTo>
                <a:cubicBezTo>
                  <a:pt x="54011" y="3643553"/>
                  <a:pt x="12113" y="3467494"/>
                  <a:pt x="1360" y="3371975"/>
                </a:cubicBezTo>
                <a:cubicBezTo>
                  <a:pt x="-9393" y="3276456"/>
                  <a:pt x="40629" y="3083384"/>
                  <a:pt x="259590" y="3067879"/>
                </a:cubicBezTo>
                <a:cubicBezTo>
                  <a:pt x="1538368" y="2977327"/>
                  <a:pt x="2383251" y="2117084"/>
                  <a:pt x="2383251" y="944218"/>
                </a:cubicBezTo>
                <a:cubicBezTo>
                  <a:pt x="2383251" y="651002"/>
                  <a:pt x="2323827" y="371665"/>
                  <a:pt x="2216364" y="117593"/>
                </a:cubicBezTo>
                <a:lnTo>
                  <a:pt x="2159716" y="0"/>
                </a:lnTo>
                <a:close/>
                <a:moveTo>
                  <a:pt x="504088" y="0"/>
                </a:moveTo>
                <a:lnTo>
                  <a:pt x="1527022" y="0"/>
                </a:lnTo>
                <a:lnTo>
                  <a:pt x="1584719" y="77157"/>
                </a:lnTo>
                <a:cubicBezTo>
                  <a:pt x="1754487" y="328447"/>
                  <a:pt x="1853617" y="631382"/>
                  <a:pt x="1853617" y="957470"/>
                </a:cubicBezTo>
                <a:cubicBezTo>
                  <a:pt x="1853617" y="1827038"/>
                  <a:pt x="1082820" y="2575364"/>
                  <a:pt x="279125" y="2531962"/>
                </a:cubicBezTo>
                <a:cubicBezTo>
                  <a:pt x="56084" y="2519917"/>
                  <a:pt x="8643" y="2328321"/>
                  <a:pt x="2004" y="2245150"/>
                </a:cubicBezTo>
                <a:cubicBezTo>
                  <a:pt x="-8235" y="2116879"/>
                  <a:pt x="114292" y="1954696"/>
                  <a:pt x="279640" y="1954696"/>
                </a:cubicBezTo>
                <a:cubicBezTo>
                  <a:pt x="826733" y="1954696"/>
                  <a:pt x="1270240" y="1511189"/>
                  <a:pt x="1270240" y="964096"/>
                </a:cubicBezTo>
                <a:cubicBezTo>
                  <a:pt x="1270240" y="519583"/>
                  <a:pt x="977456" y="143453"/>
                  <a:pt x="574214" y="18032"/>
                </a:cubicBezTo>
                <a:lnTo>
                  <a:pt x="504088" y="0"/>
                </a:lnTo>
                <a:close/>
              </a:path>
            </a:pathLst>
          </a:custGeom>
        </p:spPr>
        <p:txBody>
          <a:bodyPr/>
          <a:lstStyle/>
          <a:p>
            <a:endParaRPr lang="fr-FR"/>
          </a:p>
        </p:txBody>
      </p:sp>
      <p:sp>
        <p:nvSpPr>
          <p:cNvPr id="2" name="Titre 1">
            <a:extLst>
              <a:ext uri="{FF2B5EF4-FFF2-40B4-BE49-F238E27FC236}">
                <a16:creationId xmlns:a16="http://schemas.microsoft.com/office/drawing/2014/main" id="{842A8B9C-93EB-F4D9-5D88-FD33DFCBF1EE}"/>
              </a:ext>
            </a:extLst>
          </p:cNvPr>
          <p:cNvSpPr>
            <a:spLocks noGrp="1"/>
          </p:cNvSpPr>
          <p:nvPr>
            <p:ph type="ctrTitle" idx="4294967295"/>
          </p:nvPr>
        </p:nvSpPr>
        <p:spPr>
          <a:xfrm>
            <a:off x="764210" y="549718"/>
            <a:ext cx="8574156" cy="1225353"/>
          </a:xfrm>
          <a:prstGeom prst="rect">
            <a:avLst/>
          </a:prstGeom>
        </p:spPr>
        <p:txBody>
          <a:bodyPr/>
          <a:lstStyle/>
          <a:p>
            <a:r>
              <a:rPr lang="fr-FR" dirty="0"/>
              <a:t>Suez EAU FRANCE</a:t>
            </a:r>
            <a:br>
              <a:rPr lang="fr-FR" dirty="0"/>
            </a:br>
            <a:r>
              <a:rPr lang="fr-FR" dirty="0"/>
              <a:t>programme évolution</a:t>
            </a:r>
          </a:p>
        </p:txBody>
      </p:sp>
      <p:sp>
        <p:nvSpPr>
          <p:cNvPr id="3" name="Sous-titre 2">
            <a:extLst>
              <a:ext uri="{FF2B5EF4-FFF2-40B4-BE49-F238E27FC236}">
                <a16:creationId xmlns:a16="http://schemas.microsoft.com/office/drawing/2014/main" id="{253523DA-B3DB-7CA1-CB4B-23587F1BB7F6}"/>
              </a:ext>
            </a:extLst>
          </p:cNvPr>
          <p:cNvSpPr>
            <a:spLocks noGrp="1"/>
          </p:cNvSpPr>
          <p:nvPr>
            <p:ph type="subTitle" idx="4294967295"/>
          </p:nvPr>
        </p:nvSpPr>
        <p:spPr>
          <a:xfrm>
            <a:off x="764209" y="2206509"/>
            <a:ext cx="6640107" cy="977519"/>
          </a:xfrm>
          <a:prstGeom prst="rect">
            <a:avLst/>
          </a:prstGeom>
        </p:spPr>
        <p:txBody>
          <a:bodyPr>
            <a:normAutofit lnSpcReduction="10000"/>
          </a:bodyPr>
          <a:lstStyle/>
          <a:p>
            <a:r>
              <a:rPr lang="fr-FR" sz="6000" dirty="0"/>
              <a:t>ANNEXES</a:t>
            </a:r>
          </a:p>
        </p:txBody>
      </p:sp>
      <p:sp>
        <p:nvSpPr>
          <p:cNvPr id="5" name="Espace réservé de la date 4">
            <a:extLst>
              <a:ext uri="{FF2B5EF4-FFF2-40B4-BE49-F238E27FC236}">
                <a16:creationId xmlns:a16="http://schemas.microsoft.com/office/drawing/2014/main" id="{87943297-A864-F25A-35D2-E26EA2EA5604}"/>
              </a:ext>
            </a:extLst>
          </p:cNvPr>
          <p:cNvSpPr>
            <a:spLocks noGrp="1"/>
          </p:cNvSpPr>
          <p:nvPr>
            <p:ph type="dt" sz="half" idx="4294967295"/>
          </p:nvPr>
        </p:nvSpPr>
        <p:spPr>
          <a:xfrm>
            <a:off x="764209" y="6031474"/>
            <a:ext cx="2743200" cy="365125"/>
          </a:xfrm>
          <a:prstGeom prst="rect">
            <a:avLst/>
          </a:prstGeom>
        </p:spPr>
        <p:txBody>
          <a:bodyPr/>
          <a:lstStyle/>
          <a:p>
            <a:endParaRPr lang="fr-FR"/>
          </a:p>
        </p:txBody>
      </p:sp>
      <p:pic>
        <p:nvPicPr>
          <p:cNvPr id="6" name="Image 5">
            <a:extLst>
              <a:ext uri="{FF2B5EF4-FFF2-40B4-BE49-F238E27FC236}">
                <a16:creationId xmlns:a16="http://schemas.microsoft.com/office/drawing/2014/main" id="{06B99603-5BCC-579B-6AA5-1082AD9C354B}"/>
              </a:ext>
            </a:extLst>
          </p:cNvPr>
          <p:cNvPicPr>
            <a:picLocks noChangeAspect="1"/>
          </p:cNvPicPr>
          <p:nvPr/>
        </p:nvPicPr>
        <p:blipFill>
          <a:blip r:embed="rId3"/>
          <a:stretch>
            <a:fillRect/>
          </a:stretch>
        </p:blipFill>
        <p:spPr>
          <a:xfrm>
            <a:off x="10652761" y="-1"/>
            <a:ext cx="1539240" cy="1472319"/>
          </a:xfrm>
          <a:prstGeom prst="rect">
            <a:avLst/>
          </a:prstGeom>
        </p:spPr>
      </p:pic>
    </p:spTree>
    <p:extLst>
      <p:ext uri="{BB962C8B-B14F-4D97-AF65-F5344CB8AC3E}">
        <p14:creationId xmlns:p14="http://schemas.microsoft.com/office/powerpoint/2010/main" val="757075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2FD8BB7-D1D6-C643-8BCD-3E7C728E3458}"/>
              </a:ext>
            </a:extLst>
          </p:cNvPr>
          <p:cNvSpPr txBox="1"/>
          <p:nvPr/>
        </p:nvSpPr>
        <p:spPr>
          <a:xfrm>
            <a:off x="3434875" y="306187"/>
            <a:ext cx="5322291" cy="553998"/>
          </a:xfrm>
          <a:prstGeom prst="rect">
            <a:avLst/>
          </a:prstGeom>
          <a:noFill/>
        </p:spPr>
        <p:txBody>
          <a:bodyPr wrap="none" rtlCol="0">
            <a:spAutoFit/>
          </a:bodyPr>
          <a:lstStyle/>
          <a:p>
            <a:pPr algn="ctr"/>
            <a:r>
              <a:rPr lang="fr-FR" sz="3000" b="1">
                <a:solidFill>
                  <a:schemeClr val="tx2"/>
                </a:solidFill>
                <a:latin typeface="Poppins" pitchFamily="2" charset="77"/>
                <a:cs typeface="Poppins" pitchFamily="2" charset="77"/>
              </a:rPr>
              <a:t>Niveau d’automatisation</a:t>
            </a:r>
            <a:endParaRPr lang="fr-FR" sz="3000" b="1" dirty="0">
              <a:solidFill>
                <a:schemeClr val="tx2"/>
              </a:solidFill>
              <a:latin typeface="Poppins" pitchFamily="2" charset="77"/>
              <a:cs typeface="Poppins" pitchFamily="2" charset="77"/>
            </a:endParaRPr>
          </a:p>
        </p:txBody>
      </p:sp>
      <p:sp>
        <p:nvSpPr>
          <p:cNvPr id="11" name="TextBox 10">
            <a:extLst>
              <a:ext uri="{FF2B5EF4-FFF2-40B4-BE49-F238E27FC236}">
                <a16:creationId xmlns:a16="http://schemas.microsoft.com/office/drawing/2014/main" id="{496B28DC-DD03-6D41-BDE1-218E34E5BDC5}"/>
              </a:ext>
            </a:extLst>
          </p:cNvPr>
          <p:cNvSpPr txBox="1"/>
          <p:nvPr/>
        </p:nvSpPr>
        <p:spPr>
          <a:xfrm>
            <a:off x="5083066" y="787594"/>
            <a:ext cx="2025876" cy="276999"/>
          </a:xfrm>
          <a:prstGeom prst="rect">
            <a:avLst/>
          </a:prstGeom>
          <a:noFill/>
        </p:spPr>
        <p:txBody>
          <a:bodyPr wrap="none" rtlCol="0">
            <a:spAutoFit/>
          </a:bodyPr>
          <a:lstStyle/>
          <a:p>
            <a:pPr algn="ctr"/>
            <a:r>
              <a:rPr lang="fr-FR" sz="1200" spc="151">
                <a:solidFill>
                  <a:schemeClr val="bg1">
                    <a:lumMod val="65000"/>
                  </a:schemeClr>
                </a:solidFill>
                <a:latin typeface="Poppins Light" pitchFamily="2" charset="77"/>
                <a:cs typeface="Poppins Light" pitchFamily="2" charset="77"/>
              </a:rPr>
              <a:t>Etape 1 – Sortie SAS</a:t>
            </a:r>
            <a:endParaRPr lang="fr-FR" sz="1200" spc="151" dirty="0">
              <a:solidFill>
                <a:schemeClr val="bg1">
                  <a:lumMod val="65000"/>
                </a:schemeClr>
              </a:solidFill>
              <a:latin typeface="Poppins Light" pitchFamily="2" charset="77"/>
              <a:cs typeface="Poppins Light" pitchFamily="2" charset="77"/>
            </a:endParaRPr>
          </a:p>
        </p:txBody>
      </p:sp>
      <p:sp>
        <p:nvSpPr>
          <p:cNvPr id="4" name="Freeform 16">
            <a:extLst>
              <a:ext uri="{FF2B5EF4-FFF2-40B4-BE49-F238E27FC236}">
                <a16:creationId xmlns:a16="http://schemas.microsoft.com/office/drawing/2014/main" id="{3F435AF5-E1BA-1B74-4883-71372CA32FB6}"/>
              </a:ext>
            </a:extLst>
          </p:cNvPr>
          <p:cNvSpPr>
            <a:spLocks noChangeArrowheads="1"/>
          </p:cNvSpPr>
          <p:nvPr/>
        </p:nvSpPr>
        <p:spPr bwMode="auto">
          <a:xfrm>
            <a:off x="2398194" y="1614940"/>
            <a:ext cx="6358972" cy="273327"/>
          </a:xfrm>
          <a:prstGeom prst="roundRect">
            <a:avLst>
              <a:gd name="adj" fmla="val 50000"/>
            </a:avLst>
          </a:prstGeom>
          <a:solidFill>
            <a:schemeClr val="bg1">
              <a:lumMod val="95000"/>
            </a:schemeClr>
          </a:solidFill>
          <a:ln>
            <a:noFill/>
          </a:ln>
          <a:effectLst/>
        </p:spPr>
        <p:txBody>
          <a:bodyPr wrap="none" anchor="ctr"/>
          <a:lstStyle/>
          <a:p>
            <a:endParaRPr lang="en-US" sz="3265"/>
          </a:p>
        </p:txBody>
      </p:sp>
      <p:sp>
        <p:nvSpPr>
          <p:cNvPr id="5" name="Freeform 17">
            <a:extLst>
              <a:ext uri="{FF2B5EF4-FFF2-40B4-BE49-F238E27FC236}">
                <a16:creationId xmlns:a16="http://schemas.microsoft.com/office/drawing/2014/main" id="{F80381D9-BBA8-E446-DCFA-597DF065654C}"/>
              </a:ext>
            </a:extLst>
          </p:cNvPr>
          <p:cNvSpPr>
            <a:spLocks noChangeArrowheads="1"/>
          </p:cNvSpPr>
          <p:nvPr/>
        </p:nvSpPr>
        <p:spPr bwMode="auto">
          <a:xfrm>
            <a:off x="2419898" y="1622500"/>
            <a:ext cx="4885885" cy="297380"/>
          </a:xfrm>
          <a:prstGeom prst="roundRect">
            <a:avLst>
              <a:gd name="adj" fmla="val 50000"/>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a:effectLst/>
        </p:spPr>
        <p:txBody>
          <a:bodyPr wrap="none" anchor="ctr"/>
          <a:lstStyle/>
          <a:p>
            <a:pPr algn="r"/>
            <a:r>
              <a:rPr lang="fr-FR" sz="2400">
                <a:solidFill>
                  <a:schemeClr val="accent6">
                    <a:lumMod val="75000"/>
                  </a:schemeClr>
                </a:solidFill>
              </a:rPr>
              <a:t>80 %</a:t>
            </a:r>
            <a:endParaRPr lang="fr-FR" sz="2400" dirty="0">
              <a:solidFill>
                <a:schemeClr val="accent6">
                  <a:lumMod val="75000"/>
                </a:schemeClr>
              </a:solidFill>
            </a:endParaRPr>
          </a:p>
        </p:txBody>
      </p:sp>
      <p:sp>
        <p:nvSpPr>
          <p:cNvPr id="6" name="TextBox 18">
            <a:extLst>
              <a:ext uri="{FF2B5EF4-FFF2-40B4-BE49-F238E27FC236}">
                <a16:creationId xmlns:a16="http://schemas.microsoft.com/office/drawing/2014/main" id="{A2392E39-0116-FE61-85A9-3E95B4B4BAF1}"/>
              </a:ext>
            </a:extLst>
          </p:cNvPr>
          <p:cNvSpPr txBox="1"/>
          <p:nvPr/>
        </p:nvSpPr>
        <p:spPr>
          <a:xfrm>
            <a:off x="1648131" y="1533951"/>
            <a:ext cx="500458" cy="461665"/>
          </a:xfrm>
          <a:prstGeom prst="rect">
            <a:avLst/>
          </a:prstGeom>
          <a:noFill/>
        </p:spPr>
        <p:txBody>
          <a:bodyPr wrap="none" rtlCol="0" anchor="ctr">
            <a:spAutoFit/>
          </a:bodyPr>
          <a:lstStyle/>
          <a:p>
            <a:pPr algn="r"/>
            <a:r>
              <a:rPr lang="fr-FR" sz="2400" b="1">
                <a:solidFill>
                  <a:schemeClr val="tx2"/>
                </a:solidFill>
                <a:latin typeface="Poppins" pitchFamily="2" charset="77"/>
                <a:cs typeface="Poppins" pitchFamily="2" charset="77"/>
              </a:rPr>
              <a:t>01</a:t>
            </a:r>
            <a:endParaRPr lang="fr-FR" sz="2400" b="1" dirty="0">
              <a:solidFill>
                <a:schemeClr val="tx2"/>
              </a:solidFill>
              <a:latin typeface="Poppins" pitchFamily="2" charset="77"/>
              <a:cs typeface="Poppins" pitchFamily="2" charset="77"/>
            </a:endParaRPr>
          </a:p>
        </p:txBody>
      </p:sp>
      <p:sp>
        <p:nvSpPr>
          <p:cNvPr id="7" name="TextBox 22">
            <a:extLst>
              <a:ext uri="{FF2B5EF4-FFF2-40B4-BE49-F238E27FC236}">
                <a16:creationId xmlns:a16="http://schemas.microsoft.com/office/drawing/2014/main" id="{40F631CF-7493-DBA8-5386-22099230A34A}"/>
              </a:ext>
            </a:extLst>
          </p:cNvPr>
          <p:cNvSpPr txBox="1"/>
          <p:nvPr/>
        </p:nvSpPr>
        <p:spPr>
          <a:xfrm>
            <a:off x="2398195" y="1218480"/>
            <a:ext cx="1249060" cy="338554"/>
          </a:xfrm>
          <a:prstGeom prst="rect">
            <a:avLst/>
          </a:prstGeom>
          <a:noFill/>
        </p:spPr>
        <p:txBody>
          <a:bodyPr wrap="none" rtlCol="0" anchor="b" anchorCtr="0">
            <a:spAutoFit/>
          </a:bodyPr>
          <a:lstStyle/>
          <a:p>
            <a:r>
              <a:rPr lang="fr-FR" sz="1600" b="1">
                <a:latin typeface="Poppins" pitchFamily="2" charset="77"/>
                <a:ea typeface="League Spartan" charset="0"/>
                <a:cs typeface="Poppins" pitchFamily="2" charset="77"/>
              </a:rPr>
              <a:t>Sortie SAS</a:t>
            </a:r>
            <a:endParaRPr lang="fr-FR" sz="1600" b="1" dirty="0">
              <a:latin typeface="Poppins" pitchFamily="2" charset="77"/>
              <a:ea typeface="League Spartan" charset="0"/>
              <a:cs typeface="Poppins" pitchFamily="2" charset="77"/>
            </a:endParaRPr>
          </a:p>
        </p:txBody>
      </p:sp>
      <p:sp>
        <p:nvSpPr>
          <p:cNvPr id="8" name="TextBox 29">
            <a:extLst>
              <a:ext uri="{FF2B5EF4-FFF2-40B4-BE49-F238E27FC236}">
                <a16:creationId xmlns:a16="http://schemas.microsoft.com/office/drawing/2014/main" id="{2B2EBE91-C230-A7FB-2645-1C9BB352899A}"/>
              </a:ext>
            </a:extLst>
          </p:cNvPr>
          <p:cNvSpPr txBox="1"/>
          <p:nvPr/>
        </p:nvSpPr>
        <p:spPr>
          <a:xfrm>
            <a:off x="8051523" y="1229246"/>
            <a:ext cx="705642" cy="338554"/>
          </a:xfrm>
          <a:prstGeom prst="rect">
            <a:avLst/>
          </a:prstGeom>
          <a:noFill/>
        </p:spPr>
        <p:txBody>
          <a:bodyPr wrap="none" rtlCol="0" anchor="b" anchorCtr="0">
            <a:spAutoFit/>
          </a:bodyPr>
          <a:lstStyle/>
          <a:p>
            <a:pPr algn="r"/>
            <a:r>
              <a:rPr lang="fr-FR" sz="1600" b="1">
                <a:latin typeface="Poppins" pitchFamily="2" charset="77"/>
                <a:ea typeface="League Spartan" charset="0"/>
                <a:cs typeface="Poppins" pitchFamily="2" charset="77"/>
              </a:rPr>
              <a:t>100%</a:t>
            </a:r>
            <a:endParaRPr lang="fr-FR" sz="1600" b="1" dirty="0">
              <a:latin typeface="Poppins" pitchFamily="2" charset="77"/>
              <a:ea typeface="League Spartan" charset="0"/>
              <a:cs typeface="Poppins" pitchFamily="2" charset="77"/>
            </a:endParaRPr>
          </a:p>
        </p:txBody>
      </p:sp>
      <p:sp>
        <p:nvSpPr>
          <p:cNvPr id="9" name="Freeform 17">
            <a:extLst>
              <a:ext uri="{FF2B5EF4-FFF2-40B4-BE49-F238E27FC236}">
                <a16:creationId xmlns:a16="http://schemas.microsoft.com/office/drawing/2014/main" id="{67C3D9BC-C9AF-E7B3-9433-AE55136C2A81}"/>
              </a:ext>
            </a:extLst>
          </p:cNvPr>
          <p:cNvSpPr>
            <a:spLocks noChangeArrowheads="1"/>
          </p:cNvSpPr>
          <p:nvPr/>
        </p:nvSpPr>
        <p:spPr bwMode="auto">
          <a:xfrm>
            <a:off x="7305783" y="1622500"/>
            <a:ext cx="846491" cy="325258"/>
          </a:xfrm>
          <a:prstGeom prst="roundRect">
            <a:avLst>
              <a:gd name="adj" fmla="val 50000"/>
            </a:avLst>
          </a:prstGeom>
          <a:solidFill>
            <a:schemeClr val="accent1"/>
          </a:solidFill>
          <a:ln>
            <a:noFill/>
          </a:ln>
          <a:effectLst/>
        </p:spPr>
        <p:txBody>
          <a:bodyPr wrap="none" anchor="ctr"/>
          <a:lstStyle/>
          <a:p>
            <a:pPr algn="ctr"/>
            <a:r>
              <a:rPr lang="fr-FR" sz="2400">
                <a:solidFill>
                  <a:schemeClr val="bg1"/>
                </a:solidFill>
              </a:rPr>
              <a:t>+10%</a:t>
            </a:r>
            <a:endParaRPr lang="fr-FR" sz="2400" dirty="0">
              <a:solidFill>
                <a:schemeClr val="bg1"/>
              </a:solidFill>
            </a:endParaRPr>
          </a:p>
        </p:txBody>
      </p:sp>
      <p:sp>
        <p:nvSpPr>
          <p:cNvPr id="2" name="Rectangle 1">
            <a:extLst>
              <a:ext uri="{FF2B5EF4-FFF2-40B4-BE49-F238E27FC236}">
                <a16:creationId xmlns:a16="http://schemas.microsoft.com/office/drawing/2014/main" id="{C1AF74E1-5112-F229-D13A-53CB897360C1}"/>
              </a:ext>
            </a:extLst>
          </p:cNvPr>
          <p:cNvSpPr/>
          <p:nvPr/>
        </p:nvSpPr>
        <p:spPr>
          <a:xfrm>
            <a:off x="4320000" y="2520000"/>
            <a:ext cx="7740000" cy="3960000"/>
          </a:xfrm>
          <a:prstGeom prst="rect">
            <a:avLst/>
          </a:prstGeom>
          <a:ln w="34925">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744788" lvl="2" indent="-317500">
              <a:lnSpc>
                <a:spcPts val="1750"/>
              </a:lnSpc>
              <a:buFont typeface="Arial" panose="020B0604020202020204" pitchFamily="34" charset="0"/>
              <a:buChar char="•"/>
            </a:pP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Fluidité du processus</a:t>
            </a:r>
          </a:p>
          <a:p>
            <a:pPr marL="4116388" lvl="5" indent="-317500">
              <a:lnSpc>
                <a:spcPts val="1750"/>
              </a:lnSpc>
              <a:buFont typeface="Arial" panose="020B0604020202020204" pitchFamily="34" charset="0"/>
              <a:buChar char="•"/>
            </a:pPr>
            <a:endParaRPr lang="fr-FR" dirty="0">
              <a:solidFill>
                <a:schemeClr val="tx1"/>
              </a:solidFill>
              <a:latin typeface="Poppins" panose="00000500000000000000" pitchFamily="2" charset="0"/>
              <a:ea typeface="Lato Light" panose="020F0502020204030203" pitchFamily="34" charset="0"/>
              <a:cs typeface="Poppins" panose="00000500000000000000" pitchFamily="2" charset="0"/>
            </a:endParaRPr>
          </a:p>
          <a:p>
            <a:pPr marL="2744788" lvl="2" indent="-317500">
              <a:lnSpc>
                <a:spcPts val="1750"/>
              </a:lnSpc>
              <a:buFont typeface="Arial" panose="020B0604020202020204" pitchFamily="34" charset="0"/>
              <a:buChar char="•"/>
            </a:pPr>
            <a:r>
              <a:rPr lang="fr-FR" dirty="0" err="1">
                <a:solidFill>
                  <a:schemeClr val="tx1"/>
                </a:solidFill>
                <a:latin typeface="Poppins" panose="00000500000000000000" pitchFamily="2" charset="0"/>
                <a:ea typeface="Lato Light" panose="020F0502020204030203" pitchFamily="34" charset="0"/>
                <a:cs typeface="Poppins" panose="00000500000000000000" pitchFamily="2" charset="0"/>
              </a:rPr>
              <a:t>Diminitution</a:t>
            </a: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 des couts de traitement</a:t>
            </a:r>
          </a:p>
          <a:p>
            <a:pPr marL="2744788" lvl="2" indent="-317500">
              <a:lnSpc>
                <a:spcPts val="1750"/>
              </a:lnSpc>
              <a:buFont typeface="Arial" panose="020B0604020202020204" pitchFamily="34" charset="0"/>
              <a:buChar char="•"/>
            </a:pPr>
            <a:endParaRPr lang="fr-FR" dirty="0">
              <a:solidFill>
                <a:schemeClr val="tx1"/>
              </a:solidFill>
              <a:latin typeface="Poppins" panose="00000500000000000000" pitchFamily="2" charset="0"/>
              <a:ea typeface="Lato Light" panose="020F0502020204030203" pitchFamily="34" charset="0"/>
              <a:cs typeface="Poppins" panose="00000500000000000000" pitchFamily="2" charset="0"/>
            </a:endParaRPr>
          </a:p>
          <a:p>
            <a:pPr marL="2744788" lvl="2" indent="-317500">
              <a:lnSpc>
                <a:spcPts val="1750"/>
              </a:lnSpc>
              <a:buFont typeface="Arial" panose="020B0604020202020204" pitchFamily="34" charset="0"/>
              <a:buChar char="•"/>
            </a:pP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Cout SI: 50 </a:t>
            </a:r>
            <a:r>
              <a:rPr lang="fr-FR" dirty="0" err="1">
                <a:solidFill>
                  <a:schemeClr val="tx1"/>
                </a:solidFill>
                <a:latin typeface="Poppins" panose="00000500000000000000" pitchFamily="2" charset="0"/>
                <a:ea typeface="Lato Light" panose="020F0502020204030203" pitchFamily="34" charset="0"/>
                <a:cs typeface="Poppins" panose="00000500000000000000" pitchFamily="2" charset="0"/>
              </a:rPr>
              <a:t>Keuro</a:t>
            </a: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  </a:t>
            </a:r>
          </a:p>
          <a:p>
            <a:pPr marL="2427288" lvl="2">
              <a:lnSpc>
                <a:spcPts val="1750"/>
              </a:lnSpc>
            </a:pPr>
            <a:endParaRPr lang="fr-FR" dirty="0">
              <a:solidFill>
                <a:schemeClr val="tx1"/>
              </a:solidFill>
              <a:latin typeface="Poppins" panose="00000500000000000000" pitchFamily="2" charset="0"/>
              <a:ea typeface="Lato Light" panose="020F0502020204030203" pitchFamily="34" charset="0"/>
              <a:cs typeface="Poppins" panose="00000500000000000000" pitchFamily="2" charset="0"/>
            </a:endParaRPr>
          </a:p>
          <a:p>
            <a:pPr marL="1970088" lvl="1">
              <a:lnSpc>
                <a:spcPts val="1750"/>
              </a:lnSpc>
            </a:pPr>
            <a:endParaRPr lang="fr-FR" dirty="0">
              <a:solidFill>
                <a:schemeClr val="tx1"/>
              </a:solidFill>
              <a:latin typeface="Lato Light" panose="020F0502020204030203" pitchFamily="34" charset="0"/>
              <a:ea typeface="Lato Light" panose="020F0502020204030203" pitchFamily="34" charset="0"/>
            </a:endParaRPr>
          </a:p>
        </p:txBody>
      </p:sp>
      <p:sp>
        <p:nvSpPr>
          <p:cNvPr id="3" name="Signalisation droite 1">
            <a:extLst>
              <a:ext uri="{FF2B5EF4-FFF2-40B4-BE49-F238E27FC236}">
                <a16:creationId xmlns:a16="http://schemas.microsoft.com/office/drawing/2014/main" id="{0FED8620-48DB-45E8-4A90-AF0010ED7740}"/>
              </a:ext>
            </a:extLst>
          </p:cNvPr>
          <p:cNvSpPr/>
          <p:nvPr/>
        </p:nvSpPr>
        <p:spPr>
          <a:xfrm>
            <a:off x="180000" y="2520000"/>
            <a:ext cx="6120000" cy="3960000"/>
          </a:xfrm>
          <a:prstGeom prst="homePlate">
            <a:avLst/>
          </a:prstGeom>
          <a:solidFill>
            <a:schemeClr val="bg1">
              <a:lumMod val="85000"/>
            </a:schemeClr>
          </a:solidFill>
          <a:ln w="34925">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dk1"/>
          </a:lnRef>
          <a:fillRef idx="2">
            <a:schemeClr val="dk1"/>
          </a:fillRef>
          <a:effectRef idx="1">
            <a:schemeClr val="dk1"/>
          </a:effectRef>
          <a:fontRef idx="minor">
            <a:schemeClr val="dk1"/>
          </a:fontRef>
        </p:style>
        <p:txBody>
          <a:bodyPr rtlCol="0" anchor="ctr"/>
          <a:lstStyle/>
          <a:p>
            <a:pPr algn="l">
              <a:lnSpc>
                <a:spcPts val="1750"/>
              </a:lnSpc>
            </a:pPr>
            <a:endParaRPr lang="fr-FR" dirty="0">
              <a:solidFill>
                <a:schemeClr val="tx1"/>
              </a:solidFill>
              <a:latin typeface="Poppins" panose="00000500000000000000" pitchFamily="2" charset="0"/>
              <a:ea typeface="Lato Light" panose="020F0502020204030203" pitchFamily="34" charset="0"/>
              <a:cs typeface="Poppins" panose="00000500000000000000" pitchFamily="2" charset="0"/>
            </a:endParaRPr>
          </a:p>
          <a:p>
            <a:pPr marL="342900" indent="-342900" algn="l">
              <a:lnSpc>
                <a:spcPts val="1750"/>
              </a:lnSpc>
              <a:buFont typeface="Arial" panose="020B0604020202020204" pitchFamily="34" charset="0"/>
              <a:buChar char="•"/>
            </a:pP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Des règles métiers à revoir au travers d’ateliers</a:t>
            </a:r>
          </a:p>
          <a:p>
            <a:pPr algn="l">
              <a:lnSpc>
                <a:spcPts val="1750"/>
              </a:lnSpc>
            </a:pPr>
            <a:endParaRPr lang="fr-FR" dirty="0">
              <a:solidFill>
                <a:schemeClr val="tx1"/>
              </a:solidFill>
              <a:latin typeface="Poppins" panose="00000500000000000000" pitchFamily="2" charset="0"/>
              <a:ea typeface="Lato Light" panose="020F0502020204030203" pitchFamily="34" charset="0"/>
              <a:cs typeface="Poppins" panose="00000500000000000000" pitchFamily="2" charset="0"/>
            </a:endParaRPr>
          </a:p>
          <a:p>
            <a:pPr marL="342900" indent="-342900" algn="l">
              <a:lnSpc>
                <a:spcPts val="1750"/>
              </a:lnSpc>
              <a:buFont typeface="Arial" panose="020B0604020202020204" pitchFamily="34" charset="0"/>
              <a:buChar char="•"/>
            </a:pP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Un mécanisme qui doit rester simple et compréhensible </a:t>
            </a:r>
          </a:p>
          <a:p>
            <a:pPr marL="342900" indent="-342900" algn="l">
              <a:lnSpc>
                <a:spcPts val="1750"/>
              </a:lnSpc>
              <a:buFont typeface="Arial" panose="020B0604020202020204" pitchFamily="34" charset="0"/>
              <a:buChar char="•"/>
            </a:pPr>
            <a:endParaRPr lang="fr-FR" dirty="0">
              <a:solidFill>
                <a:schemeClr val="tx1"/>
              </a:solidFill>
              <a:latin typeface="Poppins" panose="00000500000000000000" pitchFamily="2" charset="0"/>
              <a:ea typeface="Lato Light" panose="020F0502020204030203" pitchFamily="34" charset="0"/>
              <a:cs typeface="Poppins" panose="00000500000000000000" pitchFamily="2" charset="0"/>
            </a:endParaRPr>
          </a:p>
          <a:p>
            <a:pPr marL="342900" indent="-342900" algn="l">
              <a:lnSpc>
                <a:spcPts val="1750"/>
              </a:lnSpc>
              <a:buFont typeface="Arial" panose="020B0604020202020204" pitchFamily="34" charset="0"/>
              <a:buChar char="•"/>
            </a:pP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Le résultat final dépendant de la qualité des entrants</a:t>
            </a:r>
          </a:p>
          <a:p>
            <a:pPr marL="342900" indent="-342900" algn="l">
              <a:lnSpc>
                <a:spcPts val="1750"/>
              </a:lnSpc>
              <a:buFont typeface="Arial" panose="020B0604020202020204" pitchFamily="34" charset="0"/>
              <a:buChar char="•"/>
            </a:pPr>
            <a:endParaRPr lang="fr-FR" dirty="0">
              <a:solidFill>
                <a:schemeClr val="tx1"/>
              </a:solidFill>
              <a:latin typeface="Poppins" panose="00000500000000000000" pitchFamily="2" charset="0"/>
              <a:ea typeface="Lato Light" panose="020F0502020204030203" pitchFamily="34" charset="0"/>
              <a:cs typeface="Poppins" panose="00000500000000000000" pitchFamily="2" charset="0"/>
            </a:endParaRPr>
          </a:p>
          <a:p>
            <a:pPr marL="342900" indent="-342900" algn="l">
              <a:lnSpc>
                <a:spcPts val="1750"/>
              </a:lnSpc>
              <a:buFont typeface="Arial" panose="020B0604020202020204" pitchFamily="34" charset="0"/>
              <a:buChar char="•"/>
            </a:pP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Mise en place d’un algorithme </a:t>
            </a:r>
          </a:p>
          <a:p>
            <a:pPr marL="342900" indent="-342900" algn="l">
              <a:lnSpc>
                <a:spcPts val="1750"/>
              </a:lnSpc>
              <a:buFont typeface="Arial" panose="020B0604020202020204" pitchFamily="34" charset="0"/>
              <a:buChar char="•"/>
            </a:pPr>
            <a:endParaRPr lang="fr-FR" sz="1800" dirty="0">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p:txBody>
      </p:sp>
      <p:pic>
        <p:nvPicPr>
          <p:cNvPr id="13" name="Image 12">
            <a:extLst>
              <a:ext uri="{FF2B5EF4-FFF2-40B4-BE49-F238E27FC236}">
                <a16:creationId xmlns:a16="http://schemas.microsoft.com/office/drawing/2014/main" id="{C46D176F-B280-CC22-AEF5-55E9F675DA31}"/>
              </a:ext>
            </a:extLst>
          </p:cNvPr>
          <p:cNvPicPr>
            <a:picLocks noChangeAspect="1"/>
          </p:cNvPicPr>
          <p:nvPr/>
        </p:nvPicPr>
        <p:blipFill>
          <a:blip r:embed="rId3"/>
          <a:stretch>
            <a:fillRect/>
          </a:stretch>
        </p:blipFill>
        <p:spPr>
          <a:xfrm>
            <a:off x="11262361" y="0"/>
            <a:ext cx="929640" cy="889222"/>
          </a:xfrm>
          <a:prstGeom prst="rect">
            <a:avLst/>
          </a:prstGeom>
        </p:spPr>
      </p:pic>
      <p:pic>
        <p:nvPicPr>
          <p:cNvPr id="14" name="Image 13">
            <a:extLst>
              <a:ext uri="{FF2B5EF4-FFF2-40B4-BE49-F238E27FC236}">
                <a16:creationId xmlns:a16="http://schemas.microsoft.com/office/drawing/2014/main" id="{9077EFA5-D285-D1F4-1BB5-CD2B9B0447CA}"/>
              </a:ext>
            </a:extLst>
          </p:cNvPr>
          <p:cNvPicPr>
            <a:picLocks noChangeAspect="1"/>
          </p:cNvPicPr>
          <p:nvPr/>
        </p:nvPicPr>
        <p:blipFill>
          <a:blip r:embed="rId3"/>
          <a:stretch>
            <a:fillRect/>
          </a:stretch>
        </p:blipFill>
        <p:spPr>
          <a:xfrm>
            <a:off x="11414761" y="152400"/>
            <a:ext cx="929640" cy="889222"/>
          </a:xfrm>
          <a:prstGeom prst="rect">
            <a:avLst/>
          </a:prstGeom>
        </p:spPr>
      </p:pic>
    </p:spTree>
    <p:extLst>
      <p:ext uri="{BB962C8B-B14F-4D97-AF65-F5344CB8AC3E}">
        <p14:creationId xmlns:p14="http://schemas.microsoft.com/office/powerpoint/2010/main" val="3903692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6"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down)">
                                      <p:cBhvr>
                                        <p:cTn id="13" dur="580">
                                          <p:stCondLst>
                                            <p:cond delay="0"/>
                                          </p:stCondLst>
                                        </p:cTn>
                                        <p:tgtEl>
                                          <p:spTgt spid="2"/>
                                        </p:tgtEl>
                                      </p:cBhvr>
                                    </p:animEffect>
                                    <p:anim calcmode="lin" valueType="num">
                                      <p:cBhvr>
                                        <p:cTn id="14"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9" dur="26">
                                          <p:stCondLst>
                                            <p:cond delay="650"/>
                                          </p:stCondLst>
                                        </p:cTn>
                                        <p:tgtEl>
                                          <p:spTgt spid="2"/>
                                        </p:tgtEl>
                                      </p:cBhvr>
                                      <p:to x="100000" y="60000"/>
                                    </p:animScale>
                                    <p:animScale>
                                      <p:cBhvr>
                                        <p:cTn id="20" dur="166" decel="50000">
                                          <p:stCondLst>
                                            <p:cond delay="676"/>
                                          </p:stCondLst>
                                        </p:cTn>
                                        <p:tgtEl>
                                          <p:spTgt spid="2"/>
                                        </p:tgtEl>
                                      </p:cBhvr>
                                      <p:to x="100000" y="100000"/>
                                    </p:animScale>
                                    <p:animScale>
                                      <p:cBhvr>
                                        <p:cTn id="21" dur="26">
                                          <p:stCondLst>
                                            <p:cond delay="1312"/>
                                          </p:stCondLst>
                                        </p:cTn>
                                        <p:tgtEl>
                                          <p:spTgt spid="2"/>
                                        </p:tgtEl>
                                      </p:cBhvr>
                                      <p:to x="100000" y="80000"/>
                                    </p:animScale>
                                    <p:animScale>
                                      <p:cBhvr>
                                        <p:cTn id="22" dur="166" decel="50000">
                                          <p:stCondLst>
                                            <p:cond delay="1338"/>
                                          </p:stCondLst>
                                        </p:cTn>
                                        <p:tgtEl>
                                          <p:spTgt spid="2"/>
                                        </p:tgtEl>
                                      </p:cBhvr>
                                      <p:to x="100000" y="100000"/>
                                    </p:animScale>
                                    <p:animScale>
                                      <p:cBhvr>
                                        <p:cTn id="23" dur="26">
                                          <p:stCondLst>
                                            <p:cond delay="1642"/>
                                          </p:stCondLst>
                                        </p:cTn>
                                        <p:tgtEl>
                                          <p:spTgt spid="2"/>
                                        </p:tgtEl>
                                      </p:cBhvr>
                                      <p:to x="100000" y="90000"/>
                                    </p:animScale>
                                    <p:animScale>
                                      <p:cBhvr>
                                        <p:cTn id="24" dur="166" decel="50000">
                                          <p:stCondLst>
                                            <p:cond delay="1668"/>
                                          </p:stCondLst>
                                        </p:cTn>
                                        <p:tgtEl>
                                          <p:spTgt spid="2"/>
                                        </p:tgtEl>
                                      </p:cBhvr>
                                      <p:to x="100000" y="100000"/>
                                    </p:animScale>
                                    <p:animScale>
                                      <p:cBhvr>
                                        <p:cTn id="25" dur="26">
                                          <p:stCondLst>
                                            <p:cond delay="1808"/>
                                          </p:stCondLst>
                                        </p:cTn>
                                        <p:tgtEl>
                                          <p:spTgt spid="2"/>
                                        </p:tgtEl>
                                      </p:cBhvr>
                                      <p:to x="100000" y="95000"/>
                                    </p:animScale>
                                    <p:animScale>
                                      <p:cBhvr>
                                        <p:cTn id="26" dur="166" decel="50000">
                                          <p:stCondLst>
                                            <p:cond delay="1834"/>
                                          </p:stCondLst>
                                        </p:cTn>
                                        <p:tgtEl>
                                          <p:spTgt spid="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2FD8BB7-D1D6-C643-8BCD-3E7C728E3458}"/>
              </a:ext>
            </a:extLst>
          </p:cNvPr>
          <p:cNvSpPr txBox="1"/>
          <p:nvPr/>
        </p:nvSpPr>
        <p:spPr>
          <a:xfrm>
            <a:off x="3434875" y="306187"/>
            <a:ext cx="5322291" cy="553998"/>
          </a:xfrm>
          <a:prstGeom prst="rect">
            <a:avLst/>
          </a:prstGeom>
          <a:noFill/>
        </p:spPr>
        <p:txBody>
          <a:bodyPr wrap="none" rtlCol="0">
            <a:spAutoFit/>
          </a:bodyPr>
          <a:lstStyle/>
          <a:p>
            <a:pPr algn="ctr"/>
            <a:r>
              <a:rPr lang="fr-FR" sz="3000" b="1">
                <a:solidFill>
                  <a:schemeClr val="tx2"/>
                </a:solidFill>
                <a:latin typeface="Poppins" pitchFamily="2" charset="77"/>
                <a:cs typeface="Poppins" pitchFamily="2" charset="77"/>
              </a:rPr>
              <a:t>Niveau d’automatisation</a:t>
            </a:r>
            <a:endParaRPr lang="fr-FR" sz="3000" b="1" dirty="0">
              <a:solidFill>
                <a:schemeClr val="tx2"/>
              </a:solidFill>
              <a:latin typeface="Poppins" pitchFamily="2" charset="77"/>
              <a:cs typeface="Poppins" pitchFamily="2" charset="77"/>
            </a:endParaRPr>
          </a:p>
        </p:txBody>
      </p:sp>
      <p:sp>
        <p:nvSpPr>
          <p:cNvPr id="11" name="TextBox 10">
            <a:extLst>
              <a:ext uri="{FF2B5EF4-FFF2-40B4-BE49-F238E27FC236}">
                <a16:creationId xmlns:a16="http://schemas.microsoft.com/office/drawing/2014/main" id="{496B28DC-DD03-6D41-BDE1-218E34E5BDC5}"/>
              </a:ext>
            </a:extLst>
          </p:cNvPr>
          <p:cNvSpPr txBox="1"/>
          <p:nvPr/>
        </p:nvSpPr>
        <p:spPr>
          <a:xfrm>
            <a:off x="4284613" y="787594"/>
            <a:ext cx="3622787" cy="276999"/>
          </a:xfrm>
          <a:prstGeom prst="rect">
            <a:avLst/>
          </a:prstGeom>
          <a:noFill/>
        </p:spPr>
        <p:txBody>
          <a:bodyPr wrap="none" rtlCol="0">
            <a:spAutoFit/>
          </a:bodyPr>
          <a:lstStyle/>
          <a:p>
            <a:pPr algn="ctr"/>
            <a:r>
              <a:rPr lang="fr-FR" sz="1200" spc="151">
                <a:solidFill>
                  <a:schemeClr val="bg1">
                    <a:lumMod val="65000"/>
                  </a:schemeClr>
                </a:solidFill>
                <a:latin typeface="Poppins Light" pitchFamily="2" charset="77"/>
                <a:cs typeface="Poppins Light" pitchFamily="2" charset="77"/>
              </a:rPr>
              <a:t>Etape 2 – Qualification automatique</a:t>
            </a:r>
            <a:endParaRPr lang="fr-FR" sz="1200" spc="151" dirty="0">
              <a:solidFill>
                <a:schemeClr val="bg1">
                  <a:lumMod val="65000"/>
                </a:schemeClr>
              </a:solidFill>
              <a:latin typeface="Poppins Light" pitchFamily="2" charset="77"/>
              <a:cs typeface="Poppins Light" pitchFamily="2" charset="77"/>
            </a:endParaRPr>
          </a:p>
        </p:txBody>
      </p:sp>
      <p:sp>
        <p:nvSpPr>
          <p:cNvPr id="7" name="Freeform 19">
            <a:extLst>
              <a:ext uri="{FF2B5EF4-FFF2-40B4-BE49-F238E27FC236}">
                <a16:creationId xmlns:a16="http://schemas.microsoft.com/office/drawing/2014/main" id="{273BF932-7CAB-1268-C488-4B6F3267DBCA}"/>
              </a:ext>
            </a:extLst>
          </p:cNvPr>
          <p:cNvSpPr>
            <a:spLocks noChangeArrowheads="1"/>
          </p:cNvSpPr>
          <p:nvPr/>
        </p:nvSpPr>
        <p:spPr bwMode="auto">
          <a:xfrm>
            <a:off x="2398194" y="1874989"/>
            <a:ext cx="6358972" cy="273327"/>
          </a:xfrm>
          <a:prstGeom prst="roundRect">
            <a:avLst>
              <a:gd name="adj" fmla="val 50000"/>
            </a:avLst>
          </a:prstGeom>
          <a:solidFill>
            <a:schemeClr val="bg1">
              <a:lumMod val="95000"/>
            </a:schemeClr>
          </a:solidFill>
          <a:ln>
            <a:noFill/>
          </a:ln>
          <a:effectLst/>
        </p:spPr>
        <p:txBody>
          <a:bodyPr wrap="none" anchor="ctr"/>
          <a:lstStyle/>
          <a:p>
            <a:endParaRPr lang="en-US" sz="3265"/>
          </a:p>
        </p:txBody>
      </p:sp>
      <p:sp>
        <p:nvSpPr>
          <p:cNvPr id="8" name="TextBox 19">
            <a:extLst>
              <a:ext uri="{FF2B5EF4-FFF2-40B4-BE49-F238E27FC236}">
                <a16:creationId xmlns:a16="http://schemas.microsoft.com/office/drawing/2014/main" id="{E93198D6-1EA4-5A71-FCEA-20C5B91D2D78}"/>
              </a:ext>
            </a:extLst>
          </p:cNvPr>
          <p:cNvSpPr txBox="1"/>
          <p:nvPr/>
        </p:nvSpPr>
        <p:spPr>
          <a:xfrm>
            <a:off x="1565514" y="1809489"/>
            <a:ext cx="561371" cy="461665"/>
          </a:xfrm>
          <a:prstGeom prst="rect">
            <a:avLst/>
          </a:prstGeom>
          <a:noFill/>
        </p:spPr>
        <p:txBody>
          <a:bodyPr wrap="none" rtlCol="0" anchor="ctr">
            <a:spAutoFit/>
          </a:bodyPr>
          <a:lstStyle/>
          <a:p>
            <a:pPr algn="r"/>
            <a:r>
              <a:rPr lang="fr-FR" sz="2400" b="1">
                <a:solidFill>
                  <a:schemeClr val="tx2"/>
                </a:solidFill>
                <a:latin typeface="Poppins" pitchFamily="2" charset="77"/>
                <a:cs typeface="Poppins" pitchFamily="2" charset="77"/>
              </a:rPr>
              <a:t>02</a:t>
            </a:r>
            <a:endParaRPr lang="fr-FR" sz="2400" b="1" dirty="0">
              <a:solidFill>
                <a:schemeClr val="tx2"/>
              </a:solidFill>
              <a:latin typeface="Poppins" pitchFamily="2" charset="77"/>
              <a:cs typeface="Poppins" pitchFamily="2" charset="77"/>
            </a:endParaRPr>
          </a:p>
        </p:txBody>
      </p:sp>
      <p:sp>
        <p:nvSpPr>
          <p:cNvPr id="9" name="TextBox 23">
            <a:extLst>
              <a:ext uri="{FF2B5EF4-FFF2-40B4-BE49-F238E27FC236}">
                <a16:creationId xmlns:a16="http://schemas.microsoft.com/office/drawing/2014/main" id="{2539B82E-A502-5126-F66D-0F1292B4B3B2}"/>
              </a:ext>
            </a:extLst>
          </p:cNvPr>
          <p:cNvSpPr txBox="1"/>
          <p:nvPr/>
        </p:nvSpPr>
        <p:spPr>
          <a:xfrm>
            <a:off x="2376492" y="1494018"/>
            <a:ext cx="2997937" cy="338554"/>
          </a:xfrm>
          <a:prstGeom prst="rect">
            <a:avLst/>
          </a:prstGeom>
          <a:noFill/>
        </p:spPr>
        <p:txBody>
          <a:bodyPr wrap="none" rtlCol="0" anchor="b" anchorCtr="0">
            <a:spAutoFit/>
          </a:bodyPr>
          <a:lstStyle/>
          <a:p>
            <a:r>
              <a:rPr lang="fr-FR" sz="1600" b="1">
                <a:latin typeface="Poppins" pitchFamily="2" charset="77"/>
                <a:ea typeface="League Spartan" charset="0"/>
                <a:cs typeface="Poppins" pitchFamily="2" charset="77"/>
              </a:rPr>
              <a:t>Qualification automatique</a:t>
            </a:r>
            <a:endParaRPr lang="fr-FR" sz="1600" b="1" dirty="0">
              <a:latin typeface="Poppins" pitchFamily="2" charset="77"/>
              <a:ea typeface="League Spartan" charset="0"/>
              <a:cs typeface="Poppins" pitchFamily="2" charset="77"/>
            </a:endParaRPr>
          </a:p>
        </p:txBody>
      </p:sp>
      <p:sp>
        <p:nvSpPr>
          <p:cNvPr id="12" name="TextBox 29">
            <a:extLst>
              <a:ext uri="{FF2B5EF4-FFF2-40B4-BE49-F238E27FC236}">
                <a16:creationId xmlns:a16="http://schemas.microsoft.com/office/drawing/2014/main" id="{6E6B4DA0-8619-B4A6-F79B-307356CAD20B}"/>
              </a:ext>
            </a:extLst>
          </p:cNvPr>
          <p:cNvSpPr txBox="1"/>
          <p:nvPr/>
        </p:nvSpPr>
        <p:spPr>
          <a:xfrm>
            <a:off x="8037147" y="1494319"/>
            <a:ext cx="705642" cy="338554"/>
          </a:xfrm>
          <a:prstGeom prst="rect">
            <a:avLst/>
          </a:prstGeom>
          <a:noFill/>
        </p:spPr>
        <p:txBody>
          <a:bodyPr wrap="none" rtlCol="0" anchor="b" anchorCtr="0">
            <a:spAutoFit/>
          </a:bodyPr>
          <a:lstStyle/>
          <a:p>
            <a:pPr algn="r"/>
            <a:r>
              <a:rPr lang="fr-FR" sz="1600" b="1">
                <a:latin typeface="Poppins" pitchFamily="2" charset="77"/>
                <a:ea typeface="League Spartan" charset="0"/>
                <a:cs typeface="Poppins" pitchFamily="2" charset="77"/>
              </a:rPr>
              <a:t>100%</a:t>
            </a:r>
            <a:endParaRPr lang="fr-FR" sz="1600" b="1" dirty="0">
              <a:latin typeface="Poppins" pitchFamily="2" charset="77"/>
              <a:ea typeface="League Spartan" charset="0"/>
              <a:cs typeface="Poppins" pitchFamily="2" charset="77"/>
            </a:endParaRPr>
          </a:p>
        </p:txBody>
      </p:sp>
      <p:sp>
        <p:nvSpPr>
          <p:cNvPr id="13" name="Freeform 17">
            <a:extLst>
              <a:ext uri="{FF2B5EF4-FFF2-40B4-BE49-F238E27FC236}">
                <a16:creationId xmlns:a16="http://schemas.microsoft.com/office/drawing/2014/main" id="{A2D600AA-16AF-823C-C77E-65815BFFA0F4}"/>
              </a:ext>
            </a:extLst>
          </p:cNvPr>
          <p:cNvSpPr>
            <a:spLocks noChangeArrowheads="1"/>
          </p:cNvSpPr>
          <p:nvPr/>
        </p:nvSpPr>
        <p:spPr bwMode="auto">
          <a:xfrm>
            <a:off x="2398194" y="1874989"/>
            <a:ext cx="4595209" cy="273327"/>
          </a:xfrm>
          <a:prstGeom prst="roundRect">
            <a:avLst>
              <a:gd name="adj" fmla="val 50000"/>
            </a:avLst>
          </a:prstGeom>
          <a:solidFill>
            <a:schemeClr val="accent1"/>
          </a:solidFill>
          <a:ln>
            <a:noFill/>
          </a:ln>
          <a:effectLst/>
        </p:spPr>
        <p:txBody>
          <a:bodyPr wrap="none" anchor="ctr"/>
          <a:lstStyle/>
          <a:p>
            <a:pPr algn="r"/>
            <a:r>
              <a:rPr lang="fr-FR" sz="2400">
                <a:solidFill>
                  <a:schemeClr val="bg1"/>
                </a:solidFill>
              </a:rPr>
              <a:t>+80%</a:t>
            </a:r>
            <a:endParaRPr lang="fr-FR" sz="2400" dirty="0">
              <a:solidFill>
                <a:schemeClr val="bg1"/>
              </a:solidFill>
            </a:endParaRPr>
          </a:p>
        </p:txBody>
      </p:sp>
      <p:sp>
        <p:nvSpPr>
          <p:cNvPr id="2" name="Rectangle 1">
            <a:extLst>
              <a:ext uri="{FF2B5EF4-FFF2-40B4-BE49-F238E27FC236}">
                <a16:creationId xmlns:a16="http://schemas.microsoft.com/office/drawing/2014/main" id="{929C1760-108F-1F5E-2BC2-8470491B2E3B}"/>
              </a:ext>
            </a:extLst>
          </p:cNvPr>
          <p:cNvSpPr/>
          <p:nvPr/>
        </p:nvSpPr>
        <p:spPr>
          <a:xfrm>
            <a:off x="4320000" y="2520000"/>
            <a:ext cx="7740000" cy="3960000"/>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744788" lvl="2" indent="-317500">
              <a:lnSpc>
                <a:spcPts val="1750"/>
              </a:lnSpc>
              <a:buFont typeface="Arial" panose="020B0604020202020204" pitchFamily="34" charset="0"/>
              <a:buChar char="•"/>
            </a:pP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Fluidité du processus</a:t>
            </a:r>
          </a:p>
          <a:p>
            <a:pPr marL="4116388" lvl="5" indent="-317500">
              <a:lnSpc>
                <a:spcPts val="1750"/>
              </a:lnSpc>
              <a:buFont typeface="Arial" panose="020B0604020202020204" pitchFamily="34" charset="0"/>
              <a:buChar char="•"/>
            </a:pPr>
            <a:endParaRPr lang="fr-FR" dirty="0">
              <a:solidFill>
                <a:schemeClr val="tx1"/>
              </a:solidFill>
              <a:latin typeface="Poppins" panose="00000500000000000000" pitchFamily="2" charset="0"/>
              <a:ea typeface="Lato Light" panose="020F0502020204030203" pitchFamily="34" charset="0"/>
              <a:cs typeface="Poppins" panose="00000500000000000000" pitchFamily="2" charset="0"/>
            </a:endParaRPr>
          </a:p>
          <a:p>
            <a:pPr marL="2744788" lvl="2" indent="-317500">
              <a:lnSpc>
                <a:spcPts val="1750"/>
              </a:lnSpc>
              <a:buFont typeface="Arial" panose="020B0604020202020204" pitchFamily="34" charset="0"/>
              <a:buChar char="•"/>
            </a:pPr>
            <a:r>
              <a:rPr lang="fr-FR" dirty="0" err="1">
                <a:solidFill>
                  <a:schemeClr val="tx1"/>
                </a:solidFill>
                <a:latin typeface="Poppins" panose="00000500000000000000" pitchFamily="2" charset="0"/>
                <a:ea typeface="Lato Light" panose="020F0502020204030203" pitchFamily="34" charset="0"/>
                <a:cs typeface="Poppins" panose="00000500000000000000" pitchFamily="2" charset="0"/>
              </a:rPr>
              <a:t>Diminitution</a:t>
            </a: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 des couts de traitement</a:t>
            </a:r>
          </a:p>
          <a:p>
            <a:pPr marL="2744788" lvl="2" indent="-317500">
              <a:lnSpc>
                <a:spcPts val="1750"/>
              </a:lnSpc>
              <a:buFont typeface="Arial" panose="020B0604020202020204" pitchFamily="34" charset="0"/>
              <a:buChar char="•"/>
            </a:pPr>
            <a:endParaRPr lang="fr-FR" dirty="0">
              <a:solidFill>
                <a:schemeClr val="tx1"/>
              </a:solidFill>
              <a:latin typeface="Poppins" panose="00000500000000000000" pitchFamily="2" charset="0"/>
              <a:ea typeface="Lato Light" panose="020F0502020204030203" pitchFamily="34" charset="0"/>
              <a:cs typeface="Poppins" panose="00000500000000000000" pitchFamily="2" charset="0"/>
            </a:endParaRPr>
          </a:p>
          <a:p>
            <a:pPr marL="2744788" lvl="2" indent="-317500">
              <a:lnSpc>
                <a:spcPts val="1750"/>
              </a:lnSpc>
              <a:buFont typeface="Arial" panose="020B0604020202020204" pitchFamily="34" charset="0"/>
              <a:buChar char="•"/>
            </a:pP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Cout SI: 100 </a:t>
            </a:r>
            <a:r>
              <a:rPr lang="fr-FR" dirty="0" err="1">
                <a:solidFill>
                  <a:schemeClr val="tx1"/>
                </a:solidFill>
                <a:latin typeface="Poppins" panose="00000500000000000000" pitchFamily="2" charset="0"/>
                <a:ea typeface="Lato Light" panose="020F0502020204030203" pitchFamily="34" charset="0"/>
                <a:cs typeface="Poppins" panose="00000500000000000000" pitchFamily="2" charset="0"/>
              </a:rPr>
              <a:t>Keuro</a:t>
            </a: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  </a:t>
            </a:r>
          </a:p>
          <a:p>
            <a:pPr marL="2427288" lvl="2">
              <a:lnSpc>
                <a:spcPts val="1750"/>
              </a:lnSpc>
            </a:pP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 </a:t>
            </a:r>
          </a:p>
          <a:p>
            <a:pPr marL="1970088" lvl="1">
              <a:lnSpc>
                <a:spcPts val="1750"/>
              </a:lnSpc>
            </a:pPr>
            <a:endParaRPr lang="fr-FR" dirty="0">
              <a:solidFill>
                <a:schemeClr val="tx1"/>
              </a:solidFill>
              <a:latin typeface="Lato Light" panose="020F0502020204030203" pitchFamily="34" charset="0"/>
              <a:ea typeface="Lato Light" panose="020F0502020204030203" pitchFamily="34" charset="0"/>
            </a:endParaRPr>
          </a:p>
        </p:txBody>
      </p:sp>
      <p:sp>
        <p:nvSpPr>
          <p:cNvPr id="3" name="Signalisation droite 1">
            <a:extLst>
              <a:ext uri="{FF2B5EF4-FFF2-40B4-BE49-F238E27FC236}">
                <a16:creationId xmlns:a16="http://schemas.microsoft.com/office/drawing/2014/main" id="{905EAAEC-4346-CD62-082E-03C01F10F5EA}"/>
              </a:ext>
            </a:extLst>
          </p:cNvPr>
          <p:cNvSpPr/>
          <p:nvPr/>
        </p:nvSpPr>
        <p:spPr>
          <a:xfrm>
            <a:off x="180000" y="2520000"/>
            <a:ext cx="6120000" cy="3960000"/>
          </a:xfrm>
          <a:prstGeom prst="homePlate">
            <a:avLst/>
          </a:prstGeom>
          <a:solidFill>
            <a:schemeClr val="bg1">
              <a:lumMod val="8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dk1"/>
          </a:lnRef>
          <a:fillRef idx="2">
            <a:schemeClr val="dk1"/>
          </a:fillRef>
          <a:effectRef idx="1">
            <a:schemeClr val="dk1"/>
          </a:effectRef>
          <a:fontRef idx="minor">
            <a:schemeClr val="dk1"/>
          </a:fontRef>
        </p:style>
        <p:txBody>
          <a:bodyPr rtlCol="0" anchor="ctr"/>
          <a:lstStyle/>
          <a:p>
            <a:pPr algn="l">
              <a:lnSpc>
                <a:spcPts val="1750"/>
              </a:lnSpc>
            </a:pPr>
            <a:endParaRPr lang="fr-FR" dirty="0">
              <a:solidFill>
                <a:schemeClr val="tx1"/>
              </a:solidFill>
              <a:latin typeface="Poppins" panose="00000500000000000000" pitchFamily="2" charset="0"/>
              <a:ea typeface="Lato Light" panose="020F0502020204030203" pitchFamily="34" charset="0"/>
              <a:cs typeface="Poppins" panose="00000500000000000000" pitchFamily="2" charset="0"/>
            </a:endParaRPr>
          </a:p>
          <a:p>
            <a:pPr marL="342900" indent="-342900" algn="l">
              <a:lnSpc>
                <a:spcPts val="1750"/>
              </a:lnSpc>
              <a:buFont typeface="Arial" panose="020B0604020202020204" pitchFamily="34" charset="0"/>
              <a:buChar char="•"/>
            </a:pP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Des règles métiers à poser au travers d’ateliers</a:t>
            </a:r>
          </a:p>
          <a:p>
            <a:pPr algn="l">
              <a:lnSpc>
                <a:spcPts val="1750"/>
              </a:lnSpc>
            </a:pPr>
            <a:endParaRPr lang="fr-FR" dirty="0">
              <a:solidFill>
                <a:schemeClr val="tx1"/>
              </a:solidFill>
              <a:latin typeface="Poppins" panose="00000500000000000000" pitchFamily="2" charset="0"/>
              <a:ea typeface="Lato Light" panose="020F0502020204030203" pitchFamily="34" charset="0"/>
              <a:cs typeface="Poppins" panose="00000500000000000000" pitchFamily="2" charset="0"/>
            </a:endParaRPr>
          </a:p>
          <a:p>
            <a:pPr marL="342900" indent="-342900" algn="l">
              <a:lnSpc>
                <a:spcPts val="1750"/>
              </a:lnSpc>
              <a:buFont typeface="Arial" panose="020B0604020202020204" pitchFamily="34" charset="0"/>
              <a:buChar char="•"/>
            </a:pP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Un mécanisme qui doit rester simple et compréhensible </a:t>
            </a:r>
          </a:p>
          <a:p>
            <a:pPr marL="342900" indent="-342900" algn="l">
              <a:lnSpc>
                <a:spcPts val="1750"/>
              </a:lnSpc>
              <a:buFont typeface="Arial" panose="020B0604020202020204" pitchFamily="34" charset="0"/>
              <a:buChar char="•"/>
            </a:pPr>
            <a:endParaRPr lang="fr-FR" dirty="0">
              <a:solidFill>
                <a:schemeClr val="tx1"/>
              </a:solidFill>
              <a:latin typeface="Poppins" panose="00000500000000000000" pitchFamily="2" charset="0"/>
              <a:ea typeface="Lato Light" panose="020F0502020204030203" pitchFamily="34" charset="0"/>
              <a:cs typeface="Poppins" panose="00000500000000000000" pitchFamily="2" charset="0"/>
            </a:endParaRPr>
          </a:p>
          <a:p>
            <a:pPr marL="342900" indent="-342900" algn="l">
              <a:lnSpc>
                <a:spcPts val="1750"/>
              </a:lnSpc>
              <a:buFont typeface="Arial" panose="020B0604020202020204" pitchFamily="34" charset="0"/>
              <a:buChar char="•"/>
            </a:pP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Le résultat final dépendant de la qualité des entrants</a:t>
            </a:r>
          </a:p>
          <a:p>
            <a:pPr marL="342900" indent="-342900" algn="l">
              <a:lnSpc>
                <a:spcPts val="1750"/>
              </a:lnSpc>
              <a:buFont typeface="Arial" panose="020B0604020202020204" pitchFamily="34" charset="0"/>
              <a:buChar char="•"/>
            </a:pPr>
            <a:endParaRPr lang="fr-FR" dirty="0">
              <a:solidFill>
                <a:schemeClr val="tx1"/>
              </a:solidFill>
              <a:latin typeface="Poppins" panose="00000500000000000000" pitchFamily="2" charset="0"/>
              <a:ea typeface="Lato Light" panose="020F0502020204030203" pitchFamily="34" charset="0"/>
              <a:cs typeface="Poppins" panose="00000500000000000000" pitchFamily="2" charset="0"/>
            </a:endParaRPr>
          </a:p>
          <a:p>
            <a:pPr marL="342900" indent="-342900" algn="l">
              <a:lnSpc>
                <a:spcPts val="1750"/>
              </a:lnSpc>
              <a:buFont typeface="Arial" panose="020B0604020202020204" pitchFamily="34" charset="0"/>
              <a:buChar char="•"/>
            </a:pP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Mise en place d’un algorithme </a:t>
            </a:r>
          </a:p>
          <a:p>
            <a:pPr marL="342900" indent="-342900" algn="l">
              <a:lnSpc>
                <a:spcPts val="1750"/>
              </a:lnSpc>
              <a:buFont typeface="Arial" panose="020B0604020202020204" pitchFamily="34" charset="0"/>
              <a:buChar char="•"/>
            </a:pPr>
            <a:endParaRPr lang="fr-FR" sz="1800" dirty="0">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p:txBody>
      </p:sp>
      <p:pic>
        <p:nvPicPr>
          <p:cNvPr id="5" name="Image 4">
            <a:extLst>
              <a:ext uri="{FF2B5EF4-FFF2-40B4-BE49-F238E27FC236}">
                <a16:creationId xmlns:a16="http://schemas.microsoft.com/office/drawing/2014/main" id="{125A9A6D-178D-57F3-0416-A10041B64CDF}"/>
              </a:ext>
            </a:extLst>
          </p:cNvPr>
          <p:cNvPicPr>
            <a:picLocks noChangeAspect="1"/>
          </p:cNvPicPr>
          <p:nvPr/>
        </p:nvPicPr>
        <p:blipFill>
          <a:blip r:embed="rId3"/>
          <a:stretch>
            <a:fillRect/>
          </a:stretch>
        </p:blipFill>
        <p:spPr>
          <a:xfrm>
            <a:off x="11262361" y="0"/>
            <a:ext cx="929640" cy="889222"/>
          </a:xfrm>
          <a:prstGeom prst="rect">
            <a:avLst/>
          </a:prstGeom>
        </p:spPr>
      </p:pic>
    </p:spTree>
    <p:extLst>
      <p:ext uri="{BB962C8B-B14F-4D97-AF65-F5344CB8AC3E}">
        <p14:creationId xmlns:p14="http://schemas.microsoft.com/office/powerpoint/2010/main" val="3736838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6"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down)">
                                      <p:cBhvr>
                                        <p:cTn id="13" dur="580">
                                          <p:stCondLst>
                                            <p:cond delay="0"/>
                                          </p:stCondLst>
                                        </p:cTn>
                                        <p:tgtEl>
                                          <p:spTgt spid="2"/>
                                        </p:tgtEl>
                                      </p:cBhvr>
                                    </p:animEffect>
                                    <p:anim calcmode="lin" valueType="num">
                                      <p:cBhvr>
                                        <p:cTn id="14"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9" dur="26">
                                          <p:stCondLst>
                                            <p:cond delay="650"/>
                                          </p:stCondLst>
                                        </p:cTn>
                                        <p:tgtEl>
                                          <p:spTgt spid="2"/>
                                        </p:tgtEl>
                                      </p:cBhvr>
                                      <p:to x="100000" y="60000"/>
                                    </p:animScale>
                                    <p:animScale>
                                      <p:cBhvr>
                                        <p:cTn id="20" dur="166" decel="50000">
                                          <p:stCondLst>
                                            <p:cond delay="676"/>
                                          </p:stCondLst>
                                        </p:cTn>
                                        <p:tgtEl>
                                          <p:spTgt spid="2"/>
                                        </p:tgtEl>
                                      </p:cBhvr>
                                      <p:to x="100000" y="100000"/>
                                    </p:animScale>
                                    <p:animScale>
                                      <p:cBhvr>
                                        <p:cTn id="21" dur="26">
                                          <p:stCondLst>
                                            <p:cond delay="1312"/>
                                          </p:stCondLst>
                                        </p:cTn>
                                        <p:tgtEl>
                                          <p:spTgt spid="2"/>
                                        </p:tgtEl>
                                      </p:cBhvr>
                                      <p:to x="100000" y="80000"/>
                                    </p:animScale>
                                    <p:animScale>
                                      <p:cBhvr>
                                        <p:cTn id="22" dur="166" decel="50000">
                                          <p:stCondLst>
                                            <p:cond delay="1338"/>
                                          </p:stCondLst>
                                        </p:cTn>
                                        <p:tgtEl>
                                          <p:spTgt spid="2"/>
                                        </p:tgtEl>
                                      </p:cBhvr>
                                      <p:to x="100000" y="100000"/>
                                    </p:animScale>
                                    <p:animScale>
                                      <p:cBhvr>
                                        <p:cTn id="23" dur="26">
                                          <p:stCondLst>
                                            <p:cond delay="1642"/>
                                          </p:stCondLst>
                                        </p:cTn>
                                        <p:tgtEl>
                                          <p:spTgt spid="2"/>
                                        </p:tgtEl>
                                      </p:cBhvr>
                                      <p:to x="100000" y="90000"/>
                                    </p:animScale>
                                    <p:animScale>
                                      <p:cBhvr>
                                        <p:cTn id="24" dur="166" decel="50000">
                                          <p:stCondLst>
                                            <p:cond delay="1668"/>
                                          </p:stCondLst>
                                        </p:cTn>
                                        <p:tgtEl>
                                          <p:spTgt spid="2"/>
                                        </p:tgtEl>
                                      </p:cBhvr>
                                      <p:to x="100000" y="100000"/>
                                    </p:animScale>
                                    <p:animScale>
                                      <p:cBhvr>
                                        <p:cTn id="25" dur="26">
                                          <p:stCondLst>
                                            <p:cond delay="1808"/>
                                          </p:stCondLst>
                                        </p:cTn>
                                        <p:tgtEl>
                                          <p:spTgt spid="2"/>
                                        </p:tgtEl>
                                      </p:cBhvr>
                                      <p:to x="100000" y="95000"/>
                                    </p:animScale>
                                    <p:animScale>
                                      <p:cBhvr>
                                        <p:cTn id="26" dur="166" decel="50000">
                                          <p:stCondLst>
                                            <p:cond delay="1834"/>
                                          </p:stCondLst>
                                        </p:cTn>
                                        <p:tgtEl>
                                          <p:spTgt spid="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2FD8BB7-D1D6-C643-8BCD-3E7C728E3458}"/>
              </a:ext>
            </a:extLst>
          </p:cNvPr>
          <p:cNvSpPr txBox="1"/>
          <p:nvPr/>
        </p:nvSpPr>
        <p:spPr>
          <a:xfrm>
            <a:off x="3434875" y="306187"/>
            <a:ext cx="5322291" cy="553998"/>
          </a:xfrm>
          <a:prstGeom prst="rect">
            <a:avLst/>
          </a:prstGeom>
          <a:noFill/>
        </p:spPr>
        <p:txBody>
          <a:bodyPr wrap="none" rtlCol="0">
            <a:spAutoFit/>
          </a:bodyPr>
          <a:lstStyle/>
          <a:p>
            <a:pPr algn="ctr"/>
            <a:r>
              <a:rPr lang="fr-FR" sz="3000" b="1">
                <a:solidFill>
                  <a:schemeClr val="tx2"/>
                </a:solidFill>
                <a:latin typeface="Poppins" pitchFamily="2" charset="77"/>
                <a:cs typeface="Poppins" pitchFamily="2" charset="77"/>
              </a:rPr>
              <a:t>Niveau d’automatisation</a:t>
            </a:r>
            <a:endParaRPr lang="fr-FR" sz="3000" b="1" dirty="0">
              <a:solidFill>
                <a:schemeClr val="tx2"/>
              </a:solidFill>
              <a:latin typeface="Poppins" pitchFamily="2" charset="77"/>
              <a:cs typeface="Poppins" pitchFamily="2" charset="77"/>
            </a:endParaRPr>
          </a:p>
        </p:txBody>
      </p:sp>
      <p:sp>
        <p:nvSpPr>
          <p:cNvPr id="11" name="TextBox 10">
            <a:extLst>
              <a:ext uri="{FF2B5EF4-FFF2-40B4-BE49-F238E27FC236}">
                <a16:creationId xmlns:a16="http://schemas.microsoft.com/office/drawing/2014/main" id="{496B28DC-DD03-6D41-BDE1-218E34E5BDC5}"/>
              </a:ext>
            </a:extLst>
          </p:cNvPr>
          <p:cNvSpPr txBox="1"/>
          <p:nvPr/>
        </p:nvSpPr>
        <p:spPr>
          <a:xfrm>
            <a:off x="4284607" y="787594"/>
            <a:ext cx="3622788" cy="276999"/>
          </a:xfrm>
          <a:prstGeom prst="rect">
            <a:avLst/>
          </a:prstGeom>
          <a:noFill/>
        </p:spPr>
        <p:txBody>
          <a:bodyPr wrap="none" rtlCol="0">
            <a:spAutoFit/>
          </a:bodyPr>
          <a:lstStyle/>
          <a:p>
            <a:pPr algn="ctr"/>
            <a:r>
              <a:rPr lang="fr-FR" sz="1200" spc="151">
                <a:solidFill>
                  <a:schemeClr val="bg1">
                    <a:lumMod val="65000"/>
                  </a:schemeClr>
                </a:solidFill>
                <a:latin typeface="Poppins Light" pitchFamily="2" charset="77"/>
                <a:cs typeface="Poppins Light" pitchFamily="2" charset="77"/>
              </a:rPr>
              <a:t>Etape 2 – Qualification automatique</a:t>
            </a:r>
            <a:endParaRPr lang="fr-FR" sz="1200" spc="151" dirty="0">
              <a:solidFill>
                <a:schemeClr val="bg1">
                  <a:lumMod val="65000"/>
                </a:schemeClr>
              </a:solidFill>
              <a:latin typeface="Poppins Light" pitchFamily="2" charset="77"/>
              <a:cs typeface="Poppins Light" pitchFamily="2" charset="77"/>
            </a:endParaRPr>
          </a:p>
        </p:txBody>
      </p:sp>
      <p:sp>
        <p:nvSpPr>
          <p:cNvPr id="2" name="Freeform 19">
            <a:extLst>
              <a:ext uri="{FF2B5EF4-FFF2-40B4-BE49-F238E27FC236}">
                <a16:creationId xmlns:a16="http://schemas.microsoft.com/office/drawing/2014/main" id="{F9F630A8-4751-9ED4-FFC6-9C95256F77C7}"/>
              </a:ext>
            </a:extLst>
          </p:cNvPr>
          <p:cNvSpPr>
            <a:spLocks noChangeArrowheads="1"/>
          </p:cNvSpPr>
          <p:nvPr/>
        </p:nvSpPr>
        <p:spPr bwMode="auto">
          <a:xfrm>
            <a:off x="2375494" y="1819599"/>
            <a:ext cx="6358972" cy="273327"/>
          </a:xfrm>
          <a:prstGeom prst="roundRect">
            <a:avLst>
              <a:gd name="adj" fmla="val 50000"/>
            </a:avLst>
          </a:prstGeom>
          <a:solidFill>
            <a:schemeClr val="bg1">
              <a:lumMod val="95000"/>
            </a:schemeClr>
          </a:solidFill>
          <a:ln>
            <a:noFill/>
          </a:ln>
          <a:effectLst/>
        </p:spPr>
        <p:txBody>
          <a:bodyPr wrap="none" anchor="ctr"/>
          <a:lstStyle/>
          <a:p>
            <a:endParaRPr lang="en-US" sz="3265"/>
          </a:p>
        </p:txBody>
      </p:sp>
      <p:sp>
        <p:nvSpPr>
          <p:cNvPr id="3" name="TextBox 19">
            <a:extLst>
              <a:ext uri="{FF2B5EF4-FFF2-40B4-BE49-F238E27FC236}">
                <a16:creationId xmlns:a16="http://schemas.microsoft.com/office/drawing/2014/main" id="{6DE0010B-7937-87D4-49D9-91F7BC607996}"/>
              </a:ext>
            </a:extLst>
          </p:cNvPr>
          <p:cNvSpPr txBox="1"/>
          <p:nvPr/>
        </p:nvSpPr>
        <p:spPr>
          <a:xfrm>
            <a:off x="1542814" y="1754099"/>
            <a:ext cx="561371" cy="461665"/>
          </a:xfrm>
          <a:prstGeom prst="rect">
            <a:avLst/>
          </a:prstGeom>
          <a:noFill/>
        </p:spPr>
        <p:txBody>
          <a:bodyPr wrap="none" rtlCol="0" anchor="ctr">
            <a:spAutoFit/>
          </a:bodyPr>
          <a:lstStyle/>
          <a:p>
            <a:pPr algn="r"/>
            <a:r>
              <a:rPr lang="fr-FR" sz="2400" b="1">
                <a:solidFill>
                  <a:schemeClr val="tx2"/>
                </a:solidFill>
                <a:latin typeface="Poppins" pitchFamily="2" charset="77"/>
                <a:cs typeface="Poppins" pitchFamily="2" charset="77"/>
              </a:rPr>
              <a:t>02</a:t>
            </a:r>
            <a:endParaRPr lang="fr-FR" sz="2400" b="1" dirty="0">
              <a:solidFill>
                <a:schemeClr val="tx2"/>
              </a:solidFill>
              <a:latin typeface="Poppins" pitchFamily="2" charset="77"/>
              <a:cs typeface="Poppins" pitchFamily="2" charset="77"/>
            </a:endParaRPr>
          </a:p>
        </p:txBody>
      </p:sp>
      <p:sp>
        <p:nvSpPr>
          <p:cNvPr id="5" name="TextBox 23">
            <a:extLst>
              <a:ext uri="{FF2B5EF4-FFF2-40B4-BE49-F238E27FC236}">
                <a16:creationId xmlns:a16="http://schemas.microsoft.com/office/drawing/2014/main" id="{8AC069EA-06AE-FCD3-59DB-CE1441850BD3}"/>
              </a:ext>
            </a:extLst>
          </p:cNvPr>
          <p:cNvSpPr txBox="1"/>
          <p:nvPr/>
        </p:nvSpPr>
        <p:spPr>
          <a:xfrm>
            <a:off x="2353792" y="1438628"/>
            <a:ext cx="2997937" cy="338554"/>
          </a:xfrm>
          <a:prstGeom prst="rect">
            <a:avLst/>
          </a:prstGeom>
          <a:noFill/>
        </p:spPr>
        <p:txBody>
          <a:bodyPr wrap="none" rtlCol="0" anchor="b" anchorCtr="0">
            <a:spAutoFit/>
          </a:bodyPr>
          <a:lstStyle/>
          <a:p>
            <a:r>
              <a:rPr lang="fr-FR" sz="1600" b="1">
                <a:latin typeface="Poppins" pitchFamily="2" charset="77"/>
                <a:ea typeface="League Spartan" charset="0"/>
                <a:cs typeface="Poppins" pitchFamily="2" charset="77"/>
              </a:rPr>
              <a:t>Qualification automatique</a:t>
            </a:r>
            <a:endParaRPr lang="fr-FR" sz="1600" b="1" dirty="0">
              <a:latin typeface="Poppins" pitchFamily="2" charset="77"/>
              <a:ea typeface="League Spartan" charset="0"/>
              <a:cs typeface="Poppins" pitchFamily="2" charset="77"/>
            </a:endParaRPr>
          </a:p>
        </p:txBody>
      </p:sp>
      <p:sp>
        <p:nvSpPr>
          <p:cNvPr id="6" name="TextBox 29">
            <a:extLst>
              <a:ext uri="{FF2B5EF4-FFF2-40B4-BE49-F238E27FC236}">
                <a16:creationId xmlns:a16="http://schemas.microsoft.com/office/drawing/2014/main" id="{A8B77CB9-2531-0752-2DDD-8DF877E5C984}"/>
              </a:ext>
            </a:extLst>
          </p:cNvPr>
          <p:cNvSpPr txBox="1"/>
          <p:nvPr/>
        </p:nvSpPr>
        <p:spPr>
          <a:xfrm>
            <a:off x="8014447" y="1438929"/>
            <a:ext cx="705642" cy="338554"/>
          </a:xfrm>
          <a:prstGeom prst="rect">
            <a:avLst/>
          </a:prstGeom>
          <a:noFill/>
        </p:spPr>
        <p:txBody>
          <a:bodyPr wrap="none" rtlCol="0" anchor="b" anchorCtr="0">
            <a:spAutoFit/>
          </a:bodyPr>
          <a:lstStyle/>
          <a:p>
            <a:pPr algn="r"/>
            <a:r>
              <a:rPr lang="fr-FR" sz="1600" b="1">
                <a:latin typeface="Poppins" pitchFamily="2" charset="77"/>
                <a:ea typeface="League Spartan" charset="0"/>
                <a:cs typeface="Poppins" pitchFamily="2" charset="77"/>
              </a:rPr>
              <a:t>100%</a:t>
            </a:r>
            <a:endParaRPr lang="fr-FR" sz="1600" b="1" dirty="0">
              <a:latin typeface="Poppins" pitchFamily="2" charset="77"/>
              <a:ea typeface="League Spartan" charset="0"/>
              <a:cs typeface="Poppins" pitchFamily="2" charset="77"/>
            </a:endParaRPr>
          </a:p>
        </p:txBody>
      </p:sp>
      <p:sp>
        <p:nvSpPr>
          <p:cNvPr id="7" name="Freeform 17">
            <a:extLst>
              <a:ext uri="{FF2B5EF4-FFF2-40B4-BE49-F238E27FC236}">
                <a16:creationId xmlns:a16="http://schemas.microsoft.com/office/drawing/2014/main" id="{EDCC202D-60BE-B34F-E061-DE8C462F6317}"/>
              </a:ext>
            </a:extLst>
          </p:cNvPr>
          <p:cNvSpPr>
            <a:spLocks noChangeArrowheads="1"/>
          </p:cNvSpPr>
          <p:nvPr/>
        </p:nvSpPr>
        <p:spPr bwMode="auto">
          <a:xfrm>
            <a:off x="2375494" y="1819599"/>
            <a:ext cx="4595209" cy="273327"/>
          </a:xfrm>
          <a:prstGeom prst="roundRect">
            <a:avLst>
              <a:gd name="adj" fmla="val 50000"/>
            </a:avLst>
          </a:prstGeom>
          <a:solidFill>
            <a:schemeClr val="accent1"/>
          </a:solidFill>
          <a:ln>
            <a:noFill/>
          </a:ln>
          <a:effectLst/>
        </p:spPr>
        <p:txBody>
          <a:bodyPr wrap="none" anchor="ctr"/>
          <a:lstStyle/>
          <a:p>
            <a:pPr algn="r"/>
            <a:r>
              <a:rPr lang="fr-FR" sz="2400">
                <a:solidFill>
                  <a:schemeClr val="bg1"/>
                </a:solidFill>
              </a:rPr>
              <a:t>+80%</a:t>
            </a:r>
            <a:endParaRPr lang="fr-FR" sz="2400" dirty="0">
              <a:solidFill>
                <a:schemeClr val="bg1"/>
              </a:solidFill>
            </a:endParaRPr>
          </a:p>
        </p:txBody>
      </p:sp>
      <p:sp>
        <p:nvSpPr>
          <p:cNvPr id="4" name="Rectangle 3">
            <a:extLst>
              <a:ext uri="{FF2B5EF4-FFF2-40B4-BE49-F238E27FC236}">
                <a16:creationId xmlns:a16="http://schemas.microsoft.com/office/drawing/2014/main" id="{9C5E5BDA-0E7E-65A5-805A-85A1DF45C5D3}"/>
              </a:ext>
            </a:extLst>
          </p:cNvPr>
          <p:cNvSpPr/>
          <p:nvPr/>
        </p:nvSpPr>
        <p:spPr>
          <a:xfrm>
            <a:off x="4320000" y="2520000"/>
            <a:ext cx="7740000" cy="3960000"/>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744788" lvl="2" indent="-317500">
              <a:lnSpc>
                <a:spcPts val="1750"/>
              </a:lnSpc>
              <a:buFont typeface="Arial" panose="020B0604020202020204" pitchFamily="34" charset="0"/>
              <a:buChar char="•"/>
            </a:pP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Fluidité du processus</a:t>
            </a:r>
          </a:p>
          <a:p>
            <a:pPr marL="4116388" lvl="5" indent="-317500">
              <a:lnSpc>
                <a:spcPts val="1750"/>
              </a:lnSpc>
              <a:buFont typeface="Arial" panose="020B0604020202020204" pitchFamily="34" charset="0"/>
              <a:buChar char="•"/>
            </a:pPr>
            <a:endParaRPr lang="fr-FR" dirty="0">
              <a:solidFill>
                <a:schemeClr val="tx1"/>
              </a:solidFill>
              <a:latin typeface="Poppins" panose="00000500000000000000" pitchFamily="2" charset="0"/>
              <a:ea typeface="Lato Light" panose="020F0502020204030203" pitchFamily="34" charset="0"/>
              <a:cs typeface="Poppins" panose="00000500000000000000" pitchFamily="2" charset="0"/>
            </a:endParaRPr>
          </a:p>
          <a:p>
            <a:pPr marL="2744788" lvl="2" indent="-317500">
              <a:lnSpc>
                <a:spcPts val="1750"/>
              </a:lnSpc>
              <a:buFont typeface="Arial" panose="020B0604020202020204" pitchFamily="34" charset="0"/>
              <a:buChar char="•"/>
            </a:pPr>
            <a:r>
              <a:rPr lang="fr-FR" dirty="0" err="1">
                <a:solidFill>
                  <a:schemeClr val="tx1"/>
                </a:solidFill>
                <a:latin typeface="Poppins" panose="00000500000000000000" pitchFamily="2" charset="0"/>
                <a:ea typeface="Lato Light" panose="020F0502020204030203" pitchFamily="34" charset="0"/>
                <a:cs typeface="Poppins" panose="00000500000000000000" pitchFamily="2" charset="0"/>
              </a:rPr>
              <a:t>Diminitution</a:t>
            </a: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 des couts de traitement</a:t>
            </a:r>
          </a:p>
          <a:p>
            <a:pPr marL="2744788" lvl="2" indent="-317500">
              <a:lnSpc>
                <a:spcPts val="1750"/>
              </a:lnSpc>
              <a:buFont typeface="Arial" panose="020B0604020202020204" pitchFamily="34" charset="0"/>
              <a:buChar char="•"/>
            </a:pPr>
            <a:endParaRPr lang="fr-FR" dirty="0">
              <a:solidFill>
                <a:schemeClr val="tx1"/>
              </a:solidFill>
              <a:latin typeface="Poppins" panose="00000500000000000000" pitchFamily="2" charset="0"/>
              <a:ea typeface="Lato Light" panose="020F0502020204030203" pitchFamily="34" charset="0"/>
              <a:cs typeface="Poppins" panose="00000500000000000000" pitchFamily="2" charset="0"/>
            </a:endParaRPr>
          </a:p>
          <a:p>
            <a:pPr marL="2744788" lvl="2" indent="-317500">
              <a:lnSpc>
                <a:spcPts val="1750"/>
              </a:lnSpc>
              <a:buFont typeface="Arial" panose="020B0604020202020204" pitchFamily="34" charset="0"/>
              <a:buChar char="•"/>
            </a:pP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Cout SI: 50 </a:t>
            </a:r>
            <a:r>
              <a:rPr lang="fr-FR" dirty="0" err="1">
                <a:solidFill>
                  <a:schemeClr val="tx1"/>
                </a:solidFill>
                <a:latin typeface="Poppins" panose="00000500000000000000" pitchFamily="2" charset="0"/>
                <a:ea typeface="Lato Light" panose="020F0502020204030203" pitchFamily="34" charset="0"/>
                <a:cs typeface="Poppins" panose="00000500000000000000" pitchFamily="2" charset="0"/>
              </a:rPr>
              <a:t>Keuro</a:t>
            </a: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  </a:t>
            </a:r>
          </a:p>
          <a:p>
            <a:pPr marL="2427288" lvl="2">
              <a:lnSpc>
                <a:spcPts val="1750"/>
              </a:lnSpc>
            </a:pP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 </a:t>
            </a:r>
          </a:p>
          <a:p>
            <a:pPr marL="1970088" lvl="1">
              <a:lnSpc>
                <a:spcPts val="1750"/>
              </a:lnSpc>
            </a:pPr>
            <a:endParaRPr lang="fr-FR" dirty="0">
              <a:solidFill>
                <a:schemeClr val="tx1"/>
              </a:solidFill>
              <a:latin typeface="Lato Light" panose="020F0502020204030203" pitchFamily="34" charset="0"/>
              <a:ea typeface="Lato Light" panose="020F0502020204030203" pitchFamily="34" charset="0"/>
            </a:endParaRPr>
          </a:p>
        </p:txBody>
      </p:sp>
      <p:sp>
        <p:nvSpPr>
          <p:cNvPr id="8" name="Signalisation droite 1">
            <a:extLst>
              <a:ext uri="{FF2B5EF4-FFF2-40B4-BE49-F238E27FC236}">
                <a16:creationId xmlns:a16="http://schemas.microsoft.com/office/drawing/2014/main" id="{27E81AD7-8E2D-3887-E403-849F7BEAD98C}"/>
              </a:ext>
            </a:extLst>
          </p:cNvPr>
          <p:cNvSpPr/>
          <p:nvPr/>
        </p:nvSpPr>
        <p:spPr>
          <a:xfrm>
            <a:off x="180000" y="2520000"/>
            <a:ext cx="6120000" cy="3960000"/>
          </a:xfrm>
          <a:prstGeom prst="homePlate">
            <a:avLst/>
          </a:prstGeom>
          <a:solidFill>
            <a:schemeClr val="bg1">
              <a:lumMod val="8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dk1"/>
          </a:lnRef>
          <a:fillRef idx="2">
            <a:schemeClr val="dk1"/>
          </a:fillRef>
          <a:effectRef idx="1">
            <a:schemeClr val="dk1"/>
          </a:effectRef>
          <a:fontRef idx="minor">
            <a:schemeClr val="dk1"/>
          </a:fontRef>
        </p:style>
        <p:txBody>
          <a:bodyPr rtlCol="0" anchor="ctr"/>
          <a:lstStyle/>
          <a:p>
            <a:pPr algn="l">
              <a:lnSpc>
                <a:spcPts val="1750"/>
              </a:lnSpc>
            </a:pPr>
            <a:endParaRPr lang="fr-FR" dirty="0">
              <a:solidFill>
                <a:schemeClr val="tx1"/>
              </a:solidFill>
              <a:latin typeface="Poppins" panose="00000500000000000000" pitchFamily="2" charset="0"/>
              <a:ea typeface="Lato Light" panose="020F0502020204030203" pitchFamily="34" charset="0"/>
              <a:cs typeface="Poppins" panose="00000500000000000000" pitchFamily="2" charset="0"/>
            </a:endParaRPr>
          </a:p>
          <a:p>
            <a:pPr marL="342900" indent="-342900" algn="l">
              <a:lnSpc>
                <a:spcPts val="1750"/>
              </a:lnSpc>
              <a:buFont typeface="Arial" panose="020B0604020202020204" pitchFamily="34" charset="0"/>
              <a:buChar char="•"/>
            </a:pPr>
            <a:r>
              <a:rPr lang="fr-FR" sz="1800" dirty="0">
                <a:solidFill>
                  <a:schemeClr val="tx1"/>
                </a:solidFill>
                <a:latin typeface="Poppins" panose="00000500000000000000" pitchFamily="2" charset="0"/>
                <a:ea typeface="Lato Light" panose="020F0502020204030203" pitchFamily="34" charset="0"/>
                <a:cs typeface="Poppins" panose="00000500000000000000" pitchFamily="2" charset="0"/>
              </a:rPr>
              <a:t>Des liens à créer avec G2 et PROTYS</a:t>
            </a:r>
          </a:p>
          <a:p>
            <a:pPr algn="l">
              <a:lnSpc>
                <a:spcPts val="1750"/>
              </a:lnSpc>
            </a:pPr>
            <a:endParaRPr lang="fr-FR" dirty="0">
              <a:solidFill>
                <a:schemeClr val="tx1"/>
              </a:solidFill>
              <a:latin typeface="Poppins" panose="00000500000000000000" pitchFamily="2" charset="0"/>
              <a:ea typeface="Lato Light" panose="020F0502020204030203" pitchFamily="34" charset="0"/>
              <a:cs typeface="Poppins" panose="00000500000000000000" pitchFamily="2" charset="0"/>
            </a:endParaRPr>
          </a:p>
          <a:p>
            <a:pPr marL="342900" indent="-342900" algn="l">
              <a:lnSpc>
                <a:spcPts val="1750"/>
              </a:lnSpc>
              <a:buFont typeface="Arial" panose="020B0604020202020204" pitchFamily="34" charset="0"/>
              <a:buChar char="•"/>
            </a:pP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Evolutions pour </a:t>
            </a:r>
            <a:r>
              <a:rPr lang="fr-FR" sz="1800" dirty="0">
                <a:solidFill>
                  <a:schemeClr val="tx1"/>
                </a:solidFill>
                <a:latin typeface="Poppins" panose="00000500000000000000" pitchFamily="2" charset="0"/>
                <a:ea typeface="Lato Light" panose="020F0502020204030203" pitchFamily="34" charset="0"/>
                <a:cs typeface="Poppins" panose="00000500000000000000" pitchFamily="2" charset="0"/>
              </a:rPr>
              <a:t>automatiser l’avancée administrative des dossier</a:t>
            </a:r>
          </a:p>
          <a:p>
            <a:pPr marL="342900" indent="-342900" algn="l">
              <a:lnSpc>
                <a:spcPts val="1750"/>
              </a:lnSpc>
              <a:buFont typeface="Arial" panose="020B0604020202020204" pitchFamily="34" charset="0"/>
              <a:buChar char="•"/>
            </a:pPr>
            <a:endParaRPr lang="fr-FR" dirty="0">
              <a:solidFill>
                <a:schemeClr val="tx1"/>
              </a:solidFill>
              <a:latin typeface="Poppins" panose="00000500000000000000" pitchFamily="2" charset="0"/>
              <a:ea typeface="Lato Light" panose="020F0502020204030203" pitchFamily="34" charset="0"/>
              <a:cs typeface="Poppins" panose="00000500000000000000" pitchFamily="2" charset="0"/>
            </a:endParaRPr>
          </a:p>
          <a:p>
            <a:pPr marL="342900" indent="-342900" algn="l">
              <a:lnSpc>
                <a:spcPts val="1750"/>
              </a:lnSpc>
              <a:buFont typeface="Arial" panose="020B0604020202020204" pitchFamily="34" charset="0"/>
              <a:buChar char="•"/>
            </a:pPr>
            <a:r>
              <a:rPr lang="fr-FR" sz="1800" dirty="0">
                <a:solidFill>
                  <a:schemeClr val="tx1"/>
                </a:solidFill>
                <a:latin typeface="Poppins" panose="00000500000000000000" pitchFamily="2" charset="0"/>
                <a:ea typeface="Lato Light" panose="020F0502020204030203" pitchFamily="34" charset="0"/>
                <a:cs typeface="Poppins" panose="00000500000000000000" pitchFamily="2" charset="0"/>
              </a:rPr>
              <a:t>Externaliser le traitement des DAC et des DOV susceptible de rester très hétérogène sur le territoire national</a:t>
            </a:r>
          </a:p>
          <a:p>
            <a:pPr marL="342900" indent="-342900" algn="l">
              <a:lnSpc>
                <a:spcPts val="1750"/>
              </a:lnSpc>
              <a:buFont typeface="Arial" panose="020B0604020202020204" pitchFamily="34" charset="0"/>
              <a:buChar char="•"/>
            </a:pPr>
            <a:endParaRPr lang="fr-FR" dirty="0">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a:p>
            <a:pPr marL="342900" indent="-342900" algn="l">
              <a:lnSpc>
                <a:spcPts val="1750"/>
              </a:lnSpc>
              <a:buFont typeface="Arial" panose="020B0604020202020204" pitchFamily="34" charset="0"/>
              <a:buChar char="•"/>
            </a:pPr>
            <a:endParaRPr lang="fr-FR" sz="1800" dirty="0">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p:txBody>
      </p:sp>
      <p:pic>
        <p:nvPicPr>
          <p:cNvPr id="12" name="Image 11">
            <a:extLst>
              <a:ext uri="{FF2B5EF4-FFF2-40B4-BE49-F238E27FC236}">
                <a16:creationId xmlns:a16="http://schemas.microsoft.com/office/drawing/2014/main" id="{E6891796-B30D-DF4E-5031-02867A967D5E}"/>
              </a:ext>
            </a:extLst>
          </p:cNvPr>
          <p:cNvPicPr>
            <a:picLocks noChangeAspect="1"/>
          </p:cNvPicPr>
          <p:nvPr/>
        </p:nvPicPr>
        <p:blipFill>
          <a:blip r:embed="rId3"/>
          <a:stretch>
            <a:fillRect/>
          </a:stretch>
        </p:blipFill>
        <p:spPr>
          <a:xfrm>
            <a:off x="11262361" y="0"/>
            <a:ext cx="929640" cy="889222"/>
          </a:xfrm>
          <a:prstGeom prst="rect">
            <a:avLst/>
          </a:prstGeom>
        </p:spPr>
      </p:pic>
    </p:spTree>
    <p:extLst>
      <p:ext uri="{BB962C8B-B14F-4D97-AF65-F5344CB8AC3E}">
        <p14:creationId xmlns:p14="http://schemas.microsoft.com/office/powerpoint/2010/main" val="1333992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6"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down)">
                                      <p:cBhvr>
                                        <p:cTn id="13" dur="580">
                                          <p:stCondLst>
                                            <p:cond delay="0"/>
                                          </p:stCondLst>
                                        </p:cTn>
                                        <p:tgtEl>
                                          <p:spTgt spid="4"/>
                                        </p:tgtEl>
                                      </p:cBhvr>
                                    </p:animEffect>
                                    <p:anim calcmode="lin" valueType="num">
                                      <p:cBhvr>
                                        <p:cTn id="14"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9" dur="26">
                                          <p:stCondLst>
                                            <p:cond delay="650"/>
                                          </p:stCondLst>
                                        </p:cTn>
                                        <p:tgtEl>
                                          <p:spTgt spid="4"/>
                                        </p:tgtEl>
                                      </p:cBhvr>
                                      <p:to x="100000" y="60000"/>
                                    </p:animScale>
                                    <p:animScale>
                                      <p:cBhvr>
                                        <p:cTn id="20" dur="166" decel="50000">
                                          <p:stCondLst>
                                            <p:cond delay="676"/>
                                          </p:stCondLst>
                                        </p:cTn>
                                        <p:tgtEl>
                                          <p:spTgt spid="4"/>
                                        </p:tgtEl>
                                      </p:cBhvr>
                                      <p:to x="100000" y="100000"/>
                                    </p:animScale>
                                    <p:animScale>
                                      <p:cBhvr>
                                        <p:cTn id="21" dur="26">
                                          <p:stCondLst>
                                            <p:cond delay="1312"/>
                                          </p:stCondLst>
                                        </p:cTn>
                                        <p:tgtEl>
                                          <p:spTgt spid="4"/>
                                        </p:tgtEl>
                                      </p:cBhvr>
                                      <p:to x="100000" y="80000"/>
                                    </p:animScale>
                                    <p:animScale>
                                      <p:cBhvr>
                                        <p:cTn id="22" dur="166" decel="50000">
                                          <p:stCondLst>
                                            <p:cond delay="1338"/>
                                          </p:stCondLst>
                                        </p:cTn>
                                        <p:tgtEl>
                                          <p:spTgt spid="4"/>
                                        </p:tgtEl>
                                      </p:cBhvr>
                                      <p:to x="100000" y="100000"/>
                                    </p:animScale>
                                    <p:animScale>
                                      <p:cBhvr>
                                        <p:cTn id="23" dur="26">
                                          <p:stCondLst>
                                            <p:cond delay="1642"/>
                                          </p:stCondLst>
                                        </p:cTn>
                                        <p:tgtEl>
                                          <p:spTgt spid="4"/>
                                        </p:tgtEl>
                                      </p:cBhvr>
                                      <p:to x="100000" y="90000"/>
                                    </p:animScale>
                                    <p:animScale>
                                      <p:cBhvr>
                                        <p:cTn id="24" dur="166" decel="50000">
                                          <p:stCondLst>
                                            <p:cond delay="1668"/>
                                          </p:stCondLst>
                                        </p:cTn>
                                        <p:tgtEl>
                                          <p:spTgt spid="4"/>
                                        </p:tgtEl>
                                      </p:cBhvr>
                                      <p:to x="100000" y="100000"/>
                                    </p:animScale>
                                    <p:animScale>
                                      <p:cBhvr>
                                        <p:cTn id="25" dur="26">
                                          <p:stCondLst>
                                            <p:cond delay="1808"/>
                                          </p:stCondLst>
                                        </p:cTn>
                                        <p:tgtEl>
                                          <p:spTgt spid="4"/>
                                        </p:tgtEl>
                                      </p:cBhvr>
                                      <p:to x="100000" y="95000"/>
                                    </p:animScale>
                                    <p:animScale>
                                      <p:cBhvr>
                                        <p:cTn id="26"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2FD8BB7-D1D6-C643-8BCD-3E7C728E3458}"/>
              </a:ext>
            </a:extLst>
          </p:cNvPr>
          <p:cNvSpPr txBox="1"/>
          <p:nvPr/>
        </p:nvSpPr>
        <p:spPr>
          <a:xfrm>
            <a:off x="3434875" y="306187"/>
            <a:ext cx="5322291" cy="553998"/>
          </a:xfrm>
          <a:prstGeom prst="rect">
            <a:avLst/>
          </a:prstGeom>
          <a:noFill/>
        </p:spPr>
        <p:txBody>
          <a:bodyPr wrap="none" rtlCol="0">
            <a:spAutoFit/>
          </a:bodyPr>
          <a:lstStyle/>
          <a:p>
            <a:pPr algn="ctr"/>
            <a:r>
              <a:rPr lang="fr-FR" sz="3000" b="1">
                <a:solidFill>
                  <a:schemeClr val="tx2"/>
                </a:solidFill>
                <a:latin typeface="Poppins" pitchFamily="2" charset="77"/>
                <a:cs typeface="Poppins" pitchFamily="2" charset="77"/>
              </a:rPr>
              <a:t>Niveau d’automatisation</a:t>
            </a:r>
            <a:endParaRPr lang="fr-FR" sz="3000" b="1" dirty="0">
              <a:solidFill>
                <a:schemeClr val="tx2"/>
              </a:solidFill>
              <a:latin typeface="Poppins" pitchFamily="2" charset="77"/>
              <a:cs typeface="Poppins" pitchFamily="2" charset="77"/>
            </a:endParaRPr>
          </a:p>
        </p:txBody>
      </p:sp>
      <p:sp>
        <p:nvSpPr>
          <p:cNvPr id="11" name="TextBox 10">
            <a:extLst>
              <a:ext uri="{FF2B5EF4-FFF2-40B4-BE49-F238E27FC236}">
                <a16:creationId xmlns:a16="http://schemas.microsoft.com/office/drawing/2014/main" id="{496B28DC-DD03-6D41-BDE1-218E34E5BDC5}"/>
              </a:ext>
            </a:extLst>
          </p:cNvPr>
          <p:cNvSpPr txBox="1"/>
          <p:nvPr/>
        </p:nvSpPr>
        <p:spPr>
          <a:xfrm>
            <a:off x="4284607" y="787594"/>
            <a:ext cx="3622788" cy="276999"/>
          </a:xfrm>
          <a:prstGeom prst="rect">
            <a:avLst/>
          </a:prstGeom>
          <a:noFill/>
        </p:spPr>
        <p:txBody>
          <a:bodyPr wrap="none" rtlCol="0">
            <a:spAutoFit/>
          </a:bodyPr>
          <a:lstStyle/>
          <a:p>
            <a:pPr algn="ctr"/>
            <a:r>
              <a:rPr lang="fr-FR" sz="1200" spc="151">
                <a:solidFill>
                  <a:schemeClr val="bg1">
                    <a:lumMod val="65000"/>
                  </a:schemeClr>
                </a:solidFill>
                <a:latin typeface="Poppins Light" pitchFamily="2" charset="77"/>
                <a:cs typeface="Poppins Light" pitchFamily="2" charset="77"/>
              </a:rPr>
              <a:t>Etape 2 – Qualification automatique</a:t>
            </a:r>
            <a:endParaRPr lang="fr-FR" sz="1200" spc="151" dirty="0">
              <a:solidFill>
                <a:schemeClr val="bg1">
                  <a:lumMod val="65000"/>
                </a:schemeClr>
              </a:solidFill>
              <a:latin typeface="Poppins Light" pitchFamily="2" charset="77"/>
              <a:cs typeface="Poppins Light" pitchFamily="2" charset="77"/>
            </a:endParaRPr>
          </a:p>
        </p:txBody>
      </p:sp>
      <p:sp>
        <p:nvSpPr>
          <p:cNvPr id="2" name="Freeform 19">
            <a:extLst>
              <a:ext uri="{FF2B5EF4-FFF2-40B4-BE49-F238E27FC236}">
                <a16:creationId xmlns:a16="http://schemas.microsoft.com/office/drawing/2014/main" id="{44D99253-1A31-EC2B-154A-58B3782664E2}"/>
              </a:ext>
            </a:extLst>
          </p:cNvPr>
          <p:cNvSpPr>
            <a:spLocks noChangeArrowheads="1"/>
          </p:cNvSpPr>
          <p:nvPr/>
        </p:nvSpPr>
        <p:spPr bwMode="auto">
          <a:xfrm>
            <a:off x="2524727" y="1722563"/>
            <a:ext cx="6358972" cy="273327"/>
          </a:xfrm>
          <a:prstGeom prst="roundRect">
            <a:avLst>
              <a:gd name="adj" fmla="val 50000"/>
            </a:avLst>
          </a:prstGeom>
          <a:solidFill>
            <a:schemeClr val="bg1">
              <a:lumMod val="95000"/>
            </a:schemeClr>
          </a:solidFill>
          <a:ln>
            <a:noFill/>
          </a:ln>
          <a:effectLst/>
        </p:spPr>
        <p:txBody>
          <a:bodyPr wrap="none" anchor="ctr"/>
          <a:lstStyle/>
          <a:p>
            <a:endParaRPr lang="en-US" sz="3265"/>
          </a:p>
        </p:txBody>
      </p:sp>
      <p:sp>
        <p:nvSpPr>
          <p:cNvPr id="3" name="TextBox 19">
            <a:extLst>
              <a:ext uri="{FF2B5EF4-FFF2-40B4-BE49-F238E27FC236}">
                <a16:creationId xmlns:a16="http://schemas.microsoft.com/office/drawing/2014/main" id="{B0B9A1AF-8598-E9D8-A4D4-180BE60BA623}"/>
              </a:ext>
            </a:extLst>
          </p:cNvPr>
          <p:cNvSpPr txBox="1"/>
          <p:nvPr/>
        </p:nvSpPr>
        <p:spPr>
          <a:xfrm>
            <a:off x="1692047" y="1657063"/>
            <a:ext cx="561371" cy="461665"/>
          </a:xfrm>
          <a:prstGeom prst="rect">
            <a:avLst/>
          </a:prstGeom>
          <a:noFill/>
        </p:spPr>
        <p:txBody>
          <a:bodyPr wrap="none" rtlCol="0" anchor="ctr">
            <a:spAutoFit/>
          </a:bodyPr>
          <a:lstStyle/>
          <a:p>
            <a:pPr algn="r"/>
            <a:r>
              <a:rPr lang="fr-FR" sz="2400" b="1">
                <a:solidFill>
                  <a:schemeClr val="tx2"/>
                </a:solidFill>
                <a:latin typeface="Poppins" pitchFamily="2" charset="77"/>
                <a:cs typeface="Poppins" pitchFamily="2" charset="77"/>
              </a:rPr>
              <a:t>02</a:t>
            </a:r>
            <a:endParaRPr lang="fr-FR" sz="2400" b="1" dirty="0">
              <a:solidFill>
                <a:schemeClr val="tx2"/>
              </a:solidFill>
              <a:latin typeface="Poppins" pitchFamily="2" charset="77"/>
              <a:cs typeface="Poppins" pitchFamily="2" charset="77"/>
            </a:endParaRPr>
          </a:p>
        </p:txBody>
      </p:sp>
      <p:sp>
        <p:nvSpPr>
          <p:cNvPr id="5" name="TextBox 23">
            <a:extLst>
              <a:ext uri="{FF2B5EF4-FFF2-40B4-BE49-F238E27FC236}">
                <a16:creationId xmlns:a16="http://schemas.microsoft.com/office/drawing/2014/main" id="{35AA3EEE-840B-AB93-A8B3-2C33F59410FF}"/>
              </a:ext>
            </a:extLst>
          </p:cNvPr>
          <p:cNvSpPr txBox="1"/>
          <p:nvPr/>
        </p:nvSpPr>
        <p:spPr>
          <a:xfrm>
            <a:off x="2503025" y="1341592"/>
            <a:ext cx="2997937" cy="338554"/>
          </a:xfrm>
          <a:prstGeom prst="rect">
            <a:avLst/>
          </a:prstGeom>
          <a:noFill/>
        </p:spPr>
        <p:txBody>
          <a:bodyPr wrap="none" rtlCol="0" anchor="b" anchorCtr="0">
            <a:spAutoFit/>
          </a:bodyPr>
          <a:lstStyle/>
          <a:p>
            <a:r>
              <a:rPr lang="fr-FR" sz="1600" b="1">
                <a:latin typeface="Poppins" pitchFamily="2" charset="77"/>
                <a:ea typeface="League Spartan" charset="0"/>
                <a:cs typeface="Poppins" pitchFamily="2" charset="77"/>
              </a:rPr>
              <a:t>Qualification automatique</a:t>
            </a:r>
            <a:endParaRPr lang="fr-FR" sz="1600" b="1" dirty="0">
              <a:latin typeface="Poppins" pitchFamily="2" charset="77"/>
              <a:ea typeface="League Spartan" charset="0"/>
              <a:cs typeface="Poppins" pitchFamily="2" charset="77"/>
            </a:endParaRPr>
          </a:p>
        </p:txBody>
      </p:sp>
      <p:sp>
        <p:nvSpPr>
          <p:cNvPr id="6" name="TextBox 29">
            <a:extLst>
              <a:ext uri="{FF2B5EF4-FFF2-40B4-BE49-F238E27FC236}">
                <a16:creationId xmlns:a16="http://schemas.microsoft.com/office/drawing/2014/main" id="{1E622B77-2811-DE24-05AE-1D002563566C}"/>
              </a:ext>
            </a:extLst>
          </p:cNvPr>
          <p:cNvSpPr txBox="1"/>
          <p:nvPr/>
        </p:nvSpPr>
        <p:spPr>
          <a:xfrm>
            <a:off x="8163680" y="1341893"/>
            <a:ext cx="705642" cy="338554"/>
          </a:xfrm>
          <a:prstGeom prst="rect">
            <a:avLst/>
          </a:prstGeom>
          <a:noFill/>
        </p:spPr>
        <p:txBody>
          <a:bodyPr wrap="none" rtlCol="0" anchor="b" anchorCtr="0">
            <a:spAutoFit/>
          </a:bodyPr>
          <a:lstStyle/>
          <a:p>
            <a:pPr algn="r"/>
            <a:r>
              <a:rPr lang="fr-FR" sz="1600" b="1">
                <a:latin typeface="Poppins" pitchFamily="2" charset="77"/>
                <a:ea typeface="League Spartan" charset="0"/>
                <a:cs typeface="Poppins" pitchFamily="2" charset="77"/>
              </a:rPr>
              <a:t>100%</a:t>
            </a:r>
            <a:endParaRPr lang="fr-FR" sz="1600" b="1" dirty="0">
              <a:latin typeface="Poppins" pitchFamily="2" charset="77"/>
              <a:ea typeface="League Spartan" charset="0"/>
              <a:cs typeface="Poppins" pitchFamily="2" charset="77"/>
            </a:endParaRPr>
          </a:p>
        </p:txBody>
      </p:sp>
      <p:sp>
        <p:nvSpPr>
          <p:cNvPr id="7" name="Freeform 17">
            <a:extLst>
              <a:ext uri="{FF2B5EF4-FFF2-40B4-BE49-F238E27FC236}">
                <a16:creationId xmlns:a16="http://schemas.microsoft.com/office/drawing/2014/main" id="{83A3B380-C79C-FB06-216C-C2DFEE9C60F0}"/>
              </a:ext>
            </a:extLst>
          </p:cNvPr>
          <p:cNvSpPr>
            <a:spLocks noChangeArrowheads="1"/>
          </p:cNvSpPr>
          <p:nvPr/>
        </p:nvSpPr>
        <p:spPr bwMode="auto">
          <a:xfrm>
            <a:off x="2524727" y="1722563"/>
            <a:ext cx="4595209" cy="273327"/>
          </a:xfrm>
          <a:prstGeom prst="roundRect">
            <a:avLst>
              <a:gd name="adj" fmla="val 50000"/>
            </a:avLst>
          </a:prstGeom>
          <a:solidFill>
            <a:schemeClr val="accent1"/>
          </a:solidFill>
          <a:ln>
            <a:noFill/>
          </a:ln>
          <a:effectLst/>
        </p:spPr>
        <p:txBody>
          <a:bodyPr wrap="none" anchor="ctr"/>
          <a:lstStyle/>
          <a:p>
            <a:pPr algn="r"/>
            <a:r>
              <a:rPr lang="fr-FR" sz="2400">
                <a:solidFill>
                  <a:schemeClr val="bg1"/>
                </a:solidFill>
              </a:rPr>
              <a:t>+80%</a:t>
            </a:r>
            <a:endParaRPr lang="fr-FR" sz="2400" dirty="0">
              <a:solidFill>
                <a:schemeClr val="bg1"/>
              </a:solidFill>
            </a:endParaRPr>
          </a:p>
        </p:txBody>
      </p:sp>
      <p:sp>
        <p:nvSpPr>
          <p:cNvPr id="4" name="Rectangle 3">
            <a:extLst>
              <a:ext uri="{FF2B5EF4-FFF2-40B4-BE49-F238E27FC236}">
                <a16:creationId xmlns:a16="http://schemas.microsoft.com/office/drawing/2014/main" id="{8D65E48A-3422-E91C-324B-B753899F4972}"/>
              </a:ext>
            </a:extLst>
          </p:cNvPr>
          <p:cNvSpPr/>
          <p:nvPr/>
        </p:nvSpPr>
        <p:spPr>
          <a:xfrm>
            <a:off x="4320000" y="2520000"/>
            <a:ext cx="7740000" cy="3960000"/>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744788" lvl="2" indent="-317500">
              <a:lnSpc>
                <a:spcPts val="1750"/>
              </a:lnSpc>
              <a:buFont typeface="Arial" panose="020B0604020202020204" pitchFamily="34" charset="0"/>
              <a:buChar char="•"/>
            </a:pP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Simplification du processus pour les acteurs</a:t>
            </a:r>
          </a:p>
          <a:p>
            <a:pPr marL="2744788" lvl="2" indent="-317500">
              <a:lnSpc>
                <a:spcPts val="1750"/>
              </a:lnSpc>
              <a:buFont typeface="Arial" panose="020B0604020202020204" pitchFamily="34" charset="0"/>
              <a:buChar char="•"/>
            </a:pP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Pourvoir </a:t>
            </a:r>
            <a:r>
              <a:rPr lang="fr-FR" dirty="0" err="1">
                <a:solidFill>
                  <a:schemeClr val="tx1"/>
                </a:solidFill>
                <a:latin typeface="Poppins" panose="00000500000000000000" pitchFamily="2" charset="0"/>
                <a:ea typeface="Lato Light" panose="020F0502020204030203" pitchFamily="34" charset="0"/>
                <a:cs typeface="Poppins" panose="00000500000000000000" pitchFamily="2" charset="0"/>
              </a:rPr>
              <a:t>mesur</a:t>
            </a: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 la performance au travers de ratios </a:t>
            </a:r>
            <a:r>
              <a:rPr lang="fr-FR" dirty="0" err="1">
                <a:solidFill>
                  <a:schemeClr val="tx1"/>
                </a:solidFill>
                <a:latin typeface="Poppins" panose="00000500000000000000" pitchFamily="2" charset="0"/>
                <a:ea typeface="Lato Light" panose="020F0502020204030203" pitchFamily="34" charset="0"/>
                <a:cs typeface="Poppins" panose="00000500000000000000" pitchFamily="2" charset="0"/>
              </a:rPr>
              <a:t>technico-economique</a:t>
            </a:r>
            <a:endParaRPr lang="fr-FR" dirty="0">
              <a:solidFill>
                <a:schemeClr val="tx1"/>
              </a:solidFill>
              <a:latin typeface="Poppins" panose="00000500000000000000" pitchFamily="2" charset="0"/>
              <a:ea typeface="Lato Light" panose="020F0502020204030203" pitchFamily="34" charset="0"/>
              <a:cs typeface="Poppins" panose="00000500000000000000" pitchFamily="2" charset="0"/>
            </a:endParaRPr>
          </a:p>
          <a:p>
            <a:pPr marL="4116388" lvl="5" indent="-317500">
              <a:lnSpc>
                <a:spcPts val="1750"/>
              </a:lnSpc>
              <a:buFont typeface="Arial" panose="020B0604020202020204" pitchFamily="34" charset="0"/>
              <a:buChar char="•"/>
            </a:pPr>
            <a:endParaRPr lang="fr-FR" dirty="0">
              <a:solidFill>
                <a:schemeClr val="tx1"/>
              </a:solidFill>
              <a:latin typeface="Poppins" panose="00000500000000000000" pitchFamily="2" charset="0"/>
              <a:ea typeface="Lato Light" panose="020F0502020204030203" pitchFamily="34" charset="0"/>
              <a:cs typeface="Poppins" panose="00000500000000000000" pitchFamily="2" charset="0"/>
            </a:endParaRPr>
          </a:p>
          <a:p>
            <a:pPr marL="2744788" lvl="2" indent="-317500">
              <a:lnSpc>
                <a:spcPts val="1750"/>
              </a:lnSpc>
              <a:buFont typeface="Arial" panose="020B0604020202020204" pitchFamily="34" charset="0"/>
              <a:buChar char="•"/>
            </a:pP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Simplification du SI existant</a:t>
            </a:r>
          </a:p>
          <a:p>
            <a:pPr marL="2744788" lvl="2" indent="-317500">
              <a:lnSpc>
                <a:spcPts val="1750"/>
              </a:lnSpc>
              <a:buFont typeface="Arial" panose="020B0604020202020204" pitchFamily="34" charset="0"/>
              <a:buChar char="•"/>
            </a:pPr>
            <a:endParaRPr lang="fr-FR" dirty="0">
              <a:solidFill>
                <a:schemeClr val="tx1"/>
              </a:solidFill>
              <a:latin typeface="Poppins" panose="00000500000000000000" pitchFamily="2" charset="0"/>
              <a:ea typeface="Lato Light" panose="020F0502020204030203" pitchFamily="34" charset="0"/>
              <a:cs typeface="Poppins" panose="00000500000000000000" pitchFamily="2" charset="0"/>
            </a:endParaRPr>
          </a:p>
          <a:p>
            <a:pPr marL="2744788" lvl="2" indent="-317500">
              <a:lnSpc>
                <a:spcPts val="1750"/>
              </a:lnSpc>
              <a:buFont typeface="Arial" panose="020B0604020202020204" pitchFamily="34" charset="0"/>
              <a:buChar char="•"/>
            </a:pPr>
            <a:endParaRPr lang="fr-FR" dirty="0">
              <a:solidFill>
                <a:schemeClr val="tx1"/>
              </a:solidFill>
              <a:latin typeface="Poppins" panose="00000500000000000000" pitchFamily="2" charset="0"/>
              <a:ea typeface="Lato Light" panose="020F0502020204030203" pitchFamily="34" charset="0"/>
              <a:cs typeface="Poppins" panose="00000500000000000000" pitchFamily="2" charset="0"/>
            </a:endParaRPr>
          </a:p>
          <a:p>
            <a:pPr marL="2744788" lvl="2" indent="-317500">
              <a:lnSpc>
                <a:spcPts val="1750"/>
              </a:lnSpc>
              <a:buFont typeface="Arial" panose="020B0604020202020204" pitchFamily="34" charset="0"/>
              <a:buChar char="•"/>
            </a:pP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Cout SI: 150 </a:t>
            </a:r>
            <a:r>
              <a:rPr lang="fr-FR" dirty="0" err="1">
                <a:solidFill>
                  <a:schemeClr val="tx1"/>
                </a:solidFill>
                <a:latin typeface="Poppins" panose="00000500000000000000" pitchFamily="2" charset="0"/>
                <a:ea typeface="Lato Light" panose="020F0502020204030203" pitchFamily="34" charset="0"/>
                <a:cs typeface="Poppins" panose="00000500000000000000" pitchFamily="2" charset="0"/>
              </a:rPr>
              <a:t>Keuro</a:t>
            </a: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  </a:t>
            </a:r>
          </a:p>
          <a:p>
            <a:pPr marL="3659188" lvl="4" indent="-317500">
              <a:lnSpc>
                <a:spcPts val="1750"/>
              </a:lnSpc>
              <a:buFont typeface="Arial" panose="020B0604020202020204" pitchFamily="34" charset="0"/>
              <a:buChar char="•"/>
            </a:pPr>
            <a:endParaRPr lang="fr-FR" dirty="0">
              <a:solidFill>
                <a:schemeClr val="tx1"/>
              </a:solidFill>
              <a:latin typeface="Poppins" panose="00000500000000000000" pitchFamily="2" charset="0"/>
              <a:ea typeface="Lato Light" panose="020F0502020204030203" pitchFamily="34" charset="0"/>
              <a:cs typeface="Poppins" panose="00000500000000000000" pitchFamily="2" charset="0"/>
            </a:endParaRPr>
          </a:p>
        </p:txBody>
      </p:sp>
      <p:sp>
        <p:nvSpPr>
          <p:cNvPr id="8" name="Signalisation droite 1">
            <a:extLst>
              <a:ext uri="{FF2B5EF4-FFF2-40B4-BE49-F238E27FC236}">
                <a16:creationId xmlns:a16="http://schemas.microsoft.com/office/drawing/2014/main" id="{D8D3089D-EE43-706F-B875-DD4DA03F6C68}"/>
              </a:ext>
            </a:extLst>
          </p:cNvPr>
          <p:cNvSpPr/>
          <p:nvPr/>
        </p:nvSpPr>
        <p:spPr>
          <a:xfrm>
            <a:off x="180000" y="2520000"/>
            <a:ext cx="6120000" cy="3960000"/>
          </a:xfrm>
          <a:prstGeom prst="homePlate">
            <a:avLst/>
          </a:prstGeom>
          <a:solidFill>
            <a:schemeClr val="bg1">
              <a:lumMod val="8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dk1"/>
          </a:lnRef>
          <a:fillRef idx="2">
            <a:schemeClr val="dk1"/>
          </a:fillRef>
          <a:effectRef idx="1">
            <a:schemeClr val="dk1"/>
          </a:effectRef>
          <a:fontRef idx="minor">
            <a:schemeClr val="dk1"/>
          </a:fontRef>
        </p:style>
        <p:txBody>
          <a:bodyPr rtlCol="0" anchor="ctr"/>
          <a:lstStyle/>
          <a:p>
            <a:pPr marL="342900" indent="-342900">
              <a:lnSpc>
                <a:spcPts val="1750"/>
              </a:lnSpc>
              <a:buFont typeface="Arial" panose="020B0604020202020204" pitchFamily="34" charset="0"/>
              <a:buChar char="•"/>
            </a:pPr>
            <a:r>
              <a:rPr lang="fr-FR" dirty="0" err="1">
                <a:solidFill>
                  <a:schemeClr val="tx1"/>
                </a:solidFill>
                <a:latin typeface="Poppins" panose="00000500000000000000" pitchFamily="2" charset="0"/>
                <a:ea typeface="Lato Light" panose="020F0502020204030203" pitchFamily="34" charset="0"/>
                <a:cs typeface="Poppins" panose="00000500000000000000" pitchFamily="2" charset="0"/>
              </a:rPr>
              <a:t>Supression</a:t>
            </a: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 de l’Alias, moyen historique permettant d’affecter des dépenses manuellement</a:t>
            </a:r>
          </a:p>
          <a:p>
            <a:pPr marL="342900" indent="-342900">
              <a:lnSpc>
                <a:spcPts val="1750"/>
              </a:lnSpc>
              <a:buFont typeface="Arial" panose="020B0604020202020204" pitchFamily="34" charset="0"/>
              <a:buChar char="•"/>
            </a:pP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Utilisation des segments de la clé comptable déjà </a:t>
            </a:r>
            <a:r>
              <a:rPr lang="fr-FR" dirty="0" err="1">
                <a:solidFill>
                  <a:schemeClr val="tx1"/>
                </a:solidFill>
                <a:latin typeface="Poppins" panose="00000500000000000000" pitchFamily="2" charset="0"/>
                <a:ea typeface="Lato Light" panose="020F0502020204030203" pitchFamily="34" charset="0"/>
                <a:cs typeface="Poppins" panose="00000500000000000000" pitchFamily="2" charset="0"/>
              </a:rPr>
              <a:t>presents</a:t>
            </a: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 dans le SI. Compléter par de l’AI pour </a:t>
            </a:r>
            <a:r>
              <a:rPr lang="fr-FR" dirty="0" err="1">
                <a:solidFill>
                  <a:schemeClr val="tx1"/>
                </a:solidFill>
                <a:latin typeface="Poppins" panose="00000500000000000000" pitchFamily="2" charset="0"/>
                <a:ea typeface="Lato Light" panose="020F0502020204030203" pitchFamily="34" charset="0"/>
                <a:cs typeface="Poppins" panose="00000500000000000000" pitchFamily="2" charset="0"/>
              </a:rPr>
              <a:t>determiner</a:t>
            </a: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 les segments manquants</a:t>
            </a:r>
          </a:p>
          <a:p>
            <a:pPr marL="342900" indent="-342900">
              <a:lnSpc>
                <a:spcPts val="1750"/>
              </a:lnSpc>
              <a:buFont typeface="Arial" panose="020B0604020202020204" pitchFamily="34" charset="0"/>
              <a:buChar char="•"/>
            </a:pP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Traitement en back office </a:t>
            </a:r>
          </a:p>
          <a:p>
            <a:pPr marL="342900" indent="-342900">
              <a:lnSpc>
                <a:spcPts val="1750"/>
              </a:lnSpc>
              <a:buFont typeface="Arial" panose="020B0604020202020204" pitchFamily="34" charset="0"/>
              <a:buChar char="•"/>
            </a:pP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Mise en </a:t>
            </a:r>
            <a:r>
              <a:rPr lang="fr-FR" dirty="0" err="1">
                <a:solidFill>
                  <a:schemeClr val="tx1"/>
                </a:solidFill>
                <a:latin typeface="Poppins" panose="00000500000000000000" pitchFamily="2" charset="0"/>
                <a:ea typeface="Lato Light" panose="020F0502020204030203" pitchFamily="34" charset="0"/>
                <a:cs typeface="Poppins" panose="00000500000000000000" pitchFamily="2" charset="0"/>
              </a:rPr>
              <a:t>oeuvre</a:t>
            </a: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 d’une comptabilité analytique pour les </a:t>
            </a:r>
            <a:r>
              <a:rPr lang="fr-FR" dirty="0" err="1">
                <a:solidFill>
                  <a:schemeClr val="tx1"/>
                </a:solidFill>
                <a:latin typeface="Poppins" panose="00000500000000000000" pitchFamily="2" charset="0"/>
                <a:ea typeface="Lato Light" panose="020F0502020204030203" pitchFamily="34" charset="0"/>
                <a:cs typeface="Poppins" panose="00000500000000000000" pitchFamily="2" charset="0"/>
              </a:rPr>
              <a:t>explotants</a:t>
            </a:r>
            <a:endParaRPr lang="fr-FR" dirty="0">
              <a:solidFill>
                <a:schemeClr val="tx1"/>
              </a:solidFill>
              <a:latin typeface="Poppins" panose="00000500000000000000" pitchFamily="2" charset="0"/>
              <a:ea typeface="Lato Light" panose="020F0502020204030203" pitchFamily="34" charset="0"/>
              <a:cs typeface="Poppins" panose="00000500000000000000" pitchFamily="2" charset="0"/>
            </a:endParaRPr>
          </a:p>
          <a:p>
            <a:pPr marL="342900" indent="-342900">
              <a:lnSpc>
                <a:spcPts val="1750"/>
              </a:lnSpc>
              <a:buFont typeface="Arial" panose="020B0604020202020204" pitchFamily="34" charset="0"/>
              <a:buChar char="•"/>
            </a:pPr>
            <a:endParaRPr lang="fr-FR" dirty="0">
              <a:solidFill>
                <a:schemeClr val="tx1"/>
              </a:solidFill>
              <a:latin typeface="Poppins" panose="00000500000000000000" pitchFamily="2" charset="0"/>
              <a:ea typeface="Lato Light" panose="020F0502020204030203" pitchFamily="34" charset="0"/>
              <a:cs typeface="Poppins" panose="00000500000000000000" pitchFamily="2" charset="0"/>
            </a:endParaRPr>
          </a:p>
          <a:p>
            <a:pPr marL="342900" indent="-342900">
              <a:lnSpc>
                <a:spcPts val="1750"/>
              </a:lnSpc>
              <a:buFont typeface="Arial" panose="020B0604020202020204" pitchFamily="34" charset="0"/>
              <a:buChar char="•"/>
            </a:pPr>
            <a:endParaRPr lang="fr-FR" dirty="0">
              <a:solidFill>
                <a:schemeClr val="tx1"/>
              </a:solidFill>
              <a:latin typeface="Lato Light" panose="020F0502020204030203" pitchFamily="34" charset="0"/>
              <a:ea typeface="Lato Light" panose="020F0502020204030203" pitchFamily="34" charset="0"/>
            </a:endParaRPr>
          </a:p>
        </p:txBody>
      </p:sp>
      <p:pic>
        <p:nvPicPr>
          <p:cNvPr id="12" name="Image 11">
            <a:extLst>
              <a:ext uri="{FF2B5EF4-FFF2-40B4-BE49-F238E27FC236}">
                <a16:creationId xmlns:a16="http://schemas.microsoft.com/office/drawing/2014/main" id="{D267D4F6-9012-6407-FC62-B3A358F8A6A1}"/>
              </a:ext>
            </a:extLst>
          </p:cNvPr>
          <p:cNvPicPr>
            <a:picLocks noChangeAspect="1"/>
          </p:cNvPicPr>
          <p:nvPr/>
        </p:nvPicPr>
        <p:blipFill>
          <a:blip r:embed="rId3"/>
          <a:stretch>
            <a:fillRect/>
          </a:stretch>
        </p:blipFill>
        <p:spPr>
          <a:xfrm>
            <a:off x="11262361" y="0"/>
            <a:ext cx="929640" cy="889222"/>
          </a:xfrm>
          <a:prstGeom prst="rect">
            <a:avLst/>
          </a:prstGeom>
        </p:spPr>
      </p:pic>
    </p:spTree>
    <p:extLst>
      <p:ext uri="{BB962C8B-B14F-4D97-AF65-F5344CB8AC3E}">
        <p14:creationId xmlns:p14="http://schemas.microsoft.com/office/powerpoint/2010/main" val="3235704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6"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down)">
                                      <p:cBhvr>
                                        <p:cTn id="13" dur="580">
                                          <p:stCondLst>
                                            <p:cond delay="0"/>
                                          </p:stCondLst>
                                        </p:cTn>
                                        <p:tgtEl>
                                          <p:spTgt spid="4"/>
                                        </p:tgtEl>
                                      </p:cBhvr>
                                    </p:animEffect>
                                    <p:anim calcmode="lin" valueType="num">
                                      <p:cBhvr>
                                        <p:cTn id="14"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9" dur="26">
                                          <p:stCondLst>
                                            <p:cond delay="650"/>
                                          </p:stCondLst>
                                        </p:cTn>
                                        <p:tgtEl>
                                          <p:spTgt spid="4"/>
                                        </p:tgtEl>
                                      </p:cBhvr>
                                      <p:to x="100000" y="60000"/>
                                    </p:animScale>
                                    <p:animScale>
                                      <p:cBhvr>
                                        <p:cTn id="20" dur="166" decel="50000">
                                          <p:stCondLst>
                                            <p:cond delay="676"/>
                                          </p:stCondLst>
                                        </p:cTn>
                                        <p:tgtEl>
                                          <p:spTgt spid="4"/>
                                        </p:tgtEl>
                                      </p:cBhvr>
                                      <p:to x="100000" y="100000"/>
                                    </p:animScale>
                                    <p:animScale>
                                      <p:cBhvr>
                                        <p:cTn id="21" dur="26">
                                          <p:stCondLst>
                                            <p:cond delay="1312"/>
                                          </p:stCondLst>
                                        </p:cTn>
                                        <p:tgtEl>
                                          <p:spTgt spid="4"/>
                                        </p:tgtEl>
                                      </p:cBhvr>
                                      <p:to x="100000" y="80000"/>
                                    </p:animScale>
                                    <p:animScale>
                                      <p:cBhvr>
                                        <p:cTn id="22" dur="166" decel="50000">
                                          <p:stCondLst>
                                            <p:cond delay="1338"/>
                                          </p:stCondLst>
                                        </p:cTn>
                                        <p:tgtEl>
                                          <p:spTgt spid="4"/>
                                        </p:tgtEl>
                                      </p:cBhvr>
                                      <p:to x="100000" y="100000"/>
                                    </p:animScale>
                                    <p:animScale>
                                      <p:cBhvr>
                                        <p:cTn id="23" dur="26">
                                          <p:stCondLst>
                                            <p:cond delay="1642"/>
                                          </p:stCondLst>
                                        </p:cTn>
                                        <p:tgtEl>
                                          <p:spTgt spid="4"/>
                                        </p:tgtEl>
                                      </p:cBhvr>
                                      <p:to x="100000" y="90000"/>
                                    </p:animScale>
                                    <p:animScale>
                                      <p:cBhvr>
                                        <p:cTn id="24" dur="166" decel="50000">
                                          <p:stCondLst>
                                            <p:cond delay="1668"/>
                                          </p:stCondLst>
                                        </p:cTn>
                                        <p:tgtEl>
                                          <p:spTgt spid="4"/>
                                        </p:tgtEl>
                                      </p:cBhvr>
                                      <p:to x="100000" y="100000"/>
                                    </p:animScale>
                                    <p:animScale>
                                      <p:cBhvr>
                                        <p:cTn id="25" dur="26">
                                          <p:stCondLst>
                                            <p:cond delay="1808"/>
                                          </p:stCondLst>
                                        </p:cTn>
                                        <p:tgtEl>
                                          <p:spTgt spid="4"/>
                                        </p:tgtEl>
                                      </p:cBhvr>
                                      <p:to x="100000" y="95000"/>
                                    </p:animScale>
                                    <p:animScale>
                                      <p:cBhvr>
                                        <p:cTn id="26"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2FD8BB7-D1D6-C643-8BCD-3E7C728E3458}"/>
              </a:ext>
            </a:extLst>
          </p:cNvPr>
          <p:cNvSpPr txBox="1"/>
          <p:nvPr/>
        </p:nvSpPr>
        <p:spPr>
          <a:xfrm>
            <a:off x="3434875" y="306187"/>
            <a:ext cx="5322291" cy="553998"/>
          </a:xfrm>
          <a:prstGeom prst="rect">
            <a:avLst/>
          </a:prstGeom>
          <a:noFill/>
        </p:spPr>
        <p:txBody>
          <a:bodyPr wrap="none" rtlCol="0">
            <a:spAutoFit/>
          </a:bodyPr>
          <a:lstStyle/>
          <a:p>
            <a:pPr algn="ctr"/>
            <a:r>
              <a:rPr lang="fr-FR" sz="3000" b="1">
                <a:solidFill>
                  <a:schemeClr val="tx2"/>
                </a:solidFill>
                <a:latin typeface="Poppins" pitchFamily="2" charset="77"/>
                <a:cs typeface="Poppins" pitchFamily="2" charset="77"/>
              </a:rPr>
              <a:t>Niveau d’automatisation</a:t>
            </a:r>
            <a:endParaRPr lang="fr-FR" sz="3000" b="1" dirty="0">
              <a:solidFill>
                <a:schemeClr val="tx2"/>
              </a:solidFill>
              <a:latin typeface="Poppins" pitchFamily="2" charset="77"/>
              <a:cs typeface="Poppins" pitchFamily="2" charset="77"/>
            </a:endParaRPr>
          </a:p>
        </p:txBody>
      </p:sp>
      <p:sp>
        <p:nvSpPr>
          <p:cNvPr id="11" name="TextBox 10">
            <a:extLst>
              <a:ext uri="{FF2B5EF4-FFF2-40B4-BE49-F238E27FC236}">
                <a16:creationId xmlns:a16="http://schemas.microsoft.com/office/drawing/2014/main" id="{496B28DC-DD03-6D41-BDE1-218E34E5BDC5}"/>
              </a:ext>
            </a:extLst>
          </p:cNvPr>
          <p:cNvSpPr txBox="1"/>
          <p:nvPr/>
        </p:nvSpPr>
        <p:spPr>
          <a:xfrm>
            <a:off x="4936200" y="787594"/>
            <a:ext cx="2319609" cy="276999"/>
          </a:xfrm>
          <a:prstGeom prst="rect">
            <a:avLst/>
          </a:prstGeom>
          <a:noFill/>
        </p:spPr>
        <p:txBody>
          <a:bodyPr wrap="none" rtlCol="0">
            <a:spAutoFit/>
          </a:bodyPr>
          <a:lstStyle/>
          <a:p>
            <a:pPr algn="ctr"/>
            <a:r>
              <a:rPr lang="fr-FR" sz="1200" spc="151">
                <a:solidFill>
                  <a:schemeClr val="bg1">
                    <a:lumMod val="65000"/>
                  </a:schemeClr>
                </a:solidFill>
                <a:latin typeface="Poppins Light" pitchFamily="2" charset="77"/>
                <a:cs typeface="Poppins Light" pitchFamily="2" charset="77"/>
              </a:rPr>
              <a:t>Etape 3 - Planification</a:t>
            </a:r>
            <a:endParaRPr lang="fr-FR" sz="1200" spc="151" dirty="0">
              <a:solidFill>
                <a:schemeClr val="bg1">
                  <a:lumMod val="65000"/>
                </a:schemeClr>
              </a:solidFill>
              <a:latin typeface="Poppins Light" pitchFamily="2" charset="77"/>
              <a:cs typeface="Poppins Light" pitchFamily="2" charset="77"/>
            </a:endParaRPr>
          </a:p>
        </p:txBody>
      </p:sp>
      <p:sp>
        <p:nvSpPr>
          <p:cNvPr id="2" name="Freeform 25">
            <a:extLst>
              <a:ext uri="{FF2B5EF4-FFF2-40B4-BE49-F238E27FC236}">
                <a16:creationId xmlns:a16="http://schemas.microsoft.com/office/drawing/2014/main" id="{1026A4C1-4C8A-9FB2-E9FC-D967B3245CC7}"/>
              </a:ext>
            </a:extLst>
          </p:cNvPr>
          <p:cNvSpPr>
            <a:spLocks noChangeArrowheads="1"/>
          </p:cNvSpPr>
          <p:nvPr/>
        </p:nvSpPr>
        <p:spPr bwMode="auto">
          <a:xfrm>
            <a:off x="2539015" y="1704599"/>
            <a:ext cx="6358972" cy="273327"/>
          </a:xfrm>
          <a:prstGeom prst="roundRect">
            <a:avLst>
              <a:gd name="adj" fmla="val 50000"/>
            </a:avLst>
          </a:prstGeom>
          <a:solidFill>
            <a:schemeClr val="bg1">
              <a:lumMod val="95000"/>
            </a:schemeClr>
          </a:solidFill>
          <a:ln>
            <a:noFill/>
          </a:ln>
          <a:effectLst/>
        </p:spPr>
        <p:txBody>
          <a:bodyPr wrap="none" anchor="ctr"/>
          <a:lstStyle/>
          <a:p>
            <a:endParaRPr lang="en-US" sz="3265"/>
          </a:p>
        </p:txBody>
      </p:sp>
      <p:sp>
        <p:nvSpPr>
          <p:cNvPr id="3" name="TextBox 20">
            <a:extLst>
              <a:ext uri="{FF2B5EF4-FFF2-40B4-BE49-F238E27FC236}">
                <a16:creationId xmlns:a16="http://schemas.microsoft.com/office/drawing/2014/main" id="{58580B96-0526-12BA-D1AF-C32FB60D5719}"/>
              </a:ext>
            </a:extLst>
          </p:cNvPr>
          <p:cNvSpPr txBox="1"/>
          <p:nvPr/>
        </p:nvSpPr>
        <p:spPr>
          <a:xfrm>
            <a:off x="1696717" y="1587430"/>
            <a:ext cx="570989" cy="461665"/>
          </a:xfrm>
          <a:prstGeom prst="rect">
            <a:avLst/>
          </a:prstGeom>
          <a:noFill/>
        </p:spPr>
        <p:txBody>
          <a:bodyPr wrap="none" rtlCol="0" anchor="ctr">
            <a:spAutoFit/>
          </a:bodyPr>
          <a:lstStyle/>
          <a:p>
            <a:pPr algn="r"/>
            <a:r>
              <a:rPr lang="fr-FR" sz="2400" b="1">
                <a:solidFill>
                  <a:schemeClr val="tx2"/>
                </a:solidFill>
                <a:latin typeface="Poppins" pitchFamily="2" charset="77"/>
                <a:cs typeface="Poppins" pitchFamily="2" charset="77"/>
              </a:rPr>
              <a:t>03</a:t>
            </a:r>
            <a:endParaRPr lang="fr-FR" sz="2400" b="1" dirty="0">
              <a:solidFill>
                <a:schemeClr val="tx2"/>
              </a:solidFill>
              <a:latin typeface="Poppins" pitchFamily="2" charset="77"/>
              <a:cs typeface="Poppins" pitchFamily="2" charset="77"/>
            </a:endParaRPr>
          </a:p>
        </p:txBody>
      </p:sp>
      <p:sp>
        <p:nvSpPr>
          <p:cNvPr id="4" name="TextBox 24">
            <a:extLst>
              <a:ext uri="{FF2B5EF4-FFF2-40B4-BE49-F238E27FC236}">
                <a16:creationId xmlns:a16="http://schemas.microsoft.com/office/drawing/2014/main" id="{79263FE4-13D1-32CA-CE89-CE6A507B98FD}"/>
              </a:ext>
            </a:extLst>
          </p:cNvPr>
          <p:cNvSpPr txBox="1"/>
          <p:nvPr/>
        </p:nvSpPr>
        <p:spPr>
          <a:xfrm>
            <a:off x="2517312" y="1271959"/>
            <a:ext cx="1523174" cy="338554"/>
          </a:xfrm>
          <a:prstGeom prst="rect">
            <a:avLst/>
          </a:prstGeom>
          <a:noFill/>
        </p:spPr>
        <p:txBody>
          <a:bodyPr wrap="none" rtlCol="0" anchor="b" anchorCtr="0">
            <a:spAutoFit/>
          </a:bodyPr>
          <a:lstStyle/>
          <a:p>
            <a:r>
              <a:rPr lang="fr-FR" sz="1600" b="1">
                <a:latin typeface="Poppins" pitchFamily="2" charset="77"/>
                <a:ea typeface="League Spartan" charset="0"/>
                <a:cs typeface="Poppins" pitchFamily="2" charset="77"/>
              </a:rPr>
              <a:t>Planification</a:t>
            </a:r>
            <a:endParaRPr lang="fr-FR" sz="1600" b="1" dirty="0">
              <a:latin typeface="Poppins" pitchFamily="2" charset="77"/>
              <a:ea typeface="League Spartan" charset="0"/>
              <a:cs typeface="Poppins" pitchFamily="2" charset="77"/>
            </a:endParaRPr>
          </a:p>
        </p:txBody>
      </p:sp>
      <p:sp>
        <p:nvSpPr>
          <p:cNvPr id="5" name="TextBox 29">
            <a:extLst>
              <a:ext uri="{FF2B5EF4-FFF2-40B4-BE49-F238E27FC236}">
                <a16:creationId xmlns:a16="http://schemas.microsoft.com/office/drawing/2014/main" id="{8A789937-2323-B36D-5A77-26AD0AAEC41B}"/>
              </a:ext>
            </a:extLst>
          </p:cNvPr>
          <p:cNvSpPr txBox="1"/>
          <p:nvPr/>
        </p:nvSpPr>
        <p:spPr>
          <a:xfrm>
            <a:off x="8189514" y="1343044"/>
            <a:ext cx="705642" cy="338554"/>
          </a:xfrm>
          <a:prstGeom prst="rect">
            <a:avLst/>
          </a:prstGeom>
          <a:noFill/>
        </p:spPr>
        <p:txBody>
          <a:bodyPr wrap="none" rtlCol="0" anchor="b" anchorCtr="0">
            <a:spAutoFit/>
          </a:bodyPr>
          <a:lstStyle/>
          <a:p>
            <a:pPr algn="r"/>
            <a:r>
              <a:rPr lang="fr-FR" sz="1600" b="1">
                <a:latin typeface="Poppins" pitchFamily="2" charset="77"/>
                <a:ea typeface="League Spartan" charset="0"/>
                <a:cs typeface="Poppins" pitchFamily="2" charset="77"/>
              </a:rPr>
              <a:t>100%</a:t>
            </a:r>
            <a:endParaRPr lang="fr-FR" sz="1600" b="1" dirty="0">
              <a:latin typeface="Poppins" pitchFamily="2" charset="77"/>
              <a:ea typeface="League Spartan" charset="0"/>
              <a:cs typeface="Poppins" pitchFamily="2" charset="77"/>
            </a:endParaRPr>
          </a:p>
        </p:txBody>
      </p:sp>
      <p:sp>
        <p:nvSpPr>
          <p:cNvPr id="7" name="Freeform 17">
            <a:extLst>
              <a:ext uri="{FF2B5EF4-FFF2-40B4-BE49-F238E27FC236}">
                <a16:creationId xmlns:a16="http://schemas.microsoft.com/office/drawing/2014/main" id="{31568823-061C-B04D-E662-C6C64FAA59AF}"/>
              </a:ext>
            </a:extLst>
          </p:cNvPr>
          <p:cNvSpPr>
            <a:spLocks noChangeArrowheads="1"/>
          </p:cNvSpPr>
          <p:nvPr/>
        </p:nvSpPr>
        <p:spPr bwMode="auto">
          <a:xfrm>
            <a:off x="2539016" y="1723372"/>
            <a:ext cx="1233892" cy="264392"/>
          </a:xfrm>
          <a:prstGeom prst="roundRect">
            <a:avLst>
              <a:gd name="adj" fmla="val 50000"/>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a:effectLst/>
        </p:spPr>
        <p:txBody>
          <a:bodyPr wrap="none" anchor="ctr"/>
          <a:lstStyle/>
          <a:p>
            <a:pPr algn="r"/>
            <a:r>
              <a:rPr lang="fr-FR" sz="2400">
                <a:solidFill>
                  <a:schemeClr val="accent6">
                    <a:lumMod val="75000"/>
                  </a:schemeClr>
                </a:solidFill>
              </a:rPr>
              <a:t>10 %</a:t>
            </a:r>
            <a:endParaRPr lang="fr-FR" sz="2400" dirty="0">
              <a:solidFill>
                <a:schemeClr val="accent6">
                  <a:lumMod val="75000"/>
                </a:schemeClr>
              </a:solidFill>
            </a:endParaRPr>
          </a:p>
        </p:txBody>
      </p:sp>
      <p:sp>
        <p:nvSpPr>
          <p:cNvPr id="8" name="Freeform 17">
            <a:extLst>
              <a:ext uri="{FF2B5EF4-FFF2-40B4-BE49-F238E27FC236}">
                <a16:creationId xmlns:a16="http://schemas.microsoft.com/office/drawing/2014/main" id="{BCA0D60E-A4E8-01A7-CF47-A6DFB51AD9B8}"/>
              </a:ext>
            </a:extLst>
          </p:cNvPr>
          <p:cNvSpPr>
            <a:spLocks noChangeArrowheads="1"/>
          </p:cNvSpPr>
          <p:nvPr/>
        </p:nvSpPr>
        <p:spPr bwMode="auto">
          <a:xfrm>
            <a:off x="3772909" y="1704599"/>
            <a:ext cx="3361316" cy="273327"/>
          </a:xfrm>
          <a:prstGeom prst="roundRect">
            <a:avLst>
              <a:gd name="adj" fmla="val 50000"/>
            </a:avLst>
          </a:prstGeom>
          <a:solidFill>
            <a:schemeClr val="accent1"/>
          </a:solidFill>
          <a:ln>
            <a:noFill/>
          </a:ln>
          <a:effectLst/>
        </p:spPr>
        <p:txBody>
          <a:bodyPr wrap="none" anchor="ctr"/>
          <a:lstStyle/>
          <a:p>
            <a:pPr algn="r"/>
            <a:r>
              <a:rPr lang="fr-FR" sz="2400">
                <a:solidFill>
                  <a:schemeClr val="bg1"/>
                </a:solidFill>
              </a:rPr>
              <a:t>+70%</a:t>
            </a:r>
            <a:endParaRPr lang="fr-FR" sz="2400" dirty="0">
              <a:solidFill>
                <a:schemeClr val="bg1"/>
              </a:solidFill>
            </a:endParaRPr>
          </a:p>
        </p:txBody>
      </p:sp>
      <p:sp>
        <p:nvSpPr>
          <p:cNvPr id="6" name="Rectangle 5">
            <a:extLst>
              <a:ext uri="{FF2B5EF4-FFF2-40B4-BE49-F238E27FC236}">
                <a16:creationId xmlns:a16="http://schemas.microsoft.com/office/drawing/2014/main" id="{E924039A-CE87-7C64-E3B9-DFA585CC3D55}"/>
              </a:ext>
            </a:extLst>
          </p:cNvPr>
          <p:cNvSpPr/>
          <p:nvPr/>
        </p:nvSpPr>
        <p:spPr>
          <a:xfrm>
            <a:off x="4320000" y="2520000"/>
            <a:ext cx="7740000" cy="3960000"/>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744788" lvl="2" indent="-317500">
              <a:lnSpc>
                <a:spcPts val="1750"/>
              </a:lnSpc>
              <a:buFont typeface="Arial" panose="020B0604020202020204" pitchFamily="34" charset="0"/>
              <a:buChar char="•"/>
            </a:pP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Fluidité du processus</a:t>
            </a:r>
          </a:p>
          <a:p>
            <a:pPr marL="4116388" lvl="5" indent="-317500">
              <a:lnSpc>
                <a:spcPts val="1750"/>
              </a:lnSpc>
              <a:buFont typeface="Arial" panose="020B0604020202020204" pitchFamily="34" charset="0"/>
              <a:buChar char="•"/>
            </a:pPr>
            <a:endParaRPr lang="fr-FR" dirty="0">
              <a:solidFill>
                <a:schemeClr val="tx1"/>
              </a:solidFill>
              <a:latin typeface="Poppins" panose="00000500000000000000" pitchFamily="2" charset="0"/>
              <a:ea typeface="Lato Light" panose="020F0502020204030203" pitchFamily="34" charset="0"/>
              <a:cs typeface="Poppins" panose="00000500000000000000" pitchFamily="2" charset="0"/>
            </a:endParaRPr>
          </a:p>
          <a:p>
            <a:pPr marL="2744788" lvl="2" indent="-317500">
              <a:lnSpc>
                <a:spcPts val="1750"/>
              </a:lnSpc>
              <a:buFont typeface="Arial" panose="020B0604020202020204" pitchFamily="34" charset="0"/>
              <a:buChar char="•"/>
            </a:pPr>
            <a:r>
              <a:rPr lang="fr-FR" dirty="0" err="1">
                <a:solidFill>
                  <a:schemeClr val="tx1"/>
                </a:solidFill>
                <a:latin typeface="Poppins" panose="00000500000000000000" pitchFamily="2" charset="0"/>
                <a:ea typeface="Lato Light" panose="020F0502020204030203" pitchFamily="34" charset="0"/>
                <a:cs typeface="Poppins" panose="00000500000000000000" pitchFamily="2" charset="0"/>
              </a:rPr>
              <a:t>Diminitution</a:t>
            </a: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 des couts de traitement</a:t>
            </a:r>
          </a:p>
          <a:p>
            <a:pPr marL="2427288" lvl="2">
              <a:lnSpc>
                <a:spcPts val="1750"/>
              </a:lnSpc>
            </a:pP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 </a:t>
            </a:r>
          </a:p>
          <a:p>
            <a:pPr marL="2744788" lvl="2" indent="-317500">
              <a:lnSpc>
                <a:spcPts val="1750"/>
              </a:lnSpc>
              <a:buFont typeface="Arial" panose="020B0604020202020204" pitchFamily="34" charset="0"/>
              <a:buChar char="•"/>
            </a:pP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Cout SI: 350 </a:t>
            </a:r>
            <a:r>
              <a:rPr lang="fr-FR" dirty="0" err="1">
                <a:solidFill>
                  <a:schemeClr val="tx1"/>
                </a:solidFill>
                <a:latin typeface="Poppins" panose="00000500000000000000" pitchFamily="2" charset="0"/>
                <a:ea typeface="Lato Light" panose="020F0502020204030203" pitchFamily="34" charset="0"/>
                <a:cs typeface="Poppins" panose="00000500000000000000" pitchFamily="2" charset="0"/>
              </a:rPr>
              <a:t>Keuro</a:t>
            </a: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  </a:t>
            </a:r>
          </a:p>
          <a:p>
            <a:pPr marL="2744788" lvl="2" indent="-317500">
              <a:lnSpc>
                <a:spcPts val="1750"/>
              </a:lnSpc>
              <a:buFont typeface="Arial" panose="020B0604020202020204" pitchFamily="34" charset="0"/>
              <a:buChar char="•"/>
            </a:pPr>
            <a:endParaRPr lang="fr-FR" dirty="0">
              <a:solidFill>
                <a:schemeClr val="tx1"/>
              </a:solidFill>
              <a:latin typeface="Poppins" panose="00000500000000000000" pitchFamily="2" charset="0"/>
              <a:ea typeface="Lato Light" panose="020F0502020204030203" pitchFamily="34" charset="0"/>
              <a:cs typeface="Poppins" panose="00000500000000000000" pitchFamily="2" charset="0"/>
            </a:endParaRPr>
          </a:p>
          <a:p>
            <a:pPr marL="1970088" lvl="1">
              <a:lnSpc>
                <a:spcPts val="1750"/>
              </a:lnSpc>
            </a:pPr>
            <a:endParaRPr lang="fr-FR" dirty="0">
              <a:solidFill>
                <a:schemeClr val="tx1"/>
              </a:solidFill>
              <a:latin typeface="Lato Light" panose="020F0502020204030203" pitchFamily="34" charset="0"/>
              <a:ea typeface="Lato Light" panose="020F0502020204030203" pitchFamily="34" charset="0"/>
            </a:endParaRPr>
          </a:p>
        </p:txBody>
      </p:sp>
      <p:sp>
        <p:nvSpPr>
          <p:cNvPr id="9" name="Signalisation droite 1">
            <a:extLst>
              <a:ext uri="{FF2B5EF4-FFF2-40B4-BE49-F238E27FC236}">
                <a16:creationId xmlns:a16="http://schemas.microsoft.com/office/drawing/2014/main" id="{74650C87-E9F9-D4CF-59FA-A295F4D3FD20}"/>
              </a:ext>
            </a:extLst>
          </p:cNvPr>
          <p:cNvSpPr/>
          <p:nvPr/>
        </p:nvSpPr>
        <p:spPr>
          <a:xfrm>
            <a:off x="180000" y="2520000"/>
            <a:ext cx="6120000" cy="3960000"/>
          </a:xfrm>
          <a:prstGeom prst="homePlate">
            <a:avLst/>
          </a:prstGeom>
          <a:solidFill>
            <a:schemeClr val="bg1">
              <a:lumMod val="8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dk1"/>
          </a:lnRef>
          <a:fillRef idx="2">
            <a:schemeClr val="dk1"/>
          </a:fillRef>
          <a:effectRef idx="1">
            <a:schemeClr val="dk1"/>
          </a:effectRef>
          <a:fontRef idx="minor">
            <a:schemeClr val="dk1"/>
          </a:fontRef>
        </p:style>
        <p:txBody>
          <a:bodyPr rtlCol="0" anchor="ctr"/>
          <a:lstStyle/>
          <a:p>
            <a:pPr marL="342900" indent="-342900">
              <a:lnSpc>
                <a:spcPts val="1750"/>
              </a:lnSpc>
              <a:buFont typeface="Arial" panose="020B0604020202020204" pitchFamily="34" charset="0"/>
              <a:buChar char="•"/>
            </a:pPr>
            <a:endParaRPr lang="fr-FR" dirty="0">
              <a:solidFill>
                <a:schemeClr val="tx1"/>
              </a:solidFill>
              <a:latin typeface="Lato Light" panose="020F0502020204030203" pitchFamily="34" charset="0"/>
              <a:ea typeface="Lato Light" panose="020F0502020204030203" pitchFamily="34" charset="0"/>
            </a:endParaRPr>
          </a:p>
          <a:p>
            <a:pPr marL="342900" indent="-342900">
              <a:lnSpc>
                <a:spcPts val="1750"/>
              </a:lnSpc>
              <a:buFont typeface="Arial" panose="020B0604020202020204" pitchFamily="34" charset="0"/>
              <a:buChar char="•"/>
            </a:pP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Une revue des besoins </a:t>
            </a:r>
            <a:r>
              <a:rPr lang="fr-FR" dirty="0" err="1">
                <a:solidFill>
                  <a:schemeClr val="tx1"/>
                </a:solidFill>
                <a:latin typeface="Poppins" panose="00000500000000000000" pitchFamily="2" charset="0"/>
                <a:ea typeface="Lato Light" panose="020F0502020204030203" pitchFamily="34" charset="0"/>
                <a:cs typeface="Poppins" panose="00000500000000000000" pitchFamily="2" charset="0"/>
              </a:rPr>
              <a:t>fonctionels</a:t>
            </a: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 pour atteindre les 80%</a:t>
            </a:r>
          </a:p>
          <a:p>
            <a:pPr marL="342900" indent="-342900">
              <a:lnSpc>
                <a:spcPts val="1750"/>
              </a:lnSpc>
              <a:buFont typeface="Arial" panose="020B0604020202020204" pitchFamily="34" charset="0"/>
              <a:buChar char="•"/>
            </a:pPr>
            <a:endParaRPr lang="fr-FR" dirty="0">
              <a:solidFill>
                <a:schemeClr val="tx1"/>
              </a:solidFill>
              <a:latin typeface="Poppins" panose="00000500000000000000" pitchFamily="2" charset="0"/>
              <a:ea typeface="Lato Light" panose="020F0502020204030203" pitchFamily="34" charset="0"/>
              <a:cs typeface="Poppins" panose="00000500000000000000" pitchFamily="2" charset="0"/>
            </a:endParaRPr>
          </a:p>
          <a:p>
            <a:pPr marL="342900" indent="-342900">
              <a:lnSpc>
                <a:spcPts val="1750"/>
              </a:lnSpc>
              <a:buFont typeface="Arial" panose="020B0604020202020204" pitchFamily="34" charset="0"/>
              <a:buChar char="•"/>
            </a:pP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Rédaction d’un expression de besoin  pour prendre en charge des </a:t>
            </a:r>
            <a:r>
              <a:rPr lang="fr-FR" dirty="0" err="1">
                <a:solidFill>
                  <a:schemeClr val="tx1"/>
                </a:solidFill>
                <a:latin typeface="Poppins" panose="00000500000000000000" pitchFamily="2" charset="0"/>
                <a:ea typeface="Lato Light" panose="020F0502020204030203" pitchFamily="34" charset="0"/>
                <a:cs typeface="Poppins" panose="00000500000000000000" pitchFamily="2" charset="0"/>
              </a:rPr>
              <a:t>containtres</a:t>
            </a: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 supplémentaires dans l’algorithme </a:t>
            </a:r>
          </a:p>
          <a:p>
            <a:pPr marL="342900" indent="-342900">
              <a:lnSpc>
                <a:spcPts val="1750"/>
              </a:lnSpc>
              <a:buFont typeface="Arial" panose="020B0604020202020204" pitchFamily="34" charset="0"/>
              <a:buChar char="•"/>
            </a:pPr>
            <a:endParaRPr lang="fr-FR" dirty="0">
              <a:solidFill>
                <a:schemeClr val="tx1"/>
              </a:solidFill>
              <a:latin typeface="Poppins" panose="00000500000000000000" pitchFamily="2" charset="0"/>
              <a:ea typeface="Lato Light" panose="020F0502020204030203" pitchFamily="34" charset="0"/>
              <a:cs typeface="Poppins" panose="00000500000000000000" pitchFamily="2" charset="0"/>
            </a:endParaRPr>
          </a:p>
          <a:p>
            <a:pPr marL="342900" indent="-342900">
              <a:lnSpc>
                <a:spcPts val="1750"/>
              </a:lnSpc>
              <a:buFont typeface="Arial" panose="020B0604020202020204" pitchFamily="34" charset="0"/>
              <a:buChar char="•"/>
            </a:pP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Phase de </a:t>
            </a:r>
            <a:r>
              <a:rPr lang="fr-FR" dirty="0" err="1">
                <a:solidFill>
                  <a:schemeClr val="tx1"/>
                </a:solidFill>
                <a:latin typeface="Poppins" panose="00000500000000000000" pitchFamily="2" charset="0"/>
                <a:ea typeface="Lato Light" panose="020F0502020204030203" pitchFamily="34" charset="0"/>
                <a:cs typeface="Poppins" panose="00000500000000000000" pitchFamily="2" charset="0"/>
              </a:rPr>
              <a:t>developpement</a:t>
            </a: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 (très peu d’IHM)</a:t>
            </a:r>
          </a:p>
          <a:p>
            <a:pPr marL="342900" indent="-342900">
              <a:lnSpc>
                <a:spcPts val="1750"/>
              </a:lnSpc>
              <a:buFont typeface="Arial" panose="020B0604020202020204" pitchFamily="34" charset="0"/>
              <a:buChar char="•"/>
            </a:pPr>
            <a:endParaRPr lang="fr-FR" dirty="0">
              <a:solidFill>
                <a:schemeClr val="tx1"/>
              </a:solidFill>
              <a:latin typeface="Lato Light" panose="020F0502020204030203" pitchFamily="34" charset="0"/>
              <a:ea typeface="Lato Light" panose="020F0502020204030203" pitchFamily="34" charset="0"/>
            </a:endParaRPr>
          </a:p>
          <a:p>
            <a:pPr marL="342900" indent="-342900">
              <a:lnSpc>
                <a:spcPts val="1750"/>
              </a:lnSpc>
              <a:buFont typeface="Arial" panose="020B0604020202020204" pitchFamily="34" charset="0"/>
              <a:buChar char="•"/>
            </a:pPr>
            <a:endParaRPr lang="fr-FR" dirty="0">
              <a:solidFill>
                <a:schemeClr val="tx1"/>
              </a:solidFill>
              <a:latin typeface="Lato Light" panose="020F0502020204030203" pitchFamily="34" charset="0"/>
              <a:ea typeface="Lato Light" panose="020F0502020204030203" pitchFamily="34" charset="0"/>
            </a:endParaRPr>
          </a:p>
        </p:txBody>
      </p:sp>
      <p:pic>
        <p:nvPicPr>
          <p:cNvPr id="13" name="Image 12">
            <a:extLst>
              <a:ext uri="{FF2B5EF4-FFF2-40B4-BE49-F238E27FC236}">
                <a16:creationId xmlns:a16="http://schemas.microsoft.com/office/drawing/2014/main" id="{60DA5E5E-106D-000D-6A8D-C983271AD5C0}"/>
              </a:ext>
            </a:extLst>
          </p:cNvPr>
          <p:cNvPicPr>
            <a:picLocks noChangeAspect="1"/>
          </p:cNvPicPr>
          <p:nvPr/>
        </p:nvPicPr>
        <p:blipFill>
          <a:blip r:embed="rId3"/>
          <a:stretch>
            <a:fillRect/>
          </a:stretch>
        </p:blipFill>
        <p:spPr>
          <a:xfrm>
            <a:off x="11262361" y="0"/>
            <a:ext cx="929640" cy="889222"/>
          </a:xfrm>
          <a:prstGeom prst="rect">
            <a:avLst/>
          </a:prstGeom>
        </p:spPr>
      </p:pic>
    </p:spTree>
    <p:extLst>
      <p:ext uri="{BB962C8B-B14F-4D97-AF65-F5344CB8AC3E}">
        <p14:creationId xmlns:p14="http://schemas.microsoft.com/office/powerpoint/2010/main" val="1955689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6"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down)">
                                      <p:cBhvr>
                                        <p:cTn id="13" dur="580">
                                          <p:stCondLst>
                                            <p:cond delay="0"/>
                                          </p:stCondLst>
                                        </p:cTn>
                                        <p:tgtEl>
                                          <p:spTgt spid="6"/>
                                        </p:tgtEl>
                                      </p:cBhvr>
                                    </p:animEffect>
                                    <p:anim calcmode="lin" valueType="num">
                                      <p:cBhvr>
                                        <p:cTn id="14"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9" dur="26">
                                          <p:stCondLst>
                                            <p:cond delay="650"/>
                                          </p:stCondLst>
                                        </p:cTn>
                                        <p:tgtEl>
                                          <p:spTgt spid="6"/>
                                        </p:tgtEl>
                                      </p:cBhvr>
                                      <p:to x="100000" y="60000"/>
                                    </p:animScale>
                                    <p:animScale>
                                      <p:cBhvr>
                                        <p:cTn id="20" dur="166" decel="50000">
                                          <p:stCondLst>
                                            <p:cond delay="676"/>
                                          </p:stCondLst>
                                        </p:cTn>
                                        <p:tgtEl>
                                          <p:spTgt spid="6"/>
                                        </p:tgtEl>
                                      </p:cBhvr>
                                      <p:to x="100000" y="100000"/>
                                    </p:animScale>
                                    <p:animScale>
                                      <p:cBhvr>
                                        <p:cTn id="21" dur="26">
                                          <p:stCondLst>
                                            <p:cond delay="1312"/>
                                          </p:stCondLst>
                                        </p:cTn>
                                        <p:tgtEl>
                                          <p:spTgt spid="6"/>
                                        </p:tgtEl>
                                      </p:cBhvr>
                                      <p:to x="100000" y="80000"/>
                                    </p:animScale>
                                    <p:animScale>
                                      <p:cBhvr>
                                        <p:cTn id="22" dur="166" decel="50000">
                                          <p:stCondLst>
                                            <p:cond delay="1338"/>
                                          </p:stCondLst>
                                        </p:cTn>
                                        <p:tgtEl>
                                          <p:spTgt spid="6"/>
                                        </p:tgtEl>
                                      </p:cBhvr>
                                      <p:to x="100000" y="100000"/>
                                    </p:animScale>
                                    <p:animScale>
                                      <p:cBhvr>
                                        <p:cTn id="23" dur="26">
                                          <p:stCondLst>
                                            <p:cond delay="1642"/>
                                          </p:stCondLst>
                                        </p:cTn>
                                        <p:tgtEl>
                                          <p:spTgt spid="6"/>
                                        </p:tgtEl>
                                      </p:cBhvr>
                                      <p:to x="100000" y="90000"/>
                                    </p:animScale>
                                    <p:animScale>
                                      <p:cBhvr>
                                        <p:cTn id="24" dur="166" decel="50000">
                                          <p:stCondLst>
                                            <p:cond delay="1668"/>
                                          </p:stCondLst>
                                        </p:cTn>
                                        <p:tgtEl>
                                          <p:spTgt spid="6"/>
                                        </p:tgtEl>
                                      </p:cBhvr>
                                      <p:to x="100000" y="100000"/>
                                    </p:animScale>
                                    <p:animScale>
                                      <p:cBhvr>
                                        <p:cTn id="25" dur="26">
                                          <p:stCondLst>
                                            <p:cond delay="1808"/>
                                          </p:stCondLst>
                                        </p:cTn>
                                        <p:tgtEl>
                                          <p:spTgt spid="6"/>
                                        </p:tgtEl>
                                      </p:cBhvr>
                                      <p:to x="100000" y="95000"/>
                                    </p:animScale>
                                    <p:animScale>
                                      <p:cBhvr>
                                        <p:cTn id="26" dur="166" decel="50000">
                                          <p:stCondLst>
                                            <p:cond delay="1834"/>
                                          </p:stCondLst>
                                        </p:cTn>
                                        <p:tgtEl>
                                          <p:spTgt spid="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2FD8BB7-D1D6-C643-8BCD-3E7C728E3458}"/>
              </a:ext>
            </a:extLst>
          </p:cNvPr>
          <p:cNvSpPr txBox="1"/>
          <p:nvPr/>
        </p:nvSpPr>
        <p:spPr>
          <a:xfrm>
            <a:off x="3434875" y="306187"/>
            <a:ext cx="5322291" cy="553998"/>
          </a:xfrm>
          <a:prstGeom prst="rect">
            <a:avLst/>
          </a:prstGeom>
          <a:noFill/>
        </p:spPr>
        <p:txBody>
          <a:bodyPr wrap="none" rtlCol="0">
            <a:spAutoFit/>
          </a:bodyPr>
          <a:lstStyle/>
          <a:p>
            <a:pPr algn="ctr"/>
            <a:r>
              <a:rPr lang="fr-FR" sz="3000" b="1">
                <a:solidFill>
                  <a:schemeClr val="tx2"/>
                </a:solidFill>
                <a:latin typeface="Poppins" pitchFamily="2" charset="77"/>
                <a:cs typeface="Poppins" pitchFamily="2" charset="77"/>
              </a:rPr>
              <a:t>Niveau d’automatisation</a:t>
            </a:r>
            <a:endParaRPr lang="fr-FR" sz="3000" b="1" dirty="0">
              <a:solidFill>
                <a:schemeClr val="tx2"/>
              </a:solidFill>
              <a:latin typeface="Poppins" pitchFamily="2" charset="77"/>
              <a:cs typeface="Poppins" pitchFamily="2" charset="77"/>
            </a:endParaRPr>
          </a:p>
        </p:txBody>
      </p:sp>
      <p:sp>
        <p:nvSpPr>
          <p:cNvPr id="11" name="TextBox 10">
            <a:extLst>
              <a:ext uri="{FF2B5EF4-FFF2-40B4-BE49-F238E27FC236}">
                <a16:creationId xmlns:a16="http://schemas.microsoft.com/office/drawing/2014/main" id="{496B28DC-DD03-6D41-BDE1-218E34E5BDC5}"/>
              </a:ext>
            </a:extLst>
          </p:cNvPr>
          <p:cNvSpPr txBox="1"/>
          <p:nvPr/>
        </p:nvSpPr>
        <p:spPr>
          <a:xfrm>
            <a:off x="5017280" y="787594"/>
            <a:ext cx="2157450" cy="276999"/>
          </a:xfrm>
          <a:prstGeom prst="rect">
            <a:avLst/>
          </a:prstGeom>
          <a:noFill/>
        </p:spPr>
        <p:txBody>
          <a:bodyPr wrap="none" rtlCol="0">
            <a:spAutoFit/>
          </a:bodyPr>
          <a:lstStyle/>
          <a:p>
            <a:pPr algn="ctr"/>
            <a:r>
              <a:rPr lang="fr-FR" sz="1200" spc="151">
                <a:solidFill>
                  <a:schemeClr val="bg1">
                    <a:lumMod val="65000"/>
                  </a:schemeClr>
                </a:solidFill>
                <a:latin typeface="Poppins Light" pitchFamily="2" charset="77"/>
                <a:cs typeface="Poppins Light" pitchFamily="2" charset="77"/>
              </a:rPr>
              <a:t>Etape 4 - Réalisation</a:t>
            </a:r>
            <a:endParaRPr lang="fr-FR" sz="1200" spc="151" dirty="0">
              <a:solidFill>
                <a:schemeClr val="bg1">
                  <a:lumMod val="65000"/>
                </a:schemeClr>
              </a:solidFill>
              <a:latin typeface="Poppins Light" pitchFamily="2" charset="77"/>
              <a:cs typeface="Poppins Light" pitchFamily="2" charset="77"/>
            </a:endParaRPr>
          </a:p>
        </p:txBody>
      </p:sp>
      <p:sp>
        <p:nvSpPr>
          <p:cNvPr id="16" name="Freeform 29">
            <a:extLst>
              <a:ext uri="{FF2B5EF4-FFF2-40B4-BE49-F238E27FC236}">
                <a16:creationId xmlns:a16="http://schemas.microsoft.com/office/drawing/2014/main" id="{DB51BA19-93CF-E354-76FB-5BF4886E8531}"/>
              </a:ext>
            </a:extLst>
          </p:cNvPr>
          <p:cNvSpPr>
            <a:spLocks noChangeArrowheads="1"/>
          </p:cNvSpPr>
          <p:nvPr/>
        </p:nvSpPr>
        <p:spPr bwMode="auto">
          <a:xfrm>
            <a:off x="2503024" y="1783802"/>
            <a:ext cx="6358972" cy="273325"/>
          </a:xfrm>
          <a:prstGeom prst="roundRect">
            <a:avLst>
              <a:gd name="adj" fmla="val 50000"/>
            </a:avLst>
          </a:prstGeom>
          <a:solidFill>
            <a:schemeClr val="bg1">
              <a:lumMod val="95000"/>
            </a:schemeClr>
          </a:solidFill>
          <a:ln>
            <a:noFill/>
          </a:ln>
          <a:effectLst/>
        </p:spPr>
        <p:txBody>
          <a:bodyPr wrap="none" anchor="ctr"/>
          <a:lstStyle/>
          <a:p>
            <a:endParaRPr lang="en-US" sz="3265"/>
          </a:p>
        </p:txBody>
      </p:sp>
      <p:sp>
        <p:nvSpPr>
          <p:cNvPr id="18" name="TextBox 21">
            <a:extLst>
              <a:ext uri="{FF2B5EF4-FFF2-40B4-BE49-F238E27FC236}">
                <a16:creationId xmlns:a16="http://schemas.microsoft.com/office/drawing/2014/main" id="{6E4DE6C0-0634-7F0B-62CE-D1FD0C03577A}"/>
              </a:ext>
            </a:extLst>
          </p:cNvPr>
          <p:cNvSpPr txBox="1"/>
          <p:nvPr/>
        </p:nvSpPr>
        <p:spPr>
          <a:xfrm>
            <a:off x="1659987" y="1689634"/>
            <a:ext cx="593432" cy="461665"/>
          </a:xfrm>
          <a:prstGeom prst="rect">
            <a:avLst/>
          </a:prstGeom>
          <a:noFill/>
        </p:spPr>
        <p:txBody>
          <a:bodyPr wrap="none" rtlCol="0" anchor="ctr">
            <a:spAutoFit/>
          </a:bodyPr>
          <a:lstStyle/>
          <a:p>
            <a:pPr algn="r"/>
            <a:r>
              <a:rPr lang="fr-FR" sz="2400" b="1">
                <a:solidFill>
                  <a:schemeClr val="tx2"/>
                </a:solidFill>
                <a:latin typeface="Poppins" pitchFamily="2" charset="77"/>
                <a:cs typeface="Poppins" pitchFamily="2" charset="77"/>
              </a:rPr>
              <a:t>04</a:t>
            </a:r>
            <a:endParaRPr lang="fr-FR" sz="2400" b="1" dirty="0">
              <a:solidFill>
                <a:schemeClr val="tx2"/>
              </a:solidFill>
              <a:latin typeface="Poppins" pitchFamily="2" charset="77"/>
              <a:cs typeface="Poppins" pitchFamily="2" charset="77"/>
            </a:endParaRPr>
          </a:p>
        </p:txBody>
      </p:sp>
      <p:sp>
        <p:nvSpPr>
          <p:cNvPr id="19" name="TextBox 25">
            <a:extLst>
              <a:ext uri="{FF2B5EF4-FFF2-40B4-BE49-F238E27FC236}">
                <a16:creationId xmlns:a16="http://schemas.microsoft.com/office/drawing/2014/main" id="{2555B654-73ED-5A75-8642-030DE9AE6ED2}"/>
              </a:ext>
            </a:extLst>
          </p:cNvPr>
          <p:cNvSpPr txBox="1"/>
          <p:nvPr/>
        </p:nvSpPr>
        <p:spPr>
          <a:xfrm>
            <a:off x="2503024" y="1374163"/>
            <a:ext cx="1372492" cy="338554"/>
          </a:xfrm>
          <a:prstGeom prst="rect">
            <a:avLst/>
          </a:prstGeom>
          <a:noFill/>
        </p:spPr>
        <p:txBody>
          <a:bodyPr wrap="none" rtlCol="0" anchor="b" anchorCtr="0">
            <a:spAutoFit/>
          </a:bodyPr>
          <a:lstStyle/>
          <a:p>
            <a:r>
              <a:rPr lang="fr-FR" sz="1600" b="1">
                <a:latin typeface="Poppins" pitchFamily="2" charset="77"/>
                <a:ea typeface="League Spartan" charset="0"/>
                <a:cs typeface="Poppins" pitchFamily="2" charset="77"/>
              </a:rPr>
              <a:t>Réalisation</a:t>
            </a:r>
            <a:endParaRPr lang="fr-FR" sz="1600" b="1" dirty="0">
              <a:latin typeface="Poppins" pitchFamily="2" charset="77"/>
              <a:ea typeface="League Spartan" charset="0"/>
              <a:cs typeface="Poppins" pitchFamily="2" charset="77"/>
            </a:endParaRPr>
          </a:p>
        </p:txBody>
      </p:sp>
      <p:sp>
        <p:nvSpPr>
          <p:cNvPr id="20" name="TextBox 29">
            <a:extLst>
              <a:ext uri="{FF2B5EF4-FFF2-40B4-BE49-F238E27FC236}">
                <a16:creationId xmlns:a16="http://schemas.microsoft.com/office/drawing/2014/main" id="{79BD311A-9DBD-D018-1D05-6424C1833371}"/>
              </a:ext>
            </a:extLst>
          </p:cNvPr>
          <p:cNvSpPr txBox="1"/>
          <p:nvPr/>
        </p:nvSpPr>
        <p:spPr>
          <a:xfrm>
            <a:off x="8156352" y="1482424"/>
            <a:ext cx="705642" cy="338554"/>
          </a:xfrm>
          <a:prstGeom prst="rect">
            <a:avLst/>
          </a:prstGeom>
          <a:noFill/>
        </p:spPr>
        <p:txBody>
          <a:bodyPr wrap="none" rtlCol="0" anchor="b" anchorCtr="0">
            <a:spAutoFit/>
          </a:bodyPr>
          <a:lstStyle/>
          <a:p>
            <a:pPr algn="r"/>
            <a:r>
              <a:rPr lang="fr-FR" sz="1600" b="1">
                <a:latin typeface="Poppins" pitchFamily="2" charset="77"/>
                <a:ea typeface="League Spartan" charset="0"/>
                <a:cs typeface="Poppins" pitchFamily="2" charset="77"/>
              </a:rPr>
              <a:t>100%</a:t>
            </a:r>
            <a:endParaRPr lang="fr-FR" sz="1600" b="1" dirty="0">
              <a:latin typeface="Poppins" pitchFamily="2" charset="77"/>
              <a:ea typeface="League Spartan" charset="0"/>
              <a:cs typeface="Poppins" pitchFamily="2" charset="77"/>
            </a:endParaRPr>
          </a:p>
        </p:txBody>
      </p:sp>
      <p:sp>
        <p:nvSpPr>
          <p:cNvPr id="21" name="Freeform 17">
            <a:extLst>
              <a:ext uri="{FF2B5EF4-FFF2-40B4-BE49-F238E27FC236}">
                <a16:creationId xmlns:a16="http://schemas.microsoft.com/office/drawing/2014/main" id="{CABFD244-D2EF-3B89-B1AB-3FC8D7E5FEAA}"/>
              </a:ext>
            </a:extLst>
          </p:cNvPr>
          <p:cNvSpPr>
            <a:spLocks noChangeArrowheads="1"/>
          </p:cNvSpPr>
          <p:nvPr/>
        </p:nvSpPr>
        <p:spPr bwMode="auto">
          <a:xfrm>
            <a:off x="2521896" y="1791769"/>
            <a:ext cx="6358972" cy="272787"/>
          </a:xfrm>
          <a:prstGeom prst="roundRect">
            <a:avLst>
              <a:gd name="adj" fmla="val 50000"/>
            </a:avLst>
          </a:prstGeom>
          <a:solidFill>
            <a:schemeClr val="accent1"/>
          </a:solidFill>
          <a:ln>
            <a:solidFill>
              <a:srgbClr val="77B7FC"/>
            </a:solidFill>
          </a:ln>
          <a:effectLst/>
        </p:spPr>
        <p:txBody>
          <a:bodyPr wrap="none" anchor="ctr"/>
          <a:lstStyle/>
          <a:p>
            <a:pPr algn="ctr"/>
            <a:r>
              <a:rPr lang="fr-FR" sz="2400">
                <a:solidFill>
                  <a:schemeClr val="bg1"/>
                </a:solidFill>
              </a:rPr>
              <a:t>Choc de simplification </a:t>
            </a:r>
            <a:endParaRPr lang="fr-FR" sz="2400" dirty="0">
              <a:solidFill>
                <a:schemeClr val="bg1"/>
              </a:solidFill>
            </a:endParaRPr>
          </a:p>
        </p:txBody>
      </p:sp>
      <p:sp>
        <p:nvSpPr>
          <p:cNvPr id="3" name="Rectangle 2">
            <a:extLst>
              <a:ext uri="{FF2B5EF4-FFF2-40B4-BE49-F238E27FC236}">
                <a16:creationId xmlns:a16="http://schemas.microsoft.com/office/drawing/2014/main" id="{CF949A08-D92D-801E-CD30-9FE553F74CAF}"/>
              </a:ext>
            </a:extLst>
          </p:cNvPr>
          <p:cNvSpPr/>
          <p:nvPr/>
        </p:nvSpPr>
        <p:spPr>
          <a:xfrm>
            <a:off x="4320000" y="2520000"/>
            <a:ext cx="7740000" cy="3960000"/>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287588" lvl="1" indent="-317500">
              <a:lnSpc>
                <a:spcPts val="1750"/>
              </a:lnSpc>
              <a:buFont typeface="Arial" panose="020B0604020202020204" pitchFamily="34" charset="0"/>
              <a:buChar char="•"/>
            </a:pP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Le collaborateur sur le terrain est libéré (des débuts et fin d’interventions)</a:t>
            </a:r>
          </a:p>
          <a:p>
            <a:pPr marL="2287588" lvl="1" indent="-317500">
              <a:lnSpc>
                <a:spcPts val="1750"/>
              </a:lnSpc>
              <a:buFont typeface="Arial" panose="020B0604020202020204" pitchFamily="34" charset="0"/>
              <a:buChar char="•"/>
            </a:pPr>
            <a:endParaRPr lang="fr-FR" dirty="0">
              <a:solidFill>
                <a:schemeClr val="tx1"/>
              </a:solidFill>
              <a:latin typeface="Poppins" panose="00000500000000000000" pitchFamily="2" charset="0"/>
              <a:ea typeface="Lato Light" panose="020F0502020204030203" pitchFamily="34" charset="0"/>
              <a:cs typeface="Poppins" panose="00000500000000000000" pitchFamily="2" charset="0"/>
            </a:endParaRPr>
          </a:p>
          <a:p>
            <a:pPr marL="2287588" lvl="1" indent="-317500">
              <a:lnSpc>
                <a:spcPts val="1750"/>
              </a:lnSpc>
              <a:buFont typeface="Arial" panose="020B0604020202020204" pitchFamily="34" charset="0"/>
              <a:buChar char="•"/>
            </a:pP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Pour réaliser ces comptes rendus, il est guide via des formulaires dynamiques</a:t>
            </a:r>
          </a:p>
          <a:p>
            <a:pPr marL="2287588" lvl="1" indent="-317500">
              <a:lnSpc>
                <a:spcPts val="1750"/>
              </a:lnSpc>
              <a:buFont typeface="Arial" panose="020B0604020202020204" pitchFamily="34" charset="0"/>
              <a:buChar char="•"/>
            </a:pPr>
            <a:endParaRPr lang="fr-FR" dirty="0">
              <a:solidFill>
                <a:schemeClr val="tx1"/>
              </a:solidFill>
              <a:latin typeface="Poppins" panose="00000500000000000000" pitchFamily="2" charset="0"/>
              <a:ea typeface="Lato Light" panose="020F0502020204030203" pitchFamily="34" charset="0"/>
              <a:cs typeface="Poppins" panose="00000500000000000000" pitchFamily="2" charset="0"/>
            </a:endParaRPr>
          </a:p>
          <a:p>
            <a:pPr marL="2287588" lvl="1" indent="-317500">
              <a:lnSpc>
                <a:spcPts val="1750"/>
              </a:lnSpc>
              <a:buFont typeface="Arial" panose="020B0604020202020204" pitchFamily="34" charset="0"/>
              <a:buChar char="•"/>
            </a:pP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Cout SI: 50 </a:t>
            </a:r>
            <a:r>
              <a:rPr lang="fr-FR" dirty="0" err="1">
                <a:solidFill>
                  <a:schemeClr val="tx1"/>
                </a:solidFill>
                <a:latin typeface="Poppins" panose="00000500000000000000" pitchFamily="2" charset="0"/>
                <a:ea typeface="Lato Light" panose="020F0502020204030203" pitchFamily="34" charset="0"/>
                <a:cs typeface="Poppins" panose="00000500000000000000" pitchFamily="2" charset="0"/>
              </a:rPr>
              <a:t>Keuro</a:t>
            </a: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  ( suppression début et fin)</a:t>
            </a:r>
          </a:p>
          <a:p>
            <a:pPr marL="2287588" lvl="1" indent="-317500">
              <a:lnSpc>
                <a:spcPts val="1750"/>
              </a:lnSpc>
              <a:buFont typeface="Arial" panose="020B0604020202020204" pitchFamily="34" charset="0"/>
              <a:buChar char="•"/>
            </a:pPr>
            <a:endParaRPr lang="fr-FR" dirty="0">
              <a:solidFill>
                <a:schemeClr val="tx1"/>
              </a:solidFill>
              <a:latin typeface="Poppins" panose="00000500000000000000" pitchFamily="2" charset="0"/>
              <a:ea typeface="Lato Light" panose="020F0502020204030203" pitchFamily="34" charset="0"/>
              <a:cs typeface="Poppins" panose="00000500000000000000" pitchFamily="2" charset="0"/>
            </a:endParaRPr>
          </a:p>
          <a:p>
            <a:pPr marL="2287588" lvl="1" indent="-317500">
              <a:lnSpc>
                <a:spcPts val="1750"/>
              </a:lnSpc>
              <a:buFont typeface="Arial" panose="020B0604020202020204" pitchFamily="34" charset="0"/>
              <a:buChar char="•"/>
            </a:pP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Cout SI: 200 </a:t>
            </a:r>
            <a:r>
              <a:rPr lang="fr-FR" dirty="0" err="1">
                <a:solidFill>
                  <a:schemeClr val="tx1"/>
                </a:solidFill>
                <a:latin typeface="Poppins" panose="00000500000000000000" pitchFamily="2" charset="0"/>
                <a:ea typeface="Lato Light" panose="020F0502020204030203" pitchFamily="34" charset="0"/>
                <a:cs typeface="Poppins" panose="00000500000000000000" pitchFamily="2" charset="0"/>
              </a:rPr>
              <a:t>Keuro</a:t>
            </a: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  (20 Formulaires dynamique à 10 </a:t>
            </a:r>
            <a:r>
              <a:rPr lang="fr-FR" dirty="0" err="1">
                <a:solidFill>
                  <a:schemeClr val="tx1"/>
                </a:solidFill>
                <a:latin typeface="Poppins" panose="00000500000000000000" pitchFamily="2" charset="0"/>
                <a:ea typeface="Lato Light" panose="020F0502020204030203" pitchFamily="34" charset="0"/>
                <a:cs typeface="Poppins" panose="00000500000000000000" pitchFamily="2" charset="0"/>
              </a:rPr>
              <a:t>KEuro</a:t>
            </a: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 </a:t>
            </a:r>
          </a:p>
          <a:p>
            <a:pPr marL="2287588" lvl="1" indent="-317500">
              <a:lnSpc>
                <a:spcPts val="1750"/>
              </a:lnSpc>
              <a:buFont typeface="Arial" panose="020B0604020202020204" pitchFamily="34" charset="0"/>
              <a:buChar char="•"/>
            </a:pPr>
            <a:endParaRPr lang="fr-FR" dirty="0">
              <a:solidFill>
                <a:schemeClr val="tx1"/>
              </a:solidFill>
              <a:latin typeface="Poppins" panose="00000500000000000000" pitchFamily="2" charset="0"/>
              <a:ea typeface="Lato Light" panose="020F0502020204030203" pitchFamily="34" charset="0"/>
              <a:cs typeface="Poppins" panose="00000500000000000000" pitchFamily="2" charset="0"/>
            </a:endParaRPr>
          </a:p>
          <a:p>
            <a:pPr marL="2287588" lvl="1" indent="-317500">
              <a:lnSpc>
                <a:spcPts val="1750"/>
              </a:lnSpc>
              <a:buFont typeface="Arial" panose="020B0604020202020204" pitchFamily="34" charset="0"/>
              <a:buChar char="•"/>
            </a:pPr>
            <a:endParaRPr lang="fr-FR" dirty="0">
              <a:solidFill>
                <a:schemeClr val="tx1"/>
              </a:solidFill>
              <a:latin typeface="Poppins" panose="00000500000000000000" pitchFamily="2" charset="0"/>
              <a:ea typeface="Lato Light" panose="020F0502020204030203" pitchFamily="34" charset="0"/>
              <a:cs typeface="Poppins" panose="00000500000000000000" pitchFamily="2" charset="0"/>
            </a:endParaRPr>
          </a:p>
        </p:txBody>
      </p:sp>
      <p:sp>
        <p:nvSpPr>
          <p:cNvPr id="2" name="Signalisation droite 1">
            <a:extLst>
              <a:ext uri="{FF2B5EF4-FFF2-40B4-BE49-F238E27FC236}">
                <a16:creationId xmlns:a16="http://schemas.microsoft.com/office/drawing/2014/main" id="{8CEB8612-1FB5-0AAE-A26C-03E3ADD38A1B}"/>
              </a:ext>
            </a:extLst>
          </p:cNvPr>
          <p:cNvSpPr/>
          <p:nvPr/>
        </p:nvSpPr>
        <p:spPr>
          <a:xfrm>
            <a:off x="180000" y="2520000"/>
            <a:ext cx="6120000" cy="3960000"/>
          </a:xfrm>
          <a:prstGeom prst="homePlate">
            <a:avLst/>
          </a:prstGeom>
          <a:solidFill>
            <a:schemeClr val="bg1">
              <a:lumMod val="8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dk1"/>
          </a:lnRef>
          <a:fillRef idx="2">
            <a:schemeClr val="dk1"/>
          </a:fillRef>
          <a:effectRef idx="1">
            <a:schemeClr val="dk1"/>
          </a:effectRef>
          <a:fontRef idx="minor">
            <a:schemeClr val="dk1"/>
          </a:fontRef>
        </p:style>
        <p:txBody>
          <a:bodyPr rtlCol="0" anchor="ctr"/>
          <a:lstStyle/>
          <a:p>
            <a:pPr marL="342900" indent="-342900" algn="l">
              <a:lnSpc>
                <a:spcPts val="1750"/>
              </a:lnSpc>
              <a:buFont typeface="Arial" panose="020B0604020202020204" pitchFamily="34" charset="0"/>
              <a:buChar char="•"/>
            </a:pPr>
            <a:r>
              <a:rPr lang="fr-FR" sz="1800" dirty="0">
                <a:solidFill>
                  <a:schemeClr val="tx1"/>
                </a:solidFill>
                <a:latin typeface="Poppins" panose="00000500000000000000" pitchFamily="2" charset="0"/>
                <a:ea typeface="Lato Light" panose="020F0502020204030203" pitchFamily="34" charset="0"/>
                <a:cs typeface="Poppins" panose="00000500000000000000" pitchFamily="2" charset="0"/>
              </a:rPr>
              <a:t>Suppression des “début” et “fin” d’intervention sur SAMI</a:t>
            </a:r>
          </a:p>
          <a:p>
            <a:pPr marL="342900" indent="-342900" algn="l">
              <a:lnSpc>
                <a:spcPts val="1750"/>
              </a:lnSpc>
              <a:buFont typeface="Arial" panose="020B0604020202020204" pitchFamily="34" charset="0"/>
              <a:buChar char="•"/>
            </a:pPr>
            <a:endParaRPr lang="fr-FR" sz="1800" dirty="0">
              <a:solidFill>
                <a:schemeClr val="tx1"/>
              </a:solidFill>
              <a:latin typeface="Poppins" panose="00000500000000000000" pitchFamily="2" charset="0"/>
              <a:ea typeface="Lato Light" panose="020F0502020204030203" pitchFamily="34" charset="0"/>
              <a:cs typeface="Poppins" panose="00000500000000000000" pitchFamily="2" charset="0"/>
            </a:endParaRPr>
          </a:p>
          <a:p>
            <a:pPr marL="342900" indent="-342900">
              <a:lnSpc>
                <a:spcPts val="1750"/>
              </a:lnSpc>
              <a:buFont typeface="Arial" panose="020B0604020202020204" pitchFamily="34" charset="0"/>
              <a:buChar char="•"/>
            </a:pPr>
            <a:r>
              <a:rPr lang="fr-FR" sz="1800" dirty="0">
                <a:solidFill>
                  <a:schemeClr val="tx1"/>
                </a:solidFill>
                <a:latin typeface="Poppins" panose="00000500000000000000" pitchFamily="2" charset="0"/>
                <a:ea typeface="Lato Light" panose="020F0502020204030203" pitchFamily="34" charset="0"/>
                <a:cs typeface="Poppins" panose="00000500000000000000" pitchFamily="2" charset="0"/>
              </a:rPr>
              <a:t>Exploitation des données SAMI et Masternaut afin de reconstituer les temps d’intervention </a:t>
            </a: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a:t>
            </a:r>
            <a:r>
              <a:rPr lang="fr-FR" sz="1800" dirty="0">
                <a:solidFill>
                  <a:schemeClr val="tx1"/>
                </a:solidFill>
                <a:latin typeface="Poppins" panose="00000500000000000000" pitchFamily="2" charset="0"/>
                <a:ea typeface="Lato Light" panose="020F0502020204030203" pitchFamily="34" charset="0"/>
                <a:cs typeface="Poppins" panose="00000500000000000000" pitchFamily="2" charset="0"/>
              </a:rPr>
              <a:t>Traitements en Back Office)</a:t>
            </a:r>
          </a:p>
          <a:p>
            <a:pPr marL="342900" indent="-342900">
              <a:lnSpc>
                <a:spcPts val="1750"/>
              </a:lnSpc>
              <a:buFont typeface="Arial" panose="020B0604020202020204" pitchFamily="34" charset="0"/>
              <a:buChar char="•"/>
            </a:pPr>
            <a:endParaRPr lang="fr-FR" sz="1800" dirty="0">
              <a:solidFill>
                <a:schemeClr val="tx1"/>
              </a:solidFill>
              <a:latin typeface="Poppins" panose="00000500000000000000" pitchFamily="2" charset="0"/>
              <a:ea typeface="Lato Light" panose="020F0502020204030203" pitchFamily="34" charset="0"/>
              <a:cs typeface="Poppins" panose="00000500000000000000" pitchFamily="2" charset="0"/>
            </a:endParaRPr>
          </a:p>
          <a:p>
            <a:pPr marL="342900" indent="-342900" algn="l">
              <a:lnSpc>
                <a:spcPts val="1750"/>
              </a:lnSpc>
              <a:buFont typeface="Arial" panose="020B0604020202020204" pitchFamily="34" charset="0"/>
              <a:buChar char="•"/>
            </a:pPr>
            <a:r>
              <a:rPr lang="fr-FR" sz="1800" dirty="0">
                <a:solidFill>
                  <a:schemeClr val="tx1"/>
                </a:solidFill>
                <a:latin typeface="Poppins" panose="00000500000000000000" pitchFamily="2" charset="0"/>
                <a:ea typeface="Lato Light" panose="020F0502020204030203" pitchFamily="34" charset="0"/>
                <a:cs typeface="Poppins" panose="00000500000000000000" pitchFamily="2" charset="0"/>
              </a:rPr>
              <a:t>Association quotidienne véhicule – collaborateur</a:t>
            </a: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 (</a:t>
            </a:r>
            <a:r>
              <a:rPr lang="fr-FR" sz="1800" dirty="0">
                <a:solidFill>
                  <a:schemeClr val="tx1"/>
                </a:solidFill>
                <a:latin typeface="Poppins" panose="00000500000000000000" pitchFamily="2" charset="0"/>
                <a:ea typeface="Lato Light" panose="020F0502020204030203" pitchFamily="34" charset="0"/>
                <a:cs typeface="Poppins" panose="00000500000000000000" pitchFamily="2" charset="0"/>
              </a:rPr>
              <a:t>Traitements en Back Office)</a:t>
            </a:r>
          </a:p>
          <a:p>
            <a:pPr marL="342900" indent="-342900" algn="l">
              <a:lnSpc>
                <a:spcPts val="1750"/>
              </a:lnSpc>
              <a:buFont typeface="Arial" panose="020B0604020202020204" pitchFamily="34" charset="0"/>
              <a:buChar char="•"/>
            </a:pPr>
            <a:endParaRPr lang="fr-FR" sz="1800" dirty="0">
              <a:solidFill>
                <a:schemeClr val="tx1"/>
              </a:solidFill>
              <a:latin typeface="Poppins" panose="00000500000000000000" pitchFamily="2" charset="0"/>
              <a:ea typeface="Lato Light" panose="020F0502020204030203" pitchFamily="34" charset="0"/>
              <a:cs typeface="Poppins" panose="00000500000000000000" pitchFamily="2" charset="0"/>
            </a:endParaRPr>
          </a:p>
          <a:p>
            <a:pPr marL="342900" indent="-342900" algn="l">
              <a:lnSpc>
                <a:spcPts val="1750"/>
              </a:lnSpc>
              <a:buFont typeface="Arial" panose="020B0604020202020204" pitchFamily="34" charset="0"/>
              <a:buChar char="•"/>
            </a:pPr>
            <a:r>
              <a:rPr lang="fr-FR" sz="1800" i="1" dirty="0">
                <a:solidFill>
                  <a:schemeClr val="tx1"/>
                </a:solidFill>
                <a:latin typeface="Poppins" panose="00000500000000000000" pitchFamily="2" charset="0"/>
                <a:ea typeface="Lato Light" panose="020F0502020204030203" pitchFamily="34" charset="0"/>
                <a:cs typeface="Poppins" panose="00000500000000000000" pitchFamily="2" charset="0"/>
              </a:rPr>
              <a:t>Source de simplification du SI</a:t>
            </a:r>
          </a:p>
        </p:txBody>
      </p:sp>
      <p:pic>
        <p:nvPicPr>
          <p:cNvPr id="5" name="Image 4">
            <a:extLst>
              <a:ext uri="{FF2B5EF4-FFF2-40B4-BE49-F238E27FC236}">
                <a16:creationId xmlns:a16="http://schemas.microsoft.com/office/drawing/2014/main" id="{2032DF3E-A808-A5E8-9FD0-09CD7F0CC62D}"/>
              </a:ext>
            </a:extLst>
          </p:cNvPr>
          <p:cNvPicPr>
            <a:picLocks noChangeAspect="1"/>
          </p:cNvPicPr>
          <p:nvPr/>
        </p:nvPicPr>
        <p:blipFill>
          <a:blip r:embed="rId3"/>
          <a:stretch>
            <a:fillRect/>
          </a:stretch>
        </p:blipFill>
        <p:spPr>
          <a:xfrm>
            <a:off x="11262361" y="0"/>
            <a:ext cx="929640" cy="889222"/>
          </a:xfrm>
          <a:prstGeom prst="rect">
            <a:avLst/>
          </a:prstGeom>
        </p:spPr>
      </p:pic>
    </p:spTree>
    <p:extLst>
      <p:ext uri="{BB962C8B-B14F-4D97-AF65-F5344CB8AC3E}">
        <p14:creationId xmlns:p14="http://schemas.microsoft.com/office/powerpoint/2010/main" val="2883406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6"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down)">
                                      <p:cBhvr>
                                        <p:cTn id="13" dur="580">
                                          <p:stCondLst>
                                            <p:cond delay="0"/>
                                          </p:stCondLst>
                                        </p:cTn>
                                        <p:tgtEl>
                                          <p:spTgt spid="3"/>
                                        </p:tgtEl>
                                      </p:cBhvr>
                                    </p:animEffect>
                                    <p:anim calcmode="lin" valueType="num">
                                      <p:cBhvr>
                                        <p:cTn id="14"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19" dur="26">
                                          <p:stCondLst>
                                            <p:cond delay="650"/>
                                          </p:stCondLst>
                                        </p:cTn>
                                        <p:tgtEl>
                                          <p:spTgt spid="3"/>
                                        </p:tgtEl>
                                      </p:cBhvr>
                                      <p:to x="100000" y="60000"/>
                                    </p:animScale>
                                    <p:animScale>
                                      <p:cBhvr>
                                        <p:cTn id="20" dur="166" decel="50000">
                                          <p:stCondLst>
                                            <p:cond delay="676"/>
                                          </p:stCondLst>
                                        </p:cTn>
                                        <p:tgtEl>
                                          <p:spTgt spid="3"/>
                                        </p:tgtEl>
                                      </p:cBhvr>
                                      <p:to x="100000" y="100000"/>
                                    </p:animScale>
                                    <p:animScale>
                                      <p:cBhvr>
                                        <p:cTn id="21" dur="26">
                                          <p:stCondLst>
                                            <p:cond delay="1312"/>
                                          </p:stCondLst>
                                        </p:cTn>
                                        <p:tgtEl>
                                          <p:spTgt spid="3"/>
                                        </p:tgtEl>
                                      </p:cBhvr>
                                      <p:to x="100000" y="80000"/>
                                    </p:animScale>
                                    <p:animScale>
                                      <p:cBhvr>
                                        <p:cTn id="22" dur="166" decel="50000">
                                          <p:stCondLst>
                                            <p:cond delay="1338"/>
                                          </p:stCondLst>
                                        </p:cTn>
                                        <p:tgtEl>
                                          <p:spTgt spid="3"/>
                                        </p:tgtEl>
                                      </p:cBhvr>
                                      <p:to x="100000" y="100000"/>
                                    </p:animScale>
                                    <p:animScale>
                                      <p:cBhvr>
                                        <p:cTn id="23" dur="26">
                                          <p:stCondLst>
                                            <p:cond delay="1642"/>
                                          </p:stCondLst>
                                        </p:cTn>
                                        <p:tgtEl>
                                          <p:spTgt spid="3"/>
                                        </p:tgtEl>
                                      </p:cBhvr>
                                      <p:to x="100000" y="90000"/>
                                    </p:animScale>
                                    <p:animScale>
                                      <p:cBhvr>
                                        <p:cTn id="24" dur="166" decel="50000">
                                          <p:stCondLst>
                                            <p:cond delay="1668"/>
                                          </p:stCondLst>
                                        </p:cTn>
                                        <p:tgtEl>
                                          <p:spTgt spid="3"/>
                                        </p:tgtEl>
                                      </p:cBhvr>
                                      <p:to x="100000" y="100000"/>
                                    </p:animScale>
                                    <p:animScale>
                                      <p:cBhvr>
                                        <p:cTn id="25" dur="26">
                                          <p:stCondLst>
                                            <p:cond delay="1808"/>
                                          </p:stCondLst>
                                        </p:cTn>
                                        <p:tgtEl>
                                          <p:spTgt spid="3"/>
                                        </p:tgtEl>
                                      </p:cBhvr>
                                      <p:to x="100000" y="95000"/>
                                    </p:animScale>
                                    <p:animScale>
                                      <p:cBhvr>
                                        <p:cTn id="26" dur="166" decel="50000">
                                          <p:stCondLst>
                                            <p:cond delay="1834"/>
                                          </p:stCondLst>
                                        </p:cTn>
                                        <p:tgtEl>
                                          <p:spTgt spid="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 grpId="0" animBg="1"/>
    </p:bldLst>
  </p:timing>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 name="Freeform 4">
            <a:extLst>
              <a:ext uri="{FF2B5EF4-FFF2-40B4-BE49-F238E27FC236}">
                <a16:creationId xmlns:a16="http://schemas.microsoft.com/office/drawing/2014/main" id="{7EDF62E4-E9D6-FF4D-9AEC-B5A902B9C977}"/>
              </a:ext>
            </a:extLst>
          </p:cNvPr>
          <p:cNvSpPr>
            <a:spLocks noChangeArrowheads="1"/>
          </p:cNvSpPr>
          <p:nvPr/>
        </p:nvSpPr>
        <p:spPr bwMode="auto">
          <a:xfrm>
            <a:off x="1835602" y="3237578"/>
            <a:ext cx="8264123" cy="1713796"/>
          </a:xfrm>
          <a:custGeom>
            <a:avLst/>
            <a:gdLst>
              <a:gd name="T0" fmla="*/ 2752 w 13271"/>
              <a:gd name="T1" fmla="*/ 1376 h 2752"/>
              <a:gd name="T2" fmla="*/ 2349 w 13271"/>
              <a:gd name="T3" fmla="*/ 403 h 2752"/>
              <a:gd name="T4" fmla="*/ 1376 w 13271"/>
              <a:gd name="T5" fmla="*/ 0 h 2752"/>
              <a:gd name="T6" fmla="*/ 403 w 13271"/>
              <a:gd name="T7" fmla="*/ 403 h 2752"/>
              <a:gd name="T8" fmla="*/ 2 w 13271"/>
              <a:gd name="T9" fmla="*/ 1314 h 2752"/>
              <a:gd name="T10" fmla="*/ 62 w 13271"/>
              <a:gd name="T11" fmla="*/ 1376 h 2752"/>
              <a:gd name="T12" fmla="*/ 126 w 13271"/>
              <a:gd name="T13" fmla="*/ 1314 h 2752"/>
              <a:gd name="T14" fmla="*/ 491 w 13271"/>
              <a:gd name="T15" fmla="*/ 491 h 2752"/>
              <a:gd name="T16" fmla="*/ 1376 w 13271"/>
              <a:gd name="T17" fmla="*/ 124 h 2752"/>
              <a:gd name="T18" fmla="*/ 2262 w 13271"/>
              <a:gd name="T19" fmla="*/ 491 h 2752"/>
              <a:gd name="T20" fmla="*/ 2630 w 13271"/>
              <a:gd name="T21" fmla="*/ 1376 h 2752"/>
              <a:gd name="T22" fmla="*/ 3033 w 13271"/>
              <a:gd name="T23" fmla="*/ 2348 h 2752"/>
              <a:gd name="T24" fmla="*/ 4006 w 13271"/>
              <a:gd name="T25" fmla="*/ 2751 h 2752"/>
              <a:gd name="T26" fmla="*/ 4979 w 13271"/>
              <a:gd name="T27" fmla="*/ 2348 h 2752"/>
              <a:gd name="T28" fmla="*/ 5382 w 13271"/>
              <a:gd name="T29" fmla="*/ 1376 h 2752"/>
              <a:gd name="T30" fmla="*/ 5384 w 13271"/>
              <a:gd name="T31" fmla="*/ 1376 h 2752"/>
              <a:gd name="T32" fmla="*/ 5751 w 13271"/>
              <a:gd name="T33" fmla="*/ 491 h 2752"/>
              <a:gd name="T34" fmla="*/ 6636 w 13271"/>
              <a:gd name="T35" fmla="*/ 124 h 2752"/>
              <a:gd name="T36" fmla="*/ 7520 w 13271"/>
              <a:gd name="T37" fmla="*/ 491 h 2752"/>
              <a:gd name="T38" fmla="*/ 7888 w 13271"/>
              <a:gd name="T39" fmla="*/ 1376 h 2752"/>
              <a:gd name="T40" fmla="*/ 8292 w 13271"/>
              <a:gd name="T41" fmla="*/ 2348 h 2752"/>
              <a:gd name="T42" fmla="*/ 9264 w 13271"/>
              <a:gd name="T43" fmla="*/ 2751 h 2752"/>
              <a:gd name="T44" fmla="*/ 10238 w 13271"/>
              <a:gd name="T45" fmla="*/ 2348 h 2752"/>
              <a:gd name="T46" fmla="*/ 10641 w 13271"/>
              <a:gd name="T47" fmla="*/ 1376 h 2752"/>
              <a:gd name="T48" fmla="*/ 10643 w 13271"/>
              <a:gd name="T49" fmla="*/ 1376 h 2752"/>
              <a:gd name="T50" fmla="*/ 11009 w 13271"/>
              <a:gd name="T51" fmla="*/ 491 h 2752"/>
              <a:gd name="T52" fmla="*/ 11894 w 13271"/>
              <a:gd name="T53" fmla="*/ 124 h 2752"/>
              <a:gd name="T54" fmla="*/ 12779 w 13271"/>
              <a:gd name="T55" fmla="*/ 491 h 2752"/>
              <a:gd name="T56" fmla="*/ 13144 w 13271"/>
              <a:gd name="T57" fmla="*/ 1314 h 2752"/>
              <a:gd name="T58" fmla="*/ 13208 w 13271"/>
              <a:gd name="T59" fmla="*/ 1376 h 2752"/>
              <a:gd name="T60" fmla="*/ 13269 w 13271"/>
              <a:gd name="T61" fmla="*/ 1314 h 2752"/>
              <a:gd name="T62" fmla="*/ 12867 w 13271"/>
              <a:gd name="T63" fmla="*/ 403 h 2752"/>
              <a:gd name="T64" fmla="*/ 11894 w 13271"/>
              <a:gd name="T65" fmla="*/ 0 h 2752"/>
              <a:gd name="T66" fmla="*/ 10921 w 13271"/>
              <a:gd name="T67" fmla="*/ 403 h 2752"/>
              <a:gd name="T68" fmla="*/ 10516 w 13271"/>
              <a:gd name="T69" fmla="*/ 1376 h 2752"/>
              <a:gd name="T70" fmla="*/ 10149 w 13271"/>
              <a:gd name="T71" fmla="*/ 2260 h 2752"/>
              <a:gd name="T72" fmla="*/ 9264 w 13271"/>
              <a:gd name="T73" fmla="*/ 2627 h 2752"/>
              <a:gd name="T74" fmla="*/ 8379 w 13271"/>
              <a:gd name="T75" fmla="*/ 2260 h 2752"/>
              <a:gd name="T76" fmla="*/ 8013 w 13271"/>
              <a:gd name="T77" fmla="*/ 1376 h 2752"/>
              <a:gd name="T78" fmla="*/ 8011 w 13271"/>
              <a:gd name="T79" fmla="*/ 1376 h 2752"/>
              <a:gd name="T80" fmla="*/ 7608 w 13271"/>
              <a:gd name="T81" fmla="*/ 403 h 2752"/>
              <a:gd name="T82" fmla="*/ 6636 w 13271"/>
              <a:gd name="T83" fmla="*/ 0 h 2752"/>
              <a:gd name="T84" fmla="*/ 5663 w 13271"/>
              <a:gd name="T85" fmla="*/ 403 h 2752"/>
              <a:gd name="T86" fmla="*/ 5258 w 13271"/>
              <a:gd name="T87" fmla="*/ 1376 h 2752"/>
              <a:gd name="T88" fmla="*/ 4891 w 13271"/>
              <a:gd name="T89" fmla="*/ 2260 h 2752"/>
              <a:gd name="T90" fmla="*/ 4006 w 13271"/>
              <a:gd name="T91" fmla="*/ 2627 h 2752"/>
              <a:gd name="T92" fmla="*/ 3121 w 13271"/>
              <a:gd name="T93" fmla="*/ 2260 h 2752"/>
              <a:gd name="T94" fmla="*/ 2755 w 13271"/>
              <a:gd name="T95" fmla="*/ 1376 h 27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3271" h="2752">
                <a:moveTo>
                  <a:pt x="2752" y="1376"/>
                </a:moveTo>
                <a:lnTo>
                  <a:pt x="2752" y="1376"/>
                </a:lnTo>
                <a:cubicBezTo>
                  <a:pt x="2752" y="1011"/>
                  <a:pt x="2607" y="661"/>
                  <a:pt x="2349" y="403"/>
                </a:cubicBezTo>
                <a:lnTo>
                  <a:pt x="2349" y="403"/>
                </a:lnTo>
                <a:cubicBezTo>
                  <a:pt x="2091" y="145"/>
                  <a:pt x="1741" y="0"/>
                  <a:pt x="1376" y="0"/>
                </a:cubicBezTo>
                <a:lnTo>
                  <a:pt x="1376" y="0"/>
                </a:lnTo>
                <a:cubicBezTo>
                  <a:pt x="1012" y="0"/>
                  <a:pt x="661" y="145"/>
                  <a:pt x="403" y="403"/>
                </a:cubicBezTo>
                <a:lnTo>
                  <a:pt x="403" y="403"/>
                </a:lnTo>
                <a:cubicBezTo>
                  <a:pt x="160" y="646"/>
                  <a:pt x="17" y="972"/>
                  <a:pt x="2" y="1314"/>
                </a:cubicBezTo>
                <a:lnTo>
                  <a:pt x="2" y="1314"/>
                </a:lnTo>
                <a:cubicBezTo>
                  <a:pt x="0" y="1348"/>
                  <a:pt x="28" y="1376"/>
                  <a:pt x="62" y="1376"/>
                </a:cubicBezTo>
                <a:lnTo>
                  <a:pt x="62" y="1376"/>
                </a:lnTo>
                <a:cubicBezTo>
                  <a:pt x="97" y="1376"/>
                  <a:pt x="124" y="1348"/>
                  <a:pt x="126" y="1314"/>
                </a:cubicBezTo>
                <a:lnTo>
                  <a:pt x="126" y="1314"/>
                </a:lnTo>
                <a:cubicBezTo>
                  <a:pt x="141" y="1005"/>
                  <a:pt x="271" y="711"/>
                  <a:pt x="491" y="491"/>
                </a:cubicBezTo>
                <a:lnTo>
                  <a:pt x="491" y="491"/>
                </a:lnTo>
                <a:cubicBezTo>
                  <a:pt x="726" y="256"/>
                  <a:pt x="1045" y="124"/>
                  <a:pt x="1376" y="124"/>
                </a:cubicBezTo>
                <a:lnTo>
                  <a:pt x="1376" y="124"/>
                </a:lnTo>
                <a:cubicBezTo>
                  <a:pt x="1708" y="124"/>
                  <a:pt x="2027" y="256"/>
                  <a:pt x="2262" y="491"/>
                </a:cubicBezTo>
                <a:lnTo>
                  <a:pt x="2262" y="491"/>
                </a:lnTo>
                <a:cubicBezTo>
                  <a:pt x="2496" y="726"/>
                  <a:pt x="2628" y="1044"/>
                  <a:pt x="2628" y="1376"/>
                </a:cubicBezTo>
                <a:lnTo>
                  <a:pt x="2630" y="1376"/>
                </a:lnTo>
                <a:lnTo>
                  <a:pt x="2630" y="1376"/>
                </a:lnTo>
                <a:cubicBezTo>
                  <a:pt x="2630" y="1740"/>
                  <a:pt x="2775" y="2090"/>
                  <a:pt x="3033" y="2348"/>
                </a:cubicBezTo>
                <a:lnTo>
                  <a:pt x="3033" y="2348"/>
                </a:lnTo>
                <a:cubicBezTo>
                  <a:pt x="3291" y="2606"/>
                  <a:pt x="3642" y="2751"/>
                  <a:pt x="4006" y="2751"/>
                </a:cubicBezTo>
                <a:lnTo>
                  <a:pt x="4006" y="2751"/>
                </a:lnTo>
                <a:cubicBezTo>
                  <a:pt x="4371" y="2751"/>
                  <a:pt x="4721" y="2606"/>
                  <a:pt x="4979" y="2348"/>
                </a:cubicBezTo>
                <a:lnTo>
                  <a:pt x="4979" y="2348"/>
                </a:lnTo>
                <a:cubicBezTo>
                  <a:pt x="5237" y="2090"/>
                  <a:pt x="5382" y="1740"/>
                  <a:pt x="5382" y="1376"/>
                </a:cubicBezTo>
                <a:lnTo>
                  <a:pt x="5384" y="1376"/>
                </a:lnTo>
                <a:lnTo>
                  <a:pt x="5384" y="1376"/>
                </a:lnTo>
                <a:cubicBezTo>
                  <a:pt x="5384" y="1044"/>
                  <a:pt x="5516" y="726"/>
                  <a:pt x="5751" y="491"/>
                </a:cubicBezTo>
                <a:lnTo>
                  <a:pt x="5751" y="491"/>
                </a:lnTo>
                <a:cubicBezTo>
                  <a:pt x="5986" y="256"/>
                  <a:pt x="6304" y="124"/>
                  <a:pt x="6636" y="124"/>
                </a:cubicBezTo>
                <a:lnTo>
                  <a:pt x="6636" y="124"/>
                </a:lnTo>
                <a:cubicBezTo>
                  <a:pt x="6967" y="124"/>
                  <a:pt x="7285" y="256"/>
                  <a:pt x="7520" y="491"/>
                </a:cubicBezTo>
                <a:lnTo>
                  <a:pt x="7520" y="491"/>
                </a:lnTo>
                <a:cubicBezTo>
                  <a:pt x="7754" y="726"/>
                  <a:pt x="7886" y="1044"/>
                  <a:pt x="7886" y="1376"/>
                </a:cubicBezTo>
                <a:lnTo>
                  <a:pt x="7888" y="1376"/>
                </a:lnTo>
                <a:lnTo>
                  <a:pt x="7888" y="1376"/>
                </a:lnTo>
                <a:cubicBezTo>
                  <a:pt x="7888" y="1740"/>
                  <a:pt x="8033" y="2090"/>
                  <a:pt x="8292" y="2348"/>
                </a:cubicBezTo>
                <a:lnTo>
                  <a:pt x="8292" y="2348"/>
                </a:lnTo>
                <a:cubicBezTo>
                  <a:pt x="8550" y="2606"/>
                  <a:pt x="8900" y="2751"/>
                  <a:pt x="9264" y="2751"/>
                </a:cubicBezTo>
                <a:lnTo>
                  <a:pt x="9264" y="2751"/>
                </a:lnTo>
                <a:cubicBezTo>
                  <a:pt x="9630" y="2751"/>
                  <a:pt x="9980" y="2606"/>
                  <a:pt x="10238" y="2348"/>
                </a:cubicBezTo>
                <a:lnTo>
                  <a:pt x="10238" y="2348"/>
                </a:lnTo>
                <a:cubicBezTo>
                  <a:pt x="10496" y="2090"/>
                  <a:pt x="10641" y="1740"/>
                  <a:pt x="10641" y="1376"/>
                </a:cubicBezTo>
                <a:lnTo>
                  <a:pt x="10643" y="1376"/>
                </a:lnTo>
                <a:lnTo>
                  <a:pt x="10643" y="1376"/>
                </a:lnTo>
                <a:cubicBezTo>
                  <a:pt x="10643" y="1044"/>
                  <a:pt x="10774" y="726"/>
                  <a:pt x="11009" y="491"/>
                </a:cubicBezTo>
                <a:lnTo>
                  <a:pt x="11009" y="491"/>
                </a:lnTo>
                <a:cubicBezTo>
                  <a:pt x="11244" y="256"/>
                  <a:pt x="11562" y="124"/>
                  <a:pt x="11894" y="124"/>
                </a:cubicBezTo>
                <a:lnTo>
                  <a:pt x="11894" y="124"/>
                </a:lnTo>
                <a:cubicBezTo>
                  <a:pt x="12226" y="124"/>
                  <a:pt x="12545" y="256"/>
                  <a:pt x="12779" y="491"/>
                </a:cubicBezTo>
                <a:lnTo>
                  <a:pt x="12779" y="491"/>
                </a:lnTo>
                <a:cubicBezTo>
                  <a:pt x="12999" y="711"/>
                  <a:pt x="13129" y="1005"/>
                  <a:pt x="13144" y="1314"/>
                </a:cubicBezTo>
                <a:lnTo>
                  <a:pt x="13144" y="1314"/>
                </a:lnTo>
                <a:cubicBezTo>
                  <a:pt x="13146" y="1348"/>
                  <a:pt x="13174" y="1376"/>
                  <a:pt x="13208" y="1376"/>
                </a:cubicBezTo>
                <a:lnTo>
                  <a:pt x="13208" y="1376"/>
                </a:lnTo>
                <a:cubicBezTo>
                  <a:pt x="13243" y="1376"/>
                  <a:pt x="13270" y="1348"/>
                  <a:pt x="13269" y="1314"/>
                </a:cubicBezTo>
                <a:lnTo>
                  <a:pt x="13269" y="1314"/>
                </a:lnTo>
                <a:cubicBezTo>
                  <a:pt x="13254" y="972"/>
                  <a:pt x="13111" y="646"/>
                  <a:pt x="12867" y="403"/>
                </a:cubicBezTo>
                <a:lnTo>
                  <a:pt x="12867" y="403"/>
                </a:lnTo>
                <a:cubicBezTo>
                  <a:pt x="12609" y="145"/>
                  <a:pt x="12259" y="0"/>
                  <a:pt x="11894" y="0"/>
                </a:cubicBezTo>
                <a:lnTo>
                  <a:pt x="11894" y="0"/>
                </a:lnTo>
                <a:cubicBezTo>
                  <a:pt x="11530" y="0"/>
                  <a:pt x="11179" y="145"/>
                  <a:pt x="10921" y="403"/>
                </a:cubicBezTo>
                <a:lnTo>
                  <a:pt x="10921" y="403"/>
                </a:lnTo>
                <a:cubicBezTo>
                  <a:pt x="10663" y="661"/>
                  <a:pt x="10518" y="1011"/>
                  <a:pt x="10518" y="1376"/>
                </a:cubicBezTo>
                <a:lnTo>
                  <a:pt x="10516" y="1376"/>
                </a:lnTo>
                <a:lnTo>
                  <a:pt x="10516" y="1376"/>
                </a:lnTo>
                <a:cubicBezTo>
                  <a:pt x="10516" y="1707"/>
                  <a:pt x="10384" y="2025"/>
                  <a:pt x="10149" y="2260"/>
                </a:cubicBezTo>
                <a:lnTo>
                  <a:pt x="10149" y="2260"/>
                </a:lnTo>
                <a:cubicBezTo>
                  <a:pt x="9915" y="2495"/>
                  <a:pt x="9597" y="2627"/>
                  <a:pt x="9264" y="2627"/>
                </a:cubicBezTo>
                <a:lnTo>
                  <a:pt x="9264" y="2627"/>
                </a:lnTo>
                <a:cubicBezTo>
                  <a:pt x="8932" y="2627"/>
                  <a:pt x="8614" y="2495"/>
                  <a:pt x="8379" y="2260"/>
                </a:cubicBezTo>
                <a:lnTo>
                  <a:pt x="8379" y="2260"/>
                </a:lnTo>
                <a:cubicBezTo>
                  <a:pt x="8145" y="2025"/>
                  <a:pt x="8013" y="1707"/>
                  <a:pt x="8013" y="1376"/>
                </a:cubicBezTo>
                <a:lnTo>
                  <a:pt x="8011" y="1376"/>
                </a:lnTo>
                <a:lnTo>
                  <a:pt x="8011" y="1376"/>
                </a:lnTo>
                <a:cubicBezTo>
                  <a:pt x="8011" y="1011"/>
                  <a:pt x="7866" y="661"/>
                  <a:pt x="7608" y="403"/>
                </a:cubicBezTo>
                <a:lnTo>
                  <a:pt x="7608" y="403"/>
                </a:lnTo>
                <a:cubicBezTo>
                  <a:pt x="7350" y="145"/>
                  <a:pt x="7000" y="0"/>
                  <a:pt x="6636" y="0"/>
                </a:cubicBezTo>
                <a:lnTo>
                  <a:pt x="6636" y="0"/>
                </a:lnTo>
                <a:cubicBezTo>
                  <a:pt x="6271" y="0"/>
                  <a:pt x="5921" y="145"/>
                  <a:pt x="5663" y="403"/>
                </a:cubicBezTo>
                <a:lnTo>
                  <a:pt x="5663" y="403"/>
                </a:lnTo>
                <a:cubicBezTo>
                  <a:pt x="5405" y="661"/>
                  <a:pt x="5260" y="1011"/>
                  <a:pt x="5260" y="1376"/>
                </a:cubicBezTo>
                <a:lnTo>
                  <a:pt x="5258" y="1376"/>
                </a:lnTo>
                <a:lnTo>
                  <a:pt x="5258" y="1376"/>
                </a:lnTo>
                <a:cubicBezTo>
                  <a:pt x="5258" y="1707"/>
                  <a:pt x="5126" y="2025"/>
                  <a:pt x="4891" y="2260"/>
                </a:cubicBezTo>
                <a:lnTo>
                  <a:pt x="4891" y="2260"/>
                </a:lnTo>
                <a:cubicBezTo>
                  <a:pt x="4657" y="2495"/>
                  <a:pt x="4338" y="2627"/>
                  <a:pt x="4006" y="2627"/>
                </a:cubicBezTo>
                <a:lnTo>
                  <a:pt x="4006" y="2627"/>
                </a:lnTo>
                <a:cubicBezTo>
                  <a:pt x="3674" y="2627"/>
                  <a:pt x="3356" y="2495"/>
                  <a:pt x="3121" y="2260"/>
                </a:cubicBezTo>
                <a:lnTo>
                  <a:pt x="3121" y="2260"/>
                </a:lnTo>
                <a:cubicBezTo>
                  <a:pt x="2886" y="2025"/>
                  <a:pt x="2755" y="1707"/>
                  <a:pt x="2755" y="1376"/>
                </a:cubicBezTo>
                <a:lnTo>
                  <a:pt x="2752" y="1376"/>
                </a:lnTo>
              </a:path>
            </a:pathLst>
          </a:custGeom>
          <a:solidFill>
            <a:schemeClr val="bg1">
              <a:lumMod val="95000"/>
            </a:schemeClr>
          </a:solidFill>
          <a:ln>
            <a:noFill/>
          </a:ln>
          <a:effectLst/>
        </p:spPr>
        <p:txBody>
          <a:bodyPr wrap="none" anchor="ctr"/>
          <a:lstStyle/>
          <a:p>
            <a:endParaRPr lang="en-US" sz="3265"/>
          </a:p>
        </p:txBody>
      </p:sp>
      <p:sp>
        <p:nvSpPr>
          <p:cNvPr id="2" name="Freeform 6">
            <a:hlinkClick r:id="rId3"/>
            <a:extLst>
              <a:ext uri="{FF2B5EF4-FFF2-40B4-BE49-F238E27FC236}">
                <a16:creationId xmlns:a16="http://schemas.microsoft.com/office/drawing/2014/main" id="{E737251E-EC68-B441-B405-B814BC2FE820}"/>
              </a:ext>
            </a:extLst>
          </p:cNvPr>
          <p:cNvSpPr>
            <a:spLocks noChangeArrowheads="1"/>
          </p:cNvSpPr>
          <p:nvPr/>
        </p:nvSpPr>
        <p:spPr bwMode="auto">
          <a:xfrm>
            <a:off x="2069055" y="3433832"/>
            <a:ext cx="1271613" cy="1268868"/>
          </a:xfrm>
          <a:custGeom>
            <a:avLst/>
            <a:gdLst>
              <a:gd name="T0" fmla="*/ 1020 w 2040"/>
              <a:gd name="T1" fmla="*/ 0 h 2039"/>
              <a:gd name="T2" fmla="*/ 1020 w 2040"/>
              <a:gd name="T3" fmla="*/ 0 h 2039"/>
              <a:gd name="T4" fmla="*/ 2039 w 2040"/>
              <a:gd name="T5" fmla="*/ 1019 h 2039"/>
              <a:gd name="T6" fmla="*/ 2039 w 2040"/>
              <a:gd name="T7" fmla="*/ 1019 h 2039"/>
              <a:gd name="T8" fmla="*/ 1020 w 2040"/>
              <a:gd name="T9" fmla="*/ 2038 h 2039"/>
              <a:gd name="T10" fmla="*/ 1020 w 2040"/>
              <a:gd name="T11" fmla="*/ 2038 h 2039"/>
              <a:gd name="T12" fmla="*/ 0 w 2040"/>
              <a:gd name="T13" fmla="*/ 1019 h 2039"/>
              <a:gd name="T14" fmla="*/ 0 w 2040"/>
              <a:gd name="T15" fmla="*/ 1019 h 2039"/>
              <a:gd name="T16" fmla="*/ 1020 w 2040"/>
              <a:gd name="T17" fmla="*/ 0 h 20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40" h="2039">
                <a:moveTo>
                  <a:pt x="1020" y="0"/>
                </a:moveTo>
                <a:lnTo>
                  <a:pt x="1020" y="0"/>
                </a:lnTo>
                <a:cubicBezTo>
                  <a:pt x="1582" y="0"/>
                  <a:pt x="2039" y="456"/>
                  <a:pt x="2039" y="1019"/>
                </a:cubicBezTo>
                <a:lnTo>
                  <a:pt x="2039" y="1019"/>
                </a:lnTo>
                <a:cubicBezTo>
                  <a:pt x="2039" y="1581"/>
                  <a:pt x="1582" y="2038"/>
                  <a:pt x="1020" y="2038"/>
                </a:cubicBezTo>
                <a:lnTo>
                  <a:pt x="1020" y="2038"/>
                </a:lnTo>
                <a:cubicBezTo>
                  <a:pt x="457" y="2038"/>
                  <a:pt x="0" y="1581"/>
                  <a:pt x="0" y="1019"/>
                </a:cubicBezTo>
                <a:lnTo>
                  <a:pt x="0" y="1019"/>
                </a:lnTo>
                <a:cubicBezTo>
                  <a:pt x="0" y="456"/>
                  <a:pt x="457" y="0"/>
                  <a:pt x="1020" y="0"/>
                </a:cubicBezTo>
              </a:path>
            </a:pathLst>
          </a:custGeom>
          <a:solidFill>
            <a:srgbClr val="E68F96"/>
          </a:solidFill>
          <a:ln>
            <a:noFill/>
          </a:ln>
          <a:effectLst/>
        </p:spPr>
        <p:txBody>
          <a:bodyPr wrap="none" anchor="ctr"/>
          <a:lstStyle/>
          <a:p>
            <a:endParaRPr lang="en-US" sz="3265"/>
          </a:p>
        </p:txBody>
      </p:sp>
      <p:sp>
        <p:nvSpPr>
          <p:cNvPr id="3" name="Freeform 7">
            <a:hlinkClick r:id="rId4"/>
            <a:extLst>
              <a:ext uri="{FF2B5EF4-FFF2-40B4-BE49-F238E27FC236}">
                <a16:creationId xmlns:a16="http://schemas.microsoft.com/office/drawing/2014/main" id="{14C8CDD7-8F58-5A49-B09B-4283531F91D8}"/>
              </a:ext>
            </a:extLst>
          </p:cNvPr>
          <p:cNvSpPr>
            <a:spLocks noChangeArrowheads="1"/>
          </p:cNvSpPr>
          <p:nvPr/>
        </p:nvSpPr>
        <p:spPr bwMode="auto">
          <a:xfrm>
            <a:off x="3694962" y="3460042"/>
            <a:ext cx="1271613" cy="1268868"/>
          </a:xfrm>
          <a:custGeom>
            <a:avLst/>
            <a:gdLst>
              <a:gd name="T0" fmla="*/ 1019 w 2040"/>
              <a:gd name="T1" fmla="*/ 0 h 2039"/>
              <a:gd name="T2" fmla="*/ 1019 w 2040"/>
              <a:gd name="T3" fmla="*/ 0 h 2039"/>
              <a:gd name="T4" fmla="*/ 2039 w 2040"/>
              <a:gd name="T5" fmla="*/ 1019 h 2039"/>
              <a:gd name="T6" fmla="*/ 2039 w 2040"/>
              <a:gd name="T7" fmla="*/ 1019 h 2039"/>
              <a:gd name="T8" fmla="*/ 1019 w 2040"/>
              <a:gd name="T9" fmla="*/ 2038 h 2039"/>
              <a:gd name="T10" fmla="*/ 1019 w 2040"/>
              <a:gd name="T11" fmla="*/ 2038 h 2039"/>
              <a:gd name="T12" fmla="*/ 0 w 2040"/>
              <a:gd name="T13" fmla="*/ 1019 h 2039"/>
              <a:gd name="T14" fmla="*/ 0 w 2040"/>
              <a:gd name="T15" fmla="*/ 1019 h 2039"/>
              <a:gd name="T16" fmla="*/ 1019 w 2040"/>
              <a:gd name="T17" fmla="*/ 0 h 20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40" h="2039">
                <a:moveTo>
                  <a:pt x="1019" y="0"/>
                </a:moveTo>
                <a:lnTo>
                  <a:pt x="1019" y="0"/>
                </a:lnTo>
                <a:cubicBezTo>
                  <a:pt x="1582" y="0"/>
                  <a:pt x="2039" y="456"/>
                  <a:pt x="2039" y="1019"/>
                </a:cubicBezTo>
                <a:lnTo>
                  <a:pt x="2039" y="1019"/>
                </a:lnTo>
                <a:cubicBezTo>
                  <a:pt x="2039" y="1581"/>
                  <a:pt x="1582" y="2038"/>
                  <a:pt x="1019" y="2038"/>
                </a:cubicBezTo>
                <a:lnTo>
                  <a:pt x="1019" y="2038"/>
                </a:lnTo>
                <a:cubicBezTo>
                  <a:pt x="456" y="2038"/>
                  <a:pt x="0" y="1581"/>
                  <a:pt x="0" y="1019"/>
                </a:cubicBezTo>
                <a:lnTo>
                  <a:pt x="0" y="1019"/>
                </a:lnTo>
                <a:cubicBezTo>
                  <a:pt x="0" y="456"/>
                  <a:pt x="456" y="0"/>
                  <a:pt x="1019" y="0"/>
                </a:cubicBezTo>
              </a:path>
            </a:pathLst>
          </a:custGeom>
          <a:solidFill>
            <a:srgbClr val="F0E199"/>
          </a:solidFill>
          <a:ln>
            <a:noFill/>
          </a:ln>
          <a:effectLst/>
        </p:spPr>
        <p:txBody>
          <a:bodyPr wrap="none" anchor="ctr"/>
          <a:lstStyle/>
          <a:p>
            <a:endParaRPr lang="en-US" sz="3265"/>
          </a:p>
        </p:txBody>
      </p:sp>
      <p:sp>
        <p:nvSpPr>
          <p:cNvPr id="4" name="Freeform 8">
            <a:hlinkClick r:id="rId5"/>
            <a:extLst>
              <a:ext uri="{FF2B5EF4-FFF2-40B4-BE49-F238E27FC236}">
                <a16:creationId xmlns:a16="http://schemas.microsoft.com/office/drawing/2014/main" id="{A57789FF-6A0A-5B46-9332-2DA435776245}"/>
              </a:ext>
            </a:extLst>
          </p:cNvPr>
          <p:cNvSpPr>
            <a:spLocks noChangeArrowheads="1"/>
          </p:cNvSpPr>
          <p:nvPr/>
        </p:nvSpPr>
        <p:spPr bwMode="auto">
          <a:xfrm>
            <a:off x="5340096" y="3460042"/>
            <a:ext cx="1268868" cy="1268868"/>
          </a:xfrm>
          <a:custGeom>
            <a:avLst/>
            <a:gdLst>
              <a:gd name="T0" fmla="*/ 1019 w 2039"/>
              <a:gd name="T1" fmla="*/ 0 h 2039"/>
              <a:gd name="T2" fmla="*/ 1019 w 2039"/>
              <a:gd name="T3" fmla="*/ 0 h 2039"/>
              <a:gd name="T4" fmla="*/ 2038 w 2039"/>
              <a:gd name="T5" fmla="*/ 1019 h 2039"/>
              <a:gd name="T6" fmla="*/ 2038 w 2039"/>
              <a:gd name="T7" fmla="*/ 1019 h 2039"/>
              <a:gd name="T8" fmla="*/ 1019 w 2039"/>
              <a:gd name="T9" fmla="*/ 2038 h 2039"/>
              <a:gd name="T10" fmla="*/ 1019 w 2039"/>
              <a:gd name="T11" fmla="*/ 2038 h 2039"/>
              <a:gd name="T12" fmla="*/ 0 w 2039"/>
              <a:gd name="T13" fmla="*/ 1019 h 2039"/>
              <a:gd name="T14" fmla="*/ 0 w 2039"/>
              <a:gd name="T15" fmla="*/ 1019 h 2039"/>
              <a:gd name="T16" fmla="*/ 1019 w 2039"/>
              <a:gd name="T17" fmla="*/ 0 h 20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39" h="2039">
                <a:moveTo>
                  <a:pt x="1019" y="0"/>
                </a:moveTo>
                <a:lnTo>
                  <a:pt x="1019" y="0"/>
                </a:lnTo>
                <a:cubicBezTo>
                  <a:pt x="1581" y="0"/>
                  <a:pt x="2038" y="456"/>
                  <a:pt x="2038" y="1019"/>
                </a:cubicBezTo>
                <a:lnTo>
                  <a:pt x="2038" y="1019"/>
                </a:lnTo>
                <a:cubicBezTo>
                  <a:pt x="2038" y="1581"/>
                  <a:pt x="1581" y="2038"/>
                  <a:pt x="1019" y="2038"/>
                </a:cubicBezTo>
                <a:lnTo>
                  <a:pt x="1019" y="2038"/>
                </a:lnTo>
                <a:cubicBezTo>
                  <a:pt x="456" y="2038"/>
                  <a:pt x="0" y="1581"/>
                  <a:pt x="0" y="1019"/>
                </a:cubicBezTo>
                <a:lnTo>
                  <a:pt x="0" y="1019"/>
                </a:lnTo>
                <a:cubicBezTo>
                  <a:pt x="0" y="456"/>
                  <a:pt x="456" y="0"/>
                  <a:pt x="1019" y="0"/>
                </a:cubicBezTo>
              </a:path>
            </a:pathLst>
          </a:custGeom>
          <a:solidFill>
            <a:srgbClr val="D1C5ED"/>
          </a:solidFill>
          <a:ln>
            <a:noFill/>
          </a:ln>
          <a:effectLst/>
        </p:spPr>
        <p:txBody>
          <a:bodyPr wrap="none" anchor="ctr"/>
          <a:lstStyle/>
          <a:p>
            <a:endParaRPr lang="en-US" sz="3265"/>
          </a:p>
        </p:txBody>
      </p:sp>
      <p:sp>
        <p:nvSpPr>
          <p:cNvPr id="5" name="Freeform 9">
            <a:extLst>
              <a:ext uri="{FF2B5EF4-FFF2-40B4-BE49-F238E27FC236}">
                <a16:creationId xmlns:a16="http://schemas.microsoft.com/office/drawing/2014/main" id="{5EA3A733-CB88-E845-BBF3-90D6A932FCCB}"/>
              </a:ext>
            </a:extLst>
          </p:cNvPr>
          <p:cNvSpPr>
            <a:spLocks noChangeArrowheads="1"/>
          </p:cNvSpPr>
          <p:nvPr/>
        </p:nvSpPr>
        <p:spPr bwMode="auto">
          <a:xfrm>
            <a:off x="6963259" y="3460042"/>
            <a:ext cx="1271613" cy="1268868"/>
          </a:xfrm>
          <a:custGeom>
            <a:avLst/>
            <a:gdLst>
              <a:gd name="T0" fmla="*/ 1020 w 2040"/>
              <a:gd name="T1" fmla="*/ 0 h 2039"/>
              <a:gd name="T2" fmla="*/ 1020 w 2040"/>
              <a:gd name="T3" fmla="*/ 0 h 2039"/>
              <a:gd name="T4" fmla="*/ 2039 w 2040"/>
              <a:gd name="T5" fmla="*/ 1019 h 2039"/>
              <a:gd name="T6" fmla="*/ 2039 w 2040"/>
              <a:gd name="T7" fmla="*/ 1019 h 2039"/>
              <a:gd name="T8" fmla="*/ 1020 w 2040"/>
              <a:gd name="T9" fmla="*/ 2038 h 2039"/>
              <a:gd name="T10" fmla="*/ 1020 w 2040"/>
              <a:gd name="T11" fmla="*/ 2038 h 2039"/>
              <a:gd name="T12" fmla="*/ 0 w 2040"/>
              <a:gd name="T13" fmla="*/ 1019 h 2039"/>
              <a:gd name="T14" fmla="*/ 0 w 2040"/>
              <a:gd name="T15" fmla="*/ 1019 h 2039"/>
              <a:gd name="T16" fmla="*/ 1020 w 2040"/>
              <a:gd name="T17" fmla="*/ 0 h 20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40" h="2039">
                <a:moveTo>
                  <a:pt x="1020" y="0"/>
                </a:moveTo>
                <a:lnTo>
                  <a:pt x="1020" y="0"/>
                </a:lnTo>
                <a:cubicBezTo>
                  <a:pt x="1582" y="0"/>
                  <a:pt x="2039" y="456"/>
                  <a:pt x="2039" y="1019"/>
                </a:cubicBezTo>
                <a:lnTo>
                  <a:pt x="2039" y="1019"/>
                </a:lnTo>
                <a:cubicBezTo>
                  <a:pt x="2039" y="1581"/>
                  <a:pt x="1582" y="2038"/>
                  <a:pt x="1020" y="2038"/>
                </a:cubicBezTo>
                <a:lnTo>
                  <a:pt x="1020" y="2038"/>
                </a:lnTo>
                <a:cubicBezTo>
                  <a:pt x="456" y="2038"/>
                  <a:pt x="0" y="1581"/>
                  <a:pt x="0" y="1019"/>
                </a:cubicBezTo>
                <a:lnTo>
                  <a:pt x="0" y="1019"/>
                </a:lnTo>
                <a:cubicBezTo>
                  <a:pt x="0" y="456"/>
                  <a:pt x="456" y="0"/>
                  <a:pt x="1020" y="0"/>
                </a:cubicBezTo>
              </a:path>
            </a:pathLst>
          </a:custGeom>
          <a:solidFill>
            <a:schemeClr val="accent4"/>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265"/>
          </a:p>
        </p:txBody>
      </p:sp>
      <p:sp>
        <p:nvSpPr>
          <p:cNvPr id="6" name="Freeform 10">
            <a:extLst>
              <a:ext uri="{FF2B5EF4-FFF2-40B4-BE49-F238E27FC236}">
                <a16:creationId xmlns:a16="http://schemas.microsoft.com/office/drawing/2014/main" id="{CDE2130A-2571-494D-8A8D-61E06F77B3CC}"/>
              </a:ext>
            </a:extLst>
          </p:cNvPr>
          <p:cNvSpPr>
            <a:spLocks noChangeArrowheads="1"/>
          </p:cNvSpPr>
          <p:nvPr/>
        </p:nvSpPr>
        <p:spPr bwMode="auto">
          <a:xfrm>
            <a:off x="8627620" y="3460042"/>
            <a:ext cx="1268868" cy="1268868"/>
          </a:xfrm>
          <a:custGeom>
            <a:avLst/>
            <a:gdLst>
              <a:gd name="T0" fmla="*/ 1019 w 2039"/>
              <a:gd name="T1" fmla="*/ 0 h 2039"/>
              <a:gd name="T2" fmla="*/ 1019 w 2039"/>
              <a:gd name="T3" fmla="*/ 0 h 2039"/>
              <a:gd name="T4" fmla="*/ 2038 w 2039"/>
              <a:gd name="T5" fmla="*/ 1019 h 2039"/>
              <a:gd name="T6" fmla="*/ 2038 w 2039"/>
              <a:gd name="T7" fmla="*/ 1019 h 2039"/>
              <a:gd name="T8" fmla="*/ 1019 w 2039"/>
              <a:gd name="T9" fmla="*/ 2038 h 2039"/>
              <a:gd name="T10" fmla="*/ 1019 w 2039"/>
              <a:gd name="T11" fmla="*/ 2038 h 2039"/>
              <a:gd name="T12" fmla="*/ 0 w 2039"/>
              <a:gd name="T13" fmla="*/ 1019 h 2039"/>
              <a:gd name="T14" fmla="*/ 0 w 2039"/>
              <a:gd name="T15" fmla="*/ 1019 h 2039"/>
              <a:gd name="T16" fmla="*/ 1019 w 2039"/>
              <a:gd name="T17" fmla="*/ 0 h 20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39" h="2039">
                <a:moveTo>
                  <a:pt x="1019" y="0"/>
                </a:moveTo>
                <a:lnTo>
                  <a:pt x="1019" y="0"/>
                </a:lnTo>
                <a:cubicBezTo>
                  <a:pt x="1582" y="0"/>
                  <a:pt x="2038" y="456"/>
                  <a:pt x="2038" y="1019"/>
                </a:cubicBezTo>
                <a:lnTo>
                  <a:pt x="2038" y="1019"/>
                </a:lnTo>
                <a:cubicBezTo>
                  <a:pt x="2038" y="1581"/>
                  <a:pt x="1582" y="2038"/>
                  <a:pt x="1019" y="2038"/>
                </a:cubicBezTo>
                <a:lnTo>
                  <a:pt x="1019" y="2038"/>
                </a:lnTo>
                <a:cubicBezTo>
                  <a:pt x="456" y="2038"/>
                  <a:pt x="0" y="1581"/>
                  <a:pt x="0" y="1019"/>
                </a:cubicBezTo>
                <a:lnTo>
                  <a:pt x="0" y="1019"/>
                </a:lnTo>
                <a:cubicBezTo>
                  <a:pt x="0" y="456"/>
                  <a:pt x="456" y="0"/>
                  <a:pt x="1019" y="0"/>
                </a:cubicBezTo>
              </a:path>
            </a:pathLst>
          </a:custGeom>
          <a:solidFill>
            <a:schemeClr val="accent5"/>
          </a:solidFill>
          <a:ln>
            <a:noFill/>
          </a:ln>
          <a:effectLst/>
        </p:spPr>
        <p:txBody>
          <a:bodyPr wrap="none" anchor="ctr"/>
          <a:lstStyle/>
          <a:p>
            <a:endParaRPr lang="en-US" sz="3265"/>
          </a:p>
        </p:txBody>
      </p:sp>
      <p:sp>
        <p:nvSpPr>
          <p:cNvPr id="12" name="Freeform 26">
            <a:extLst>
              <a:ext uri="{FF2B5EF4-FFF2-40B4-BE49-F238E27FC236}">
                <a16:creationId xmlns:a16="http://schemas.microsoft.com/office/drawing/2014/main" id="{35364CFF-4E3B-8645-988B-E471C73CAD08}"/>
              </a:ext>
            </a:extLst>
          </p:cNvPr>
          <p:cNvSpPr>
            <a:spLocks noChangeArrowheads="1"/>
          </p:cNvSpPr>
          <p:nvPr/>
        </p:nvSpPr>
        <p:spPr bwMode="auto">
          <a:xfrm>
            <a:off x="3439541" y="3954406"/>
            <a:ext cx="140071" cy="140071"/>
          </a:xfrm>
          <a:custGeom>
            <a:avLst/>
            <a:gdLst>
              <a:gd name="T0" fmla="*/ 112 w 226"/>
              <a:gd name="T1" fmla="*/ 0 h 225"/>
              <a:gd name="T2" fmla="*/ 112 w 226"/>
              <a:gd name="T3" fmla="*/ 0 h 225"/>
              <a:gd name="T4" fmla="*/ 225 w 226"/>
              <a:gd name="T5" fmla="*/ 112 h 225"/>
              <a:gd name="T6" fmla="*/ 225 w 226"/>
              <a:gd name="T7" fmla="*/ 112 h 225"/>
              <a:gd name="T8" fmla="*/ 112 w 226"/>
              <a:gd name="T9" fmla="*/ 224 h 225"/>
              <a:gd name="T10" fmla="*/ 112 w 226"/>
              <a:gd name="T11" fmla="*/ 224 h 225"/>
              <a:gd name="T12" fmla="*/ 0 w 226"/>
              <a:gd name="T13" fmla="*/ 112 h 225"/>
              <a:gd name="T14" fmla="*/ 0 w 226"/>
              <a:gd name="T15" fmla="*/ 112 h 225"/>
              <a:gd name="T16" fmla="*/ 112 w 226"/>
              <a:gd name="T17" fmla="*/ 0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6" h="225">
                <a:moveTo>
                  <a:pt x="112" y="0"/>
                </a:moveTo>
                <a:lnTo>
                  <a:pt x="112" y="0"/>
                </a:lnTo>
                <a:cubicBezTo>
                  <a:pt x="175" y="0"/>
                  <a:pt x="225" y="50"/>
                  <a:pt x="225" y="112"/>
                </a:cubicBezTo>
                <a:lnTo>
                  <a:pt x="225" y="112"/>
                </a:lnTo>
                <a:cubicBezTo>
                  <a:pt x="225" y="174"/>
                  <a:pt x="175" y="224"/>
                  <a:pt x="112" y="224"/>
                </a:cubicBezTo>
                <a:lnTo>
                  <a:pt x="112" y="224"/>
                </a:lnTo>
                <a:cubicBezTo>
                  <a:pt x="50" y="224"/>
                  <a:pt x="0" y="174"/>
                  <a:pt x="0" y="112"/>
                </a:cubicBezTo>
                <a:lnTo>
                  <a:pt x="0" y="112"/>
                </a:lnTo>
                <a:cubicBezTo>
                  <a:pt x="0" y="50"/>
                  <a:pt x="50" y="0"/>
                  <a:pt x="112" y="0"/>
                </a:cubicBezTo>
              </a:path>
            </a:pathLst>
          </a:custGeom>
          <a:solidFill>
            <a:schemeClr val="tx1"/>
          </a:solidFill>
          <a:ln>
            <a:noFill/>
          </a:ln>
          <a:effectLst/>
        </p:spPr>
        <p:txBody>
          <a:bodyPr wrap="none" anchor="ctr"/>
          <a:lstStyle/>
          <a:p>
            <a:endParaRPr lang="en-US" sz="3265"/>
          </a:p>
        </p:txBody>
      </p:sp>
      <p:sp>
        <p:nvSpPr>
          <p:cNvPr id="13" name="Freeform 27">
            <a:extLst>
              <a:ext uri="{FF2B5EF4-FFF2-40B4-BE49-F238E27FC236}">
                <a16:creationId xmlns:a16="http://schemas.microsoft.com/office/drawing/2014/main" id="{3B26FF53-0F64-EC4F-9523-AFF4845F6E0C}"/>
              </a:ext>
            </a:extLst>
          </p:cNvPr>
          <p:cNvSpPr>
            <a:spLocks noChangeArrowheads="1"/>
          </p:cNvSpPr>
          <p:nvPr/>
        </p:nvSpPr>
        <p:spPr bwMode="auto">
          <a:xfrm>
            <a:off x="5084674" y="3954406"/>
            <a:ext cx="140069" cy="140071"/>
          </a:xfrm>
          <a:custGeom>
            <a:avLst/>
            <a:gdLst>
              <a:gd name="T0" fmla="*/ 112 w 225"/>
              <a:gd name="T1" fmla="*/ 0 h 225"/>
              <a:gd name="T2" fmla="*/ 112 w 225"/>
              <a:gd name="T3" fmla="*/ 0 h 225"/>
              <a:gd name="T4" fmla="*/ 224 w 225"/>
              <a:gd name="T5" fmla="*/ 112 h 225"/>
              <a:gd name="T6" fmla="*/ 224 w 225"/>
              <a:gd name="T7" fmla="*/ 112 h 225"/>
              <a:gd name="T8" fmla="*/ 112 w 225"/>
              <a:gd name="T9" fmla="*/ 224 h 225"/>
              <a:gd name="T10" fmla="*/ 112 w 225"/>
              <a:gd name="T11" fmla="*/ 224 h 225"/>
              <a:gd name="T12" fmla="*/ 0 w 225"/>
              <a:gd name="T13" fmla="*/ 112 h 225"/>
              <a:gd name="T14" fmla="*/ 0 w 225"/>
              <a:gd name="T15" fmla="*/ 112 h 225"/>
              <a:gd name="T16" fmla="*/ 112 w 225"/>
              <a:gd name="T17" fmla="*/ 0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5" h="225">
                <a:moveTo>
                  <a:pt x="112" y="0"/>
                </a:moveTo>
                <a:lnTo>
                  <a:pt x="112" y="0"/>
                </a:lnTo>
                <a:cubicBezTo>
                  <a:pt x="174" y="0"/>
                  <a:pt x="224" y="50"/>
                  <a:pt x="224" y="112"/>
                </a:cubicBezTo>
                <a:lnTo>
                  <a:pt x="224" y="112"/>
                </a:lnTo>
                <a:cubicBezTo>
                  <a:pt x="224" y="174"/>
                  <a:pt x="174" y="224"/>
                  <a:pt x="112" y="224"/>
                </a:cubicBezTo>
                <a:lnTo>
                  <a:pt x="112" y="224"/>
                </a:lnTo>
                <a:cubicBezTo>
                  <a:pt x="50" y="224"/>
                  <a:pt x="0" y="174"/>
                  <a:pt x="0" y="112"/>
                </a:cubicBezTo>
                <a:lnTo>
                  <a:pt x="0" y="112"/>
                </a:lnTo>
                <a:cubicBezTo>
                  <a:pt x="0" y="50"/>
                  <a:pt x="50" y="0"/>
                  <a:pt x="112" y="0"/>
                </a:cubicBezTo>
              </a:path>
            </a:pathLst>
          </a:custGeom>
          <a:solidFill>
            <a:schemeClr val="tx1"/>
          </a:solidFill>
          <a:ln>
            <a:noFill/>
          </a:ln>
          <a:effectLst/>
        </p:spPr>
        <p:txBody>
          <a:bodyPr wrap="none" anchor="ctr"/>
          <a:lstStyle/>
          <a:p>
            <a:endParaRPr lang="en-US" sz="3265"/>
          </a:p>
        </p:txBody>
      </p:sp>
      <p:sp>
        <p:nvSpPr>
          <p:cNvPr id="14" name="Freeform 28">
            <a:extLst>
              <a:ext uri="{FF2B5EF4-FFF2-40B4-BE49-F238E27FC236}">
                <a16:creationId xmlns:a16="http://schemas.microsoft.com/office/drawing/2014/main" id="{E0D6B7F3-4E79-D748-A1EF-BFE8EB4A64BE}"/>
              </a:ext>
            </a:extLst>
          </p:cNvPr>
          <p:cNvSpPr>
            <a:spLocks noChangeArrowheads="1"/>
          </p:cNvSpPr>
          <p:nvPr/>
        </p:nvSpPr>
        <p:spPr bwMode="auto">
          <a:xfrm>
            <a:off x="6716077" y="3954406"/>
            <a:ext cx="140069" cy="140071"/>
          </a:xfrm>
          <a:custGeom>
            <a:avLst/>
            <a:gdLst>
              <a:gd name="T0" fmla="*/ 111 w 225"/>
              <a:gd name="T1" fmla="*/ 0 h 225"/>
              <a:gd name="T2" fmla="*/ 111 w 225"/>
              <a:gd name="T3" fmla="*/ 0 h 225"/>
              <a:gd name="T4" fmla="*/ 224 w 225"/>
              <a:gd name="T5" fmla="*/ 112 h 225"/>
              <a:gd name="T6" fmla="*/ 224 w 225"/>
              <a:gd name="T7" fmla="*/ 112 h 225"/>
              <a:gd name="T8" fmla="*/ 111 w 225"/>
              <a:gd name="T9" fmla="*/ 224 h 225"/>
              <a:gd name="T10" fmla="*/ 111 w 225"/>
              <a:gd name="T11" fmla="*/ 224 h 225"/>
              <a:gd name="T12" fmla="*/ 0 w 225"/>
              <a:gd name="T13" fmla="*/ 112 h 225"/>
              <a:gd name="T14" fmla="*/ 0 w 225"/>
              <a:gd name="T15" fmla="*/ 112 h 225"/>
              <a:gd name="T16" fmla="*/ 111 w 225"/>
              <a:gd name="T17" fmla="*/ 0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5" h="225">
                <a:moveTo>
                  <a:pt x="111" y="0"/>
                </a:moveTo>
                <a:lnTo>
                  <a:pt x="111" y="0"/>
                </a:lnTo>
                <a:cubicBezTo>
                  <a:pt x="174" y="0"/>
                  <a:pt x="224" y="50"/>
                  <a:pt x="224" y="112"/>
                </a:cubicBezTo>
                <a:lnTo>
                  <a:pt x="224" y="112"/>
                </a:lnTo>
                <a:cubicBezTo>
                  <a:pt x="224" y="174"/>
                  <a:pt x="174" y="224"/>
                  <a:pt x="111" y="224"/>
                </a:cubicBezTo>
                <a:lnTo>
                  <a:pt x="111" y="224"/>
                </a:lnTo>
                <a:cubicBezTo>
                  <a:pt x="50" y="224"/>
                  <a:pt x="0" y="174"/>
                  <a:pt x="0" y="112"/>
                </a:cubicBezTo>
                <a:lnTo>
                  <a:pt x="0" y="112"/>
                </a:lnTo>
                <a:cubicBezTo>
                  <a:pt x="0" y="50"/>
                  <a:pt x="50" y="0"/>
                  <a:pt x="111" y="0"/>
                </a:cubicBezTo>
              </a:path>
            </a:pathLst>
          </a:custGeom>
          <a:solidFill>
            <a:schemeClr val="tx1"/>
          </a:solidFill>
          <a:ln>
            <a:noFill/>
          </a:ln>
          <a:effectLst/>
        </p:spPr>
        <p:txBody>
          <a:bodyPr wrap="none" anchor="ctr"/>
          <a:lstStyle/>
          <a:p>
            <a:endParaRPr lang="en-US" sz="3265"/>
          </a:p>
        </p:txBody>
      </p:sp>
      <p:sp>
        <p:nvSpPr>
          <p:cNvPr id="15" name="Freeform 29">
            <a:extLst>
              <a:ext uri="{FF2B5EF4-FFF2-40B4-BE49-F238E27FC236}">
                <a16:creationId xmlns:a16="http://schemas.microsoft.com/office/drawing/2014/main" id="{086679A4-7DBC-494C-8AAF-A89E95D40058}"/>
              </a:ext>
            </a:extLst>
          </p:cNvPr>
          <p:cNvSpPr>
            <a:spLocks noChangeArrowheads="1"/>
          </p:cNvSpPr>
          <p:nvPr/>
        </p:nvSpPr>
        <p:spPr bwMode="auto">
          <a:xfrm>
            <a:off x="8361212" y="3954406"/>
            <a:ext cx="140071" cy="140071"/>
          </a:xfrm>
          <a:custGeom>
            <a:avLst/>
            <a:gdLst>
              <a:gd name="T0" fmla="*/ 112 w 225"/>
              <a:gd name="T1" fmla="*/ 0 h 225"/>
              <a:gd name="T2" fmla="*/ 112 w 225"/>
              <a:gd name="T3" fmla="*/ 0 h 225"/>
              <a:gd name="T4" fmla="*/ 224 w 225"/>
              <a:gd name="T5" fmla="*/ 112 h 225"/>
              <a:gd name="T6" fmla="*/ 224 w 225"/>
              <a:gd name="T7" fmla="*/ 112 h 225"/>
              <a:gd name="T8" fmla="*/ 112 w 225"/>
              <a:gd name="T9" fmla="*/ 224 h 225"/>
              <a:gd name="T10" fmla="*/ 112 w 225"/>
              <a:gd name="T11" fmla="*/ 224 h 225"/>
              <a:gd name="T12" fmla="*/ 0 w 225"/>
              <a:gd name="T13" fmla="*/ 112 h 225"/>
              <a:gd name="T14" fmla="*/ 0 w 225"/>
              <a:gd name="T15" fmla="*/ 112 h 225"/>
              <a:gd name="T16" fmla="*/ 112 w 225"/>
              <a:gd name="T17" fmla="*/ 0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5" h="225">
                <a:moveTo>
                  <a:pt x="112" y="0"/>
                </a:moveTo>
                <a:lnTo>
                  <a:pt x="112" y="0"/>
                </a:lnTo>
                <a:cubicBezTo>
                  <a:pt x="174" y="0"/>
                  <a:pt x="224" y="50"/>
                  <a:pt x="224" y="112"/>
                </a:cubicBezTo>
                <a:lnTo>
                  <a:pt x="224" y="112"/>
                </a:lnTo>
                <a:cubicBezTo>
                  <a:pt x="224" y="174"/>
                  <a:pt x="174" y="224"/>
                  <a:pt x="112" y="224"/>
                </a:cubicBezTo>
                <a:lnTo>
                  <a:pt x="112" y="224"/>
                </a:lnTo>
                <a:cubicBezTo>
                  <a:pt x="50" y="224"/>
                  <a:pt x="0" y="174"/>
                  <a:pt x="0" y="112"/>
                </a:cubicBezTo>
                <a:lnTo>
                  <a:pt x="0" y="112"/>
                </a:lnTo>
                <a:cubicBezTo>
                  <a:pt x="0" y="50"/>
                  <a:pt x="50" y="0"/>
                  <a:pt x="112" y="0"/>
                </a:cubicBezTo>
              </a:path>
            </a:pathLst>
          </a:custGeom>
          <a:solidFill>
            <a:schemeClr val="tx1"/>
          </a:solidFill>
          <a:ln>
            <a:noFill/>
          </a:ln>
          <a:effectLst/>
        </p:spPr>
        <p:txBody>
          <a:bodyPr wrap="none" anchor="ctr"/>
          <a:lstStyle/>
          <a:p>
            <a:endParaRPr lang="en-US" sz="3265"/>
          </a:p>
        </p:txBody>
      </p:sp>
      <p:sp>
        <p:nvSpPr>
          <p:cNvPr id="19" name="Down Arrow 18">
            <a:extLst>
              <a:ext uri="{FF2B5EF4-FFF2-40B4-BE49-F238E27FC236}">
                <a16:creationId xmlns:a16="http://schemas.microsoft.com/office/drawing/2014/main" id="{E460A0ED-108A-DB45-90F3-5D9780DBDC0D}"/>
              </a:ext>
            </a:extLst>
          </p:cNvPr>
          <p:cNvSpPr/>
          <p:nvPr/>
        </p:nvSpPr>
        <p:spPr>
          <a:xfrm>
            <a:off x="2617024" y="4789328"/>
            <a:ext cx="160639" cy="595020"/>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0" name="Up Arrow 19">
            <a:extLst>
              <a:ext uri="{FF2B5EF4-FFF2-40B4-BE49-F238E27FC236}">
                <a16:creationId xmlns:a16="http://schemas.microsoft.com/office/drawing/2014/main" id="{DE7D208C-F2CE-DB45-B27B-6C010882EBB5}"/>
              </a:ext>
            </a:extLst>
          </p:cNvPr>
          <p:cNvSpPr/>
          <p:nvPr/>
        </p:nvSpPr>
        <p:spPr>
          <a:xfrm>
            <a:off x="4186141" y="2542701"/>
            <a:ext cx="160639" cy="595020"/>
          </a:xfrm>
          <a:prstGeom prst="up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1" name="Down Arrow 20">
            <a:extLst>
              <a:ext uri="{FF2B5EF4-FFF2-40B4-BE49-F238E27FC236}">
                <a16:creationId xmlns:a16="http://schemas.microsoft.com/office/drawing/2014/main" id="{EFF047F2-C24D-6F4B-8C0B-2B4AA0BC2D27}"/>
              </a:ext>
            </a:extLst>
          </p:cNvPr>
          <p:cNvSpPr/>
          <p:nvPr/>
        </p:nvSpPr>
        <p:spPr>
          <a:xfrm>
            <a:off x="5918912" y="4828074"/>
            <a:ext cx="160639" cy="595020"/>
          </a:xfrm>
          <a:prstGeom prst="down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2" name="Up Arrow 21">
            <a:extLst>
              <a:ext uri="{FF2B5EF4-FFF2-40B4-BE49-F238E27FC236}">
                <a16:creationId xmlns:a16="http://schemas.microsoft.com/office/drawing/2014/main" id="{1F680BF0-0A5B-BC44-8C13-938CF4BF7A27}"/>
              </a:ext>
            </a:extLst>
          </p:cNvPr>
          <p:cNvSpPr/>
          <p:nvPr/>
        </p:nvSpPr>
        <p:spPr>
          <a:xfrm>
            <a:off x="7495885" y="2533868"/>
            <a:ext cx="160639" cy="595020"/>
          </a:xfrm>
          <a:prstGeom prst="upArrow">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4" name="Subtitle 2">
            <a:extLst>
              <a:ext uri="{FF2B5EF4-FFF2-40B4-BE49-F238E27FC236}">
                <a16:creationId xmlns:a16="http://schemas.microsoft.com/office/drawing/2014/main" id="{B14BDED5-18EA-C744-AB99-3F83A90BCA6E}"/>
              </a:ext>
            </a:extLst>
          </p:cNvPr>
          <p:cNvSpPr txBox="1">
            <a:spLocks/>
          </p:cNvSpPr>
          <p:nvPr/>
        </p:nvSpPr>
        <p:spPr>
          <a:xfrm>
            <a:off x="1621914" y="5838091"/>
            <a:ext cx="2150855" cy="713722"/>
          </a:xfrm>
          <a:prstGeom prst="rect">
            <a:avLst/>
          </a:prstGeom>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751"/>
              </a:lnSpc>
            </a:pPr>
            <a:r>
              <a:rPr lang="fr-FR" sz="1200"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Identification et gestion des interventions à traiter dans un délai court</a:t>
            </a:r>
          </a:p>
        </p:txBody>
      </p:sp>
      <p:sp>
        <p:nvSpPr>
          <p:cNvPr id="25" name="TextBox 24">
            <a:extLst>
              <a:ext uri="{FF2B5EF4-FFF2-40B4-BE49-F238E27FC236}">
                <a16:creationId xmlns:a16="http://schemas.microsoft.com/office/drawing/2014/main" id="{DD2333D1-3B0A-5748-A1A9-E2A9348B55B9}"/>
              </a:ext>
            </a:extLst>
          </p:cNvPr>
          <p:cNvSpPr txBox="1"/>
          <p:nvPr/>
        </p:nvSpPr>
        <p:spPr>
          <a:xfrm>
            <a:off x="1305158" y="5453872"/>
            <a:ext cx="2707068" cy="338554"/>
          </a:xfrm>
          <a:prstGeom prst="rect">
            <a:avLst/>
          </a:prstGeom>
          <a:noFill/>
        </p:spPr>
        <p:txBody>
          <a:bodyPr wrap="square" rtlCol="0" anchor="b" anchorCtr="0">
            <a:spAutoFit/>
          </a:bodyPr>
          <a:lstStyle/>
          <a:p>
            <a:pPr algn="ctr"/>
            <a:r>
              <a:rPr lang="fr-FR" sz="1600" b="1" dirty="0">
                <a:solidFill>
                  <a:schemeClr val="tx2"/>
                </a:solidFill>
                <a:latin typeface="Poppins" pitchFamily="2" charset="77"/>
                <a:ea typeface="League Spartan" charset="0"/>
                <a:cs typeface="Poppins" pitchFamily="2" charset="77"/>
              </a:rPr>
              <a:t>SAS G2</a:t>
            </a:r>
          </a:p>
        </p:txBody>
      </p:sp>
      <p:sp>
        <p:nvSpPr>
          <p:cNvPr id="28" name="Subtitle 2">
            <a:extLst>
              <a:ext uri="{FF2B5EF4-FFF2-40B4-BE49-F238E27FC236}">
                <a16:creationId xmlns:a16="http://schemas.microsoft.com/office/drawing/2014/main" id="{635AC008-13BD-1F49-BCB6-ABB978AF0F2E}"/>
              </a:ext>
            </a:extLst>
          </p:cNvPr>
          <p:cNvSpPr txBox="1">
            <a:spLocks/>
          </p:cNvSpPr>
          <p:nvPr/>
        </p:nvSpPr>
        <p:spPr>
          <a:xfrm>
            <a:off x="5004122" y="5898208"/>
            <a:ext cx="2150855" cy="482889"/>
          </a:xfrm>
          <a:prstGeom prst="rect">
            <a:avLst/>
          </a:prstGeom>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751"/>
              </a:lnSpc>
            </a:pPr>
            <a:r>
              <a:rPr lang="fr-FR" sz="1200"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Planification des interventions sur les équipes</a:t>
            </a:r>
          </a:p>
        </p:txBody>
      </p:sp>
      <p:sp>
        <p:nvSpPr>
          <p:cNvPr id="29" name="TextBox 28">
            <a:extLst>
              <a:ext uri="{FF2B5EF4-FFF2-40B4-BE49-F238E27FC236}">
                <a16:creationId xmlns:a16="http://schemas.microsoft.com/office/drawing/2014/main" id="{3091EB9A-8765-4540-A392-54351CB82BE1}"/>
              </a:ext>
            </a:extLst>
          </p:cNvPr>
          <p:cNvSpPr txBox="1"/>
          <p:nvPr/>
        </p:nvSpPr>
        <p:spPr>
          <a:xfrm>
            <a:off x="5161137" y="5485977"/>
            <a:ext cx="1798890" cy="338554"/>
          </a:xfrm>
          <a:prstGeom prst="rect">
            <a:avLst/>
          </a:prstGeom>
          <a:noFill/>
        </p:spPr>
        <p:txBody>
          <a:bodyPr wrap="none" rtlCol="0" anchor="b" anchorCtr="0">
            <a:spAutoFit/>
          </a:bodyPr>
          <a:lstStyle/>
          <a:p>
            <a:pPr algn="ctr"/>
            <a:r>
              <a:rPr lang="fr-FR" sz="1600" b="1" dirty="0">
                <a:solidFill>
                  <a:schemeClr val="tx2"/>
                </a:solidFill>
                <a:latin typeface="Poppins" pitchFamily="2" charset="77"/>
                <a:ea typeface="League Spartan" charset="0"/>
                <a:cs typeface="Poppins" pitchFamily="2" charset="77"/>
              </a:rPr>
              <a:t>PLANIFICATION </a:t>
            </a:r>
          </a:p>
        </p:txBody>
      </p:sp>
      <p:sp>
        <p:nvSpPr>
          <p:cNvPr id="32" name="TextBox 31">
            <a:extLst>
              <a:ext uri="{FF2B5EF4-FFF2-40B4-BE49-F238E27FC236}">
                <a16:creationId xmlns:a16="http://schemas.microsoft.com/office/drawing/2014/main" id="{C3DDEE5A-BAEE-B248-BE98-1C912AEA2122}"/>
              </a:ext>
            </a:extLst>
          </p:cNvPr>
          <p:cNvSpPr txBox="1"/>
          <p:nvPr/>
        </p:nvSpPr>
        <p:spPr>
          <a:xfrm>
            <a:off x="8680305" y="5412016"/>
            <a:ext cx="1111202" cy="338554"/>
          </a:xfrm>
          <a:prstGeom prst="rect">
            <a:avLst/>
          </a:prstGeom>
          <a:noFill/>
        </p:spPr>
        <p:txBody>
          <a:bodyPr wrap="none" rtlCol="0" anchor="b" anchorCtr="0">
            <a:spAutoFit/>
          </a:bodyPr>
          <a:lstStyle/>
          <a:p>
            <a:pPr algn="ctr"/>
            <a:r>
              <a:rPr lang="fr-FR" sz="1600" b="1" dirty="0">
                <a:solidFill>
                  <a:schemeClr val="tx2"/>
                </a:solidFill>
                <a:latin typeface="Poppins" pitchFamily="2" charset="77"/>
                <a:ea typeface="League Spartan" charset="0"/>
                <a:cs typeface="Poppins" pitchFamily="2" charset="77"/>
              </a:rPr>
              <a:t>CLOTURE</a:t>
            </a:r>
          </a:p>
        </p:txBody>
      </p:sp>
      <p:sp>
        <p:nvSpPr>
          <p:cNvPr id="35" name="Subtitle 2">
            <a:extLst>
              <a:ext uri="{FF2B5EF4-FFF2-40B4-BE49-F238E27FC236}">
                <a16:creationId xmlns:a16="http://schemas.microsoft.com/office/drawing/2014/main" id="{D65C7090-82A6-D848-8324-187C930CDE34}"/>
              </a:ext>
            </a:extLst>
          </p:cNvPr>
          <p:cNvSpPr txBox="1">
            <a:spLocks/>
          </p:cNvSpPr>
          <p:nvPr/>
        </p:nvSpPr>
        <p:spPr>
          <a:xfrm>
            <a:off x="3204985" y="1759300"/>
            <a:ext cx="2150855" cy="713722"/>
          </a:xfrm>
          <a:prstGeom prst="rect">
            <a:avLst/>
          </a:prstGeom>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751"/>
              </a:lnSpc>
            </a:pPr>
            <a:r>
              <a:rPr lang="fr-FR" sz="1200"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Tri et qualification des interventions dans le portefeuille des interventions</a:t>
            </a:r>
          </a:p>
        </p:txBody>
      </p:sp>
      <p:sp>
        <p:nvSpPr>
          <p:cNvPr id="38" name="Subtitle 2">
            <a:extLst>
              <a:ext uri="{FF2B5EF4-FFF2-40B4-BE49-F238E27FC236}">
                <a16:creationId xmlns:a16="http://schemas.microsoft.com/office/drawing/2014/main" id="{820A8C4D-FBB4-FA45-8666-56345D5B8470}"/>
              </a:ext>
            </a:extLst>
          </p:cNvPr>
          <p:cNvSpPr txBox="1">
            <a:spLocks/>
          </p:cNvSpPr>
          <p:nvPr/>
        </p:nvSpPr>
        <p:spPr>
          <a:xfrm>
            <a:off x="6520622" y="2016799"/>
            <a:ext cx="2150855" cy="482889"/>
          </a:xfrm>
          <a:prstGeom prst="rect">
            <a:avLst/>
          </a:prstGeom>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751"/>
              </a:lnSpc>
            </a:pPr>
            <a:r>
              <a:rPr lang="fr-FR" sz="1200"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Réalisation des interventions par les équipes terrains </a:t>
            </a:r>
          </a:p>
        </p:txBody>
      </p:sp>
      <p:sp>
        <p:nvSpPr>
          <p:cNvPr id="40" name="TextBox 39">
            <a:extLst>
              <a:ext uri="{FF2B5EF4-FFF2-40B4-BE49-F238E27FC236}">
                <a16:creationId xmlns:a16="http://schemas.microsoft.com/office/drawing/2014/main" id="{3A67BEB4-FD1A-BC41-9A21-D89B6FAF9BE8}"/>
              </a:ext>
            </a:extLst>
          </p:cNvPr>
          <p:cNvSpPr txBox="1"/>
          <p:nvPr/>
        </p:nvSpPr>
        <p:spPr>
          <a:xfrm>
            <a:off x="2054750" y="3742428"/>
            <a:ext cx="1372492" cy="646331"/>
          </a:xfrm>
          <a:prstGeom prst="rect">
            <a:avLst/>
          </a:prstGeom>
          <a:noFill/>
        </p:spPr>
        <p:txBody>
          <a:bodyPr wrap="square" rtlCol="0" anchor="ctr">
            <a:spAutoFit/>
          </a:bodyPr>
          <a:lstStyle/>
          <a:p>
            <a:pPr algn="ctr"/>
            <a:r>
              <a:rPr lang="fr-FR" sz="3600" b="1" dirty="0">
                <a:solidFill>
                  <a:schemeClr val="bg1"/>
                </a:solidFill>
                <a:latin typeface="Poppins" pitchFamily="2" charset="77"/>
                <a:cs typeface="Poppins" pitchFamily="2" charset="77"/>
              </a:rPr>
              <a:t>80%</a:t>
            </a:r>
          </a:p>
        </p:txBody>
      </p:sp>
      <p:sp>
        <p:nvSpPr>
          <p:cNvPr id="44" name="TextBox 43">
            <a:extLst>
              <a:ext uri="{FF2B5EF4-FFF2-40B4-BE49-F238E27FC236}">
                <a16:creationId xmlns:a16="http://schemas.microsoft.com/office/drawing/2014/main" id="{1E172AC2-E4B5-9249-9AFD-856E798872D1}"/>
              </a:ext>
            </a:extLst>
          </p:cNvPr>
          <p:cNvSpPr txBox="1"/>
          <p:nvPr/>
        </p:nvSpPr>
        <p:spPr>
          <a:xfrm>
            <a:off x="8982171" y="3702060"/>
            <a:ext cx="559769" cy="784830"/>
          </a:xfrm>
          <a:prstGeom prst="rect">
            <a:avLst/>
          </a:prstGeom>
          <a:noFill/>
        </p:spPr>
        <p:txBody>
          <a:bodyPr wrap="none" rtlCol="0" anchor="ctr">
            <a:spAutoFit/>
          </a:bodyPr>
          <a:lstStyle/>
          <a:p>
            <a:pPr algn="ctr"/>
            <a:r>
              <a:rPr lang="fr-FR" sz="4500" b="1">
                <a:solidFill>
                  <a:schemeClr val="bg1"/>
                </a:solidFill>
                <a:latin typeface="Poppins" pitchFamily="2" charset="77"/>
                <a:cs typeface="Poppins" pitchFamily="2" charset="77"/>
              </a:rPr>
              <a:t>5</a:t>
            </a:r>
            <a:endParaRPr lang="fr-FR" sz="4500" b="1" dirty="0">
              <a:solidFill>
                <a:schemeClr val="bg1"/>
              </a:solidFill>
              <a:latin typeface="Poppins" pitchFamily="2" charset="77"/>
              <a:cs typeface="Poppins" pitchFamily="2" charset="77"/>
            </a:endParaRPr>
          </a:p>
        </p:txBody>
      </p:sp>
      <p:sp>
        <p:nvSpPr>
          <p:cNvPr id="8" name="TextBox 24">
            <a:extLst>
              <a:ext uri="{FF2B5EF4-FFF2-40B4-BE49-F238E27FC236}">
                <a16:creationId xmlns:a16="http://schemas.microsoft.com/office/drawing/2014/main" id="{027E60A7-D7BB-6C58-F752-77AE3724DCCF}"/>
              </a:ext>
            </a:extLst>
          </p:cNvPr>
          <p:cNvSpPr txBox="1"/>
          <p:nvPr/>
        </p:nvSpPr>
        <p:spPr>
          <a:xfrm>
            <a:off x="1770834" y="4633848"/>
            <a:ext cx="1806560" cy="338554"/>
          </a:xfrm>
          <a:prstGeom prst="rect">
            <a:avLst/>
          </a:prstGeom>
          <a:noFill/>
        </p:spPr>
        <p:txBody>
          <a:bodyPr wrap="square" rtlCol="0" anchor="b" anchorCtr="0">
            <a:spAutoFit/>
          </a:bodyPr>
          <a:lstStyle/>
          <a:p>
            <a:pPr algn="ctr"/>
            <a:r>
              <a:rPr lang="fr-FR" sz="1600" b="1" dirty="0">
                <a:solidFill>
                  <a:schemeClr val="tx2"/>
                </a:solidFill>
                <a:latin typeface="Poppins" pitchFamily="2" charset="77"/>
                <a:ea typeface="League Spartan" charset="0"/>
                <a:cs typeface="Poppins" pitchFamily="2" charset="77"/>
              </a:rPr>
              <a:t> </a:t>
            </a:r>
          </a:p>
        </p:txBody>
      </p:sp>
      <p:sp>
        <p:nvSpPr>
          <p:cNvPr id="26" name="TextBox 24">
            <a:extLst>
              <a:ext uri="{FF2B5EF4-FFF2-40B4-BE49-F238E27FC236}">
                <a16:creationId xmlns:a16="http://schemas.microsoft.com/office/drawing/2014/main" id="{79D39AED-76BD-A387-6656-CFE2B7EC486D}"/>
              </a:ext>
            </a:extLst>
          </p:cNvPr>
          <p:cNvSpPr txBox="1"/>
          <p:nvPr/>
        </p:nvSpPr>
        <p:spPr>
          <a:xfrm>
            <a:off x="3200715" y="3127032"/>
            <a:ext cx="2260104" cy="338554"/>
          </a:xfrm>
          <a:prstGeom prst="rect">
            <a:avLst/>
          </a:prstGeom>
          <a:noFill/>
        </p:spPr>
        <p:txBody>
          <a:bodyPr wrap="square" rtlCol="0" anchor="b" anchorCtr="0">
            <a:spAutoFit/>
          </a:bodyPr>
          <a:lstStyle/>
          <a:p>
            <a:pPr algn="ctr"/>
            <a:r>
              <a:rPr lang="fr-FR" sz="1600" b="1" dirty="0">
                <a:solidFill>
                  <a:schemeClr val="tx2"/>
                </a:solidFill>
                <a:latin typeface="Poppins" pitchFamily="2" charset="77"/>
                <a:ea typeface="League Spartan" charset="0"/>
                <a:cs typeface="Poppins" pitchFamily="2" charset="77"/>
              </a:rPr>
              <a:t>QUALIFICATION </a:t>
            </a:r>
          </a:p>
        </p:txBody>
      </p:sp>
      <p:sp>
        <p:nvSpPr>
          <p:cNvPr id="33" name="Freeform 8">
            <a:extLst>
              <a:ext uri="{FF2B5EF4-FFF2-40B4-BE49-F238E27FC236}">
                <a16:creationId xmlns:a16="http://schemas.microsoft.com/office/drawing/2014/main" id="{72E2E087-4AB7-A9BB-2088-5C08A7B5A71C}"/>
              </a:ext>
            </a:extLst>
          </p:cNvPr>
          <p:cNvSpPr>
            <a:spLocks noChangeArrowheads="1"/>
          </p:cNvSpPr>
          <p:nvPr/>
        </p:nvSpPr>
        <p:spPr bwMode="auto">
          <a:xfrm>
            <a:off x="6989414" y="3433832"/>
            <a:ext cx="1268868" cy="1268868"/>
          </a:xfrm>
          <a:custGeom>
            <a:avLst/>
            <a:gdLst>
              <a:gd name="T0" fmla="*/ 1019 w 2039"/>
              <a:gd name="T1" fmla="*/ 0 h 2039"/>
              <a:gd name="T2" fmla="*/ 1019 w 2039"/>
              <a:gd name="T3" fmla="*/ 0 h 2039"/>
              <a:gd name="T4" fmla="*/ 2038 w 2039"/>
              <a:gd name="T5" fmla="*/ 1019 h 2039"/>
              <a:gd name="T6" fmla="*/ 2038 w 2039"/>
              <a:gd name="T7" fmla="*/ 1019 h 2039"/>
              <a:gd name="T8" fmla="*/ 1019 w 2039"/>
              <a:gd name="T9" fmla="*/ 2038 h 2039"/>
              <a:gd name="T10" fmla="*/ 1019 w 2039"/>
              <a:gd name="T11" fmla="*/ 2038 h 2039"/>
              <a:gd name="T12" fmla="*/ 0 w 2039"/>
              <a:gd name="T13" fmla="*/ 1019 h 2039"/>
              <a:gd name="T14" fmla="*/ 0 w 2039"/>
              <a:gd name="T15" fmla="*/ 1019 h 2039"/>
              <a:gd name="T16" fmla="*/ 1019 w 2039"/>
              <a:gd name="T17" fmla="*/ 0 h 20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39" h="2039">
                <a:moveTo>
                  <a:pt x="1019" y="0"/>
                </a:moveTo>
                <a:lnTo>
                  <a:pt x="1019" y="0"/>
                </a:lnTo>
                <a:cubicBezTo>
                  <a:pt x="1581" y="0"/>
                  <a:pt x="2038" y="456"/>
                  <a:pt x="2038" y="1019"/>
                </a:cubicBezTo>
                <a:lnTo>
                  <a:pt x="2038" y="1019"/>
                </a:lnTo>
                <a:cubicBezTo>
                  <a:pt x="2038" y="1581"/>
                  <a:pt x="1581" y="2038"/>
                  <a:pt x="1019" y="2038"/>
                </a:cubicBezTo>
                <a:lnTo>
                  <a:pt x="1019" y="2038"/>
                </a:lnTo>
                <a:cubicBezTo>
                  <a:pt x="456" y="2038"/>
                  <a:pt x="0" y="1581"/>
                  <a:pt x="0" y="1019"/>
                </a:cubicBezTo>
                <a:lnTo>
                  <a:pt x="0" y="1019"/>
                </a:lnTo>
                <a:cubicBezTo>
                  <a:pt x="0" y="456"/>
                  <a:pt x="456" y="0"/>
                  <a:pt x="1019" y="0"/>
                </a:cubicBezTo>
              </a:path>
            </a:pathLst>
          </a:custGeom>
          <a:solidFill>
            <a:schemeClr val="tx2"/>
          </a:solidFill>
          <a:ln>
            <a:noFill/>
          </a:ln>
          <a:effectLst/>
        </p:spPr>
        <p:txBody>
          <a:bodyPr wrap="none" anchor="ctr"/>
          <a:lstStyle/>
          <a:p>
            <a:endParaRPr lang="en-US" sz="3265"/>
          </a:p>
        </p:txBody>
      </p:sp>
      <p:sp>
        <p:nvSpPr>
          <p:cNvPr id="37" name="Freeform 8">
            <a:hlinkClick r:id="rId6"/>
            <a:extLst>
              <a:ext uri="{FF2B5EF4-FFF2-40B4-BE49-F238E27FC236}">
                <a16:creationId xmlns:a16="http://schemas.microsoft.com/office/drawing/2014/main" id="{05FA1AA5-93A9-1143-1035-F97966E186D9}"/>
              </a:ext>
            </a:extLst>
          </p:cNvPr>
          <p:cNvSpPr>
            <a:spLocks noChangeArrowheads="1"/>
          </p:cNvSpPr>
          <p:nvPr/>
        </p:nvSpPr>
        <p:spPr bwMode="auto">
          <a:xfrm>
            <a:off x="8615321" y="3453651"/>
            <a:ext cx="1268868" cy="1268868"/>
          </a:xfrm>
          <a:custGeom>
            <a:avLst/>
            <a:gdLst>
              <a:gd name="T0" fmla="*/ 1019 w 2039"/>
              <a:gd name="T1" fmla="*/ 0 h 2039"/>
              <a:gd name="T2" fmla="*/ 1019 w 2039"/>
              <a:gd name="T3" fmla="*/ 0 h 2039"/>
              <a:gd name="T4" fmla="*/ 2038 w 2039"/>
              <a:gd name="T5" fmla="*/ 1019 h 2039"/>
              <a:gd name="T6" fmla="*/ 2038 w 2039"/>
              <a:gd name="T7" fmla="*/ 1019 h 2039"/>
              <a:gd name="T8" fmla="*/ 1019 w 2039"/>
              <a:gd name="T9" fmla="*/ 2038 h 2039"/>
              <a:gd name="T10" fmla="*/ 1019 w 2039"/>
              <a:gd name="T11" fmla="*/ 2038 h 2039"/>
              <a:gd name="T12" fmla="*/ 0 w 2039"/>
              <a:gd name="T13" fmla="*/ 1019 h 2039"/>
              <a:gd name="T14" fmla="*/ 0 w 2039"/>
              <a:gd name="T15" fmla="*/ 1019 h 2039"/>
              <a:gd name="T16" fmla="*/ 1019 w 2039"/>
              <a:gd name="T17" fmla="*/ 0 h 20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39" h="2039">
                <a:moveTo>
                  <a:pt x="1019" y="0"/>
                </a:moveTo>
                <a:lnTo>
                  <a:pt x="1019" y="0"/>
                </a:lnTo>
                <a:cubicBezTo>
                  <a:pt x="1581" y="0"/>
                  <a:pt x="2038" y="456"/>
                  <a:pt x="2038" y="1019"/>
                </a:cubicBezTo>
                <a:lnTo>
                  <a:pt x="2038" y="1019"/>
                </a:lnTo>
                <a:cubicBezTo>
                  <a:pt x="2038" y="1581"/>
                  <a:pt x="1581" y="2038"/>
                  <a:pt x="1019" y="2038"/>
                </a:cubicBezTo>
                <a:lnTo>
                  <a:pt x="1019" y="2038"/>
                </a:lnTo>
                <a:cubicBezTo>
                  <a:pt x="456" y="2038"/>
                  <a:pt x="0" y="1581"/>
                  <a:pt x="0" y="1019"/>
                </a:cubicBezTo>
                <a:lnTo>
                  <a:pt x="0" y="1019"/>
                </a:lnTo>
                <a:cubicBezTo>
                  <a:pt x="0" y="456"/>
                  <a:pt x="456" y="0"/>
                  <a:pt x="1019" y="0"/>
                </a:cubicBezTo>
              </a:path>
            </a:pathLst>
          </a:custGeom>
          <a:solidFill>
            <a:srgbClr val="FFC228"/>
          </a:solidFill>
          <a:ln>
            <a:noFill/>
          </a:ln>
          <a:effectLst/>
        </p:spPr>
        <p:txBody>
          <a:bodyPr wrap="none" anchor="ctr"/>
          <a:lstStyle/>
          <a:p>
            <a:endParaRPr lang="en-US" sz="3265"/>
          </a:p>
        </p:txBody>
      </p:sp>
      <p:sp>
        <p:nvSpPr>
          <p:cNvPr id="46" name="Down Arrow 20">
            <a:extLst>
              <a:ext uri="{FF2B5EF4-FFF2-40B4-BE49-F238E27FC236}">
                <a16:creationId xmlns:a16="http://schemas.microsoft.com/office/drawing/2014/main" id="{C5A0FA85-AD58-CCA7-8888-6BE0ACF70412}"/>
              </a:ext>
            </a:extLst>
          </p:cNvPr>
          <p:cNvSpPr/>
          <p:nvPr/>
        </p:nvSpPr>
        <p:spPr>
          <a:xfrm rot="10800000">
            <a:off x="7474209" y="2534776"/>
            <a:ext cx="203990" cy="540342"/>
          </a:xfrm>
          <a:prstGeom prst="down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48" name="TextBox 24">
            <a:extLst>
              <a:ext uri="{FF2B5EF4-FFF2-40B4-BE49-F238E27FC236}">
                <a16:creationId xmlns:a16="http://schemas.microsoft.com/office/drawing/2014/main" id="{4A855AAE-75A6-2115-4E49-D859D58BE582}"/>
              </a:ext>
            </a:extLst>
          </p:cNvPr>
          <p:cNvSpPr txBox="1"/>
          <p:nvPr/>
        </p:nvSpPr>
        <p:spPr>
          <a:xfrm>
            <a:off x="6420723" y="3089193"/>
            <a:ext cx="2260104" cy="338554"/>
          </a:xfrm>
          <a:prstGeom prst="rect">
            <a:avLst/>
          </a:prstGeom>
          <a:noFill/>
        </p:spPr>
        <p:txBody>
          <a:bodyPr wrap="square" rtlCol="0" anchor="b" anchorCtr="0">
            <a:spAutoFit/>
          </a:bodyPr>
          <a:lstStyle/>
          <a:p>
            <a:pPr algn="ctr"/>
            <a:r>
              <a:rPr lang="fr-FR" sz="1600" b="1" dirty="0">
                <a:solidFill>
                  <a:schemeClr val="tx2"/>
                </a:solidFill>
                <a:latin typeface="Poppins" pitchFamily="2" charset="77"/>
                <a:ea typeface="League Spartan" charset="0"/>
                <a:cs typeface="Poppins" pitchFamily="2" charset="77"/>
              </a:rPr>
              <a:t>REALISATION </a:t>
            </a:r>
          </a:p>
        </p:txBody>
      </p:sp>
      <p:sp>
        <p:nvSpPr>
          <p:cNvPr id="49" name="Down Arrow 20">
            <a:extLst>
              <a:ext uri="{FF2B5EF4-FFF2-40B4-BE49-F238E27FC236}">
                <a16:creationId xmlns:a16="http://schemas.microsoft.com/office/drawing/2014/main" id="{390DB70D-2C34-316C-E74E-A1A1C6C8F9B5}"/>
              </a:ext>
            </a:extLst>
          </p:cNvPr>
          <p:cNvSpPr/>
          <p:nvPr/>
        </p:nvSpPr>
        <p:spPr>
          <a:xfrm>
            <a:off x="9145377" y="4735301"/>
            <a:ext cx="160639" cy="595020"/>
          </a:xfrm>
          <a:prstGeom prst="downArrow">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50" name="Subtitle 2">
            <a:extLst>
              <a:ext uri="{FF2B5EF4-FFF2-40B4-BE49-F238E27FC236}">
                <a16:creationId xmlns:a16="http://schemas.microsoft.com/office/drawing/2014/main" id="{55533590-7A51-C9BE-DA46-79A985726A22}"/>
              </a:ext>
            </a:extLst>
          </p:cNvPr>
          <p:cNvSpPr txBox="1">
            <a:spLocks/>
          </p:cNvSpPr>
          <p:nvPr/>
        </p:nvSpPr>
        <p:spPr>
          <a:xfrm>
            <a:off x="8206630" y="5953918"/>
            <a:ext cx="2150855" cy="252057"/>
          </a:xfrm>
          <a:prstGeom prst="rect">
            <a:avLst/>
          </a:prstGeom>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751"/>
              </a:lnSpc>
            </a:pPr>
            <a:r>
              <a:rPr lang="fr-FR" sz="1200" dirty="0" err="1">
                <a:solidFill>
                  <a:schemeClr val="tx1"/>
                </a:solidFill>
                <a:latin typeface="Lato Light" panose="020F0502020204030203" pitchFamily="34" charset="0"/>
                <a:ea typeface="Lato Light" panose="020F0502020204030203" pitchFamily="34" charset="0"/>
                <a:cs typeface="Mukta ExtraLight" panose="020B0000000000000000" pitchFamily="34" charset="77"/>
              </a:rPr>
              <a:t>Clotûres</a:t>
            </a:r>
            <a:r>
              <a:rPr lang="fr-FR" sz="1200"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 des interventions </a:t>
            </a:r>
          </a:p>
        </p:txBody>
      </p:sp>
      <p:sp>
        <p:nvSpPr>
          <p:cNvPr id="52" name="Freeform 45">
            <a:extLst>
              <a:ext uri="{FF2B5EF4-FFF2-40B4-BE49-F238E27FC236}">
                <a16:creationId xmlns:a16="http://schemas.microsoft.com/office/drawing/2014/main" id="{76557001-93F0-7B0E-F099-4ABF592B8A56}"/>
              </a:ext>
            </a:extLst>
          </p:cNvPr>
          <p:cNvSpPr>
            <a:spLocks noChangeAspect="1" noChangeArrowheads="1"/>
          </p:cNvSpPr>
          <p:nvPr/>
        </p:nvSpPr>
        <p:spPr bwMode="auto">
          <a:xfrm>
            <a:off x="2271369" y="4941034"/>
            <a:ext cx="267331" cy="291607"/>
          </a:xfrm>
          <a:custGeom>
            <a:avLst/>
            <a:gdLst>
              <a:gd name="T0" fmla="*/ 2147483646 w 811"/>
              <a:gd name="T1" fmla="*/ 2147483646 h 811"/>
              <a:gd name="T2" fmla="*/ 2147483646 w 811"/>
              <a:gd name="T3" fmla="*/ 2147483646 h 811"/>
              <a:gd name="T4" fmla="*/ 2147483646 w 811"/>
              <a:gd name="T5" fmla="*/ 2147483646 h 811"/>
              <a:gd name="T6" fmla="*/ 2147483646 w 811"/>
              <a:gd name="T7" fmla="*/ 2147483646 h 811"/>
              <a:gd name="T8" fmla="*/ 2147483646 w 811"/>
              <a:gd name="T9" fmla="*/ 2147483646 h 811"/>
              <a:gd name="T10" fmla="*/ 2147483646 w 811"/>
              <a:gd name="T11" fmla="*/ 2147483646 h 811"/>
              <a:gd name="T12" fmla="*/ 2147483646 w 811"/>
              <a:gd name="T13" fmla="*/ 2147483646 h 811"/>
              <a:gd name="T14" fmla="*/ 2147483646 w 811"/>
              <a:gd name="T15" fmla="*/ 2147483646 h 811"/>
              <a:gd name="T16" fmla="*/ 2147483646 w 811"/>
              <a:gd name="T17" fmla="*/ 2147483646 h 811"/>
              <a:gd name="T18" fmla="*/ 2147483646 w 811"/>
              <a:gd name="T19" fmla="*/ 2147483646 h 811"/>
              <a:gd name="T20" fmla="*/ 2147483646 w 811"/>
              <a:gd name="T21" fmla="*/ 2147483646 h 811"/>
              <a:gd name="T22" fmla="*/ 2147483646 w 811"/>
              <a:gd name="T23" fmla="*/ 2147483646 h 811"/>
              <a:gd name="T24" fmla="*/ 2147483646 w 811"/>
              <a:gd name="T25" fmla="*/ 2147483646 h 811"/>
              <a:gd name="T26" fmla="*/ 2147483646 w 811"/>
              <a:gd name="T27" fmla="*/ 2147483646 h 811"/>
              <a:gd name="T28" fmla="*/ 2147483646 w 811"/>
              <a:gd name="T29" fmla="*/ 2147483646 h 811"/>
              <a:gd name="T30" fmla="*/ 2147483646 w 811"/>
              <a:gd name="T31" fmla="*/ 2147483646 h 811"/>
              <a:gd name="T32" fmla="*/ 2147483646 w 811"/>
              <a:gd name="T33" fmla="*/ 2147483646 h 811"/>
              <a:gd name="T34" fmla="*/ 2147483646 w 811"/>
              <a:gd name="T35" fmla="*/ 2147483646 h 811"/>
              <a:gd name="T36" fmla="*/ 2147483646 w 811"/>
              <a:gd name="T37" fmla="*/ 2147483646 h 811"/>
              <a:gd name="T38" fmla="*/ 2147483646 w 811"/>
              <a:gd name="T39" fmla="*/ 2147483646 h 811"/>
              <a:gd name="T40" fmla="*/ 2147483646 w 811"/>
              <a:gd name="T41" fmla="*/ 2147483646 h 811"/>
              <a:gd name="T42" fmla="*/ 2147483646 w 811"/>
              <a:gd name="T43" fmla="*/ 2147483646 h 811"/>
              <a:gd name="T44" fmla="*/ 2147483646 w 811"/>
              <a:gd name="T45" fmla="*/ 2147483646 h 811"/>
              <a:gd name="T46" fmla="*/ 2147483646 w 811"/>
              <a:gd name="T47" fmla="*/ 2147483646 h 811"/>
              <a:gd name="T48" fmla="*/ 2147483646 w 811"/>
              <a:gd name="T49" fmla="*/ 2147483646 h 811"/>
              <a:gd name="T50" fmla="*/ 2147483646 w 811"/>
              <a:gd name="T51" fmla="*/ 2147483646 h 811"/>
              <a:gd name="T52" fmla="*/ 2147483646 w 811"/>
              <a:gd name="T53" fmla="*/ 2147483646 h 811"/>
              <a:gd name="T54" fmla="*/ 2147483646 w 811"/>
              <a:gd name="T55" fmla="*/ 2147483646 h 811"/>
              <a:gd name="T56" fmla="*/ 2147483646 w 811"/>
              <a:gd name="T57" fmla="*/ 2147483646 h 811"/>
              <a:gd name="T58" fmla="*/ 2147483646 w 811"/>
              <a:gd name="T59" fmla="*/ 2147483646 h 811"/>
              <a:gd name="T60" fmla="*/ 2147483646 w 811"/>
              <a:gd name="T61" fmla="*/ 2147483646 h 811"/>
              <a:gd name="T62" fmla="*/ 2147483646 w 811"/>
              <a:gd name="T63" fmla="*/ 2147483646 h 811"/>
              <a:gd name="T64" fmla="*/ 2147483646 w 811"/>
              <a:gd name="T65" fmla="*/ 2147483646 h 811"/>
              <a:gd name="T66" fmla="*/ 2147483646 w 811"/>
              <a:gd name="T67" fmla="*/ 2147483646 h 811"/>
              <a:gd name="T68" fmla="*/ 2147483646 w 811"/>
              <a:gd name="T69" fmla="*/ 2147483646 h 811"/>
              <a:gd name="T70" fmla="*/ 2147483646 w 811"/>
              <a:gd name="T71" fmla="*/ 2147483646 h 811"/>
              <a:gd name="T72" fmla="*/ 2147483646 w 811"/>
              <a:gd name="T73" fmla="*/ 2147483646 h 811"/>
              <a:gd name="T74" fmla="*/ 2147483646 w 811"/>
              <a:gd name="T75" fmla="*/ 2147483646 h 811"/>
              <a:gd name="T76" fmla="*/ 2147483646 w 811"/>
              <a:gd name="T77" fmla="*/ 2147483646 h 811"/>
              <a:gd name="T78" fmla="*/ 2147483646 w 811"/>
              <a:gd name="T79" fmla="*/ 2147483646 h 811"/>
              <a:gd name="T80" fmla="*/ 2147483646 w 811"/>
              <a:gd name="T81" fmla="*/ 2147483646 h 811"/>
              <a:gd name="T82" fmla="*/ 2147483646 w 811"/>
              <a:gd name="T83" fmla="*/ 2147483646 h 811"/>
              <a:gd name="T84" fmla="*/ 2147483646 w 811"/>
              <a:gd name="T85" fmla="*/ 2147483646 h 811"/>
              <a:gd name="T86" fmla="*/ 2147483646 w 811"/>
              <a:gd name="T87" fmla="*/ 2147483646 h 811"/>
              <a:gd name="T88" fmla="*/ 2147483646 w 811"/>
              <a:gd name="T89" fmla="*/ 2147483646 h 811"/>
              <a:gd name="T90" fmla="*/ 2147483646 w 811"/>
              <a:gd name="T91" fmla="*/ 2147483646 h 811"/>
              <a:gd name="T92" fmla="*/ 2147483646 w 811"/>
              <a:gd name="T93" fmla="*/ 2147483646 h 811"/>
              <a:gd name="T94" fmla="*/ 2147483646 w 811"/>
              <a:gd name="T95" fmla="*/ 2147483646 h 811"/>
              <a:gd name="T96" fmla="*/ 2147483646 w 811"/>
              <a:gd name="T97" fmla="*/ 2147483646 h 811"/>
              <a:gd name="T98" fmla="*/ 2147483646 w 811"/>
              <a:gd name="T99" fmla="*/ 2147483646 h 811"/>
              <a:gd name="T100" fmla="*/ 0 w 811"/>
              <a:gd name="T101" fmla="*/ 2147483646 h 811"/>
              <a:gd name="T102" fmla="*/ 2147483646 w 811"/>
              <a:gd name="T103" fmla="*/ 2147483646 h 811"/>
              <a:gd name="T104" fmla="*/ 2147483646 w 811"/>
              <a:gd name="T105" fmla="*/ 2147483646 h 811"/>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811" h="811">
                <a:moveTo>
                  <a:pt x="784" y="393"/>
                </a:moveTo>
                <a:lnTo>
                  <a:pt x="686" y="393"/>
                </a:lnTo>
                <a:cubicBezTo>
                  <a:pt x="684" y="342"/>
                  <a:pt x="668" y="295"/>
                  <a:pt x="642" y="254"/>
                </a:cubicBezTo>
                <a:lnTo>
                  <a:pt x="666" y="254"/>
                </a:lnTo>
                <a:cubicBezTo>
                  <a:pt x="669" y="254"/>
                  <a:pt x="673" y="253"/>
                  <a:pt x="675" y="251"/>
                </a:cubicBezTo>
                <a:lnTo>
                  <a:pt x="724" y="201"/>
                </a:lnTo>
                <a:cubicBezTo>
                  <a:pt x="760" y="257"/>
                  <a:pt x="782" y="323"/>
                  <a:pt x="784" y="393"/>
                </a:cubicBezTo>
                <a:close/>
                <a:moveTo>
                  <a:pt x="417" y="785"/>
                </a:moveTo>
                <a:lnTo>
                  <a:pt x="417" y="686"/>
                </a:lnTo>
                <a:cubicBezTo>
                  <a:pt x="563" y="681"/>
                  <a:pt x="680" y="563"/>
                  <a:pt x="686" y="418"/>
                </a:cubicBezTo>
                <a:lnTo>
                  <a:pt x="784" y="418"/>
                </a:lnTo>
                <a:cubicBezTo>
                  <a:pt x="778" y="618"/>
                  <a:pt x="617" y="779"/>
                  <a:pt x="417" y="785"/>
                </a:cubicBezTo>
                <a:close/>
                <a:moveTo>
                  <a:pt x="25" y="418"/>
                </a:moveTo>
                <a:lnTo>
                  <a:pt x="123" y="418"/>
                </a:lnTo>
                <a:cubicBezTo>
                  <a:pt x="130" y="563"/>
                  <a:pt x="247" y="681"/>
                  <a:pt x="393" y="686"/>
                </a:cubicBezTo>
                <a:lnTo>
                  <a:pt x="393" y="785"/>
                </a:lnTo>
                <a:cubicBezTo>
                  <a:pt x="193" y="779"/>
                  <a:pt x="31" y="618"/>
                  <a:pt x="25" y="418"/>
                </a:cubicBezTo>
                <a:close/>
                <a:moveTo>
                  <a:pt x="393" y="26"/>
                </a:moveTo>
                <a:lnTo>
                  <a:pt x="393" y="124"/>
                </a:lnTo>
                <a:cubicBezTo>
                  <a:pt x="247" y="131"/>
                  <a:pt x="130" y="248"/>
                  <a:pt x="123" y="393"/>
                </a:cubicBezTo>
                <a:lnTo>
                  <a:pt x="25" y="393"/>
                </a:lnTo>
                <a:cubicBezTo>
                  <a:pt x="31" y="194"/>
                  <a:pt x="193" y="32"/>
                  <a:pt x="393" y="26"/>
                </a:cubicBezTo>
                <a:close/>
                <a:moveTo>
                  <a:pt x="559" y="135"/>
                </a:moveTo>
                <a:lnTo>
                  <a:pt x="559" y="135"/>
                </a:lnTo>
                <a:cubicBezTo>
                  <a:pt x="557" y="138"/>
                  <a:pt x="556" y="141"/>
                  <a:pt x="556" y="144"/>
                </a:cubicBezTo>
                <a:lnTo>
                  <a:pt x="556" y="168"/>
                </a:lnTo>
                <a:cubicBezTo>
                  <a:pt x="515" y="143"/>
                  <a:pt x="468" y="126"/>
                  <a:pt x="417" y="124"/>
                </a:cubicBezTo>
                <a:lnTo>
                  <a:pt x="417" y="26"/>
                </a:lnTo>
                <a:cubicBezTo>
                  <a:pt x="488" y="29"/>
                  <a:pt x="553" y="50"/>
                  <a:pt x="609" y="85"/>
                </a:cubicBezTo>
                <a:lnTo>
                  <a:pt x="559" y="135"/>
                </a:lnTo>
                <a:close/>
                <a:moveTo>
                  <a:pt x="563" y="393"/>
                </a:moveTo>
                <a:lnTo>
                  <a:pt x="563" y="393"/>
                </a:lnTo>
                <a:cubicBezTo>
                  <a:pt x="560" y="359"/>
                  <a:pt x="547" y="327"/>
                  <a:pt x="525" y="302"/>
                </a:cubicBezTo>
                <a:lnTo>
                  <a:pt x="573" y="254"/>
                </a:lnTo>
                <a:lnTo>
                  <a:pt x="612" y="254"/>
                </a:lnTo>
                <a:cubicBezTo>
                  <a:pt x="641" y="294"/>
                  <a:pt x="659" y="342"/>
                  <a:pt x="661" y="393"/>
                </a:cubicBezTo>
                <a:lnTo>
                  <a:pt x="563" y="393"/>
                </a:lnTo>
                <a:close/>
                <a:moveTo>
                  <a:pt x="417" y="564"/>
                </a:moveTo>
                <a:lnTo>
                  <a:pt x="417" y="564"/>
                </a:lnTo>
                <a:cubicBezTo>
                  <a:pt x="495" y="558"/>
                  <a:pt x="558" y="496"/>
                  <a:pt x="563" y="418"/>
                </a:cubicBezTo>
                <a:lnTo>
                  <a:pt x="661" y="418"/>
                </a:lnTo>
                <a:cubicBezTo>
                  <a:pt x="655" y="550"/>
                  <a:pt x="549" y="656"/>
                  <a:pt x="417" y="662"/>
                </a:cubicBezTo>
                <a:lnTo>
                  <a:pt x="417" y="564"/>
                </a:lnTo>
                <a:close/>
                <a:moveTo>
                  <a:pt x="246" y="418"/>
                </a:moveTo>
                <a:lnTo>
                  <a:pt x="246" y="418"/>
                </a:lnTo>
                <a:cubicBezTo>
                  <a:pt x="252" y="496"/>
                  <a:pt x="314" y="558"/>
                  <a:pt x="393" y="564"/>
                </a:cubicBezTo>
                <a:lnTo>
                  <a:pt x="393" y="662"/>
                </a:lnTo>
                <a:cubicBezTo>
                  <a:pt x="260" y="656"/>
                  <a:pt x="154" y="550"/>
                  <a:pt x="148" y="418"/>
                </a:cubicBezTo>
                <a:lnTo>
                  <a:pt x="246" y="418"/>
                </a:lnTo>
                <a:close/>
                <a:moveTo>
                  <a:pt x="393" y="246"/>
                </a:moveTo>
                <a:lnTo>
                  <a:pt x="393" y="246"/>
                </a:lnTo>
                <a:cubicBezTo>
                  <a:pt x="314" y="253"/>
                  <a:pt x="252" y="315"/>
                  <a:pt x="246" y="393"/>
                </a:cubicBezTo>
                <a:lnTo>
                  <a:pt x="148" y="393"/>
                </a:lnTo>
                <a:cubicBezTo>
                  <a:pt x="154" y="261"/>
                  <a:pt x="260" y="155"/>
                  <a:pt x="393" y="149"/>
                </a:cubicBezTo>
                <a:lnTo>
                  <a:pt x="393" y="246"/>
                </a:lnTo>
                <a:close/>
                <a:moveTo>
                  <a:pt x="508" y="285"/>
                </a:moveTo>
                <a:lnTo>
                  <a:pt x="508" y="285"/>
                </a:lnTo>
                <a:cubicBezTo>
                  <a:pt x="483" y="263"/>
                  <a:pt x="452" y="249"/>
                  <a:pt x="417" y="246"/>
                </a:cubicBezTo>
                <a:lnTo>
                  <a:pt x="417" y="148"/>
                </a:lnTo>
                <a:cubicBezTo>
                  <a:pt x="469" y="151"/>
                  <a:pt x="516" y="169"/>
                  <a:pt x="556" y="198"/>
                </a:cubicBezTo>
                <a:lnTo>
                  <a:pt x="556" y="237"/>
                </a:lnTo>
                <a:lnTo>
                  <a:pt x="508" y="285"/>
                </a:lnTo>
                <a:close/>
                <a:moveTo>
                  <a:pt x="503" y="418"/>
                </a:moveTo>
                <a:lnTo>
                  <a:pt x="539" y="418"/>
                </a:lnTo>
                <a:cubicBezTo>
                  <a:pt x="533" y="482"/>
                  <a:pt x="481" y="534"/>
                  <a:pt x="417" y="540"/>
                </a:cubicBezTo>
                <a:lnTo>
                  <a:pt x="417" y="504"/>
                </a:lnTo>
                <a:cubicBezTo>
                  <a:pt x="417" y="497"/>
                  <a:pt x="411" y="491"/>
                  <a:pt x="405" y="491"/>
                </a:cubicBezTo>
                <a:cubicBezTo>
                  <a:pt x="398" y="491"/>
                  <a:pt x="393" y="497"/>
                  <a:pt x="393" y="504"/>
                </a:cubicBezTo>
                <a:lnTo>
                  <a:pt x="393" y="540"/>
                </a:lnTo>
                <a:cubicBezTo>
                  <a:pt x="328" y="534"/>
                  <a:pt x="276" y="482"/>
                  <a:pt x="270" y="418"/>
                </a:cubicBezTo>
                <a:lnTo>
                  <a:pt x="307" y="418"/>
                </a:lnTo>
                <a:cubicBezTo>
                  <a:pt x="313" y="418"/>
                  <a:pt x="319" y="412"/>
                  <a:pt x="319" y="406"/>
                </a:cubicBezTo>
                <a:cubicBezTo>
                  <a:pt x="319" y="399"/>
                  <a:pt x="313" y="393"/>
                  <a:pt x="307" y="393"/>
                </a:cubicBezTo>
                <a:lnTo>
                  <a:pt x="270" y="393"/>
                </a:lnTo>
                <a:cubicBezTo>
                  <a:pt x="276" y="329"/>
                  <a:pt x="328" y="277"/>
                  <a:pt x="393" y="271"/>
                </a:cubicBezTo>
                <a:lnTo>
                  <a:pt x="393" y="308"/>
                </a:lnTo>
                <a:cubicBezTo>
                  <a:pt x="393" y="314"/>
                  <a:pt x="398" y="320"/>
                  <a:pt x="405" y="320"/>
                </a:cubicBezTo>
                <a:cubicBezTo>
                  <a:pt x="411" y="320"/>
                  <a:pt x="417" y="314"/>
                  <a:pt x="417" y="308"/>
                </a:cubicBezTo>
                <a:lnTo>
                  <a:pt x="417" y="271"/>
                </a:lnTo>
                <a:cubicBezTo>
                  <a:pt x="445" y="274"/>
                  <a:pt x="471" y="285"/>
                  <a:pt x="490" y="302"/>
                </a:cubicBezTo>
                <a:lnTo>
                  <a:pt x="396" y="397"/>
                </a:lnTo>
                <a:cubicBezTo>
                  <a:pt x="391" y="401"/>
                  <a:pt x="391" y="409"/>
                  <a:pt x="396" y="414"/>
                </a:cubicBezTo>
                <a:cubicBezTo>
                  <a:pt x="398" y="416"/>
                  <a:pt x="401" y="418"/>
                  <a:pt x="405" y="418"/>
                </a:cubicBezTo>
                <a:cubicBezTo>
                  <a:pt x="408" y="418"/>
                  <a:pt x="411" y="416"/>
                  <a:pt x="413" y="414"/>
                </a:cubicBezTo>
                <a:lnTo>
                  <a:pt x="508" y="319"/>
                </a:lnTo>
                <a:cubicBezTo>
                  <a:pt x="525" y="340"/>
                  <a:pt x="536" y="365"/>
                  <a:pt x="539" y="393"/>
                </a:cubicBezTo>
                <a:lnTo>
                  <a:pt x="503" y="393"/>
                </a:lnTo>
                <a:cubicBezTo>
                  <a:pt x="496" y="393"/>
                  <a:pt x="490" y="399"/>
                  <a:pt x="490" y="406"/>
                </a:cubicBezTo>
                <a:cubicBezTo>
                  <a:pt x="490" y="412"/>
                  <a:pt x="496" y="418"/>
                  <a:pt x="503" y="418"/>
                </a:cubicBezTo>
                <a:close/>
                <a:moveTo>
                  <a:pt x="687" y="43"/>
                </a:moveTo>
                <a:lnTo>
                  <a:pt x="687" y="112"/>
                </a:lnTo>
                <a:cubicBezTo>
                  <a:pt x="687" y="118"/>
                  <a:pt x="692" y="124"/>
                  <a:pt x="699" y="124"/>
                </a:cubicBezTo>
                <a:lnTo>
                  <a:pt x="767" y="124"/>
                </a:lnTo>
                <a:lnTo>
                  <a:pt x="661" y="230"/>
                </a:lnTo>
                <a:lnTo>
                  <a:pt x="580" y="230"/>
                </a:lnTo>
                <a:lnTo>
                  <a:pt x="580" y="149"/>
                </a:lnTo>
                <a:lnTo>
                  <a:pt x="687" y="43"/>
                </a:lnTo>
                <a:close/>
                <a:moveTo>
                  <a:pt x="805" y="120"/>
                </a:moveTo>
                <a:lnTo>
                  <a:pt x="805" y="120"/>
                </a:lnTo>
                <a:cubicBezTo>
                  <a:pt x="809" y="117"/>
                  <a:pt x="810" y="112"/>
                  <a:pt x="808" y="107"/>
                </a:cubicBezTo>
                <a:cubicBezTo>
                  <a:pt x="806" y="102"/>
                  <a:pt x="802" y="99"/>
                  <a:pt x="797" y="99"/>
                </a:cubicBezTo>
                <a:lnTo>
                  <a:pt x="729" y="99"/>
                </a:lnTo>
                <a:lnTo>
                  <a:pt x="805" y="22"/>
                </a:lnTo>
                <a:cubicBezTo>
                  <a:pt x="810" y="17"/>
                  <a:pt x="810" y="9"/>
                  <a:pt x="805" y="4"/>
                </a:cubicBezTo>
                <a:cubicBezTo>
                  <a:pt x="801" y="0"/>
                  <a:pt x="793" y="0"/>
                  <a:pt x="788" y="4"/>
                </a:cubicBezTo>
                <a:lnTo>
                  <a:pt x="711" y="82"/>
                </a:lnTo>
                <a:lnTo>
                  <a:pt x="711" y="13"/>
                </a:lnTo>
                <a:cubicBezTo>
                  <a:pt x="711" y="9"/>
                  <a:pt x="708" y="4"/>
                  <a:pt x="703" y="2"/>
                </a:cubicBezTo>
                <a:cubicBezTo>
                  <a:pt x="699" y="0"/>
                  <a:pt x="694" y="1"/>
                  <a:pt x="690" y="4"/>
                </a:cubicBezTo>
                <a:lnTo>
                  <a:pt x="627" y="68"/>
                </a:lnTo>
                <a:cubicBezTo>
                  <a:pt x="563" y="26"/>
                  <a:pt x="486" y="1"/>
                  <a:pt x="405" y="1"/>
                </a:cubicBezTo>
                <a:cubicBezTo>
                  <a:pt x="182" y="1"/>
                  <a:pt x="0" y="183"/>
                  <a:pt x="0" y="406"/>
                </a:cubicBezTo>
                <a:cubicBezTo>
                  <a:pt x="0" y="628"/>
                  <a:pt x="182" y="810"/>
                  <a:pt x="405" y="810"/>
                </a:cubicBezTo>
                <a:cubicBezTo>
                  <a:pt x="627" y="810"/>
                  <a:pt x="809" y="628"/>
                  <a:pt x="809" y="406"/>
                </a:cubicBezTo>
                <a:cubicBezTo>
                  <a:pt x="809" y="323"/>
                  <a:pt x="784" y="247"/>
                  <a:pt x="742" y="184"/>
                </a:cubicBezTo>
                <a:lnTo>
                  <a:pt x="805" y="120"/>
                </a:lnTo>
                <a:close/>
              </a:path>
            </a:pathLst>
          </a:custGeom>
          <a:solidFill>
            <a:srgbClr val="1A171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2400"/>
          </a:p>
        </p:txBody>
      </p:sp>
      <p:sp>
        <p:nvSpPr>
          <p:cNvPr id="54" name="Freeform 45">
            <a:extLst>
              <a:ext uri="{FF2B5EF4-FFF2-40B4-BE49-F238E27FC236}">
                <a16:creationId xmlns:a16="http://schemas.microsoft.com/office/drawing/2014/main" id="{605D8E5D-14B6-6F4C-8623-DA8B6860447B}"/>
              </a:ext>
            </a:extLst>
          </p:cNvPr>
          <p:cNvSpPr>
            <a:spLocks noChangeAspect="1" noChangeArrowheads="1"/>
          </p:cNvSpPr>
          <p:nvPr/>
        </p:nvSpPr>
        <p:spPr bwMode="auto">
          <a:xfrm>
            <a:off x="3772769" y="2720610"/>
            <a:ext cx="267331" cy="291607"/>
          </a:xfrm>
          <a:custGeom>
            <a:avLst/>
            <a:gdLst>
              <a:gd name="T0" fmla="*/ 2147483646 w 811"/>
              <a:gd name="T1" fmla="*/ 2147483646 h 811"/>
              <a:gd name="T2" fmla="*/ 2147483646 w 811"/>
              <a:gd name="T3" fmla="*/ 2147483646 h 811"/>
              <a:gd name="T4" fmla="*/ 2147483646 w 811"/>
              <a:gd name="T5" fmla="*/ 2147483646 h 811"/>
              <a:gd name="T6" fmla="*/ 2147483646 w 811"/>
              <a:gd name="T7" fmla="*/ 2147483646 h 811"/>
              <a:gd name="T8" fmla="*/ 2147483646 w 811"/>
              <a:gd name="T9" fmla="*/ 2147483646 h 811"/>
              <a:gd name="T10" fmla="*/ 2147483646 w 811"/>
              <a:gd name="T11" fmla="*/ 2147483646 h 811"/>
              <a:gd name="T12" fmla="*/ 2147483646 w 811"/>
              <a:gd name="T13" fmla="*/ 2147483646 h 811"/>
              <a:gd name="T14" fmla="*/ 2147483646 w 811"/>
              <a:gd name="T15" fmla="*/ 2147483646 h 811"/>
              <a:gd name="T16" fmla="*/ 2147483646 w 811"/>
              <a:gd name="T17" fmla="*/ 2147483646 h 811"/>
              <a:gd name="T18" fmla="*/ 2147483646 w 811"/>
              <a:gd name="T19" fmla="*/ 2147483646 h 811"/>
              <a:gd name="T20" fmla="*/ 2147483646 w 811"/>
              <a:gd name="T21" fmla="*/ 2147483646 h 811"/>
              <a:gd name="T22" fmla="*/ 2147483646 w 811"/>
              <a:gd name="T23" fmla="*/ 2147483646 h 811"/>
              <a:gd name="T24" fmla="*/ 2147483646 w 811"/>
              <a:gd name="T25" fmla="*/ 2147483646 h 811"/>
              <a:gd name="T26" fmla="*/ 2147483646 w 811"/>
              <a:gd name="T27" fmla="*/ 2147483646 h 811"/>
              <a:gd name="T28" fmla="*/ 2147483646 w 811"/>
              <a:gd name="T29" fmla="*/ 2147483646 h 811"/>
              <a:gd name="T30" fmla="*/ 2147483646 w 811"/>
              <a:gd name="T31" fmla="*/ 2147483646 h 811"/>
              <a:gd name="T32" fmla="*/ 2147483646 w 811"/>
              <a:gd name="T33" fmla="*/ 2147483646 h 811"/>
              <a:gd name="T34" fmla="*/ 2147483646 w 811"/>
              <a:gd name="T35" fmla="*/ 2147483646 h 811"/>
              <a:gd name="T36" fmla="*/ 2147483646 w 811"/>
              <a:gd name="T37" fmla="*/ 2147483646 h 811"/>
              <a:gd name="T38" fmla="*/ 2147483646 w 811"/>
              <a:gd name="T39" fmla="*/ 2147483646 h 811"/>
              <a:gd name="T40" fmla="*/ 2147483646 w 811"/>
              <a:gd name="T41" fmla="*/ 2147483646 h 811"/>
              <a:gd name="T42" fmla="*/ 2147483646 w 811"/>
              <a:gd name="T43" fmla="*/ 2147483646 h 811"/>
              <a:gd name="T44" fmla="*/ 2147483646 w 811"/>
              <a:gd name="T45" fmla="*/ 2147483646 h 811"/>
              <a:gd name="T46" fmla="*/ 2147483646 w 811"/>
              <a:gd name="T47" fmla="*/ 2147483646 h 811"/>
              <a:gd name="T48" fmla="*/ 2147483646 w 811"/>
              <a:gd name="T49" fmla="*/ 2147483646 h 811"/>
              <a:gd name="T50" fmla="*/ 2147483646 w 811"/>
              <a:gd name="T51" fmla="*/ 2147483646 h 811"/>
              <a:gd name="T52" fmla="*/ 2147483646 w 811"/>
              <a:gd name="T53" fmla="*/ 2147483646 h 811"/>
              <a:gd name="T54" fmla="*/ 2147483646 w 811"/>
              <a:gd name="T55" fmla="*/ 2147483646 h 811"/>
              <a:gd name="T56" fmla="*/ 2147483646 w 811"/>
              <a:gd name="T57" fmla="*/ 2147483646 h 811"/>
              <a:gd name="T58" fmla="*/ 2147483646 w 811"/>
              <a:gd name="T59" fmla="*/ 2147483646 h 811"/>
              <a:gd name="T60" fmla="*/ 2147483646 w 811"/>
              <a:gd name="T61" fmla="*/ 2147483646 h 811"/>
              <a:gd name="T62" fmla="*/ 2147483646 w 811"/>
              <a:gd name="T63" fmla="*/ 2147483646 h 811"/>
              <a:gd name="T64" fmla="*/ 2147483646 w 811"/>
              <a:gd name="T65" fmla="*/ 2147483646 h 811"/>
              <a:gd name="T66" fmla="*/ 2147483646 w 811"/>
              <a:gd name="T67" fmla="*/ 2147483646 h 811"/>
              <a:gd name="T68" fmla="*/ 2147483646 w 811"/>
              <a:gd name="T69" fmla="*/ 2147483646 h 811"/>
              <a:gd name="T70" fmla="*/ 2147483646 w 811"/>
              <a:gd name="T71" fmla="*/ 2147483646 h 811"/>
              <a:gd name="T72" fmla="*/ 2147483646 w 811"/>
              <a:gd name="T73" fmla="*/ 2147483646 h 811"/>
              <a:gd name="T74" fmla="*/ 2147483646 w 811"/>
              <a:gd name="T75" fmla="*/ 2147483646 h 811"/>
              <a:gd name="T76" fmla="*/ 2147483646 w 811"/>
              <a:gd name="T77" fmla="*/ 2147483646 h 811"/>
              <a:gd name="T78" fmla="*/ 2147483646 w 811"/>
              <a:gd name="T79" fmla="*/ 2147483646 h 811"/>
              <a:gd name="T80" fmla="*/ 2147483646 w 811"/>
              <a:gd name="T81" fmla="*/ 2147483646 h 811"/>
              <a:gd name="T82" fmla="*/ 2147483646 w 811"/>
              <a:gd name="T83" fmla="*/ 2147483646 h 811"/>
              <a:gd name="T84" fmla="*/ 2147483646 w 811"/>
              <a:gd name="T85" fmla="*/ 2147483646 h 811"/>
              <a:gd name="T86" fmla="*/ 2147483646 w 811"/>
              <a:gd name="T87" fmla="*/ 2147483646 h 811"/>
              <a:gd name="T88" fmla="*/ 2147483646 w 811"/>
              <a:gd name="T89" fmla="*/ 2147483646 h 811"/>
              <a:gd name="T90" fmla="*/ 2147483646 w 811"/>
              <a:gd name="T91" fmla="*/ 2147483646 h 811"/>
              <a:gd name="T92" fmla="*/ 2147483646 w 811"/>
              <a:gd name="T93" fmla="*/ 2147483646 h 811"/>
              <a:gd name="T94" fmla="*/ 2147483646 w 811"/>
              <a:gd name="T95" fmla="*/ 2147483646 h 811"/>
              <a:gd name="T96" fmla="*/ 2147483646 w 811"/>
              <a:gd name="T97" fmla="*/ 2147483646 h 811"/>
              <a:gd name="T98" fmla="*/ 2147483646 w 811"/>
              <a:gd name="T99" fmla="*/ 2147483646 h 811"/>
              <a:gd name="T100" fmla="*/ 0 w 811"/>
              <a:gd name="T101" fmla="*/ 2147483646 h 811"/>
              <a:gd name="T102" fmla="*/ 2147483646 w 811"/>
              <a:gd name="T103" fmla="*/ 2147483646 h 811"/>
              <a:gd name="T104" fmla="*/ 2147483646 w 811"/>
              <a:gd name="T105" fmla="*/ 2147483646 h 811"/>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811" h="811">
                <a:moveTo>
                  <a:pt x="784" y="393"/>
                </a:moveTo>
                <a:lnTo>
                  <a:pt x="686" y="393"/>
                </a:lnTo>
                <a:cubicBezTo>
                  <a:pt x="684" y="342"/>
                  <a:pt x="668" y="295"/>
                  <a:pt x="642" y="254"/>
                </a:cubicBezTo>
                <a:lnTo>
                  <a:pt x="666" y="254"/>
                </a:lnTo>
                <a:cubicBezTo>
                  <a:pt x="669" y="254"/>
                  <a:pt x="673" y="253"/>
                  <a:pt x="675" y="251"/>
                </a:cubicBezTo>
                <a:lnTo>
                  <a:pt x="724" y="201"/>
                </a:lnTo>
                <a:cubicBezTo>
                  <a:pt x="760" y="257"/>
                  <a:pt x="782" y="323"/>
                  <a:pt x="784" y="393"/>
                </a:cubicBezTo>
                <a:close/>
                <a:moveTo>
                  <a:pt x="417" y="785"/>
                </a:moveTo>
                <a:lnTo>
                  <a:pt x="417" y="686"/>
                </a:lnTo>
                <a:cubicBezTo>
                  <a:pt x="563" y="681"/>
                  <a:pt x="680" y="563"/>
                  <a:pt x="686" y="418"/>
                </a:cubicBezTo>
                <a:lnTo>
                  <a:pt x="784" y="418"/>
                </a:lnTo>
                <a:cubicBezTo>
                  <a:pt x="778" y="618"/>
                  <a:pt x="617" y="779"/>
                  <a:pt x="417" y="785"/>
                </a:cubicBezTo>
                <a:close/>
                <a:moveTo>
                  <a:pt x="25" y="418"/>
                </a:moveTo>
                <a:lnTo>
                  <a:pt x="123" y="418"/>
                </a:lnTo>
                <a:cubicBezTo>
                  <a:pt x="130" y="563"/>
                  <a:pt x="247" y="681"/>
                  <a:pt x="393" y="686"/>
                </a:cubicBezTo>
                <a:lnTo>
                  <a:pt x="393" y="785"/>
                </a:lnTo>
                <a:cubicBezTo>
                  <a:pt x="193" y="779"/>
                  <a:pt x="31" y="618"/>
                  <a:pt x="25" y="418"/>
                </a:cubicBezTo>
                <a:close/>
                <a:moveTo>
                  <a:pt x="393" y="26"/>
                </a:moveTo>
                <a:lnTo>
                  <a:pt x="393" y="124"/>
                </a:lnTo>
                <a:cubicBezTo>
                  <a:pt x="247" y="131"/>
                  <a:pt x="130" y="248"/>
                  <a:pt x="123" y="393"/>
                </a:cubicBezTo>
                <a:lnTo>
                  <a:pt x="25" y="393"/>
                </a:lnTo>
                <a:cubicBezTo>
                  <a:pt x="31" y="194"/>
                  <a:pt x="193" y="32"/>
                  <a:pt x="393" y="26"/>
                </a:cubicBezTo>
                <a:close/>
                <a:moveTo>
                  <a:pt x="559" y="135"/>
                </a:moveTo>
                <a:lnTo>
                  <a:pt x="559" y="135"/>
                </a:lnTo>
                <a:cubicBezTo>
                  <a:pt x="557" y="138"/>
                  <a:pt x="556" y="141"/>
                  <a:pt x="556" y="144"/>
                </a:cubicBezTo>
                <a:lnTo>
                  <a:pt x="556" y="168"/>
                </a:lnTo>
                <a:cubicBezTo>
                  <a:pt x="515" y="143"/>
                  <a:pt x="468" y="126"/>
                  <a:pt x="417" y="124"/>
                </a:cubicBezTo>
                <a:lnTo>
                  <a:pt x="417" y="26"/>
                </a:lnTo>
                <a:cubicBezTo>
                  <a:pt x="488" y="29"/>
                  <a:pt x="553" y="50"/>
                  <a:pt x="609" y="85"/>
                </a:cubicBezTo>
                <a:lnTo>
                  <a:pt x="559" y="135"/>
                </a:lnTo>
                <a:close/>
                <a:moveTo>
                  <a:pt x="563" y="393"/>
                </a:moveTo>
                <a:lnTo>
                  <a:pt x="563" y="393"/>
                </a:lnTo>
                <a:cubicBezTo>
                  <a:pt x="560" y="359"/>
                  <a:pt x="547" y="327"/>
                  <a:pt x="525" y="302"/>
                </a:cubicBezTo>
                <a:lnTo>
                  <a:pt x="573" y="254"/>
                </a:lnTo>
                <a:lnTo>
                  <a:pt x="612" y="254"/>
                </a:lnTo>
                <a:cubicBezTo>
                  <a:pt x="641" y="294"/>
                  <a:pt x="659" y="342"/>
                  <a:pt x="661" y="393"/>
                </a:cubicBezTo>
                <a:lnTo>
                  <a:pt x="563" y="393"/>
                </a:lnTo>
                <a:close/>
                <a:moveTo>
                  <a:pt x="417" y="564"/>
                </a:moveTo>
                <a:lnTo>
                  <a:pt x="417" y="564"/>
                </a:lnTo>
                <a:cubicBezTo>
                  <a:pt x="495" y="558"/>
                  <a:pt x="558" y="496"/>
                  <a:pt x="563" y="418"/>
                </a:cubicBezTo>
                <a:lnTo>
                  <a:pt x="661" y="418"/>
                </a:lnTo>
                <a:cubicBezTo>
                  <a:pt x="655" y="550"/>
                  <a:pt x="549" y="656"/>
                  <a:pt x="417" y="662"/>
                </a:cubicBezTo>
                <a:lnTo>
                  <a:pt x="417" y="564"/>
                </a:lnTo>
                <a:close/>
                <a:moveTo>
                  <a:pt x="246" y="418"/>
                </a:moveTo>
                <a:lnTo>
                  <a:pt x="246" y="418"/>
                </a:lnTo>
                <a:cubicBezTo>
                  <a:pt x="252" y="496"/>
                  <a:pt x="314" y="558"/>
                  <a:pt x="393" y="564"/>
                </a:cubicBezTo>
                <a:lnTo>
                  <a:pt x="393" y="662"/>
                </a:lnTo>
                <a:cubicBezTo>
                  <a:pt x="260" y="656"/>
                  <a:pt x="154" y="550"/>
                  <a:pt x="148" y="418"/>
                </a:cubicBezTo>
                <a:lnTo>
                  <a:pt x="246" y="418"/>
                </a:lnTo>
                <a:close/>
                <a:moveTo>
                  <a:pt x="393" y="246"/>
                </a:moveTo>
                <a:lnTo>
                  <a:pt x="393" y="246"/>
                </a:lnTo>
                <a:cubicBezTo>
                  <a:pt x="314" y="253"/>
                  <a:pt x="252" y="315"/>
                  <a:pt x="246" y="393"/>
                </a:cubicBezTo>
                <a:lnTo>
                  <a:pt x="148" y="393"/>
                </a:lnTo>
                <a:cubicBezTo>
                  <a:pt x="154" y="261"/>
                  <a:pt x="260" y="155"/>
                  <a:pt x="393" y="149"/>
                </a:cubicBezTo>
                <a:lnTo>
                  <a:pt x="393" y="246"/>
                </a:lnTo>
                <a:close/>
                <a:moveTo>
                  <a:pt x="508" y="285"/>
                </a:moveTo>
                <a:lnTo>
                  <a:pt x="508" y="285"/>
                </a:lnTo>
                <a:cubicBezTo>
                  <a:pt x="483" y="263"/>
                  <a:pt x="452" y="249"/>
                  <a:pt x="417" y="246"/>
                </a:cubicBezTo>
                <a:lnTo>
                  <a:pt x="417" y="148"/>
                </a:lnTo>
                <a:cubicBezTo>
                  <a:pt x="469" y="151"/>
                  <a:pt x="516" y="169"/>
                  <a:pt x="556" y="198"/>
                </a:cubicBezTo>
                <a:lnTo>
                  <a:pt x="556" y="237"/>
                </a:lnTo>
                <a:lnTo>
                  <a:pt x="508" y="285"/>
                </a:lnTo>
                <a:close/>
                <a:moveTo>
                  <a:pt x="503" y="418"/>
                </a:moveTo>
                <a:lnTo>
                  <a:pt x="539" y="418"/>
                </a:lnTo>
                <a:cubicBezTo>
                  <a:pt x="533" y="482"/>
                  <a:pt x="481" y="534"/>
                  <a:pt x="417" y="540"/>
                </a:cubicBezTo>
                <a:lnTo>
                  <a:pt x="417" y="504"/>
                </a:lnTo>
                <a:cubicBezTo>
                  <a:pt x="417" y="497"/>
                  <a:pt x="411" y="491"/>
                  <a:pt x="405" y="491"/>
                </a:cubicBezTo>
                <a:cubicBezTo>
                  <a:pt x="398" y="491"/>
                  <a:pt x="393" y="497"/>
                  <a:pt x="393" y="504"/>
                </a:cubicBezTo>
                <a:lnTo>
                  <a:pt x="393" y="540"/>
                </a:lnTo>
                <a:cubicBezTo>
                  <a:pt x="328" y="534"/>
                  <a:pt x="276" y="482"/>
                  <a:pt x="270" y="418"/>
                </a:cubicBezTo>
                <a:lnTo>
                  <a:pt x="307" y="418"/>
                </a:lnTo>
                <a:cubicBezTo>
                  <a:pt x="313" y="418"/>
                  <a:pt x="319" y="412"/>
                  <a:pt x="319" y="406"/>
                </a:cubicBezTo>
                <a:cubicBezTo>
                  <a:pt x="319" y="399"/>
                  <a:pt x="313" y="393"/>
                  <a:pt x="307" y="393"/>
                </a:cubicBezTo>
                <a:lnTo>
                  <a:pt x="270" y="393"/>
                </a:lnTo>
                <a:cubicBezTo>
                  <a:pt x="276" y="329"/>
                  <a:pt x="328" y="277"/>
                  <a:pt x="393" y="271"/>
                </a:cubicBezTo>
                <a:lnTo>
                  <a:pt x="393" y="308"/>
                </a:lnTo>
                <a:cubicBezTo>
                  <a:pt x="393" y="314"/>
                  <a:pt x="398" y="320"/>
                  <a:pt x="405" y="320"/>
                </a:cubicBezTo>
                <a:cubicBezTo>
                  <a:pt x="411" y="320"/>
                  <a:pt x="417" y="314"/>
                  <a:pt x="417" y="308"/>
                </a:cubicBezTo>
                <a:lnTo>
                  <a:pt x="417" y="271"/>
                </a:lnTo>
                <a:cubicBezTo>
                  <a:pt x="445" y="274"/>
                  <a:pt x="471" y="285"/>
                  <a:pt x="490" y="302"/>
                </a:cubicBezTo>
                <a:lnTo>
                  <a:pt x="396" y="397"/>
                </a:lnTo>
                <a:cubicBezTo>
                  <a:pt x="391" y="401"/>
                  <a:pt x="391" y="409"/>
                  <a:pt x="396" y="414"/>
                </a:cubicBezTo>
                <a:cubicBezTo>
                  <a:pt x="398" y="416"/>
                  <a:pt x="401" y="418"/>
                  <a:pt x="405" y="418"/>
                </a:cubicBezTo>
                <a:cubicBezTo>
                  <a:pt x="408" y="418"/>
                  <a:pt x="411" y="416"/>
                  <a:pt x="413" y="414"/>
                </a:cubicBezTo>
                <a:lnTo>
                  <a:pt x="508" y="319"/>
                </a:lnTo>
                <a:cubicBezTo>
                  <a:pt x="525" y="340"/>
                  <a:pt x="536" y="365"/>
                  <a:pt x="539" y="393"/>
                </a:cubicBezTo>
                <a:lnTo>
                  <a:pt x="503" y="393"/>
                </a:lnTo>
                <a:cubicBezTo>
                  <a:pt x="496" y="393"/>
                  <a:pt x="490" y="399"/>
                  <a:pt x="490" y="406"/>
                </a:cubicBezTo>
                <a:cubicBezTo>
                  <a:pt x="490" y="412"/>
                  <a:pt x="496" y="418"/>
                  <a:pt x="503" y="418"/>
                </a:cubicBezTo>
                <a:close/>
                <a:moveTo>
                  <a:pt x="687" y="43"/>
                </a:moveTo>
                <a:lnTo>
                  <a:pt x="687" y="112"/>
                </a:lnTo>
                <a:cubicBezTo>
                  <a:pt x="687" y="118"/>
                  <a:pt x="692" y="124"/>
                  <a:pt x="699" y="124"/>
                </a:cubicBezTo>
                <a:lnTo>
                  <a:pt x="767" y="124"/>
                </a:lnTo>
                <a:lnTo>
                  <a:pt x="661" y="230"/>
                </a:lnTo>
                <a:lnTo>
                  <a:pt x="580" y="230"/>
                </a:lnTo>
                <a:lnTo>
                  <a:pt x="580" y="149"/>
                </a:lnTo>
                <a:lnTo>
                  <a:pt x="687" y="43"/>
                </a:lnTo>
                <a:close/>
                <a:moveTo>
                  <a:pt x="805" y="120"/>
                </a:moveTo>
                <a:lnTo>
                  <a:pt x="805" y="120"/>
                </a:lnTo>
                <a:cubicBezTo>
                  <a:pt x="809" y="117"/>
                  <a:pt x="810" y="112"/>
                  <a:pt x="808" y="107"/>
                </a:cubicBezTo>
                <a:cubicBezTo>
                  <a:pt x="806" y="102"/>
                  <a:pt x="802" y="99"/>
                  <a:pt x="797" y="99"/>
                </a:cubicBezTo>
                <a:lnTo>
                  <a:pt x="729" y="99"/>
                </a:lnTo>
                <a:lnTo>
                  <a:pt x="805" y="22"/>
                </a:lnTo>
                <a:cubicBezTo>
                  <a:pt x="810" y="17"/>
                  <a:pt x="810" y="9"/>
                  <a:pt x="805" y="4"/>
                </a:cubicBezTo>
                <a:cubicBezTo>
                  <a:pt x="801" y="0"/>
                  <a:pt x="793" y="0"/>
                  <a:pt x="788" y="4"/>
                </a:cubicBezTo>
                <a:lnTo>
                  <a:pt x="711" y="82"/>
                </a:lnTo>
                <a:lnTo>
                  <a:pt x="711" y="13"/>
                </a:lnTo>
                <a:cubicBezTo>
                  <a:pt x="711" y="9"/>
                  <a:pt x="708" y="4"/>
                  <a:pt x="703" y="2"/>
                </a:cubicBezTo>
                <a:cubicBezTo>
                  <a:pt x="699" y="0"/>
                  <a:pt x="694" y="1"/>
                  <a:pt x="690" y="4"/>
                </a:cubicBezTo>
                <a:lnTo>
                  <a:pt x="627" y="68"/>
                </a:lnTo>
                <a:cubicBezTo>
                  <a:pt x="563" y="26"/>
                  <a:pt x="486" y="1"/>
                  <a:pt x="405" y="1"/>
                </a:cubicBezTo>
                <a:cubicBezTo>
                  <a:pt x="182" y="1"/>
                  <a:pt x="0" y="183"/>
                  <a:pt x="0" y="406"/>
                </a:cubicBezTo>
                <a:cubicBezTo>
                  <a:pt x="0" y="628"/>
                  <a:pt x="182" y="810"/>
                  <a:pt x="405" y="810"/>
                </a:cubicBezTo>
                <a:cubicBezTo>
                  <a:pt x="627" y="810"/>
                  <a:pt x="809" y="628"/>
                  <a:pt x="809" y="406"/>
                </a:cubicBezTo>
                <a:cubicBezTo>
                  <a:pt x="809" y="323"/>
                  <a:pt x="784" y="247"/>
                  <a:pt x="742" y="184"/>
                </a:cubicBezTo>
                <a:lnTo>
                  <a:pt x="805" y="120"/>
                </a:lnTo>
                <a:close/>
              </a:path>
            </a:pathLst>
          </a:custGeom>
          <a:solidFill>
            <a:srgbClr val="1A171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2400"/>
          </a:p>
        </p:txBody>
      </p:sp>
      <p:sp>
        <p:nvSpPr>
          <p:cNvPr id="55" name="Freeform 45">
            <a:extLst>
              <a:ext uri="{FF2B5EF4-FFF2-40B4-BE49-F238E27FC236}">
                <a16:creationId xmlns:a16="http://schemas.microsoft.com/office/drawing/2014/main" id="{10C79092-E73C-2C26-020B-9CDE6CC7562A}"/>
              </a:ext>
            </a:extLst>
          </p:cNvPr>
          <p:cNvSpPr>
            <a:spLocks noChangeAspect="1" noChangeArrowheads="1"/>
          </p:cNvSpPr>
          <p:nvPr/>
        </p:nvSpPr>
        <p:spPr bwMode="auto">
          <a:xfrm>
            <a:off x="5526133" y="4916803"/>
            <a:ext cx="267331" cy="291607"/>
          </a:xfrm>
          <a:custGeom>
            <a:avLst/>
            <a:gdLst>
              <a:gd name="T0" fmla="*/ 2147483646 w 811"/>
              <a:gd name="T1" fmla="*/ 2147483646 h 811"/>
              <a:gd name="T2" fmla="*/ 2147483646 w 811"/>
              <a:gd name="T3" fmla="*/ 2147483646 h 811"/>
              <a:gd name="T4" fmla="*/ 2147483646 w 811"/>
              <a:gd name="T5" fmla="*/ 2147483646 h 811"/>
              <a:gd name="T6" fmla="*/ 2147483646 w 811"/>
              <a:gd name="T7" fmla="*/ 2147483646 h 811"/>
              <a:gd name="T8" fmla="*/ 2147483646 w 811"/>
              <a:gd name="T9" fmla="*/ 2147483646 h 811"/>
              <a:gd name="T10" fmla="*/ 2147483646 w 811"/>
              <a:gd name="T11" fmla="*/ 2147483646 h 811"/>
              <a:gd name="T12" fmla="*/ 2147483646 w 811"/>
              <a:gd name="T13" fmla="*/ 2147483646 h 811"/>
              <a:gd name="T14" fmla="*/ 2147483646 w 811"/>
              <a:gd name="T15" fmla="*/ 2147483646 h 811"/>
              <a:gd name="T16" fmla="*/ 2147483646 w 811"/>
              <a:gd name="T17" fmla="*/ 2147483646 h 811"/>
              <a:gd name="T18" fmla="*/ 2147483646 w 811"/>
              <a:gd name="T19" fmla="*/ 2147483646 h 811"/>
              <a:gd name="T20" fmla="*/ 2147483646 w 811"/>
              <a:gd name="T21" fmla="*/ 2147483646 h 811"/>
              <a:gd name="T22" fmla="*/ 2147483646 w 811"/>
              <a:gd name="T23" fmla="*/ 2147483646 h 811"/>
              <a:gd name="T24" fmla="*/ 2147483646 w 811"/>
              <a:gd name="T25" fmla="*/ 2147483646 h 811"/>
              <a:gd name="T26" fmla="*/ 2147483646 w 811"/>
              <a:gd name="T27" fmla="*/ 2147483646 h 811"/>
              <a:gd name="T28" fmla="*/ 2147483646 w 811"/>
              <a:gd name="T29" fmla="*/ 2147483646 h 811"/>
              <a:gd name="T30" fmla="*/ 2147483646 w 811"/>
              <a:gd name="T31" fmla="*/ 2147483646 h 811"/>
              <a:gd name="T32" fmla="*/ 2147483646 w 811"/>
              <a:gd name="T33" fmla="*/ 2147483646 h 811"/>
              <a:gd name="T34" fmla="*/ 2147483646 w 811"/>
              <a:gd name="T35" fmla="*/ 2147483646 h 811"/>
              <a:gd name="T36" fmla="*/ 2147483646 w 811"/>
              <a:gd name="T37" fmla="*/ 2147483646 h 811"/>
              <a:gd name="T38" fmla="*/ 2147483646 w 811"/>
              <a:gd name="T39" fmla="*/ 2147483646 h 811"/>
              <a:gd name="T40" fmla="*/ 2147483646 w 811"/>
              <a:gd name="T41" fmla="*/ 2147483646 h 811"/>
              <a:gd name="T42" fmla="*/ 2147483646 w 811"/>
              <a:gd name="T43" fmla="*/ 2147483646 h 811"/>
              <a:gd name="T44" fmla="*/ 2147483646 w 811"/>
              <a:gd name="T45" fmla="*/ 2147483646 h 811"/>
              <a:gd name="T46" fmla="*/ 2147483646 w 811"/>
              <a:gd name="T47" fmla="*/ 2147483646 h 811"/>
              <a:gd name="T48" fmla="*/ 2147483646 w 811"/>
              <a:gd name="T49" fmla="*/ 2147483646 h 811"/>
              <a:gd name="T50" fmla="*/ 2147483646 w 811"/>
              <a:gd name="T51" fmla="*/ 2147483646 h 811"/>
              <a:gd name="T52" fmla="*/ 2147483646 w 811"/>
              <a:gd name="T53" fmla="*/ 2147483646 h 811"/>
              <a:gd name="T54" fmla="*/ 2147483646 w 811"/>
              <a:gd name="T55" fmla="*/ 2147483646 h 811"/>
              <a:gd name="T56" fmla="*/ 2147483646 w 811"/>
              <a:gd name="T57" fmla="*/ 2147483646 h 811"/>
              <a:gd name="T58" fmla="*/ 2147483646 w 811"/>
              <a:gd name="T59" fmla="*/ 2147483646 h 811"/>
              <a:gd name="T60" fmla="*/ 2147483646 w 811"/>
              <a:gd name="T61" fmla="*/ 2147483646 h 811"/>
              <a:gd name="T62" fmla="*/ 2147483646 w 811"/>
              <a:gd name="T63" fmla="*/ 2147483646 h 811"/>
              <a:gd name="T64" fmla="*/ 2147483646 w 811"/>
              <a:gd name="T65" fmla="*/ 2147483646 h 811"/>
              <a:gd name="T66" fmla="*/ 2147483646 w 811"/>
              <a:gd name="T67" fmla="*/ 2147483646 h 811"/>
              <a:gd name="T68" fmla="*/ 2147483646 w 811"/>
              <a:gd name="T69" fmla="*/ 2147483646 h 811"/>
              <a:gd name="T70" fmla="*/ 2147483646 w 811"/>
              <a:gd name="T71" fmla="*/ 2147483646 h 811"/>
              <a:gd name="T72" fmla="*/ 2147483646 w 811"/>
              <a:gd name="T73" fmla="*/ 2147483646 h 811"/>
              <a:gd name="T74" fmla="*/ 2147483646 w 811"/>
              <a:gd name="T75" fmla="*/ 2147483646 h 811"/>
              <a:gd name="T76" fmla="*/ 2147483646 w 811"/>
              <a:gd name="T77" fmla="*/ 2147483646 h 811"/>
              <a:gd name="T78" fmla="*/ 2147483646 w 811"/>
              <a:gd name="T79" fmla="*/ 2147483646 h 811"/>
              <a:gd name="T80" fmla="*/ 2147483646 w 811"/>
              <a:gd name="T81" fmla="*/ 2147483646 h 811"/>
              <a:gd name="T82" fmla="*/ 2147483646 w 811"/>
              <a:gd name="T83" fmla="*/ 2147483646 h 811"/>
              <a:gd name="T84" fmla="*/ 2147483646 w 811"/>
              <a:gd name="T85" fmla="*/ 2147483646 h 811"/>
              <a:gd name="T86" fmla="*/ 2147483646 w 811"/>
              <a:gd name="T87" fmla="*/ 2147483646 h 811"/>
              <a:gd name="T88" fmla="*/ 2147483646 w 811"/>
              <a:gd name="T89" fmla="*/ 2147483646 h 811"/>
              <a:gd name="T90" fmla="*/ 2147483646 w 811"/>
              <a:gd name="T91" fmla="*/ 2147483646 h 811"/>
              <a:gd name="T92" fmla="*/ 2147483646 w 811"/>
              <a:gd name="T93" fmla="*/ 2147483646 h 811"/>
              <a:gd name="T94" fmla="*/ 2147483646 w 811"/>
              <a:gd name="T95" fmla="*/ 2147483646 h 811"/>
              <a:gd name="T96" fmla="*/ 2147483646 w 811"/>
              <a:gd name="T97" fmla="*/ 2147483646 h 811"/>
              <a:gd name="T98" fmla="*/ 2147483646 w 811"/>
              <a:gd name="T99" fmla="*/ 2147483646 h 811"/>
              <a:gd name="T100" fmla="*/ 0 w 811"/>
              <a:gd name="T101" fmla="*/ 2147483646 h 811"/>
              <a:gd name="T102" fmla="*/ 2147483646 w 811"/>
              <a:gd name="T103" fmla="*/ 2147483646 h 811"/>
              <a:gd name="T104" fmla="*/ 2147483646 w 811"/>
              <a:gd name="T105" fmla="*/ 2147483646 h 811"/>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811" h="811">
                <a:moveTo>
                  <a:pt x="784" y="393"/>
                </a:moveTo>
                <a:lnTo>
                  <a:pt x="686" y="393"/>
                </a:lnTo>
                <a:cubicBezTo>
                  <a:pt x="684" y="342"/>
                  <a:pt x="668" y="295"/>
                  <a:pt x="642" y="254"/>
                </a:cubicBezTo>
                <a:lnTo>
                  <a:pt x="666" y="254"/>
                </a:lnTo>
                <a:cubicBezTo>
                  <a:pt x="669" y="254"/>
                  <a:pt x="673" y="253"/>
                  <a:pt x="675" y="251"/>
                </a:cubicBezTo>
                <a:lnTo>
                  <a:pt x="724" y="201"/>
                </a:lnTo>
                <a:cubicBezTo>
                  <a:pt x="760" y="257"/>
                  <a:pt x="782" y="323"/>
                  <a:pt x="784" y="393"/>
                </a:cubicBezTo>
                <a:close/>
                <a:moveTo>
                  <a:pt x="417" y="785"/>
                </a:moveTo>
                <a:lnTo>
                  <a:pt x="417" y="686"/>
                </a:lnTo>
                <a:cubicBezTo>
                  <a:pt x="563" y="681"/>
                  <a:pt x="680" y="563"/>
                  <a:pt x="686" y="418"/>
                </a:cubicBezTo>
                <a:lnTo>
                  <a:pt x="784" y="418"/>
                </a:lnTo>
                <a:cubicBezTo>
                  <a:pt x="778" y="618"/>
                  <a:pt x="617" y="779"/>
                  <a:pt x="417" y="785"/>
                </a:cubicBezTo>
                <a:close/>
                <a:moveTo>
                  <a:pt x="25" y="418"/>
                </a:moveTo>
                <a:lnTo>
                  <a:pt x="123" y="418"/>
                </a:lnTo>
                <a:cubicBezTo>
                  <a:pt x="130" y="563"/>
                  <a:pt x="247" y="681"/>
                  <a:pt x="393" y="686"/>
                </a:cubicBezTo>
                <a:lnTo>
                  <a:pt x="393" y="785"/>
                </a:lnTo>
                <a:cubicBezTo>
                  <a:pt x="193" y="779"/>
                  <a:pt x="31" y="618"/>
                  <a:pt x="25" y="418"/>
                </a:cubicBezTo>
                <a:close/>
                <a:moveTo>
                  <a:pt x="393" y="26"/>
                </a:moveTo>
                <a:lnTo>
                  <a:pt x="393" y="124"/>
                </a:lnTo>
                <a:cubicBezTo>
                  <a:pt x="247" y="131"/>
                  <a:pt x="130" y="248"/>
                  <a:pt x="123" y="393"/>
                </a:cubicBezTo>
                <a:lnTo>
                  <a:pt x="25" y="393"/>
                </a:lnTo>
                <a:cubicBezTo>
                  <a:pt x="31" y="194"/>
                  <a:pt x="193" y="32"/>
                  <a:pt x="393" y="26"/>
                </a:cubicBezTo>
                <a:close/>
                <a:moveTo>
                  <a:pt x="559" y="135"/>
                </a:moveTo>
                <a:lnTo>
                  <a:pt x="559" y="135"/>
                </a:lnTo>
                <a:cubicBezTo>
                  <a:pt x="557" y="138"/>
                  <a:pt x="556" y="141"/>
                  <a:pt x="556" y="144"/>
                </a:cubicBezTo>
                <a:lnTo>
                  <a:pt x="556" y="168"/>
                </a:lnTo>
                <a:cubicBezTo>
                  <a:pt x="515" y="143"/>
                  <a:pt x="468" y="126"/>
                  <a:pt x="417" y="124"/>
                </a:cubicBezTo>
                <a:lnTo>
                  <a:pt x="417" y="26"/>
                </a:lnTo>
                <a:cubicBezTo>
                  <a:pt x="488" y="29"/>
                  <a:pt x="553" y="50"/>
                  <a:pt x="609" y="85"/>
                </a:cubicBezTo>
                <a:lnTo>
                  <a:pt x="559" y="135"/>
                </a:lnTo>
                <a:close/>
                <a:moveTo>
                  <a:pt x="563" y="393"/>
                </a:moveTo>
                <a:lnTo>
                  <a:pt x="563" y="393"/>
                </a:lnTo>
                <a:cubicBezTo>
                  <a:pt x="560" y="359"/>
                  <a:pt x="547" y="327"/>
                  <a:pt x="525" y="302"/>
                </a:cubicBezTo>
                <a:lnTo>
                  <a:pt x="573" y="254"/>
                </a:lnTo>
                <a:lnTo>
                  <a:pt x="612" y="254"/>
                </a:lnTo>
                <a:cubicBezTo>
                  <a:pt x="641" y="294"/>
                  <a:pt x="659" y="342"/>
                  <a:pt x="661" y="393"/>
                </a:cubicBezTo>
                <a:lnTo>
                  <a:pt x="563" y="393"/>
                </a:lnTo>
                <a:close/>
                <a:moveTo>
                  <a:pt x="417" y="564"/>
                </a:moveTo>
                <a:lnTo>
                  <a:pt x="417" y="564"/>
                </a:lnTo>
                <a:cubicBezTo>
                  <a:pt x="495" y="558"/>
                  <a:pt x="558" y="496"/>
                  <a:pt x="563" y="418"/>
                </a:cubicBezTo>
                <a:lnTo>
                  <a:pt x="661" y="418"/>
                </a:lnTo>
                <a:cubicBezTo>
                  <a:pt x="655" y="550"/>
                  <a:pt x="549" y="656"/>
                  <a:pt x="417" y="662"/>
                </a:cubicBezTo>
                <a:lnTo>
                  <a:pt x="417" y="564"/>
                </a:lnTo>
                <a:close/>
                <a:moveTo>
                  <a:pt x="246" y="418"/>
                </a:moveTo>
                <a:lnTo>
                  <a:pt x="246" y="418"/>
                </a:lnTo>
                <a:cubicBezTo>
                  <a:pt x="252" y="496"/>
                  <a:pt x="314" y="558"/>
                  <a:pt x="393" y="564"/>
                </a:cubicBezTo>
                <a:lnTo>
                  <a:pt x="393" y="662"/>
                </a:lnTo>
                <a:cubicBezTo>
                  <a:pt x="260" y="656"/>
                  <a:pt x="154" y="550"/>
                  <a:pt x="148" y="418"/>
                </a:cubicBezTo>
                <a:lnTo>
                  <a:pt x="246" y="418"/>
                </a:lnTo>
                <a:close/>
                <a:moveTo>
                  <a:pt x="393" y="246"/>
                </a:moveTo>
                <a:lnTo>
                  <a:pt x="393" y="246"/>
                </a:lnTo>
                <a:cubicBezTo>
                  <a:pt x="314" y="253"/>
                  <a:pt x="252" y="315"/>
                  <a:pt x="246" y="393"/>
                </a:cubicBezTo>
                <a:lnTo>
                  <a:pt x="148" y="393"/>
                </a:lnTo>
                <a:cubicBezTo>
                  <a:pt x="154" y="261"/>
                  <a:pt x="260" y="155"/>
                  <a:pt x="393" y="149"/>
                </a:cubicBezTo>
                <a:lnTo>
                  <a:pt x="393" y="246"/>
                </a:lnTo>
                <a:close/>
                <a:moveTo>
                  <a:pt x="508" y="285"/>
                </a:moveTo>
                <a:lnTo>
                  <a:pt x="508" y="285"/>
                </a:lnTo>
                <a:cubicBezTo>
                  <a:pt x="483" y="263"/>
                  <a:pt x="452" y="249"/>
                  <a:pt x="417" y="246"/>
                </a:cubicBezTo>
                <a:lnTo>
                  <a:pt x="417" y="148"/>
                </a:lnTo>
                <a:cubicBezTo>
                  <a:pt x="469" y="151"/>
                  <a:pt x="516" y="169"/>
                  <a:pt x="556" y="198"/>
                </a:cubicBezTo>
                <a:lnTo>
                  <a:pt x="556" y="237"/>
                </a:lnTo>
                <a:lnTo>
                  <a:pt x="508" y="285"/>
                </a:lnTo>
                <a:close/>
                <a:moveTo>
                  <a:pt x="503" y="418"/>
                </a:moveTo>
                <a:lnTo>
                  <a:pt x="539" y="418"/>
                </a:lnTo>
                <a:cubicBezTo>
                  <a:pt x="533" y="482"/>
                  <a:pt x="481" y="534"/>
                  <a:pt x="417" y="540"/>
                </a:cubicBezTo>
                <a:lnTo>
                  <a:pt x="417" y="504"/>
                </a:lnTo>
                <a:cubicBezTo>
                  <a:pt x="417" y="497"/>
                  <a:pt x="411" y="491"/>
                  <a:pt x="405" y="491"/>
                </a:cubicBezTo>
                <a:cubicBezTo>
                  <a:pt x="398" y="491"/>
                  <a:pt x="393" y="497"/>
                  <a:pt x="393" y="504"/>
                </a:cubicBezTo>
                <a:lnTo>
                  <a:pt x="393" y="540"/>
                </a:lnTo>
                <a:cubicBezTo>
                  <a:pt x="328" y="534"/>
                  <a:pt x="276" y="482"/>
                  <a:pt x="270" y="418"/>
                </a:cubicBezTo>
                <a:lnTo>
                  <a:pt x="307" y="418"/>
                </a:lnTo>
                <a:cubicBezTo>
                  <a:pt x="313" y="418"/>
                  <a:pt x="319" y="412"/>
                  <a:pt x="319" y="406"/>
                </a:cubicBezTo>
                <a:cubicBezTo>
                  <a:pt x="319" y="399"/>
                  <a:pt x="313" y="393"/>
                  <a:pt x="307" y="393"/>
                </a:cubicBezTo>
                <a:lnTo>
                  <a:pt x="270" y="393"/>
                </a:lnTo>
                <a:cubicBezTo>
                  <a:pt x="276" y="329"/>
                  <a:pt x="328" y="277"/>
                  <a:pt x="393" y="271"/>
                </a:cubicBezTo>
                <a:lnTo>
                  <a:pt x="393" y="308"/>
                </a:lnTo>
                <a:cubicBezTo>
                  <a:pt x="393" y="314"/>
                  <a:pt x="398" y="320"/>
                  <a:pt x="405" y="320"/>
                </a:cubicBezTo>
                <a:cubicBezTo>
                  <a:pt x="411" y="320"/>
                  <a:pt x="417" y="314"/>
                  <a:pt x="417" y="308"/>
                </a:cubicBezTo>
                <a:lnTo>
                  <a:pt x="417" y="271"/>
                </a:lnTo>
                <a:cubicBezTo>
                  <a:pt x="445" y="274"/>
                  <a:pt x="471" y="285"/>
                  <a:pt x="490" y="302"/>
                </a:cubicBezTo>
                <a:lnTo>
                  <a:pt x="396" y="397"/>
                </a:lnTo>
                <a:cubicBezTo>
                  <a:pt x="391" y="401"/>
                  <a:pt x="391" y="409"/>
                  <a:pt x="396" y="414"/>
                </a:cubicBezTo>
                <a:cubicBezTo>
                  <a:pt x="398" y="416"/>
                  <a:pt x="401" y="418"/>
                  <a:pt x="405" y="418"/>
                </a:cubicBezTo>
                <a:cubicBezTo>
                  <a:pt x="408" y="418"/>
                  <a:pt x="411" y="416"/>
                  <a:pt x="413" y="414"/>
                </a:cubicBezTo>
                <a:lnTo>
                  <a:pt x="508" y="319"/>
                </a:lnTo>
                <a:cubicBezTo>
                  <a:pt x="525" y="340"/>
                  <a:pt x="536" y="365"/>
                  <a:pt x="539" y="393"/>
                </a:cubicBezTo>
                <a:lnTo>
                  <a:pt x="503" y="393"/>
                </a:lnTo>
                <a:cubicBezTo>
                  <a:pt x="496" y="393"/>
                  <a:pt x="490" y="399"/>
                  <a:pt x="490" y="406"/>
                </a:cubicBezTo>
                <a:cubicBezTo>
                  <a:pt x="490" y="412"/>
                  <a:pt x="496" y="418"/>
                  <a:pt x="503" y="418"/>
                </a:cubicBezTo>
                <a:close/>
                <a:moveTo>
                  <a:pt x="687" y="43"/>
                </a:moveTo>
                <a:lnTo>
                  <a:pt x="687" y="112"/>
                </a:lnTo>
                <a:cubicBezTo>
                  <a:pt x="687" y="118"/>
                  <a:pt x="692" y="124"/>
                  <a:pt x="699" y="124"/>
                </a:cubicBezTo>
                <a:lnTo>
                  <a:pt x="767" y="124"/>
                </a:lnTo>
                <a:lnTo>
                  <a:pt x="661" y="230"/>
                </a:lnTo>
                <a:lnTo>
                  <a:pt x="580" y="230"/>
                </a:lnTo>
                <a:lnTo>
                  <a:pt x="580" y="149"/>
                </a:lnTo>
                <a:lnTo>
                  <a:pt x="687" y="43"/>
                </a:lnTo>
                <a:close/>
                <a:moveTo>
                  <a:pt x="805" y="120"/>
                </a:moveTo>
                <a:lnTo>
                  <a:pt x="805" y="120"/>
                </a:lnTo>
                <a:cubicBezTo>
                  <a:pt x="809" y="117"/>
                  <a:pt x="810" y="112"/>
                  <a:pt x="808" y="107"/>
                </a:cubicBezTo>
                <a:cubicBezTo>
                  <a:pt x="806" y="102"/>
                  <a:pt x="802" y="99"/>
                  <a:pt x="797" y="99"/>
                </a:cubicBezTo>
                <a:lnTo>
                  <a:pt x="729" y="99"/>
                </a:lnTo>
                <a:lnTo>
                  <a:pt x="805" y="22"/>
                </a:lnTo>
                <a:cubicBezTo>
                  <a:pt x="810" y="17"/>
                  <a:pt x="810" y="9"/>
                  <a:pt x="805" y="4"/>
                </a:cubicBezTo>
                <a:cubicBezTo>
                  <a:pt x="801" y="0"/>
                  <a:pt x="793" y="0"/>
                  <a:pt x="788" y="4"/>
                </a:cubicBezTo>
                <a:lnTo>
                  <a:pt x="711" y="82"/>
                </a:lnTo>
                <a:lnTo>
                  <a:pt x="711" y="13"/>
                </a:lnTo>
                <a:cubicBezTo>
                  <a:pt x="711" y="9"/>
                  <a:pt x="708" y="4"/>
                  <a:pt x="703" y="2"/>
                </a:cubicBezTo>
                <a:cubicBezTo>
                  <a:pt x="699" y="0"/>
                  <a:pt x="694" y="1"/>
                  <a:pt x="690" y="4"/>
                </a:cubicBezTo>
                <a:lnTo>
                  <a:pt x="627" y="68"/>
                </a:lnTo>
                <a:cubicBezTo>
                  <a:pt x="563" y="26"/>
                  <a:pt x="486" y="1"/>
                  <a:pt x="405" y="1"/>
                </a:cubicBezTo>
                <a:cubicBezTo>
                  <a:pt x="182" y="1"/>
                  <a:pt x="0" y="183"/>
                  <a:pt x="0" y="406"/>
                </a:cubicBezTo>
                <a:cubicBezTo>
                  <a:pt x="0" y="628"/>
                  <a:pt x="182" y="810"/>
                  <a:pt x="405" y="810"/>
                </a:cubicBezTo>
                <a:cubicBezTo>
                  <a:pt x="627" y="810"/>
                  <a:pt x="809" y="628"/>
                  <a:pt x="809" y="406"/>
                </a:cubicBezTo>
                <a:cubicBezTo>
                  <a:pt x="809" y="323"/>
                  <a:pt x="784" y="247"/>
                  <a:pt x="742" y="184"/>
                </a:cubicBezTo>
                <a:lnTo>
                  <a:pt x="805" y="120"/>
                </a:lnTo>
                <a:close/>
              </a:path>
            </a:pathLst>
          </a:custGeom>
          <a:solidFill>
            <a:srgbClr val="1A171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2400"/>
          </a:p>
        </p:txBody>
      </p:sp>
      <p:sp>
        <p:nvSpPr>
          <p:cNvPr id="56" name="Freeform 45">
            <a:extLst>
              <a:ext uri="{FF2B5EF4-FFF2-40B4-BE49-F238E27FC236}">
                <a16:creationId xmlns:a16="http://schemas.microsoft.com/office/drawing/2014/main" id="{67C65531-135D-9685-2282-9D634EDA1326}"/>
              </a:ext>
            </a:extLst>
          </p:cNvPr>
          <p:cNvSpPr>
            <a:spLocks noChangeAspect="1" noChangeArrowheads="1"/>
          </p:cNvSpPr>
          <p:nvPr/>
        </p:nvSpPr>
        <p:spPr bwMode="auto">
          <a:xfrm>
            <a:off x="8701586" y="4849240"/>
            <a:ext cx="267331" cy="291607"/>
          </a:xfrm>
          <a:custGeom>
            <a:avLst/>
            <a:gdLst>
              <a:gd name="T0" fmla="*/ 2147483646 w 811"/>
              <a:gd name="T1" fmla="*/ 2147483646 h 811"/>
              <a:gd name="T2" fmla="*/ 2147483646 w 811"/>
              <a:gd name="T3" fmla="*/ 2147483646 h 811"/>
              <a:gd name="T4" fmla="*/ 2147483646 w 811"/>
              <a:gd name="T5" fmla="*/ 2147483646 h 811"/>
              <a:gd name="T6" fmla="*/ 2147483646 w 811"/>
              <a:gd name="T7" fmla="*/ 2147483646 h 811"/>
              <a:gd name="T8" fmla="*/ 2147483646 w 811"/>
              <a:gd name="T9" fmla="*/ 2147483646 h 811"/>
              <a:gd name="T10" fmla="*/ 2147483646 w 811"/>
              <a:gd name="T11" fmla="*/ 2147483646 h 811"/>
              <a:gd name="T12" fmla="*/ 2147483646 w 811"/>
              <a:gd name="T13" fmla="*/ 2147483646 h 811"/>
              <a:gd name="T14" fmla="*/ 2147483646 w 811"/>
              <a:gd name="T15" fmla="*/ 2147483646 h 811"/>
              <a:gd name="T16" fmla="*/ 2147483646 w 811"/>
              <a:gd name="T17" fmla="*/ 2147483646 h 811"/>
              <a:gd name="T18" fmla="*/ 2147483646 w 811"/>
              <a:gd name="T19" fmla="*/ 2147483646 h 811"/>
              <a:gd name="T20" fmla="*/ 2147483646 w 811"/>
              <a:gd name="T21" fmla="*/ 2147483646 h 811"/>
              <a:gd name="T22" fmla="*/ 2147483646 w 811"/>
              <a:gd name="T23" fmla="*/ 2147483646 h 811"/>
              <a:gd name="T24" fmla="*/ 2147483646 w 811"/>
              <a:gd name="T25" fmla="*/ 2147483646 h 811"/>
              <a:gd name="T26" fmla="*/ 2147483646 w 811"/>
              <a:gd name="T27" fmla="*/ 2147483646 h 811"/>
              <a:gd name="T28" fmla="*/ 2147483646 w 811"/>
              <a:gd name="T29" fmla="*/ 2147483646 h 811"/>
              <a:gd name="T30" fmla="*/ 2147483646 w 811"/>
              <a:gd name="T31" fmla="*/ 2147483646 h 811"/>
              <a:gd name="T32" fmla="*/ 2147483646 w 811"/>
              <a:gd name="T33" fmla="*/ 2147483646 h 811"/>
              <a:gd name="T34" fmla="*/ 2147483646 w 811"/>
              <a:gd name="T35" fmla="*/ 2147483646 h 811"/>
              <a:gd name="T36" fmla="*/ 2147483646 w 811"/>
              <a:gd name="T37" fmla="*/ 2147483646 h 811"/>
              <a:gd name="T38" fmla="*/ 2147483646 w 811"/>
              <a:gd name="T39" fmla="*/ 2147483646 h 811"/>
              <a:gd name="T40" fmla="*/ 2147483646 w 811"/>
              <a:gd name="T41" fmla="*/ 2147483646 h 811"/>
              <a:gd name="T42" fmla="*/ 2147483646 w 811"/>
              <a:gd name="T43" fmla="*/ 2147483646 h 811"/>
              <a:gd name="T44" fmla="*/ 2147483646 w 811"/>
              <a:gd name="T45" fmla="*/ 2147483646 h 811"/>
              <a:gd name="T46" fmla="*/ 2147483646 w 811"/>
              <a:gd name="T47" fmla="*/ 2147483646 h 811"/>
              <a:gd name="T48" fmla="*/ 2147483646 w 811"/>
              <a:gd name="T49" fmla="*/ 2147483646 h 811"/>
              <a:gd name="T50" fmla="*/ 2147483646 w 811"/>
              <a:gd name="T51" fmla="*/ 2147483646 h 811"/>
              <a:gd name="T52" fmla="*/ 2147483646 w 811"/>
              <a:gd name="T53" fmla="*/ 2147483646 h 811"/>
              <a:gd name="T54" fmla="*/ 2147483646 w 811"/>
              <a:gd name="T55" fmla="*/ 2147483646 h 811"/>
              <a:gd name="T56" fmla="*/ 2147483646 w 811"/>
              <a:gd name="T57" fmla="*/ 2147483646 h 811"/>
              <a:gd name="T58" fmla="*/ 2147483646 w 811"/>
              <a:gd name="T59" fmla="*/ 2147483646 h 811"/>
              <a:gd name="T60" fmla="*/ 2147483646 w 811"/>
              <a:gd name="T61" fmla="*/ 2147483646 h 811"/>
              <a:gd name="T62" fmla="*/ 2147483646 w 811"/>
              <a:gd name="T63" fmla="*/ 2147483646 h 811"/>
              <a:gd name="T64" fmla="*/ 2147483646 w 811"/>
              <a:gd name="T65" fmla="*/ 2147483646 h 811"/>
              <a:gd name="T66" fmla="*/ 2147483646 w 811"/>
              <a:gd name="T67" fmla="*/ 2147483646 h 811"/>
              <a:gd name="T68" fmla="*/ 2147483646 w 811"/>
              <a:gd name="T69" fmla="*/ 2147483646 h 811"/>
              <a:gd name="T70" fmla="*/ 2147483646 w 811"/>
              <a:gd name="T71" fmla="*/ 2147483646 h 811"/>
              <a:gd name="T72" fmla="*/ 2147483646 w 811"/>
              <a:gd name="T73" fmla="*/ 2147483646 h 811"/>
              <a:gd name="T74" fmla="*/ 2147483646 w 811"/>
              <a:gd name="T75" fmla="*/ 2147483646 h 811"/>
              <a:gd name="T76" fmla="*/ 2147483646 w 811"/>
              <a:gd name="T77" fmla="*/ 2147483646 h 811"/>
              <a:gd name="T78" fmla="*/ 2147483646 w 811"/>
              <a:gd name="T79" fmla="*/ 2147483646 h 811"/>
              <a:gd name="T80" fmla="*/ 2147483646 w 811"/>
              <a:gd name="T81" fmla="*/ 2147483646 h 811"/>
              <a:gd name="T82" fmla="*/ 2147483646 w 811"/>
              <a:gd name="T83" fmla="*/ 2147483646 h 811"/>
              <a:gd name="T84" fmla="*/ 2147483646 w 811"/>
              <a:gd name="T85" fmla="*/ 2147483646 h 811"/>
              <a:gd name="T86" fmla="*/ 2147483646 w 811"/>
              <a:gd name="T87" fmla="*/ 2147483646 h 811"/>
              <a:gd name="T88" fmla="*/ 2147483646 w 811"/>
              <a:gd name="T89" fmla="*/ 2147483646 h 811"/>
              <a:gd name="T90" fmla="*/ 2147483646 w 811"/>
              <a:gd name="T91" fmla="*/ 2147483646 h 811"/>
              <a:gd name="T92" fmla="*/ 2147483646 w 811"/>
              <a:gd name="T93" fmla="*/ 2147483646 h 811"/>
              <a:gd name="T94" fmla="*/ 2147483646 w 811"/>
              <a:gd name="T95" fmla="*/ 2147483646 h 811"/>
              <a:gd name="T96" fmla="*/ 2147483646 w 811"/>
              <a:gd name="T97" fmla="*/ 2147483646 h 811"/>
              <a:gd name="T98" fmla="*/ 2147483646 w 811"/>
              <a:gd name="T99" fmla="*/ 2147483646 h 811"/>
              <a:gd name="T100" fmla="*/ 0 w 811"/>
              <a:gd name="T101" fmla="*/ 2147483646 h 811"/>
              <a:gd name="T102" fmla="*/ 2147483646 w 811"/>
              <a:gd name="T103" fmla="*/ 2147483646 h 811"/>
              <a:gd name="T104" fmla="*/ 2147483646 w 811"/>
              <a:gd name="T105" fmla="*/ 2147483646 h 811"/>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811" h="811">
                <a:moveTo>
                  <a:pt x="784" y="393"/>
                </a:moveTo>
                <a:lnTo>
                  <a:pt x="686" y="393"/>
                </a:lnTo>
                <a:cubicBezTo>
                  <a:pt x="684" y="342"/>
                  <a:pt x="668" y="295"/>
                  <a:pt x="642" y="254"/>
                </a:cubicBezTo>
                <a:lnTo>
                  <a:pt x="666" y="254"/>
                </a:lnTo>
                <a:cubicBezTo>
                  <a:pt x="669" y="254"/>
                  <a:pt x="673" y="253"/>
                  <a:pt x="675" y="251"/>
                </a:cubicBezTo>
                <a:lnTo>
                  <a:pt x="724" y="201"/>
                </a:lnTo>
                <a:cubicBezTo>
                  <a:pt x="760" y="257"/>
                  <a:pt x="782" y="323"/>
                  <a:pt x="784" y="393"/>
                </a:cubicBezTo>
                <a:close/>
                <a:moveTo>
                  <a:pt x="417" y="785"/>
                </a:moveTo>
                <a:lnTo>
                  <a:pt x="417" y="686"/>
                </a:lnTo>
                <a:cubicBezTo>
                  <a:pt x="563" y="681"/>
                  <a:pt x="680" y="563"/>
                  <a:pt x="686" y="418"/>
                </a:cubicBezTo>
                <a:lnTo>
                  <a:pt x="784" y="418"/>
                </a:lnTo>
                <a:cubicBezTo>
                  <a:pt x="778" y="618"/>
                  <a:pt x="617" y="779"/>
                  <a:pt x="417" y="785"/>
                </a:cubicBezTo>
                <a:close/>
                <a:moveTo>
                  <a:pt x="25" y="418"/>
                </a:moveTo>
                <a:lnTo>
                  <a:pt x="123" y="418"/>
                </a:lnTo>
                <a:cubicBezTo>
                  <a:pt x="130" y="563"/>
                  <a:pt x="247" y="681"/>
                  <a:pt x="393" y="686"/>
                </a:cubicBezTo>
                <a:lnTo>
                  <a:pt x="393" y="785"/>
                </a:lnTo>
                <a:cubicBezTo>
                  <a:pt x="193" y="779"/>
                  <a:pt x="31" y="618"/>
                  <a:pt x="25" y="418"/>
                </a:cubicBezTo>
                <a:close/>
                <a:moveTo>
                  <a:pt x="393" y="26"/>
                </a:moveTo>
                <a:lnTo>
                  <a:pt x="393" y="124"/>
                </a:lnTo>
                <a:cubicBezTo>
                  <a:pt x="247" y="131"/>
                  <a:pt x="130" y="248"/>
                  <a:pt x="123" y="393"/>
                </a:cubicBezTo>
                <a:lnTo>
                  <a:pt x="25" y="393"/>
                </a:lnTo>
                <a:cubicBezTo>
                  <a:pt x="31" y="194"/>
                  <a:pt x="193" y="32"/>
                  <a:pt x="393" y="26"/>
                </a:cubicBezTo>
                <a:close/>
                <a:moveTo>
                  <a:pt x="559" y="135"/>
                </a:moveTo>
                <a:lnTo>
                  <a:pt x="559" y="135"/>
                </a:lnTo>
                <a:cubicBezTo>
                  <a:pt x="557" y="138"/>
                  <a:pt x="556" y="141"/>
                  <a:pt x="556" y="144"/>
                </a:cubicBezTo>
                <a:lnTo>
                  <a:pt x="556" y="168"/>
                </a:lnTo>
                <a:cubicBezTo>
                  <a:pt x="515" y="143"/>
                  <a:pt x="468" y="126"/>
                  <a:pt x="417" y="124"/>
                </a:cubicBezTo>
                <a:lnTo>
                  <a:pt x="417" y="26"/>
                </a:lnTo>
                <a:cubicBezTo>
                  <a:pt x="488" y="29"/>
                  <a:pt x="553" y="50"/>
                  <a:pt x="609" y="85"/>
                </a:cubicBezTo>
                <a:lnTo>
                  <a:pt x="559" y="135"/>
                </a:lnTo>
                <a:close/>
                <a:moveTo>
                  <a:pt x="563" y="393"/>
                </a:moveTo>
                <a:lnTo>
                  <a:pt x="563" y="393"/>
                </a:lnTo>
                <a:cubicBezTo>
                  <a:pt x="560" y="359"/>
                  <a:pt x="547" y="327"/>
                  <a:pt x="525" y="302"/>
                </a:cubicBezTo>
                <a:lnTo>
                  <a:pt x="573" y="254"/>
                </a:lnTo>
                <a:lnTo>
                  <a:pt x="612" y="254"/>
                </a:lnTo>
                <a:cubicBezTo>
                  <a:pt x="641" y="294"/>
                  <a:pt x="659" y="342"/>
                  <a:pt x="661" y="393"/>
                </a:cubicBezTo>
                <a:lnTo>
                  <a:pt x="563" y="393"/>
                </a:lnTo>
                <a:close/>
                <a:moveTo>
                  <a:pt x="417" y="564"/>
                </a:moveTo>
                <a:lnTo>
                  <a:pt x="417" y="564"/>
                </a:lnTo>
                <a:cubicBezTo>
                  <a:pt x="495" y="558"/>
                  <a:pt x="558" y="496"/>
                  <a:pt x="563" y="418"/>
                </a:cubicBezTo>
                <a:lnTo>
                  <a:pt x="661" y="418"/>
                </a:lnTo>
                <a:cubicBezTo>
                  <a:pt x="655" y="550"/>
                  <a:pt x="549" y="656"/>
                  <a:pt x="417" y="662"/>
                </a:cubicBezTo>
                <a:lnTo>
                  <a:pt x="417" y="564"/>
                </a:lnTo>
                <a:close/>
                <a:moveTo>
                  <a:pt x="246" y="418"/>
                </a:moveTo>
                <a:lnTo>
                  <a:pt x="246" y="418"/>
                </a:lnTo>
                <a:cubicBezTo>
                  <a:pt x="252" y="496"/>
                  <a:pt x="314" y="558"/>
                  <a:pt x="393" y="564"/>
                </a:cubicBezTo>
                <a:lnTo>
                  <a:pt x="393" y="662"/>
                </a:lnTo>
                <a:cubicBezTo>
                  <a:pt x="260" y="656"/>
                  <a:pt x="154" y="550"/>
                  <a:pt x="148" y="418"/>
                </a:cubicBezTo>
                <a:lnTo>
                  <a:pt x="246" y="418"/>
                </a:lnTo>
                <a:close/>
                <a:moveTo>
                  <a:pt x="393" y="246"/>
                </a:moveTo>
                <a:lnTo>
                  <a:pt x="393" y="246"/>
                </a:lnTo>
                <a:cubicBezTo>
                  <a:pt x="314" y="253"/>
                  <a:pt x="252" y="315"/>
                  <a:pt x="246" y="393"/>
                </a:cubicBezTo>
                <a:lnTo>
                  <a:pt x="148" y="393"/>
                </a:lnTo>
                <a:cubicBezTo>
                  <a:pt x="154" y="261"/>
                  <a:pt x="260" y="155"/>
                  <a:pt x="393" y="149"/>
                </a:cubicBezTo>
                <a:lnTo>
                  <a:pt x="393" y="246"/>
                </a:lnTo>
                <a:close/>
                <a:moveTo>
                  <a:pt x="508" y="285"/>
                </a:moveTo>
                <a:lnTo>
                  <a:pt x="508" y="285"/>
                </a:lnTo>
                <a:cubicBezTo>
                  <a:pt x="483" y="263"/>
                  <a:pt x="452" y="249"/>
                  <a:pt x="417" y="246"/>
                </a:cubicBezTo>
                <a:lnTo>
                  <a:pt x="417" y="148"/>
                </a:lnTo>
                <a:cubicBezTo>
                  <a:pt x="469" y="151"/>
                  <a:pt x="516" y="169"/>
                  <a:pt x="556" y="198"/>
                </a:cubicBezTo>
                <a:lnTo>
                  <a:pt x="556" y="237"/>
                </a:lnTo>
                <a:lnTo>
                  <a:pt x="508" y="285"/>
                </a:lnTo>
                <a:close/>
                <a:moveTo>
                  <a:pt x="503" y="418"/>
                </a:moveTo>
                <a:lnTo>
                  <a:pt x="539" y="418"/>
                </a:lnTo>
                <a:cubicBezTo>
                  <a:pt x="533" y="482"/>
                  <a:pt x="481" y="534"/>
                  <a:pt x="417" y="540"/>
                </a:cubicBezTo>
                <a:lnTo>
                  <a:pt x="417" y="504"/>
                </a:lnTo>
                <a:cubicBezTo>
                  <a:pt x="417" y="497"/>
                  <a:pt x="411" y="491"/>
                  <a:pt x="405" y="491"/>
                </a:cubicBezTo>
                <a:cubicBezTo>
                  <a:pt x="398" y="491"/>
                  <a:pt x="393" y="497"/>
                  <a:pt x="393" y="504"/>
                </a:cubicBezTo>
                <a:lnTo>
                  <a:pt x="393" y="540"/>
                </a:lnTo>
                <a:cubicBezTo>
                  <a:pt x="328" y="534"/>
                  <a:pt x="276" y="482"/>
                  <a:pt x="270" y="418"/>
                </a:cubicBezTo>
                <a:lnTo>
                  <a:pt x="307" y="418"/>
                </a:lnTo>
                <a:cubicBezTo>
                  <a:pt x="313" y="418"/>
                  <a:pt x="319" y="412"/>
                  <a:pt x="319" y="406"/>
                </a:cubicBezTo>
                <a:cubicBezTo>
                  <a:pt x="319" y="399"/>
                  <a:pt x="313" y="393"/>
                  <a:pt x="307" y="393"/>
                </a:cubicBezTo>
                <a:lnTo>
                  <a:pt x="270" y="393"/>
                </a:lnTo>
                <a:cubicBezTo>
                  <a:pt x="276" y="329"/>
                  <a:pt x="328" y="277"/>
                  <a:pt x="393" y="271"/>
                </a:cubicBezTo>
                <a:lnTo>
                  <a:pt x="393" y="308"/>
                </a:lnTo>
                <a:cubicBezTo>
                  <a:pt x="393" y="314"/>
                  <a:pt x="398" y="320"/>
                  <a:pt x="405" y="320"/>
                </a:cubicBezTo>
                <a:cubicBezTo>
                  <a:pt x="411" y="320"/>
                  <a:pt x="417" y="314"/>
                  <a:pt x="417" y="308"/>
                </a:cubicBezTo>
                <a:lnTo>
                  <a:pt x="417" y="271"/>
                </a:lnTo>
                <a:cubicBezTo>
                  <a:pt x="445" y="274"/>
                  <a:pt x="471" y="285"/>
                  <a:pt x="490" y="302"/>
                </a:cubicBezTo>
                <a:lnTo>
                  <a:pt x="396" y="397"/>
                </a:lnTo>
                <a:cubicBezTo>
                  <a:pt x="391" y="401"/>
                  <a:pt x="391" y="409"/>
                  <a:pt x="396" y="414"/>
                </a:cubicBezTo>
                <a:cubicBezTo>
                  <a:pt x="398" y="416"/>
                  <a:pt x="401" y="418"/>
                  <a:pt x="405" y="418"/>
                </a:cubicBezTo>
                <a:cubicBezTo>
                  <a:pt x="408" y="418"/>
                  <a:pt x="411" y="416"/>
                  <a:pt x="413" y="414"/>
                </a:cubicBezTo>
                <a:lnTo>
                  <a:pt x="508" y="319"/>
                </a:lnTo>
                <a:cubicBezTo>
                  <a:pt x="525" y="340"/>
                  <a:pt x="536" y="365"/>
                  <a:pt x="539" y="393"/>
                </a:cubicBezTo>
                <a:lnTo>
                  <a:pt x="503" y="393"/>
                </a:lnTo>
                <a:cubicBezTo>
                  <a:pt x="496" y="393"/>
                  <a:pt x="490" y="399"/>
                  <a:pt x="490" y="406"/>
                </a:cubicBezTo>
                <a:cubicBezTo>
                  <a:pt x="490" y="412"/>
                  <a:pt x="496" y="418"/>
                  <a:pt x="503" y="418"/>
                </a:cubicBezTo>
                <a:close/>
                <a:moveTo>
                  <a:pt x="687" y="43"/>
                </a:moveTo>
                <a:lnTo>
                  <a:pt x="687" y="112"/>
                </a:lnTo>
                <a:cubicBezTo>
                  <a:pt x="687" y="118"/>
                  <a:pt x="692" y="124"/>
                  <a:pt x="699" y="124"/>
                </a:cubicBezTo>
                <a:lnTo>
                  <a:pt x="767" y="124"/>
                </a:lnTo>
                <a:lnTo>
                  <a:pt x="661" y="230"/>
                </a:lnTo>
                <a:lnTo>
                  <a:pt x="580" y="230"/>
                </a:lnTo>
                <a:lnTo>
                  <a:pt x="580" y="149"/>
                </a:lnTo>
                <a:lnTo>
                  <a:pt x="687" y="43"/>
                </a:lnTo>
                <a:close/>
                <a:moveTo>
                  <a:pt x="805" y="120"/>
                </a:moveTo>
                <a:lnTo>
                  <a:pt x="805" y="120"/>
                </a:lnTo>
                <a:cubicBezTo>
                  <a:pt x="809" y="117"/>
                  <a:pt x="810" y="112"/>
                  <a:pt x="808" y="107"/>
                </a:cubicBezTo>
                <a:cubicBezTo>
                  <a:pt x="806" y="102"/>
                  <a:pt x="802" y="99"/>
                  <a:pt x="797" y="99"/>
                </a:cubicBezTo>
                <a:lnTo>
                  <a:pt x="729" y="99"/>
                </a:lnTo>
                <a:lnTo>
                  <a:pt x="805" y="22"/>
                </a:lnTo>
                <a:cubicBezTo>
                  <a:pt x="810" y="17"/>
                  <a:pt x="810" y="9"/>
                  <a:pt x="805" y="4"/>
                </a:cubicBezTo>
                <a:cubicBezTo>
                  <a:pt x="801" y="0"/>
                  <a:pt x="793" y="0"/>
                  <a:pt x="788" y="4"/>
                </a:cubicBezTo>
                <a:lnTo>
                  <a:pt x="711" y="82"/>
                </a:lnTo>
                <a:lnTo>
                  <a:pt x="711" y="13"/>
                </a:lnTo>
                <a:cubicBezTo>
                  <a:pt x="711" y="9"/>
                  <a:pt x="708" y="4"/>
                  <a:pt x="703" y="2"/>
                </a:cubicBezTo>
                <a:cubicBezTo>
                  <a:pt x="699" y="0"/>
                  <a:pt x="694" y="1"/>
                  <a:pt x="690" y="4"/>
                </a:cubicBezTo>
                <a:lnTo>
                  <a:pt x="627" y="68"/>
                </a:lnTo>
                <a:cubicBezTo>
                  <a:pt x="563" y="26"/>
                  <a:pt x="486" y="1"/>
                  <a:pt x="405" y="1"/>
                </a:cubicBezTo>
                <a:cubicBezTo>
                  <a:pt x="182" y="1"/>
                  <a:pt x="0" y="183"/>
                  <a:pt x="0" y="406"/>
                </a:cubicBezTo>
                <a:cubicBezTo>
                  <a:pt x="0" y="628"/>
                  <a:pt x="182" y="810"/>
                  <a:pt x="405" y="810"/>
                </a:cubicBezTo>
                <a:cubicBezTo>
                  <a:pt x="627" y="810"/>
                  <a:pt x="809" y="628"/>
                  <a:pt x="809" y="406"/>
                </a:cubicBezTo>
                <a:cubicBezTo>
                  <a:pt x="809" y="323"/>
                  <a:pt x="784" y="247"/>
                  <a:pt x="742" y="184"/>
                </a:cubicBezTo>
                <a:lnTo>
                  <a:pt x="805" y="120"/>
                </a:lnTo>
                <a:close/>
              </a:path>
            </a:pathLst>
          </a:custGeom>
          <a:solidFill>
            <a:srgbClr val="1A171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2400"/>
          </a:p>
        </p:txBody>
      </p:sp>
      <p:pic>
        <p:nvPicPr>
          <p:cNvPr id="60" name="Image 59">
            <a:extLst>
              <a:ext uri="{FF2B5EF4-FFF2-40B4-BE49-F238E27FC236}">
                <a16:creationId xmlns:a16="http://schemas.microsoft.com/office/drawing/2014/main" id="{CA4F29AA-982C-A6C2-459F-029BF323398F}"/>
              </a:ext>
            </a:extLst>
          </p:cNvPr>
          <p:cNvPicPr>
            <a:picLocks noChangeAspect="1"/>
          </p:cNvPicPr>
          <p:nvPr/>
        </p:nvPicPr>
        <p:blipFill>
          <a:blip r:embed="rId7"/>
          <a:stretch>
            <a:fillRect/>
          </a:stretch>
        </p:blipFill>
        <p:spPr>
          <a:xfrm>
            <a:off x="2772046" y="4794488"/>
            <a:ext cx="563007" cy="571411"/>
          </a:xfrm>
          <a:prstGeom prst="rect">
            <a:avLst/>
          </a:prstGeom>
        </p:spPr>
      </p:pic>
      <p:pic>
        <p:nvPicPr>
          <p:cNvPr id="61" name="Image 60">
            <a:extLst>
              <a:ext uri="{FF2B5EF4-FFF2-40B4-BE49-F238E27FC236}">
                <a16:creationId xmlns:a16="http://schemas.microsoft.com/office/drawing/2014/main" id="{6AFB39F1-ED28-8583-4966-BD5EAFB210C9}"/>
              </a:ext>
            </a:extLst>
          </p:cNvPr>
          <p:cNvPicPr>
            <a:picLocks noChangeAspect="1"/>
          </p:cNvPicPr>
          <p:nvPr/>
        </p:nvPicPr>
        <p:blipFill>
          <a:blip r:embed="rId7"/>
          <a:stretch>
            <a:fillRect/>
          </a:stretch>
        </p:blipFill>
        <p:spPr>
          <a:xfrm>
            <a:off x="6178278" y="4801131"/>
            <a:ext cx="563007" cy="571411"/>
          </a:xfrm>
          <a:prstGeom prst="rect">
            <a:avLst/>
          </a:prstGeom>
        </p:spPr>
      </p:pic>
      <p:pic>
        <p:nvPicPr>
          <p:cNvPr id="62" name="Image 61">
            <a:extLst>
              <a:ext uri="{FF2B5EF4-FFF2-40B4-BE49-F238E27FC236}">
                <a16:creationId xmlns:a16="http://schemas.microsoft.com/office/drawing/2014/main" id="{294CD71C-AF35-64F2-A206-CCE6DB162E97}"/>
              </a:ext>
            </a:extLst>
          </p:cNvPr>
          <p:cNvPicPr>
            <a:picLocks noChangeAspect="1"/>
          </p:cNvPicPr>
          <p:nvPr/>
        </p:nvPicPr>
        <p:blipFill>
          <a:blip r:embed="rId7"/>
          <a:stretch>
            <a:fillRect/>
          </a:stretch>
        </p:blipFill>
        <p:spPr>
          <a:xfrm>
            <a:off x="9360258" y="4732077"/>
            <a:ext cx="563007" cy="571411"/>
          </a:xfrm>
          <a:prstGeom prst="rect">
            <a:avLst/>
          </a:prstGeom>
        </p:spPr>
      </p:pic>
      <p:sp>
        <p:nvSpPr>
          <p:cNvPr id="7" name="TextBox 39">
            <a:extLst>
              <a:ext uri="{FF2B5EF4-FFF2-40B4-BE49-F238E27FC236}">
                <a16:creationId xmlns:a16="http://schemas.microsoft.com/office/drawing/2014/main" id="{92A9B1EC-F2E6-85BF-BC30-785A4CD13493}"/>
              </a:ext>
            </a:extLst>
          </p:cNvPr>
          <p:cNvSpPr txBox="1"/>
          <p:nvPr/>
        </p:nvSpPr>
        <p:spPr>
          <a:xfrm>
            <a:off x="3750730" y="3796430"/>
            <a:ext cx="1372492" cy="646331"/>
          </a:xfrm>
          <a:prstGeom prst="rect">
            <a:avLst/>
          </a:prstGeom>
          <a:noFill/>
        </p:spPr>
        <p:txBody>
          <a:bodyPr wrap="square" rtlCol="0" anchor="ctr">
            <a:spAutoFit/>
          </a:bodyPr>
          <a:lstStyle/>
          <a:p>
            <a:pPr algn="ctr"/>
            <a:r>
              <a:rPr lang="fr-FR" sz="3600" b="1" dirty="0">
                <a:solidFill>
                  <a:schemeClr val="bg1"/>
                </a:solidFill>
                <a:latin typeface="Poppins" pitchFamily="2" charset="77"/>
                <a:cs typeface="Poppins" pitchFamily="2" charset="77"/>
              </a:rPr>
              <a:t>0%</a:t>
            </a:r>
          </a:p>
        </p:txBody>
      </p:sp>
      <p:sp>
        <p:nvSpPr>
          <p:cNvPr id="9" name="TextBox 39">
            <a:extLst>
              <a:ext uri="{FF2B5EF4-FFF2-40B4-BE49-F238E27FC236}">
                <a16:creationId xmlns:a16="http://schemas.microsoft.com/office/drawing/2014/main" id="{A701117B-CCC0-DBB5-3BB4-DAC2EEB9615A}"/>
              </a:ext>
            </a:extLst>
          </p:cNvPr>
          <p:cNvSpPr txBox="1"/>
          <p:nvPr/>
        </p:nvSpPr>
        <p:spPr>
          <a:xfrm>
            <a:off x="5350511" y="3796429"/>
            <a:ext cx="1372492" cy="646331"/>
          </a:xfrm>
          <a:prstGeom prst="rect">
            <a:avLst/>
          </a:prstGeom>
          <a:noFill/>
        </p:spPr>
        <p:txBody>
          <a:bodyPr wrap="square" rtlCol="0" anchor="ctr">
            <a:spAutoFit/>
          </a:bodyPr>
          <a:lstStyle/>
          <a:p>
            <a:pPr algn="ctr"/>
            <a:r>
              <a:rPr lang="fr-FR" sz="3600" b="1" dirty="0">
                <a:solidFill>
                  <a:schemeClr val="bg1"/>
                </a:solidFill>
                <a:latin typeface="Poppins" pitchFamily="2" charset="77"/>
                <a:cs typeface="Poppins" pitchFamily="2" charset="77"/>
              </a:rPr>
              <a:t>10%</a:t>
            </a:r>
          </a:p>
        </p:txBody>
      </p:sp>
      <p:sp>
        <p:nvSpPr>
          <p:cNvPr id="10" name="TextBox 39">
            <a:extLst>
              <a:ext uri="{FF2B5EF4-FFF2-40B4-BE49-F238E27FC236}">
                <a16:creationId xmlns:a16="http://schemas.microsoft.com/office/drawing/2014/main" id="{7739085C-AD62-9377-0493-FF5051033BE1}"/>
              </a:ext>
            </a:extLst>
          </p:cNvPr>
          <p:cNvSpPr txBox="1"/>
          <p:nvPr/>
        </p:nvSpPr>
        <p:spPr>
          <a:xfrm>
            <a:off x="8625735" y="3781010"/>
            <a:ext cx="1372492" cy="646331"/>
          </a:xfrm>
          <a:prstGeom prst="rect">
            <a:avLst/>
          </a:prstGeom>
          <a:noFill/>
        </p:spPr>
        <p:txBody>
          <a:bodyPr wrap="square" rtlCol="0" anchor="ctr">
            <a:spAutoFit/>
          </a:bodyPr>
          <a:lstStyle/>
          <a:p>
            <a:pPr algn="ctr"/>
            <a:r>
              <a:rPr lang="fr-FR" sz="3600" b="1" dirty="0">
                <a:solidFill>
                  <a:schemeClr val="bg1"/>
                </a:solidFill>
                <a:latin typeface="Poppins" pitchFamily="2" charset="77"/>
                <a:cs typeface="Poppins" pitchFamily="2" charset="77"/>
              </a:rPr>
              <a:t>50%</a:t>
            </a:r>
          </a:p>
        </p:txBody>
      </p:sp>
      <p:sp>
        <p:nvSpPr>
          <p:cNvPr id="43" name="TextBox 42">
            <a:extLst>
              <a:ext uri="{FF2B5EF4-FFF2-40B4-BE49-F238E27FC236}">
                <a16:creationId xmlns:a16="http://schemas.microsoft.com/office/drawing/2014/main" id="{B4B427F5-E51A-7F4A-8A54-390EAA594AA3}"/>
              </a:ext>
            </a:extLst>
          </p:cNvPr>
          <p:cNvSpPr txBox="1"/>
          <p:nvPr/>
        </p:nvSpPr>
        <p:spPr>
          <a:xfrm>
            <a:off x="7154873" y="3771309"/>
            <a:ext cx="888384" cy="646331"/>
          </a:xfrm>
          <a:prstGeom prst="rect">
            <a:avLst/>
          </a:prstGeom>
          <a:noFill/>
        </p:spPr>
        <p:txBody>
          <a:bodyPr wrap="none" rtlCol="0" anchor="ctr">
            <a:spAutoFit/>
          </a:bodyPr>
          <a:lstStyle/>
          <a:p>
            <a:pPr algn="ctr"/>
            <a:r>
              <a:rPr lang="fr-FR" sz="3600" b="1" dirty="0">
                <a:solidFill>
                  <a:schemeClr val="bg1"/>
                </a:solidFill>
                <a:latin typeface="Poppins" pitchFamily="2" charset="77"/>
                <a:cs typeface="Poppins" pitchFamily="2" charset="77"/>
              </a:rPr>
              <a:t>0%</a:t>
            </a:r>
          </a:p>
        </p:txBody>
      </p:sp>
      <p:sp>
        <p:nvSpPr>
          <p:cNvPr id="11" name="TextBox 54">
            <a:extLst>
              <a:ext uri="{FF2B5EF4-FFF2-40B4-BE49-F238E27FC236}">
                <a16:creationId xmlns:a16="http://schemas.microsoft.com/office/drawing/2014/main" id="{63045D73-8528-564F-7E92-3157B4E5833C}"/>
              </a:ext>
            </a:extLst>
          </p:cNvPr>
          <p:cNvSpPr txBox="1"/>
          <p:nvPr/>
        </p:nvSpPr>
        <p:spPr>
          <a:xfrm>
            <a:off x="4182763" y="-29927"/>
            <a:ext cx="4201792" cy="553998"/>
          </a:xfrm>
          <a:prstGeom prst="rect">
            <a:avLst/>
          </a:prstGeom>
          <a:noFill/>
        </p:spPr>
        <p:txBody>
          <a:bodyPr wrap="none" rtlCol="0">
            <a:spAutoFit/>
          </a:bodyPr>
          <a:lstStyle/>
          <a:p>
            <a:pPr algn="ctr"/>
            <a:r>
              <a:rPr lang="fr-FR" sz="3000" b="1">
                <a:solidFill>
                  <a:schemeClr val="tx2"/>
                </a:solidFill>
                <a:latin typeface="Poppins" pitchFamily="2" charset="77"/>
                <a:cs typeface="Poppins" pitchFamily="2" charset="77"/>
              </a:rPr>
              <a:t>PROJET E-VOLUTION </a:t>
            </a:r>
            <a:endParaRPr lang="fr-FR" sz="3000" b="1" dirty="0">
              <a:solidFill>
                <a:schemeClr val="tx2"/>
              </a:solidFill>
              <a:latin typeface="Poppins" pitchFamily="2" charset="77"/>
              <a:cs typeface="Poppins" pitchFamily="2" charset="77"/>
            </a:endParaRPr>
          </a:p>
        </p:txBody>
      </p:sp>
      <p:sp>
        <p:nvSpPr>
          <p:cNvPr id="18" name="TextBox 55">
            <a:extLst>
              <a:ext uri="{FF2B5EF4-FFF2-40B4-BE49-F238E27FC236}">
                <a16:creationId xmlns:a16="http://schemas.microsoft.com/office/drawing/2014/main" id="{DF844505-24F2-CA20-DB78-97BA0D413F55}"/>
              </a:ext>
            </a:extLst>
          </p:cNvPr>
          <p:cNvSpPr txBox="1"/>
          <p:nvPr/>
        </p:nvSpPr>
        <p:spPr>
          <a:xfrm>
            <a:off x="2904965" y="391744"/>
            <a:ext cx="6125395" cy="461665"/>
          </a:xfrm>
          <a:prstGeom prst="rect">
            <a:avLst/>
          </a:prstGeom>
          <a:noFill/>
        </p:spPr>
        <p:txBody>
          <a:bodyPr wrap="none" rtlCol="0">
            <a:spAutoFit/>
          </a:bodyPr>
          <a:lstStyle/>
          <a:p>
            <a:pPr algn="ctr"/>
            <a:r>
              <a:rPr lang="fr-FR" sz="2400" b="1" spc="150">
                <a:solidFill>
                  <a:schemeClr val="bg1">
                    <a:lumMod val="65000"/>
                  </a:schemeClr>
                </a:solidFill>
                <a:latin typeface="Poppins Light" pitchFamily="2" charset="77"/>
                <a:cs typeface="Poppins Light" pitchFamily="2" charset="77"/>
              </a:rPr>
              <a:t>Déclinaison de la politique digitale</a:t>
            </a:r>
            <a:endParaRPr lang="fr-FR" sz="2400" b="1" spc="150" dirty="0">
              <a:solidFill>
                <a:schemeClr val="bg1">
                  <a:lumMod val="65000"/>
                </a:schemeClr>
              </a:solidFill>
              <a:latin typeface="Poppins Light" pitchFamily="2" charset="77"/>
              <a:cs typeface="Poppins Light" pitchFamily="2" charset="77"/>
            </a:endParaRPr>
          </a:p>
        </p:txBody>
      </p:sp>
      <p:sp>
        <p:nvSpPr>
          <p:cNvPr id="23" name="TextBox 16">
            <a:extLst>
              <a:ext uri="{FF2B5EF4-FFF2-40B4-BE49-F238E27FC236}">
                <a16:creationId xmlns:a16="http://schemas.microsoft.com/office/drawing/2014/main" id="{CB8299D2-ABB8-63A5-AEC0-532E2A894128}"/>
              </a:ext>
            </a:extLst>
          </p:cNvPr>
          <p:cNvSpPr txBox="1"/>
          <p:nvPr/>
        </p:nvSpPr>
        <p:spPr>
          <a:xfrm>
            <a:off x="3312857" y="777577"/>
            <a:ext cx="6293848" cy="584775"/>
          </a:xfrm>
          <a:prstGeom prst="rect">
            <a:avLst/>
          </a:prstGeom>
          <a:noFill/>
        </p:spPr>
        <p:txBody>
          <a:bodyPr wrap="square" rtlCol="0" anchor="b" anchorCtr="0">
            <a:spAutoFit/>
          </a:bodyPr>
          <a:lstStyle/>
          <a:p>
            <a:r>
              <a:rPr lang="fr-FR" sz="1600" b="1">
                <a:solidFill>
                  <a:schemeClr val="tx2"/>
                </a:solidFill>
                <a:latin typeface="Poppins" pitchFamily="2" charset="77"/>
                <a:ea typeface="League Spartan" charset="0"/>
                <a:cs typeface="Poppins" pitchFamily="2" charset="77"/>
              </a:rPr>
              <a:t>Une politique digitale pour mettre en oeuvre de l’AI à toutes les étapes du processus </a:t>
            </a:r>
            <a:endParaRPr lang="fr-FR" sz="1600" b="1" dirty="0">
              <a:solidFill>
                <a:schemeClr val="tx2"/>
              </a:solidFill>
              <a:latin typeface="Poppins" pitchFamily="2" charset="77"/>
              <a:ea typeface="League Spartan" charset="0"/>
              <a:cs typeface="Poppins" pitchFamily="2" charset="77"/>
            </a:endParaRPr>
          </a:p>
        </p:txBody>
      </p:sp>
      <p:sp>
        <p:nvSpPr>
          <p:cNvPr id="27" name="Freeform 5">
            <a:extLst>
              <a:ext uri="{FF2B5EF4-FFF2-40B4-BE49-F238E27FC236}">
                <a16:creationId xmlns:a16="http://schemas.microsoft.com/office/drawing/2014/main" id="{54D88CA5-DC20-665E-ECF6-E9D92DF39AFF}"/>
              </a:ext>
            </a:extLst>
          </p:cNvPr>
          <p:cNvSpPr>
            <a:spLocks noChangeArrowheads="1"/>
          </p:cNvSpPr>
          <p:nvPr/>
        </p:nvSpPr>
        <p:spPr bwMode="auto">
          <a:xfrm>
            <a:off x="1041873" y="482018"/>
            <a:ext cx="1863092" cy="1167111"/>
          </a:xfrm>
          <a:custGeom>
            <a:avLst/>
            <a:gdLst>
              <a:gd name="T0" fmla="*/ 0 w 2300"/>
              <a:gd name="T1" fmla="*/ 1117 h 1441"/>
              <a:gd name="T2" fmla="*/ 0 w 2300"/>
              <a:gd name="T3" fmla="*/ 326 h 1441"/>
              <a:gd name="T4" fmla="*/ 0 w 2300"/>
              <a:gd name="T5" fmla="*/ 326 h 1441"/>
              <a:gd name="T6" fmla="*/ 71 w 2300"/>
              <a:gd name="T7" fmla="*/ 254 h 1441"/>
              <a:gd name="T8" fmla="*/ 1152 w 2300"/>
              <a:gd name="T9" fmla="*/ 254 h 1441"/>
              <a:gd name="T10" fmla="*/ 1152 w 2300"/>
              <a:gd name="T11" fmla="*/ 254 h 1441"/>
              <a:gd name="T12" fmla="*/ 1223 w 2300"/>
              <a:gd name="T13" fmla="*/ 183 h 1441"/>
              <a:gd name="T14" fmla="*/ 1223 w 2300"/>
              <a:gd name="T15" fmla="*/ 91 h 1441"/>
              <a:gd name="T16" fmla="*/ 1223 w 2300"/>
              <a:gd name="T17" fmla="*/ 91 h 1441"/>
              <a:gd name="T18" fmla="*/ 1335 w 2300"/>
              <a:gd name="T19" fmla="*/ 32 h 1441"/>
              <a:gd name="T20" fmla="*/ 2258 w 2300"/>
              <a:gd name="T21" fmla="*/ 662 h 1441"/>
              <a:gd name="T22" fmla="*/ 2258 w 2300"/>
              <a:gd name="T23" fmla="*/ 662 h 1441"/>
              <a:gd name="T24" fmla="*/ 2258 w 2300"/>
              <a:gd name="T25" fmla="*/ 779 h 1441"/>
              <a:gd name="T26" fmla="*/ 1335 w 2300"/>
              <a:gd name="T27" fmla="*/ 1408 h 1441"/>
              <a:gd name="T28" fmla="*/ 1335 w 2300"/>
              <a:gd name="T29" fmla="*/ 1408 h 1441"/>
              <a:gd name="T30" fmla="*/ 1223 w 2300"/>
              <a:gd name="T31" fmla="*/ 1349 h 1441"/>
              <a:gd name="T32" fmla="*/ 1223 w 2300"/>
              <a:gd name="T33" fmla="*/ 1260 h 1441"/>
              <a:gd name="T34" fmla="*/ 1223 w 2300"/>
              <a:gd name="T35" fmla="*/ 1260 h 1441"/>
              <a:gd name="T36" fmla="*/ 1152 w 2300"/>
              <a:gd name="T37" fmla="*/ 1189 h 1441"/>
              <a:gd name="T38" fmla="*/ 71 w 2300"/>
              <a:gd name="T39" fmla="*/ 1189 h 1441"/>
              <a:gd name="T40" fmla="*/ 71 w 2300"/>
              <a:gd name="T41" fmla="*/ 1189 h 1441"/>
              <a:gd name="T42" fmla="*/ 0 w 2300"/>
              <a:gd name="T43" fmla="*/ 1117 h 1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00" h="1441">
                <a:moveTo>
                  <a:pt x="0" y="1117"/>
                </a:moveTo>
                <a:lnTo>
                  <a:pt x="0" y="326"/>
                </a:lnTo>
                <a:lnTo>
                  <a:pt x="0" y="326"/>
                </a:lnTo>
                <a:cubicBezTo>
                  <a:pt x="0" y="286"/>
                  <a:pt x="31" y="254"/>
                  <a:pt x="71" y="254"/>
                </a:cubicBezTo>
                <a:lnTo>
                  <a:pt x="1152" y="254"/>
                </a:lnTo>
                <a:lnTo>
                  <a:pt x="1152" y="254"/>
                </a:lnTo>
                <a:cubicBezTo>
                  <a:pt x="1191" y="254"/>
                  <a:pt x="1223" y="223"/>
                  <a:pt x="1223" y="183"/>
                </a:cubicBezTo>
                <a:lnTo>
                  <a:pt x="1223" y="91"/>
                </a:lnTo>
                <a:lnTo>
                  <a:pt x="1223" y="91"/>
                </a:lnTo>
                <a:cubicBezTo>
                  <a:pt x="1223" y="34"/>
                  <a:pt x="1287" y="0"/>
                  <a:pt x="1335" y="32"/>
                </a:cubicBezTo>
                <a:lnTo>
                  <a:pt x="2258" y="662"/>
                </a:lnTo>
                <a:lnTo>
                  <a:pt x="2258" y="662"/>
                </a:lnTo>
                <a:cubicBezTo>
                  <a:pt x="2299" y="690"/>
                  <a:pt x="2299" y="751"/>
                  <a:pt x="2258" y="779"/>
                </a:cubicBezTo>
                <a:lnTo>
                  <a:pt x="1335" y="1408"/>
                </a:lnTo>
                <a:lnTo>
                  <a:pt x="1335" y="1408"/>
                </a:lnTo>
                <a:cubicBezTo>
                  <a:pt x="1287" y="1440"/>
                  <a:pt x="1223" y="1406"/>
                  <a:pt x="1223" y="1349"/>
                </a:cubicBezTo>
                <a:lnTo>
                  <a:pt x="1223" y="1260"/>
                </a:lnTo>
                <a:lnTo>
                  <a:pt x="1223" y="1260"/>
                </a:lnTo>
                <a:cubicBezTo>
                  <a:pt x="1223" y="1221"/>
                  <a:pt x="1191" y="1189"/>
                  <a:pt x="1152" y="1189"/>
                </a:cubicBezTo>
                <a:lnTo>
                  <a:pt x="71" y="1189"/>
                </a:lnTo>
                <a:lnTo>
                  <a:pt x="71" y="1189"/>
                </a:lnTo>
                <a:cubicBezTo>
                  <a:pt x="31" y="1189"/>
                  <a:pt x="0" y="1157"/>
                  <a:pt x="0" y="1117"/>
                </a:cubicBezTo>
              </a:path>
            </a:pathLst>
          </a:custGeom>
          <a:solidFill>
            <a:schemeClr val="accent2"/>
          </a:solidFill>
          <a:ln>
            <a:noFill/>
          </a:ln>
          <a:effectLst/>
        </p:spPr>
        <p:txBody>
          <a:bodyPr wrap="none" anchor="ctr"/>
          <a:lstStyle/>
          <a:p>
            <a:endParaRPr lang="en-US" sz="3266"/>
          </a:p>
        </p:txBody>
      </p:sp>
      <p:sp>
        <p:nvSpPr>
          <p:cNvPr id="30" name="TextBox 38">
            <a:extLst>
              <a:ext uri="{FF2B5EF4-FFF2-40B4-BE49-F238E27FC236}">
                <a16:creationId xmlns:a16="http://schemas.microsoft.com/office/drawing/2014/main" id="{B5CEACF8-C03D-3879-F4AA-23C297B35612}"/>
              </a:ext>
            </a:extLst>
          </p:cNvPr>
          <p:cNvSpPr txBox="1"/>
          <p:nvPr/>
        </p:nvSpPr>
        <p:spPr>
          <a:xfrm>
            <a:off x="1960340" y="828646"/>
            <a:ext cx="582212" cy="553998"/>
          </a:xfrm>
          <a:prstGeom prst="rect">
            <a:avLst/>
          </a:prstGeom>
          <a:noFill/>
        </p:spPr>
        <p:txBody>
          <a:bodyPr wrap="none" rtlCol="0" anchor="ctr">
            <a:spAutoFit/>
          </a:bodyPr>
          <a:lstStyle/>
          <a:p>
            <a:pPr algn="r"/>
            <a:r>
              <a:rPr lang="fr-FR" sz="3000" b="1">
                <a:solidFill>
                  <a:schemeClr val="bg1"/>
                </a:solidFill>
                <a:latin typeface="Poppins" pitchFamily="2" charset="77"/>
                <a:cs typeface="Poppins" pitchFamily="2" charset="77"/>
              </a:rPr>
              <a:t>AI</a:t>
            </a:r>
            <a:endParaRPr lang="fr-FR" sz="3000" b="1" dirty="0">
              <a:solidFill>
                <a:schemeClr val="bg1"/>
              </a:solidFill>
              <a:latin typeface="Poppins" pitchFamily="2" charset="77"/>
              <a:cs typeface="Poppins" pitchFamily="2" charset="77"/>
            </a:endParaRPr>
          </a:p>
        </p:txBody>
      </p:sp>
      <p:sp>
        <p:nvSpPr>
          <p:cNvPr id="31" name="TextBox 16">
            <a:extLst>
              <a:ext uri="{FF2B5EF4-FFF2-40B4-BE49-F238E27FC236}">
                <a16:creationId xmlns:a16="http://schemas.microsoft.com/office/drawing/2014/main" id="{EE477A7E-020C-6421-8F4F-1FA322337674}"/>
              </a:ext>
            </a:extLst>
          </p:cNvPr>
          <p:cNvSpPr txBox="1"/>
          <p:nvPr/>
        </p:nvSpPr>
        <p:spPr>
          <a:xfrm>
            <a:off x="9771615" y="908216"/>
            <a:ext cx="2150855" cy="830997"/>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square" rtlCol="0" anchor="b" anchorCtr="0">
            <a:spAutoFit/>
          </a:bodyPr>
          <a:lstStyle/>
          <a:p>
            <a:pPr algn="ctr"/>
            <a:r>
              <a:rPr lang="fr-FR" sz="2400" b="1" dirty="0">
                <a:latin typeface="Poppins" pitchFamily="2" charset="77"/>
                <a:ea typeface="League Spartan" charset="0"/>
                <a:cs typeface="Poppins" pitchFamily="2" charset="77"/>
              </a:rPr>
              <a:t>Situation actuelle</a:t>
            </a:r>
          </a:p>
        </p:txBody>
      </p:sp>
      <p:pic>
        <p:nvPicPr>
          <p:cNvPr id="34" name="Image 33">
            <a:extLst>
              <a:ext uri="{FF2B5EF4-FFF2-40B4-BE49-F238E27FC236}">
                <a16:creationId xmlns:a16="http://schemas.microsoft.com/office/drawing/2014/main" id="{BFAE58A3-A115-A53C-8B9E-BED077A97481}"/>
              </a:ext>
            </a:extLst>
          </p:cNvPr>
          <p:cNvPicPr>
            <a:picLocks noChangeAspect="1"/>
          </p:cNvPicPr>
          <p:nvPr/>
        </p:nvPicPr>
        <p:blipFill>
          <a:blip r:embed="rId8"/>
          <a:stretch>
            <a:fillRect/>
          </a:stretch>
        </p:blipFill>
        <p:spPr>
          <a:xfrm>
            <a:off x="11262361" y="0"/>
            <a:ext cx="929640" cy="889222"/>
          </a:xfrm>
          <a:prstGeom prst="rect">
            <a:avLst/>
          </a:prstGeom>
        </p:spPr>
      </p:pic>
    </p:spTree>
    <p:extLst>
      <p:ext uri="{BB962C8B-B14F-4D97-AF65-F5344CB8AC3E}">
        <p14:creationId xmlns:p14="http://schemas.microsoft.com/office/powerpoint/2010/main" val="3844538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down)">
                                      <p:cBhvr>
                                        <p:cTn id="7" dur="580">
                                          <p:stCondLst>
                                            <p:cond delay="0"/>
                                          </p:stCondLst>
                                        </p:cTn>
                                        <p:tgtEl>
                                          <p:spTgt spid="31"/>
                                        </p:tgtEl>
                                      </p:cBhvr>
                                    </p:animEffect>
                                    <p:anim calcmode="lin" valueType="num">
                                      <p:cBhvr>
                                        <p:cTn id="8" dur="1822" tmFilter="0,0; 0.14,0.36; 0.43,0.73; 0.71,0.91; 1.0,1.0">
                                          <p:stCondLst>
                                            <p:cond delay="0"/>
                                          </p:stCondLst>
                                        </p:cTn>
                                        <p:tgtEl>
                                          <p:spTgt spid="31"/>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1"/>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1"/>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1"/>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1"/>
                                        </p:tgtEl>
                                        <p:attrNameLst>
                                          <p:attrName>ppt_y</p:attrName>
                                        </p:attrNameLst>
                                      </p:cBhvr>
                                      <p:tavLst>
                                        <p:tav tm="0" fmla="#ppt_y-sin(pi*$)/81">
                                          <p:val>
                                            <p:fltVal val="0"/>
                                          </p:val>
                                        </p:tav>
                                        <p:tav tm="100000">
                                          <p:val>
                                            <p:fltVal val="1"/>
                                          </p:val>
                                        </p:tav>
                                      </p:tavLst>
                                    </p:anim>
                                    <p:animScale>
                                      <p:cBhvr>
                                        <p:cTn id="13" dur="26">
                                          <p:stCondLst>
                                            <p:cond delay="650"/>
                                          </p:stCondLst>
                                        </p:cTn>
                                        <p:tgtEl>
                                          <p:spTgt spid="31"/>
                                        </p:tgtEl>
                                      </p:cBhvr>
                                      <p:to x="100000" y="60000"/>
                                    </p:animScale>
                                    <p:animScale>
                                      <p:cBhvr>
                                        <p:cTn id="14" dur="166" decel="50000">
                                          <p:stCondLst>
                                            <p:cond delay="676"/>
                                          </p:stCondLst>
                                        </p:cTn>
                                        <p:tgtEl>
                                          <p:spTgt spid="31"/>
                                        </p:tgtEl>
                                      </p:cBhvr>
                                      <p:to x="100000" y="100000"/>
                                    </p:animScale>
                                    <p:animScale>
                                      <p:cBhvr>
                                        <p:cTn id="15" dur="26">
                                          <p:stCondLst>
                                            <p:cond delay="1312"/>
                                          </p:stCondLst>
                                        </p:cTn>
                                        <p:tgtEl>
                                          <p:spTgt spid="31"/>
                                        </p:tgtEl>
                                      </p:cBhvr>
                                      <p:to x="100000" y="80000"/>
                                    </p:animScale>
                                    <p:animScale>
                                      <p:cBhvr>
                                        <p:cTn id="16" dur="166" decel="50000">
                                          <p:stCondLst>
                                            <p:cond delay="1338"/>
                                          </p:stCondLst>
                                        </p:cTn>
                                        <p:tgtEl>
                                          <p:spTgt spid="31"/>
                                        </p:tgtEl>
                                      </p:cBhvr>
                                      <p:to x="100000" y="100000"/>
                                    </p:animScale>
                                    <p:animScale>
                                      <p:cBhvr>
                                        <p:cTn id="17" dur="26">
                                          <p:stCondLst>
                                            <p:cond delay="1642"/>
                                          </p:stCondLst>
                                        </p:cTn>
                                        <p:tgtEl>
                                          <p:spTgt spid="31"/>
                                        </p:tgtEl>
                                      </p:cBhvr>
                                      <p:to x="100000" y="90000"/>
                                    </p:animScale>
                                    <p:animScale>
                                      <p:cBhvr>
                                        <p:cTn id="18" dur="166" decel="50000">
                                          <p:stCondLst>
                                            <p:cond delay="1668"/>
                                          </p:stCondLst>
                                        </p:cTn>
                                        <p:tgtEl>
                                          <p:spTgt spid="31"/>
                                        </p:tgtEl>
                                      </p:cBhvr>
                                      <p:to x="100000" y="100000"/>
                                    </p:animScale>
                                    <p:animScale>
                                      <p:cBhvr>
                                        <p:cTn id="19" dur="26">
                                          <p:stCondLst>
                                            <p:cond delay="1808"/>
                                          </p:stCondLst>
                                        </p:cTn>
                                        <p:tgtEl>
                                          <p:spTgt spid="31"/>
                                        </p:tgtEl>
                                      </p:cBhvr>
                                      <p:to x="100000" y="95000"/>
                                    </p:animScale>
                                    <p:animScale>
                                      <p:cBhvr>
                                        <p:cTn id="20" dur="166" decel="50000">
                                          <p:stCondLst>
                                            <p:cond delay="1834"/>
                                          </p:stCondLst>
                                        </p:cTn>
                                        <p:tgtEl>
                                          <p:spTgt spid="31"/>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down)">
                                      <p:cBhvr>
                                        <p:cTn id="25" dur="580">
                                          <p:stCondLst>
                                            <p:cond delay="0"/>
                                          </p:stCondLst>
                                        </p:cTn>
                                        <p:tgtEl>
                                          <p:spTgt spid="12"/>
                                        </p:tgtEl>
                                      </p:cBhvr>
                                    </p:animEffect>
                                    <p:anim calcmode="lin" valueType="num">
                                      <p:cBhvr>
                                        <p:cTn id="26" dur="1822" tmFilter="0,0; 0.14,0.36; 0.43,0.73; 0.71,0.91; 1.0,1.0">
                                          <p:stCondLst>
                                            <p:cond delay="0"/>
                                          </p:stCondLst>
                                        </p:cTn>
                                        <p:tgtEl>
                                          <p:spTgt spid="12"/>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12"/>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12"/>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12"/>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12"/>
                                        </p:tgtEl>
                                        <p:attrNameLst>
                                          <p:attrName>ppt_y</p:attrName>
                                        </p:attrNameLst>
                                      </p:cBhvr>
                                      <p:tavLst>
                                        <p:tav tm="0" fmla="#ppt_y-sin(pi*$)/81">
                                          <p:val>
                                            <p:fltVal val="0"/>
                                          </p:val>
                                        </p:tav>
                                        <p:tav tm="100000">
                                          <p:val>
                                            <p:fltVal val="1"/>
                                          </p:val>
                                        </p:tav>
                                      </p:tavLst>
                                    </p:anim>
                                    <p:animScale>
                                      <p:cBhvr>
                                        <p:cTn id="31" dur="26">
                                          <p:stCondLst>
                                            <p:cond delay="650"/>
                                          </p:stCondLst>
                                        </p:cTn>
                                        <p:tgtEl>
                                          <p:spTgt spid="12"/>
                                        </p:tgtEl>
                                      </p:cBhvr>
                                      <p:to x="100000" y="60000"/>
                                    </p:animScale>
                                    <p:animScale>
                                      <p:cBhvr>
                                        <p:cTn id="32" dur="166" decel="50000">
                                          <p:stCondLst>
                                            <p:cond delay="676"/>
                                          </p:stCondLst>
                                        </p:cTn>
                                        <p:tgtEl>
                                          <p:spTgt spid="12"/>
                                        </p:tgtEl>
                                      </p:cBhvr>
                                      <p:to x="100000" y="100000"/>
                                    </p:animScale>
                                    <p:animScale>
                                      <p:cBhvr>
                                        <p:cTn id="33" dur="26">
                                          <p:stCondLst>
                                            <p:cond delay="1312"/>
                                          </p:stCondLst>
                                        </p:cTn>
                                        <p:tgtEl>
                                          <p:spTgt spid="12"/>
                                        </p:tgtEl>
                                      </p:cBhvr>
                                      <p:to x="100000" y="80000"/>
                                    </p:animScale>
                                    <p:animScale>
                                      <p:cBhvr>
                                        <p:cTn id="34" dur="166" decel="50000">
                                          <p:stCondLst>
                                            <p:cond delay="1338"/>
                                          </p:stCondLst>
                                        </p:cTn>
                                        <p:tgtEl>
                                          <p:spTgt spid="12"/>
                                        </p:tgtEl>
                                      </p:cBhvr>
                                      <p:to x="100000" y="100000"/>
                                    </p:animScale>
                                    <p:animScale>
                                      <p:cBhvr>
                                        <p:cTn id="35" dur="26">
                                          <p:stCondLst>
                                            <p:cond delay="1642"/>
                                          </p:stCondLst>
                                        </p:cTn>
                                        <p:tgtEl>
                                          <p:spTgt spid="12"/>
                                        </p:tgtEl>
                                      </p:cBhvr>
                                      <p:to x="100000" y="90000"/>
                                    </p:animScale>
                                    <p:animScale>
                                      <p:cBhvr>
                                        <p:cTn id="36" dur="166" decel="50000">
                                          <p:stCondLst>
                                            <p:cond delay="1668"/>
                                          </p:stCondLst>
                                        </p:cTn>
                                        <p:tgtEl>
                                          <p:spTgt spid="12"/>
                                        </p:tgtEl>
                                      </p:cBhvr>
                                      <p:to x="100000" y="100000"/>
                                    </p:animScale>
                                    <p:animScale>
                                      <p:cBhvr>
                                        <p:cTn id="37" dur="26">
                                          <p:stCondLst>
                                            <p:cond delay="1808"/>
                                          </p:stCondLst>
                                        </p:cTn>
                                        <p:tgtEl>
                                          <p:spTgt spid="12"/>
                                        </p:tgtEl>
                                      </p:cBhvr>
                                      <p:to x="100000" y="95000"/>
                                    </p:animScale>
                                    <p:animScale>
                                      <p:cBhvr>
                                        <p:cTn id="38" dur="166" decel="50000">
                                          <p:stCondLst>
                                            <p:cond delay="1834"/>
                                          </p:stCondLst>
                                        </p:cTn>
                                        <p:tgtEl>
                                          <p:spTgt spid="12"/>
                                        </p:tgtEl>
                                      </p:cBhvr>
                                      <p:to x="100000" y="100000"/>
                                    </p:animScale>
                                  </p:childTnLst>
                                </p:cTn>
                              </p:par>
                              <p:par>
                                <p:cTn id="39" presetID="26"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wipe(down)">
                                      <p:cBhvr>
                                        <p:cTn id="41" dur="580">
                                          <p:stCondLst>
                                            <p:cond delay="0"/>
                                          </p:stCondLst>
                                        </p:cTn>
                                        <p:tgtEl>
                                          <p:spTgt spid="13"/>
                                        </p:tgtEl>
                                      </p:cBhvr>
                                    </p:animEffect>
                                    <p:anim calcmode="lin" valueType="num">
                                      <p:cBhvr>
                                        <p:cTn id="42" dur="1822" tmFilter="0,0; 0.14,0.36; 0.43,0.73; 0.71,0.91; 1.0,1.0">
                                          <p:stCondLst>
                                            <p:cond delay="0"/>
                                          </p:stCondLst>
                                        </p:cTn>
                                        <p:tgtEl>
                                          <p:spTgt spid="13"/>
                                        </p:tgtEl>
                                        <p:attrNameLst>
                                          <p:attrName>ppt_x</p:attrName>
                                        </p:attrNameLst>
                                      </p:cBhvr>
                                      <p:tavLst>
                                        <p:tav tm="0">
                                          <p:val>
                                            <p:strVal val="#ppt_x-0.25"/>
                                          </p:val>
                                        </p:tav>
                                        <p:tav tm="100000">
                                          <p:val>
                                            <p:strVal val="#ppt_x"/>
                                          </p:val>
                                        </p:tav>
                                      </p:tavLst>
                                    </p:anim>
                                    <p:anim calcmode="lin" valueType="num">
                                      <p:cBhvr>
                                        <p:cTn id="43" dur="664" tmFilter="0.0,0.0; 0.25,0.07; 0.50,0.2; 0.75,0.467; 1.0,1.0">
                                          <p:stCondLst>
                                            <p:cond delay="0"/>
                                          </p:stCondLst>
                                        </p:cTn>
                                        <p:tgtEl>
                                          <p:spTgt spid="13"/>
                                        </p:tgtEl>
                                        <p:attrNameLst>
                                          <p:attrName>ppt_y</p:attrName>
                                        </p:attrNameLst>
                                      </p:cBhvr>
                                      <p:tavLst>
                                        <p:tav tm="0" fmla="#ppt_y-sin(pi*$)/3">
                                          <p:val>
                                            <p:fltVal val="0.5"/>
                                          </p:val>
                                        </p:tav>
                                        <p:tav tm="100000">
                                          <p:val>
                                            <p:fltVal val="1"/>
                                          </p:val>
                                        </p:tav>
                                      </p:tavLst>
                                    </p:anim>
                                    <p:anim calcmode="lin" valueType="num">
                                      <p:cBhvr>
                                        <p:cTn id="44" dur="664" tmFilter="0, 0; 0.125,0.2665; 0.25,0.4; 0.375,0.465; 0.5,0.5;  0.625,0.535; 0.75,0.6; 0.875,0.7335; 1,1">
                                          <p:stCondLst>
                                            <p:cond delay="664"/>
                                          </p:stCondLst>
                                        </p:cTn>
                                        <p:tgtEl>
                                          <p:spTgt spid="13"/>
                                        </p:tgtEl>
                                        <p:attrNameLst>
                                          <p:attrName>ppt_y</p:attrName>
                                        </p:attrNameLst>
                                      </p:cBhvr>
                                      <p:tavLst>
                                        <p:tav tm="0" fmla="#ppt_y-sin(pi*$)/9">
                                          <p:val>
                                            <p:fltVal val="0"/>
                                          </p:val>
                                        </p:tav>
                                        <p:tav tm="100000">
                                          <p:val>
                                            <p:fltVal val="1"/>
                                          </p:val>
                                        </p:tav>
                                      </p:tavLst>
                                    </p:anim>
                                    <p:anim calcmode="lin" valueType="num">
                                      <p:cBhvr>
                                        <p:cTn id="45" dur="332" tmFilter="0, 0; 0.125,0.2665; 0.25,0.4; 0.375,0.465; 0.5,0.5;  0.625,0.535; 0.75,0.6; 0.875,0.7335; 1,1">
                                          <p:stCondLst>
                                            <p:cond delay="1324"/>
                                          </p:stCondLst>
                                        </p:cTn>
                                        <p:tgtEl>
                                          <p:spTgt spid="13"/>
                                        </p:tgtEl>
                                        <p:attrNameLst>
                                          <p:attrName>ppt_y</p:attrName>
                                        </p:attrNameLst>
                                      </p:cBhvr>
                                      <p:tavLst>
                                        <p:tav tm="0" fmla="#ppt_y-sin(pi*$)/27">
                                          <p:val>
                                            <p:fltVal val="0"/>
                                          </p:val>
                                        </p:tav>
                                        <p:tav tm="100000">
                                          <p:val>
                                            <p:fltVal val="1"/>
                                          </p:val>
                                        </p:tav>
                                      </p:tavLst>
                                    </p:anim>
                                    <p:anim calcmode="lin" valueType="num">
                                      <p:cBhvr>
                                        <p:cTn id="46" dur="164" tmFilter="0, 0; 0.125,0.2665; 0.25,0.4; 0.375,0.465; 0.5,0.5;  0.625,0.535; 0.75,0.6; 0.875,0.7335; 1,1">
                                          <p:stCondLst>
                                            <p:cond delay="1656"/>
                                          </p:stCondLst>
                                        </p:cTn>
                                        <p:tgtEl>
                                          <p:spTgt spid="13"/>
                                        </p:tgtEl>
                                        <p:attrNameLst>
                                          <p:attrName>ppt_y</p:attrName>
                                        </p:attrNameLst>
                                      </p:cBhvr>
                                      <p:tavLst>
                                        <p:tav tm="0" fmla="#ppt_y-sin(pi*$)/81">
                                          <p:val>
                                            <p:fltVal val="0"/>
                                          </p:val>
                                        </p:tav>
                                        <p:tav tm="100000">
                                          <p:val>
                                            <p:fltVal val="1"/>
                                          </p:val>
                                        </p:tav>
                                      </p:tavLst>
                                    </p:anim>
                                    <p:animScale>
                                      <p:cBhvr>
                                        <p:cTn id="47" dur="26">
                                          <p:stCondLst>
                                            <p:cond delay="650"/>
                                          </p:stCondLst>
                                        </p:cTn>
                                        <p:tgtEl>
                                          <p:spTgt spid="13"/>
                                        </p:tgtEl>
                                      </p:cBhvr>
                                      <p:to x="100000" y="60000"/>
                                    </p:animScale>
                                    <p:animScale>
                                      <p:cBhvr>
                                        <p:cTn id="48" dur="166" decel="50000">
                                          <p:stCondLst>
                                            <p:cond delay="676"/>
                                          </p:stCondLst>
                                        </p:cTn>
                                        <p:tgtEl>
                                          <p:spTgt spid="13"/>
                                        </p:tgtEl>
                                      </p:cBhvr>
                                      <p:to x="100000" y="100000"/>
                                    </p:animScale>
                                    <p:animScale>
                                      <p:cBhvr>
                                        <p:cTn id="49" dur="26">
                                          <p:stCondLst>
                                            <p:cond delay="1312"/>
                                          </p:stCondLst>
                                        </p:cTn>
                                        <p:tgtEl>
                                          <p:spTgt spid="13"/>
                                        </p:tgtEl>
                                      </p:cBhvr>
                                      <p:to x="100000" y="80000"/>
                                    </p:animScale>
                                    <p:animScale>
                                      <p:cBhvr>
                                        <p:cTn id="50" dur="166" decel="50000">
                                          <p:stCondLst>
                                            <p:cond delay="1338"/>
                                          </p:stCondLst>
                                        </p:cTn>
                                        <p:tgtEl>
                                          <p:spTgt spid="13"/>
                                        </p:tgtEl>
                                      </p:cBhvr>
                                      <p:to x="100000" y="100000"/>
                                    </p:animScale>
                                    <p:animScale>
                                      <p:cBhvr>
                                        <p:cTn id="51" dur="26">
                                          <p:stCondLst>
                                            <p:cond delay="1642"/>
                                          </p:stCondLst>
                                        </p:cTn>
                                        <p:tgtEl>
                                          <p:spTgt spid="13"/>
                                        </p:tgtEl>
                                      </p:cBhvr>
                                      <p:to x="100000" y="90000"/>
                                    </p:animScale>
                                    <p:animScale>
                                      <p:cBhvr>
                                        <p:cTn id="52" dur="166" decel="50000">
                                          <p:stCondLst>
                                            <p:cond delay="1668"/>
                                          </p:stCondLst>
                                        </p:cTn>
                                        <p:tgtEl>
                                          <p:spTgt spid="13"/>
                                        </p:tgtEl>
                                      </p:cBhvr>
                                      <p:to x="100000" y="100000"/>
                                    </p:animScale>
                                    <p:animScale>
                                      <p:cBhvr>
                                        <p:cTn id="53" dur="26">
                                          <p:stCondLst>
                                            <p:cond delay="1808"/>
                                          </p:stCondLst>
                                        </p:cTn>
                                        <p:tgtEl>
                                          <p:spTgt spid="13"/>
                                        </p:tgtEl>
                                      </p:cBhvr>
                                      <p:to x="100000" y="95000"/>
                                    </p:animScale>
                                    <p:animScale>
                                      <p:cBhvr>
                                        <p:cTn id="54" dur="166" decel="50000">
                                          <p:stCondLst>
                                            <p:cond delay="1834"/>
                                          </p:stCondLst>
                                        </p:cTn>
                                        <p:tgtEl>
                                          <p:spTgt spid="13"/>
                                        </p:tgtEl>
                                      </p:cBhvr>
                                      <p:to x="100000" y="100000"/>
                                    </p:animScale>
                                  </p:childTnLst>
                                </p:cTn>
                              </p:par>
                              <p:par>
                                <p:cTn id="55" presetID="26" presetClass="entr" presetSubtype="0" fill="hold" grpId="0" nodeType="with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wipe(down)">
                                      <p:cBhvr>
                                        <p:cTn id="57" dur="580">
                                          <p:stCondLst>
                                            <p:cond delay="0"/>
                                          </p:stCondLst>
                                        </p:cTn>
                                        <p:tgtEl>
                                          <p:spTgt spid="14"/>
                                        </p:tgtEl>
                                      </p:cBhvr>
                                    </p:animEffect>
                                    <p:anim calcmode="lin" valueType="num">
                                      <p:cBhvr>
                                        <p:cTn id="58" dur="1822" tmFilter="0,0; 0.14,0.36; 0.43,0.73; 0.71,0.91; 1.0,1.0">
                                          <p:stCondLst>
                                            <p:cond delay="0"/>
                                          </p:stCondLst>
                                        </p:cTn>
                                        <p:tgtEl>
                                          <p:spTgt spid="14"/>
                                        </p:tgtEl>
                                        <p:attrNameLst>
                                          <p:attrName>ppt_x</p:attrName>
                                        </p:attrNameLst>
                                      </p:cBhvr>
                                      <p:tavLst>
                                        <p:tav tm="0">
                                          <p:val>
                                            <p:strVal val="#ppt_x-0.25"/>
                                          </p:val>
                                        </p:tav>
                                        <p:tav tm="100000">
                                          <p:val>
                                            <p:strVal val="#ppt_x"/>
                                          </p:val>
                                        </p:tav>
                                      </p:tavLst>
                                    </p:anim>
                                    <p:anim calcmode="lin" valueType="num">
                                      <p:cBhvr>
                                        <p:cTn id="59" dur="664" tmFilter="0.0,0.0; 0.25,0.07; 0.50,0.2; 0.75,0.467; 1.0,1.0">
                                          <p:stCondLst>
                                            <p:cond delay="0"/>
                                          </p:stCondLst>
                                        </p:cTn>
                                        <p:tgtEl>
                                          <p:spTgt spid="14"/>
                                        </p:tgtEl>
                                        <p:attrNameLst>
                                          <p:attrName>ppt_y</p:attrName>
                                        </p:attrNameLst>
                                      </p:cBhvr>
                                      <p:tavLst>
                                        <p:tav tm="0" fmla="#ppt_y-sin(pi*$)/3">
                                          <p:val>
                                            <p:fltVal val="0.5"/>
                                          </p:val>
                                        </p:tav>
                                        <p:tav tm="100000">
                                          <p:val>
                                            <p:fltVal val="1"/>
                                          </p:val>
                                        </p:tav>
                                      </p:tavLst>
                                    </p:anim>
                                    <p:anim calcmode="lin" valueType="num">
                                      <p:cBhvr>
                                        <p:cTn id="60" dur="664" tmFilter="0, 0; 0.125,0.2665; 0.25,0.4; 0.375,0.465; 0.5,0.5;  0.625,0.535; 0.75,0.6; 0.875,0.7335; 1,1">
                                          <p:stCondLst>
                                            <p:cond delay="664"/>
                                          </p:stCondLst>
                                        </p:cTn>
                                        <p:tgtEl>
                                          <p:spTgt spid="14"/>
                                        </p:tgtEl>
                                        <p:attrNameLst>
                                          <p:attrName>ppt_y</p:attrName>
                                        </p:attrNameLst>
                                      </p:cBhvr>
                                      <p:tavLst>
                                        <p:tav tm="0" fmla="#ppt_y-sin(pi*$)/9">
                                          <p:val>
                                            <p:fltVal val="0"/>
                                          </p:val>
                                        </p:tav>
                                        <p:tav tm="100000">
                                          <p:val>
                                            <p:fltVal val="1"/>
                                          </p:val>
                                        </p:tav>
                                      </p:tavLst>
                                    </p:anim>
                                    <p:anim calcmode="lin" valueType="num">
                                      <p:cBhvr>
                                        <p:cTn id="61" dur="332" tmFilter="0, 0; 0.125,0.2665; 0.25,0.4; 0.375,0.465; 0.5,0.5;  0.625,0.535; 0.75,0.6; 0.875,0.7335; 1,1">
                                          <p:stCondLst>
                                            <p:cond delay="1324"/>
                                          </p:stCondLst>
                                        </p:cTn>
                                        <p:tgtEl>
                                          <p:spTgt spid="14"/>
                                        </p:tgtEl>
                                        <p:attrNameLst>
                                          <p:attrName>ppt_y</p:attrName>
                                        </p:attrNameLst>
                                      </p:cBhvr>
                                      <p:tavLst>
                                        <p:tav tm="0" fmla="#ppt_y-sin(pi*$)/27">
                                          <p:val>
                                            <p:fltVal val="0"/>
                                          </p:val>
                                        </p:tav>
                                        <p:tav tm="100000">
                                          <p:val>
                                            <p:fltVal val="1"/>
                                          </p:val>
                                        </p:tav>
                                      </p:tavLst>
                                    </p:anim>
                                    <p:anim calcmode="lin" valueType="num">
                                      <p:cBhvr>
                                        <p:cTn id="62" dur="164" tmFilter="0, 0; 0.125,0.2665; 0.25,0.4; 0.375,0.465; 0.5,0.5;  0.625,0.535; 0.75,0.6; 0.875,0.7335; 1,1">
                                          <p:stCondLst>
                                            <p:cond delay="1656"/>
                                          </p:stCondLst>
                                        </p:cTn>
                                        <p:tgtEl>
                                          <p:spTgt spid="14"/>
                                        </p:tgtEl>
                                        <p:attrNameLst>
                                          <p:attrName>ppt_y</p:attrName>
                                        </p:attrNameLst>
                                      </p:cBhvr>
                                      <p:tavLst>
                                        <p:tav tm="0" fmla="#ppt_y-sin(pi*$)/81">
                                          <p:val>
                                            <p:fltVal val="0"/>
                                          </p:val>
                                        </p:tav>
                                        <p:tav tm="100000">
                                          <p:val>
                                            <p:fltVal val="1"/>
                                          </p:val>
                                        </p:tav>
                                      </p:tavLst>
                                    </p:anim>
                                    <p:animScale>
                                      <p:cBhvr>
                                        <p:cTn id="63" dur="26">
                                          <p:stCondLst>
                                            <p:cond delay="650"/>
                                          </p:stCondLst>
                                        </p:cTn>
                                        <p:tgtEl>
                                          <p:spTgt spid="14"/>
                                        </p:tgtEl>
                                      </p:cBhvr>
                                      <p:to x="100000" y="60000"/>
                                    </p:animScale>
                                    <p:animScale>
                                      <p:cBhvr>
                                        <p:cTn id="64" dur="166" decel="50000">
                                          <p:stCondLst>
                                            <p:cond delay="676"/>
                                          </p:stCondLst>
                                        </p:cTn>
                                        <p:tgtEl>
                                          <p:spTgt spid="14"/>
                                        </p:tgtEl>
                                      </p:cBhvr>
                                      <p:to x="100000" y="100000"/>
                                    </p:animScale>
                                    <p:animScale>
                                      <p:cBhvr>
                                        <p:cTn id="65" dur="26">
                                          <p:stCondLst>
                                            <p:cond delay="1312"/>
                                          </p:stCondLst>
                                        </p:cTn>
                                        <p:tgtEl>
                                          <p:spTgt spid="14"/>
                                        </p:tgtEl>
                                      </p:cBhvr>
                                      <p:to x="100000" y="80000"/>
                                    </p:animScale>
                                    <p:animScale>
                                      <p:cBhvr>
                                        <p:cTn id="66" dur="166" decel="50000">
                                          <p:stCondLst>
                                            <p:cond delay="1338"/>
                                          </p:stCondLst>
                                        </p:cTn>
                                        <p:tgtEl>
                                          <p:spTgt spid="14"/>
                                        </p:tgtEl>
                                      </p:cBhvr>
                                      <p:to x="100000" y="100000"/>
                                    </p:animScale>
                                    <p:animScale>
                                      <p:cBhvr>
                                        <p:cTn id="67" dur="26">
                                          <p:stCondLst>
                                            <p:cond delay="1642"/>
                                          </p:stCondLst>
                                        </p:cTn>
                                        <p:tgtEl>
                                          <p:spTgt spid="14"/>
                                        </p:tgtEl>
                                      </p:cBhvr>
                                      <p:to x="100000" y="90000"/>
                                    </p:animScale>
                                    <p:animScale>
                                      <p:cBhvr>
                                        <p:cTn id="68" dur="166" decel="50000">
                                          <p:stCondLst>
                                            <p:cond delay="1668"/>
                                          </p:stCondLst>
                                        </p:cTn>
                                        <p:tgtEl>
                                          <p:spTgt spid="14"/>
                                        </p:tgtEl>
                                      </p:cBhvr>
                                      <p:to x="100000" y="100000"/>
                                    </p:animScale>
                                    <p:animScale>
                                      <p:cBhvr>
                                        <p:cTn id="69" dur="26">
                                          <p:stCondLst>
                                            <p:cond delay="1808"/>
                                          </p:stCondLst>
                                        </p:cTn>
                                        <p:tgtEl>
                                          <p:spTgt spid="14"/>
                                        </p:tgtEl>
                                      </p:cBhvr>
                                      <p:to x="100000" y="95000"/>
                                    </p:animScale>
                                    <p:animScale>
                                      <p:cBhvr>
                                        <p:cTn id="70" dur="166" decel="50000">
                                          <p:stCondLst>
                                            <p:cond delay="1834"/>
                                          </p:stCondLst>
                                        </p:cTn>
                                        <p:tgtEl>
                                          <p:spTgt spid="14"/>
                                        </p:tgtEl>
                                      </p:cBhvr>
                                      <p:to x="100000" y="100000"/>
                                    </p:animScale>
                                  </p:childTnLst>
                                </p:cTn>
                              </p:par>
                              <p:par>
                                <p:cTn id="71" presetID="26" presetClass="entr" presetSubtype="0" fill="hold" grpId="0" nodeType="withEffect">
                                  <p:stCondLst>
                                    <p:cond delay="0"/>
                                  </p:stCondLst>
                                  <p:childTnLst>
                                    <p:set>
                                      <p:cBhvr>
                                        <p:cTn id="72" dur="1" fill="hold">
                                          <p:stCondLst>
                                            <p:cond delay="0"/>
                                          </p:stCondLst>
                                        </p:cTn>
                                        <p:tgtEl>
                                          <p:spTgt spid="15"/>
                                        </p:tgtEl>
                                        <p:attrNameLst>
                                          <p:attrName>style.visibility</p:attrName>
                                        </p:attrNameLst>
                                      </p:cBhvr>
                                      <p:to>
                                        <p:strVal val="visible"/>
                                      </p:to>
                                    </p:set>
                                    <p:animEffect transition="in" filter="wipe(down)">
                                      <p:cBhvr>
                                        <p:cTn id="73" dur="580">
                                          <p:stCondLst>
                                            <p:cond delay="0"/>
                                          </p:stCondLst>
                                        </p:cTn>
                                        <p:tgtEl>
                                          <p:spTgt spid="15"/>
                                        </p:tgtEl>
                                      </p:cBhvr>
                                    </p:animEffect>
                                    <p:anim calcmode="lin" valueType="num">
                                      <p:cBhvr>
                                        <p:cTn id="74" dur="1822" tmFilter="0,0; 0.14,0.36; 0.43,0.73; 0.71,0.91; 1.0,1.0">
                                          <p:stCondLst>
                                            <p:cond delay="0"/>
                                          </p:stCondLst>
                                        </p:cTn>
                                        <p:tgtEl>
                                          <p:spTgt spid="15"/>
                                        </p:tgtEl>
                                        <p:attrNameLst>
                                          <p:attrName>ppt_x</p:attrName>
                                        </p:attrNameLst>
                                      </p:cBhvr>
                                      <p:tavLst>
                                        <p:tav tm="0">
                                          <p:val>
                                            <p:strVal val="#ppt_x-0.25"/>
                                          </p:val>
                                        </p:tav>
                                        <p:tav tm="100000">
                                          <p:val>
                                            <p:strVal val="#ppt_x"/>
                                          </p:val>
                                        </p:tav>
                                      </p:tavLst>
                                    </p:anim>
                                    <p:anim calcmode="lin" valueType="num">
                                      <p:cBhvr>
                                        <p:cTn id="75" dur="664" tmFilter="0.0,0.0; 0.25,0.07; 0.50,0.2; 0.75,0.467; 1.0,1.0">
                                          <p:stCondLst>
                                            <p:cond delay="0"/>
                                          </p:stCondLst>
                                        </p:cTn>
                                        <p:tgtEl>
                                          <p:spTgt spid="15"/>
                                        </p:tgtEl>
                                        <p:attrNameLst>
                                          <p:attrName>ppt_y</p:attrName>
                                        </p:attrNameLst>
                                      </p:cBhvr>
                                      <p:tavLst>
                                        <p:tav tm="0" fmla="#ppt_y-sin(pi*$)/3">
                                          <p:val>
                                            <p:fltVal val="0.5"/>
                                          </p:val>
                                        </p:tav>
                                        <p:tav tm="100000">
                                          <p:val>
                                            <p:fltVal val="1"/>
                                          </p:val>
                                        </p:tav>
                                      </p:tavLst>
                                    </p:anim>
                                    <p:anim calcmode="lin" valueType="num">
                                      <p:cBhvr>
                                        <p:cTn id="76" dur="664" tmFilter="0, 0; 0.125,0.2665; 0.25,0.4; 0.375,0.465; 0.5,0.5;  0.625,0.535; 0.75,0.6; 0.875,0.7335; 1,1">
                                          <p:stCondLst>
                                            <p:cond delay="664"/>
                                          </p:stCondLst>
                                        </p:cTn>
                                        <p:tgtEl>
                                          <p:spTgt spid="15"/>
                                        </p:tgtEl>
                                        <p:attrNameLst>
                                          <p:attrName>ppt_y</p:attrName>
                                        </p:attrNameLst>
                                      </p:cBhvr>
                                      <p:tavLst>
                                        <p:tav tm="0" fmla="#ppt_y-sin(pi*$)/9">
                                          <p:val>
                                            <p:fltVal val="0"/>
                                          </p:val>
                                        </p:tav>
                                        <p:tav tm="100000">
                                          <p:val>
                                            <p:fltVal val="1"/>
                                          </p:val>
                                        </p:tav>
                                      </p:tavLst>
                                    </p:anim>
                                    <p:anim calcmode="lin" valueType="num">
                                      <p:cBhvr>
                                        <p:cTn id="77" dur="332" tmFilter="0, 0; 0.125,0.2665; 0.25,0.4; 0.375,0.465; 0.5,0.5;  0.625,0.535; 0.75,0.6; 0.875,0.7335; 1,1">
                                          <p:stCondLst>
                                            <p:cond delay="1324"/>
                                          </p:stCondLst>
                                        </p:cTn>
                                        <p:tgtEl>
                                          <p:spTgt spid="15"/>
                                        </p:tgtEl>
                                        <p:attrNameLst>
                                          <p:attrName>ppt_y</p:attrName>
                                        </p:attrNameLst>
                                      </p:cBhvr>
                                      <p:tavLst>
                                        <p:tav tm="0" fmla="#ppt_y-sin(pi*$)/27">
                                          <p:val>
                                            <p:fltVal val="0"/>
                                          </p:val>
                                        </p:tav>
                                        <p:tav tm="100000">
                                          <p:val>
                                            <p:fltVal val="1"/>
                                          </p:val>
                                        </p:tav>
                                      </p:tavLst>
                                    </p:anim>
                                    <p:anim calcmode="lin" valueType="num">
                                      <p:cBhvr>
                                        <p:cTn id="78" dur="164" tmFilter="0, 0; 0.125,0.2665; 0.25,0.4; 0.375,0.465; 0.5,0.5;  0.625,0.535; 0.75,0.6; 0.875,0.7335; 1,1">
                                          <p:stCondLst>
                                            <p:cond delay="1656"/>
                                          </p:stCondLst>
                                        </p:cTn>
                                        <p:tgtEl>
                                          <p:spTgt spid="15"/>
                                        </p:tgtEl>
                                        <p:attrNameLst>
                                          <p:attrName>ppt_y</p:attrName>
                                        </p:attrNameLst>
                                      </p:cBhvr>
                                      <p:tavLst>
                                        <p:tav tm="0" fmla="#ppt_y-sin(pi*$)/81">
                                          <p:val>
                                            <p:fltVal val="0"/>
                                          </p:val>
                                        </p:tav>
                                        <p:tav tm="100000">
                                          <p:val>
                                            <p:fltVal val="1"/>
                                          </p:val>
                                        </p:tav>
                                      </p:tavLst>
                                    </p:anim>
                                    <p:animScale>
                                      <p:cBhvr>
                                        <p:cTn id="79" dur="26">
                                          <p:stCondLst>
                                            <p:cond delay="650"/>
                                          </p:stCondLst>
                                        </p:cTn>
                                        <p:tgtEl>
                                          <p:spTgt spid="15"/>
                                        </p:tgtEl>
                                      </p:cBhvr>
                                      <p:to x="100000" y="60000"/>
                                    </p:animScale>
                                    <p:animScale>
                                      <p:cBhvr>
                                        <p:cTn id="80" dur="166" decel="50000">
                                          <p:stCondLst>
                                            <p:cond delay="676"/>
                                          </p:stCondLst>
                                        </p:cTn>
                                        <p:tgtEl>
                                          <p:spTgt spid="15"/>
                                        </p:tgtEl>
                                      </p:cBhvr>
                                      <p:to x="100000" y="100000"/>
                                    </p:animScale>
                                    <p:animScale>
                                      <p:cBhvr>
                                        <p:cTn id="81" dur="26">
                                          <p:stCondLst>
                                            <p:cond delay="1312"/>
                                          </p:stCondLst>
                                        </p:cTn>
                                        <p:tgtEl>
                                          <p:spTgt spid="15"/>
                                        </p:tgtEl>
                                      </p:cBhvr>
                                      <p:to x="100000" y="80000"/>
                                    </p:animScale>
                                    <p:animScale>
                                      <p:cBhvr>
                                        <p:cTn id="82" dur="166" decel="50000">
                                          <p:stCondLst>
                                            <p:cond delay="1338"/>
                                          </p:stCondLst>
                                        </p:cTn>
                                        <p:tgtEl>
                                          <p:spTgt spid="15"/>
                                        </p:tgtEl>
                                      </p:cBhvr>
                                      <p:to x="100000" y="100000"/>
                                    </p:animScale>
                                    <p:animScale>
                                      <p:cBhvr>
                                        <p:cTn id="83" dur="26">
                                          <p:stCondLst>
                                            <p:cond delay="1642"/>
                                          </p:stCondLst>
                                        </p:cTn>
                                        <p:tgtEl>
                                          <p:spTgt spid="15"/>
                                        </p:tgtEl>
                                      </p:cBhvr>
                                      <p:to x="100000" y="90000"/>
                                    </p:animScale>
                                    <p:animScale>
                                      <p:cBhvr>
                                        <p:cTn id="84" dur="166" decel="50000">
                                          <p:stCondLst>
                                            <p:cond delay="1668"/>
                                          </p:stCondLst>
                                        </p:cTn>
                                        <p:tgtEl>
                                          <p:spTgt spid="15"/>
                                        </p:tgtEl>
                                      </p:cBhvr>
                                      <p:to x="100000" y="100000"/>
                                    </p:animScale>
                                    <p:animScale>
                                      <p:cBhvr>
                                        <p:cTn id="85" dur="26">
                                          <p:stCondLst>
                                            <p:cond delay="1808"/>
                                          </p:stCondLst>
                                        </p:cTn>
                                        <p:tgtEl>
                                          <p:spTgt spid="15"/>
                                        </p:tgtEl>
                                      </p:cBhvr>
                                      <p:to x="100000" y="95000"/>
                                    </p:animScale>
                                    <p:animScale>
                                      <p:cBhvr>
                                        <p:cTn id="86" dur="166" decel="50000">
                                          <p:stCondLst>
                                            <p:cond delay="1834"/>
                                          </p:stCondLst>
                                        </p:cTn>
                                        <p:tgtEl>
                                          <p:spTgt spid="15"/>
                                        </p:tgtEl>
                                      </p:cBhvr>
                                      <p:to x="100000" y="100000"/>
                                    </p:animScale>
                                  </p:childTnLst>
                                </p:cTn>
                              </p:par>
                              <p:par>
                                <p:cTn id="87" presetID="26" presetClass="entr" presetSubtype="0" fill="hold" grpId="0" nodeType="withEffect">
                                  <p:stCondLst>
                                    <p:cond delay="0"/>
                                  </p:stCondLst>
                                  <p:childTnLst>
                                    <p:set>
                                      <p:cBhvr>
                                        <p:cTn id="88" dur="1" fill="hold">
                                          <p:stCondLst>
                                            <p:cond delay="0"/>
                                          </p:stCondLst>
                                        </p:cTn>
                                        <p:tgtEl>
                                          <p:spTgt spid="16"/>
                                        </p:tgtEl>
                                        <p:attrNameLst>
                                          <p:attrName>style.visibility</p:attrName>
                                        </p:attrNameLst>
                                      </p:cBhvr>
                                      <p:to>
                                        <p:strVal val="visible"/>
                                      </p:to>
                                    </p:set>
                                    <p:animEffect transition="in" filter="wipe(down)">
                                      <p:cBhvr>
                                        <p:cTn id="89" dur="580">
                                          <p:stCondLst>
                                            <p:cond delay="0"/>
                                          </p:stCondLst>
                                        </p:cTn>
                                        <p:tgtEl>
                                          <p:spTgt spid="16"/>
                                        </p:tgtEl>
                                      </p:cBhvr>
                                    </p:animEffect>
                                    <p:anim calcmode="lin" valueType="num">
                                      <p:cBhvr>
                                        <p:cTn id="90" dur="1822" tmFilter="0,0; 0.14,0.36; 0.43,0.73; 0.71,0.91; 1.0,1.0">
                                          <p:stCondLst>
                                            <p:cond delay="0"/>
                                          </p:stCondLst>
                                        </p:cTn>
                                        <p:tgtEl>
                                          <p:spTgt spid="16"/>
                                        </p:tgtEl>
                                        <p:attrNameLst>
                                          <p:attrName>ppt_x</p:attrName>
                                        </p:attrNameLst>
                                      </p:cBhvr>
                                      <p:tavLst>
                                        <p:tav tm="0">
                                          <p:val>
                                            <p:strVal val="#ppt_x-0.25"/>
                                          </p:val>
                                        </p:tav>
                                        <p:tav tm="100000">
                                          <p:val>
                                            <p:strVal val="#ppt_x"/>
                                          </p:val>
                                        </p:tav>
                                      </p:tavLst>
                                    </p:anim>
                                    <p:anim calcmode="lin" valueType="num">
                                      <p:cBhvr>
                                        <p:cTn id="91" dur="664" tmFilter="0.0,0.0; 0.25,0.07; 0.50,0.2; 0.75,0.467; 1.0,1.0">
                                          <p:stCondLst>
                                            <p:cond delay="0"/>
                                          </p:stCondLst>
                                        </p:cTn>
                                        <p:tgtEl>
                                          <p:spTgt spid="16"/>
                                        </p:tgtEl>
                                        <p:attrNameLst>
                                          <p:attrName>ppt_y</p:attrName>
                                        </p:attrNameLst>
                                      </p:cBhvr>
                                      <p:tavLst>
                                        <p:tav tm="0" fmla="#ppt_y-sin(pi*$)/3">
                                          <p:val>
                                            <p:fltVal val="0.5"/>
                                          </p:val>
                                        </p:tav>
                                        <p:tav tm="100000">
                                          <p:val>
                                            <p:fltVal val="1"/>
                                          </p:val>
                                        </p:tav>
                                      </p:tavLst>
                                    </p:anim>
                                    <p:anim calcmode="lin" valueType="num">
                                      <p:cBhvr>
                                        <p:cTn id="92" dur="664" tmFilter="0, 0; 0.125,0.2665; 0.25,0.4; 0.375,0.465; 0.5,0.5;  0.625,0.535; 0.75,0.6; 0.875,0.7335; 1,1">
                                          <p:stCondLst>
                                            <p:cond delay="664"/>
                                          </p:stCondLst>
                                        </p:cTn>
                                        <p:tgtEl>
                                          <p:spTgt spid="16"/>
                                        </p:tgtEl>
                                        <p:attrNameLst>
                                          <p:attrName>ppt_y</p:attrName>
                                        </p:attrNameLst>
                                      </p:cBhvr>
                                      <p:tavLst>
                                        <p:tav tm="0" fmla="#ppt_y-sin(pi*$)/9">
                                          <p:val>
                                            <p:fltVal val="0"/>
                                          </p:val>
                                        </p:tav>
                                        <p:tav tm="100000">
                                          <p:val>
                                            <p:fltVal val="1"/>
                                          </p:val>
                                        </p:tav>
                                      </p:tavLst>
                                    </p:anim>
                                    <p:anim calcmode="lin" valueType="num">
                                      <p:cBhvr>
                                        <p:cTn id="93" dur="332" tmFilter="0, 0; 0.125,0.2665; 0.25,0.4; 0.375,0.465; 0.5,0.5;  0.625,0.535; 0.75,0.6; 0.875,0.7335; 1,1">
                                          <p:stCondLst>
                                            <p:cond delay="1324"/>
                                          </p:stCondLst>
                                        </p:cTn>
                                        <p:tgtEl>
                                          <p:spTgt spid="16"/>
                                        </p:tgtEl>
                                        <p:attrNameLst>
                                          <p:attrName>ppt_y</p:attrName>
                                        </p:attrNameLst>
                                      </p:cBhvr>
                                      <p:tavLst>
                                        <p:tav tm="0" fmla="#ppt_y-sin(pi*$)/27">
                                          <p:val>
                                            <p:fltVal val="0"/>
                                          </p:val>
                                        </p:tav>
                                        <p:tav tm="100000">
                                          <p:val>
                                            <p:fltVal val="1"/>
                                          </p:val>
                                        </p:tav>
                                      </p:tavLst>
                                    </p:anim>
                                    <p:anim calcmode="lin" valueType="num">
                                      <p:cBhvr>
                                        <p:cTn id="94" dur="164" tmFilter="0, 0; 0.125,0.2665; 0.25,0.4; 0.375,0.465; 0.5,0.5;  0.625,0.535; 0.75,0.6; 0.875,0.7335; 1,1">
                                          <p:stCondLst>
                                            <p:cond delay="1656"/>
                                          </p:stCondLst>
                                        </p:cTn>
                                        <p:tgtEl>
                                          <p:spTgt spid="16"/>
                                        </p:tgtEl>
                                        <p:attrNameLst>
                                          <p:attrName>ppt_y</p:attrName>
                                        </p:attrNameLst>
                                      </p:cBhvr>
                                      <p:tavLst>
                                        <p:tav tm="0" fmla="#ppt_y-sin(pi*$)/81">
                                          <p:val>
                                            <p:fltVal val="0"/>
                                          </p:val>
                                        </p:tav>
                                        <p:tav tm="100000">
                                          <p:val>
                                            <p:fltVal val="1"/>
                                          </p:val>
                                        </p:tav>
                                      </p:tavLst>
                                    </p:anim>
                                    <p:animScale>
                                      <p:cBhvr>
                                        <p:cTn id="95" dur="26">
                                          <p:stCondLst>
                                            <p:cond delay="650"/>
                                          </p:stCondLst>
                                        </p:cTn>
                                        <p:tgtEl>
                                          <p:spTgt spid="16"/>
                                        </p:tgtEl>
                                      </p:cBhvr>
                                      <p:to x="100000" y="60000"/>
                                    </p:animScale>
                                    <p:animScale>
                                      <p:cBhvr>
                                        <p:cTn id="96" dur="166" decel="50000">
                                          <p:stCondLst>
                                            <p:cond delay="676"/>
                                          </p:stCondLst>
                                        </p:cTn>
                                        <p:tgtEl>
                                          <p:spTgt spid="16"/>
                                        </p:tgtEl>
                                      </p:cBhvr>
                                      <p:to x="100000" y="100000"/>
                                    </p:animScale>
                                    <p:animScale>
                                      <p:cBhvr>
                                        <p:cTn id="97" dur="26">
                                          <p:stCondLst>
                                            <p:cond delay="1312"/>
                                          </p:stCondLst>
                                        </p:cTn>
                                        <p:tgtEl>
                                          <p:spTgt spid="16"/>
                                        </p:tgtEl>
                                      </p:cBhvr>
                                      <p:to x="100000" y="80000"/>
                                    </p:animScale>
                                    <p:animScale>
                                      <p:cBhvr>
                                        <p:cTn id="98" dur="166" decel="50000">
                                          <p:stCondLst>
                                            <p:cond delay="1338"/>
                                          </p:stCondLst>
                                        </p:cTn>
                                        <p:tgtEl>
                                          <p:spTgt spid="16"/>
                                        </p:tgtEl>
                                      </p:cBhvr>
                                      <p:to x="100000" y="100000"/>
                                    </p:animScale>
                                    <p:animScale>
                                      <p:cBhvr>
                                        <p:cTn id="99" dur="26">
                                          <p:stCondLst>
                                            <p:cond delay="1642"/>
                                          </p:stCondLst>
                                        </p:cTn>
                                        <p:tgtEl>
                                          <p:spTgt spid="16"/>
                                        </p:tgtEl>
                                      </p:cBhvr>
                                      <p:to x="100000" y="90000"/>
                                    </p:animScale>
                                    <p:animScale>
                                      <p:cBhvr>
                                        <p:cTn id="100" dur="166" decel="50000">
                                          <p:stCondLst>
                                            <p:cond delay="1668"/>
                                          </p:stCondLst>
                                        </p:cTn>
                                        <p:tgtEl>
                                          <p:spTgt spid="16"/>
                                        </p:tgtEl>
                                      </p:cBhvr>
                                      <p:to x="100000" y="100000"/>
                                    </p:animScale>
                                    <p:animScale>
                                      <p:cBhvr>
                                        <p:cTn id="101" dur="26">
                                          <p:stCondLst>
                                            <p:cond delay="1808"/>
                                          </p:stCondLst>
                                        </p:cTn>
                                        <p:tgtEl>
                                          <p:spTgt spid="16"/>
                                        </p:tgtEl>
                                      </p:cBhvr>
                                      <p:to x="100000" y="95000"/>
                                    </p:animScale>
                                    <p:animScale>
                                      <p:cBhvr>
                                        <p:cTn id="102" dur="166" decel="50000">
                                          <p:stCondLst>
                                            <p:cond delay="1834"/>
                                          </p:stCondLst>
                                        </p:cTn>
                                        <p:tgtEl>
                                          <p:spTgt spid="16"/>
                                        </p:tgtEl>
                                      </p:cBhvr>
                                      <p:to x="100000" y="100000"/>
                                    </p:animScale>
                                  </p:childTnLst>
                                </p:cTn>
                              </p:par>
                            </p:childTnLst>
                          </p:cTn>
                        </p:par>
                      </p:childTnLst>
                    </p:cTn>
                  </p:par>
                  <p:par>
                    <p:cTn id="103" fill="hold">
                      <p:stCondLst>
                        <p:cond delay="indefinite"/>
                      </p:stCondLst>
                      <p:childTnLst>
                        <p:par>
                          <p:cTn id="104" fill="hold">
                            <p:stCondLst>
                              <p:cond delay="0"/>
                            </p:stCondLst>
                            <p:childTnLst>
                              <p:par>
                                <p:cTn id="105" presetID="31" presetClass="entr" presetSubtype="0" fill="hold" grpId="0" nodeType="clickEffect">
                                  <p:stCondLst>
                                    <p:cond delay="0"/>
                                  </p:stCondLst>
                                  <p:childTnLst>
                                    <p:set>
                                      <p:cBhvr>
                                        <p:cTn id="106" dur="1" fill="hold">
                                          <p:stCondLst>
                                            <p:cond delay="0"/>
                                          </p:stCondLst>
                                        </p:cTn>
                                        <p:tgtEl>
                                          <p:spTgt spid="8"/>
                                        </p:tgtEl>
                                        <p:attrNameLst>
                                          <p:attrName>style.visibility</p:attrName>
                                        </p:attrNameLst>
                                      </p:cBhvr>
                                      <p:to>
                                        <p:strVal val="visible"/>
                                      </p:to>
                                    </p:set>
                                    <p:anim calcmode="lin" valueType="num">
                                      <p:cBhvr>
                                        <p:cTn id="107" dur="1000" fill="hold"/>
                                        <p:tgtEl>
                                          <p:spTgt spid="8"/>
                                        </p:tgtEl>
                                        <p:attrNameLst>
                                          <p:attrName>ppt_w</p:attrName>
                                        </p:attrNameLst>
                                      </p:cBhvr>
                                      <p:tavLst>
                                        <p:tav tm="0">
                                          <p:val>
                                            <p:fltVal val="0"/>
                                          </p:val>
                                        </p:tav>
                                        <p:tav tm="100000">
                                          <p:val>
                                            <p:strVal val="#ppt_w"/>
                                          </p:val>
                                        </p:tav>
                                      </p:tavLst>
                                    </p:anim>
                                    <p:anim calcmode="lin" valueType="num">
                                      <p:cBhvr>
                                        <p:cTn id="108" dur="1000" fill="hold"/>
                                        <p:tgtEl>
                                          <p:spTgt spid="8"/>
                                        </p:tgtEl>
                                        <p:attrNameLst>
                                          <p:attrName>ppt_h</p:attrName>
                                        </p:attrNameLst>
                                      </p:cBhvr>
                                      <p:tavLst>
                                        <p:tav tm="0">
                                          <p:val>
                                            <p:fltVal val="0"/>
                                          </p:val>
                                        </p:tav>
                                        <p:tav tm="100000">
                                          <p:val>
                                            <p:strVal val="#ppt_h"/>
                                          </p:val>
                                        </p:tav>
                                      </p:tavLst>
                                    </p:anim>
                                    <p:anim calcmode="lin" valueType="num">
                                      <p:cBhvr>
                                        <p:cTn id="109" dur="1000" fill="hold"/>
                                        <p:tgtEl>
                                          <p:spTgt spid="8"/>
                                        </p:tgtEl>
                                        <p:attrNameLst>
                                          <p:attrName>style.rotation</p:attrName>
                                        </p:attrNameLst>
                                      </p:cBhvr>
                                      <p:tavLst>
                                        <p:tav tm="0">
                                          <p:val>
                                            <p:fltVal val="90"/>
                                          </p:val>
                                        </p:tav>
                                        <p:tav tm="100000">
                                          <p:val>
                                            <p:fltVal val="0"/>
                                          </p:val>
                                        </p:tav>
                                      </p:tavLst>
                                    </p:anim>
                                    <p:animEffect transition="in" filter="fade">
                                      <p:cBhvr>
                                        <p:cTn id="110" dur="1000"/>
                                        <p:tgtEl>
                                          <p:spTgt spid="8"/>
                                        </p:tgtEl>
                                      </p:cBhvr>
                                    </p:animEffect>
                                  </p:childTnLst>
                                </p:cTn>
                              </p:par>
                              <p:par>
                                <p:cTn id="111" presetID="31" presetClass="entr" presetSubtype="0" fill="hold" grpId="0" nodeType="withEffect">
                                  <p:stCondLst>
                                    <p:cond delay="0"/>
                                  </p:stCondLst>
                                  <p:childTnLst>
                                    <p:set>
                                      <p:cBhvr>
                                        <p:cTn id="112" dur="1" fill="hold">
                                          <p:stCondLst>
                                            <p:cond delay="0"/>
                                          </p:stCondLst>
                                        </p:cTn>
                                        <p:tgtEl>
                                          <p:spTgt spid="40"/>
                                        </p:tgtEl>
                                        <p:attrNameLst>
                                          <p:attrName>style.visibility</p:attrName>
                                        </p:attrNameLst>
                                      </p:cBhvr>
                                      <p:to>
                                        <p:strVal val="visible"/>
                                      </p:to>
                                    </p:set>
                                    <p:anim calcmode="lin" valueType="num">
                                      <p:cBhvr>
                                        <p:cTn id="113" dur="1000" fill="hold"/>
                                        <p:tgtEl>
                                          <p:spTgt spid="40"/>
                                        </p:tgtEl>
                                        <p:attrNameLst>
                                          <p:attrName>ppt_w</p:attrName>
                                        </p:attrNameLst>
                                      </p:cBhvr>
                                      <p:tavLst>
                                        <p:tav tm="0">
                                          <p:val>
                                            <p:fltVal val="0"/>
                                          </p:val>
                                        </p:tav>
                                        <p:tav tm="100000">
                                          <p:val>
                                            <p:strVal val="#ppt_w"/>
                                          </p:val>
                                        </p:tav>
                                      </p:tavLst>
                                    </p:anim>
                                    <p:anim calcmode="lin" valueType="num">
                                      <p:cBhvr>
                                        <p:cTn id="114" dur="1000" fill="hold"/>
                                        <p:tgtEl>
                                          <p:spTgt spid="40"/>
                                        </p:tgtEl>
                                        <p:attrNameLst>
                                          <p:attrName>ppt_h</p:attrName>
                                        </p:attrNameLst>
                                      </p:cBhvr>
                                      <p:tavLst>
                                        <p:tav tm="0">
                                          <p:val>
                                            <p:fltVal val="0"/>
                                          </p:val>
                                        </p:tav>
                                        <p:tav tm="100000">
                                          <p:val>
                                            <p:strVal val="#ppt_h"/>
                                          </p:val>
                                        </p:tav>
                                      </p:tavLst>
                                    </p:anim>
                                    <p:anim calcmode="lin" valueType="num">
                                      <p:cBhvr>
                                        <p:cTn id="115" dur="1000" fill="hold"/>
                                        <p:tgtEl>
                                          <p:spTgt spid="40"/>
                                        </p:tgtEl>
                                        <p:attrNameLst>
                                          <p:attrName>style.rotation</p:attrName>
                                        </p:attrNameLst>
                                      </p:cBhvr>
                                      <p:tavLst>
                                        <p:tav tm="0">
                                          <p:val>
                                            <p:fltVal val="90"/>
                                          </p:val>
                                        </p:tav>
                                        <p:tav tm="100000">
                                          <p:val>
                                            <p:fltVal val="0"/>
                                          </p:val>
                                        </p:tav>
                                      </p:tavLst>
                                    </p:anim>
                                    <p:animEffect transition="in" filter="fade">
                                      <p:cBhvr>
                                        <p:cTn id="116" dur="1000"/>
                                        <p:tgtEl>
                                          <p:spTgt spid="40"/>
                                        </p:tgtEl>
                                      </p:cBhvr>
                                    </p:animEffect>
                                  </p:childTnLst>
                                </p:cTn>
                              </p:par>
                              <p:par>
                                <p:cTn id="117" presetID="31" presetClass="entr" presetSubtype="0" fill="hold" grpId="0" nodeType="withEffect">
                                  <p:stCondLst>
                                    <p:cond delay="0"/>
                                  </p:stCondLst>
                                  <p:childTnLst>
                                    <p:set>
                                      <p:cBhvr>
                                        <p:cTn id="118" dur="1" fill="hold">
                                          <p:stCondLst>
                                            <p:cond delay="0"/>
                                          </p:stCondLst>
                                        </p:cTn>
                                        <p:tgtEl>
                                          <p:spTgt spid="2"/>
                                        </p:tgtEl>
                                        <p:attrNameLst>
                                          <p:attrName>style.visibility</p:attrName>
                                        </p:attrNameLst>
                                      </p:cBhvr>
                                      <p:to>
                                        <p:strVal val="visible"/>
                                      </p:to>
                                    </p:set>
                                    <p:anim calcmode="lin" valueType="num">
                                      <p:cBhvr>
                                        <p:cTn id="119" dur="1000" fill="hold"/>
                                        <p:tgtEl>
                                          <p:spTgt spid="2"/>
                                        </p:tgtEl>
                                        <p:attrNameLst>
                                          <p:attrName>ppt_w</p:attrName>
                                        </p:attrNameLst>
                                      </p:cBhvr>
                                      <p:tavLst>
                                        <p:tav tm="0">
                                          <p:val>
                                            <p:fltVal val="0"/>
                                          </p:val>
                                        </p:tav>
                                        <p:tav tm="100000">
                                          <p:val>
                                            <p:strVal val="#ppt_w"/>
                                          </p:val>
                                        </p:tav>
                                      </p:tavLst>
                                    </p:anim>
                                    <p:anim calcmode="lin" valueType="num">
                                      <p:cBhvr>
                                        <p:cTn id="120" dur="1000" fill="hold"/>
                                        <p:tgtEl>
                                          <p:spTgt spid="2"/>
                                        </p:tgtEl>
                                        <p:attrNameLst>
                                          <p:attrName>ppt_h</p:attrName>
                                        </p:attrNameLst>
                                      </p:cBhvr>
                                      <p:tavLst>
                                        <p:tav tm="0">
                                          <p:val>
                                            <p:fltVal val="0"/>
                                          </p:val>
                                        </p:tav>
                                        <p:tav tm="100000">
                                          <p:val>
                                            <p:strVal val="#ppt_h"/>
                                          </p:val>
                                        </p:tav>
                                      </p:tavLst>
                                    </p:anim>
                                    <p:anim calcmode="lin" valueType="num">
                                      <p:cBhvr>
                                        <p:cTn id="121" dur="1000" fill="hold"/>
                                        <p:tgtEl>
                                          <p:spTgt spid="2"/>
                                        </p:tgtEl>
                                        <p:attrNameLst>
                                          <p:attrName>style.rotation</p:attrName>
                                        </p:attrNameLst>
                                      </p:cBhvr>
                                      <p:tavLst>
                                        <p:tav tm="0">
                                          <p:val>
                                            <p:fltVal val="90"/>
                                          </p:val>
                                        </p:tav>
                                        <p:tav tm="100000">
                                          <p:val>
                                            <p:fltVal val="0"/>
                                          </p:val>
                                        </p:tav>
                                      </p:tavLst>
                                    </p:anim>
                                    <p:animEffect transition="in" filter="fade">
                                      <p:cBhvr>
                                        <p:cTn id="122" dur="1000"/>
                                        <p:tgtEl>
                                          <p:spTgt spid="2"/>
                                        </p:tgtEl>
                                      </p:cBhvr>
                                    </p:animEffect>
                                  </p:childTnLst>
                                </p:cTn>
                              </p:par>
                              <p:par>
                                <p:cTn id="123" presetID="31" presetClass="entr" presetSubtype="0" fill="hold" grpId="0" nodeType="withEffect">
                                  <p:stCondLst>
                                    <p:cond delay="0"/>
                                  </p:stCondLst>
                                  <p:childTnLst>
                                    <p:set>
                                      <p:cBhvr>
                                        <p:cTn id="124" dur="1" fill="hold">
                                          <p:stCondLst>
                                            <p:cond delay="0"/>
                                          </p:stCondLst>
                                        </p:cTn>
                                        <p:tgtEl>
                                          <p:spTgt spid="19"/>
                                        </p:tgtEl>
                                        <p:attrNameLst>
                                          <p:attrName>style.visibility</p:attrName>
                                        </p:attrNameLst>
                                      </p:cBhvr>
                                      <p:to>
                                        <p:strVal val="visible"/>
                                      </p:to>
                                    </p:set>
                                    <p:anim calcmode="lin" valueType="num">
                                      <p:cBhvr>
                                        <p:cTn id="125" dur="1000" fill="hold"/>
                                        <p:tgtEl>
                                          <p:spTgt spid="19"/>
                                        </p:tgtEl>
                                        <p:attrNameLst>
                                          <p:attrName>ppt_w</p:attrName>
                                        </p:attrNameLst>
                                      </p:cBhvr>
                                      <p:tavLst>
                                        <p:tav tm="0">
                                          <p:val>
                                            <p:fltVal val="0"/>
                                          </p:val>
                                        </p:tav>
                                        <p:tav tm="100000">
                                          <p:val>
                                            <p:strVal val="#ppt_w"/>
                                          </p:val>
                                        </p:tav>
                                      </p:tavLst>
                                    </p:anim>
                                    <p:anim calcmode="lin" valueType="num">
                                      <p:cBhvr>
                                        <p:cTn id="126" dur="1000" fill="hold"/>
                                        <p:tgtEl>
                                          <p:spTgt spid="19"/>
                                        </p:tgtEl>
                                        <p:attrNameLst>
                                          <p:attrName>ppt_h</p:attrName>
                                        </p:attrNameLst>
                                      </p:cBhvr>
                                      <p:tavLst>
                                        <p:tav tm="0">
                                          <p:val>
                                            <p:fltVal val="0"/>
                                          </p:val>
                                        </p:tav>
                                        <p:tav tm="100000">
                                          <p:val>
                                            <p:strVal val="#ppt_h"/>
                                          </p:val>
                                        </p:tav>
                                      </p:tavLst>
                                    </p:anim>
                                    <p:anim calcmode="lin" valueType="num">
                                      <p:cBhvr>
                                        <p:cTn id="127" dur="1000" fill="hold"/>
                                        <p:tgtEl>
                                          <p:spTgt spid="19"/>
                                        </p:tgtEl>
                                        <p:attrNameLst>
                                          <p:attrName>style.rotation</p:attrName>
                                        </p:attrNameLst>
                                      </p:cBhvr>
                                      <p:tavLst>
                                        <p:tav tm="0">
                                          <p:val>
                                            <p:fltVal val="90"/>
                                          </p:val>
                                        </p:tav>
                                        <p:tav tm="100000">
                                          <p:val>
                                            <p:fltVal val="0"/>
                                          </p:val>
                                        </p:tav>
                                      </p:tavLst>
                                    </p:anim>
                                    <p:animEffect transition="in" filter="fade">
                                      <p:cBhvr>
                                        <p:cTn id="128" dur="1000"/>
                                        <p:tgtEl>
                                          <p:spTgt spid="19"/>
                                        </p:tgtEl>
                                      </p:cBhvr>
                                    </p:animEffect>
                                  </p:childTnLst>
                                </p:cTn>
                              </p:par>
                              <p:par>
                                <p:cTn id="129" presetID="31" presetClass="entr" presetSubtype="0" fill="hold" nodeType="withEffect">
                                  <p:stCondLst>
                                    <p:cond delay="0"/>
                                  </p:stCondLst>
                                  <p:childTnLst>
                                    <p:set>
                                      <p:cBhvr>
                                        <p:cTn id="130" dur="1" fill="hold">
                                          <p:stCondLst>
                                            <p:cond delay="0"/>
                                          </p:stCondLst>
                                        </p:cTn>
                                        <p:tgtEl>
                                          <p:spTgt spid="60"/>
                                        </p:tgtEl>
                                        <p:attrNameLst>
                                          <p:attrName>style.visibility</p:attrName>
                                        </p:attrNameLst>
                                      </p:cBhvr>
                                      <p:to>
                                        <p:strVal val="visible"/>
                                      </p:to>
                                    </p:set>
                                    <p:anim calcmode="lin" valueType="num">
                                      <p:cBhvr>
                                        <p:cTn id="131" dur="1000" fill="hold"/>
                                        <p:tgtEl>
                                          <p:spTgt spid="60"/>
                                        </p:tgtEl>
                                        <p:attrNameLst>
                                          <p:attrName>ppt_w</p:attrName>
                                        </p:attrNameLst>
                                      </p:cBhvr>
                                      <p:tavLst>
                                        <p:tav tm="0">
                                          <p:val>
                                            <p:fltVal val="0"/>
                                          </p:val>
                                        </p:tav>
                                        <p:tav tm="100000">
                                          <p:val>
                                            <p:strVal val="#ppt_w"/>
                                          </p:val>
                                        </p:tav>
                                      </p:tavLst>
                                    </p:anim>
                                    <p:anim calcmode="lin" valueType="num">
                                      <p:cBhvr>
                                        <p:cTn id="132" dur="1000" fill="hold"/>
                                        <p:tgtEl>
                                          <p:spTgt spid="60"/>
                                        </p:tgtEl>
                                        <p:attrNameLst>
                                          <p:attrName>ppt_h</p:attrName>
                                        </p:attrNameLst>
                                      </p:cBhvr>
                                      <p:tavLst>
                                        <p:tav tm="0">
                                          <p:val>
                                            <p:fltVal val="0"/>
                                          </p:val>
                                        </p:tav>
                                        <p:tav tm="100000">
                                          <p:val>
                                            <p:strVal val="#ppt_h"/>
                                          </p:val>
                                        </p:tav>
                                      </p:tavLst>
                                    </p:anim>
                                    <p:anim calcmode="lin" valueType="num">
                                      <p:cBhvr>
                                        <p:cTn id="133" dur="1000" fill="hold"/>
                                        <p:tgtEl>
                                          <p:spTgt spid="60"/>
                                        </p:tgtEl>
                                        <p:attrNameLst>
                                          <p:attrName>style.rotation</p:attrName>
                                        </p:attrNameLst>
                                      </p:cBhvr>
                                      <p:tavLst>
                                        <p:tav tm="0">
                                          <p:val>
                                            <p:fltVal val="90"/>
                                          </p:val>
                                        </p:tav>
                                        <p:tav tm="100000">
                                          <p:val>
                                            <p:fltVal val="0"/>
                                          </p:val>
                                        </p:tav>
                                      </p:tavLst>
                                    </p:anim>
                                    <p:animEffect transition="in" filter="fade">
                                      <p:cBhvr>
                                        <p:cTn id="134" dur="1000"/>
                                        <p:tgtEl>
                                          <p:spTgt spid="60"/>
                                        </p:tgtEl>
                                      </p:cBhvr>
                                    </p:animEffect>
                                  </p:childTnLst>
                                </p:cTn>
                              </p:par>
                              <p:par>
                                <p:cTn id="135" presetID="31" presetClass="entr" presetSubtype="0" fill="hold" grpId="0" nodeType="withEffect">
                                  <p:stCondLst>
                                    <p:cond delay="0"/>
                                  </p:stCondLst>
                                  <p:childTnLst>
                                    <p:set>
                                      <p:cBhvr>
                                        <p:cTn id="136" dur="1" fill="hold">
                                          <p:stCondLst>
                                            <p:cond delay="0"/>
                                          </p:stCondLst>
                                        </p:cTn>
                                        <p:tgtEl>
                                          <p:spTgt spid="25"/>
                                        </p:tgtEl>
                                        <p:attrNameLst>
                                          <p:attrName>style.visibility</p:attrName>
                                        </p:attrNameLst>
                                      </p:cBhvr>
                                      <p:to>
                                        <p:strVal val="visible"/>
                                      </p:to>
                                    </p:set>
                                    <p:anim calcmode="lin" valueType="num">
                                      <p:cBhvr>
                                        <p:cTn id="137" dur="1000" fill="hold"/>
                                        <p:tgtEl>
                                          <p:spTgt spid="25"/>
                                        </p:tgtEl>
                                        <p:attrNameLst>
                                          <p:attrName>ppt_w</p:attrName>
                                        </p:attrNameLst>
                                      </p:cBhvr>
                                      <p:tavLst>
                                        <p:tav tm="0">
                                          <p:val>
                                            <p:fltVal val="0"/>
                                          </p:val>
                                        </p:tav>
                                        <p:tav tm="100000">
                                          <p:val>
                                            <p:strVal val="#ppt_w"/>
                                          </p:val>
                                        </p:tav>
                                      </p:tavLst>
                                    </p:anim>
                                    <p:anim calcmode="lin" valueType="num">
                                      <p:cBhvr>
                                        <p:cTn id="138" dur="1000" fill="hold"/>
                                        <p:tgtEl>
                                          <p:spTgt spid="25"/>
                                        </p:tgtEl>
                                        <p:attrNameLst>
                                          <p:attrName>ppt_h</p:attrName>
                                        </p:attrNameLst>
                                      </p:cBhvr>
                                      <p:tavLst>
                                        <p:tav tm="0">
                                          <p:val>
                                            <p:fltVal val="0"/>
                                          </p:val>
                                        </p:tav>
                                        <p:tav tm="100000">
                                          <p:val>
                                            <p:strVal val="#ppt_h"/>
                                          </p:val>
                                        </p:tav>
                                      </p:tavLst>
                                    </p:anim>
                                    <p:anim calcmode="lin" valueType="num">
                                      <p:cBhvr>
                                        <p:cTn id="139" dur="1000" fill="hold"/>
                                        <p:tgtEl>
                                          <p:spTgt spid="25"/>
                                        </p:tgtEl>
                                        <p:attrNameLst>
                                          <p:attrName>style.rotation</p:attrName>
                                        </p:attrNameLst>
                                      </p:cBhvr>
                                      <p:tavLst>
                                        <p:tav tm="0">
                                          <p:val>
                                            <p:fltVal val="90"/>
                                          </p:val>
                                        </p:tav>
                                        <p:tav tm="100000">
                                          <p:val>
                                            <p:fltVal val="0"/>
                                          </p:val>
                                        </p:tav>
                                      </p:tavLst>
                                    </p:anim>
                                    <p:animEffect transition="in" filter="fade">
                                      <p:cBhvr>
                                        <p:cTn id="140" dur="1000"/>
                                        <p:tgtEl>
                                          <p:spTgt spid="25"/>
                                        </p:tgtEl>
                                      </p:cBhvr>
                                    </p:animEffect>
                                  </p:childTnLst>
                                </p:cTn>
                              </p:par>
                              <p:par>
                                <p:cTn id="141" presetID="31" presetClass="entr" presetSubtype="0" fill="hold" grpId="0" nodeType="withEffect">
                                  <p:stCondLst>
                                    <p:cond delay="0"/>
                                  </p:stCondLst>
                                  <p:childTnLst>
                                    <p:set>
                                      <p:cBhvr>
                                        <p:cTn id="142" dur="1" fill="hold">
                                          <p:stCondLst>
                                            <p:cond delay="0"/>
                                          </p:stCondLst>
                                        </p:cTn>
                                        <p:tgtEl>
                                          <p:spTgt spid="24"/>
                                        </p:tgtEl>
                                        <p:attrNameLst>
                                          <p:attrName>style.visibility</p:attrName>
                                        </p:attrNameLst>
                                      </p:cBhvr>
                                      <p:to>
                                        <p:strVal val="visible"/>
                                      </p:to>
                                    </p:set>
                                    <p:anim calcmode="lin" valueType="num">
                                      <p:cBhvr>
                                        <p:cTn id="143" dur="1000" fill="hold"/>
                                        <p:tgtEl>
                                          <p:spTgt spid="24"/>
                                        </p:tgtEl>
                                        <p:attrNameLst>
                                          <p:attrName>ppt_w</p:attrName>
                                        </p:attrNameLst>
                                      </p:cBhvr>
                                      <p:tavLst>
                                        <p:tav tm="0">
                                          <p:val>
                                            <p:fltVal val="0"/>
                                          </p:val>
                                        </p:tav>
                                        <p:tav tm="100000">
                                          <p:val>
                                            <p:strVal val="#ppt_w"/>
                                          </p:val>
                                        </p:tav>
                                      </p:tavLst>
                                    </p:anim>
                                    <p:anim calcmode="lin" valueType="num">
                                      <p:cBhvr>
                                        <p:cTn id="144" dur="1000" fill="hold"/>
                                        <p:tgtEl>
                                          <p:spTgt spid="24"/>
                                        </p:tgtEl>
                                        <p:attrNameLst>
                                          <p:attrName>ppt_h</p:attrName>
                                        </p:attrNameLst>
                                      </p:cBhvr>
                                      <p:tavLst>
                                        <p:tav tm="0">
                                          <p:val>
                                            <p:fltVal val="0"/>
                                          </p:val>
                                        </p:tav>
                                        <p:tav tm="100000">
                                          <p:val>
                                            <p:strVal val="#ppt_h"/>
                                          </p:val>
                                        </p:tav>
                                      </p:tavLst>
                                    </p:anim>
                                    <p:anim calcmode="lin" valueType="num">
                                      <p:cBhvr>
                                        <p:cTn id="145" dur="1000" fill="hold"/>
                                        <p:tgtEl>
                                          <p:spTgt spid="24"/>
                                        </p:tgtEl>
                                        <p:attrNameLst>
                                          <p:attrName>style.rotation</p:attrName>
                                        </p:attrNameLst>
                                      </p:cBhvr>
                                      <p:tavLst>
                                        <p:tav tm="0">
                                          <p:val>
                                            <p:fltVal val="90"/>
                                          </p:val>
                                        </p:tav>
                                        <p:tav tm="100000">
                                          <p:val>
                                            <p:fltVal val="0"/>
                                          </p:val>
                                        </p:tav>
                                      </p:tavLst>
                                    </p:anim>
                                    <p:animEffect transition="in" filter="fade">
                                      <p:cBhvr>
                                        <p:cTn id="146" dur="1000"/>
                                        <p:tgtEl>
                                          <p:spTgt spid="24"/>
                                        </p:tgtEl>
                                      </p:cBhvr>
                                    </p:animEffect>
                                  </p:childTnLst>
                                </p:cTn>
                              </p:par>
                              <p:par>
                                <p:cTn id="147" presetID="31" presetClass="entr" presetSubtype="0" fill="hold" grpId="0" nodeType="withEffect">
                                  <p:stCondLst>
                                    <p:cond delay="0"/>
                                  </p:stCondLst>
                                  <p:childTnLst>
                                    <p:set>
                                      <p:cBhvr>
                                        <p:cTn id="148" dur="1" fill="hold">
                                          <p:stCondLst>
                                            <p:cond delay="0"/>
                                          </p:stCondLst>
                                        </p:cTn>
                                        <p:tgtEl>
                                          <p:spTgt spid="52"/>
                                        </p:tgtEl>
                                        <p:attrNameLst>
                                          <p:attrName>style.visibility</p:attrName>
                                        </p:attrNameLst>
                                      </p:cBhvr>
                                      <p:to>
                                        <p:strVal val="visible"/>
                                      </p:to>
                                    </p:set>
                                    <p:anim calcmode="lin" valueType="num">
                                      <p:cBhvr>
                                        <p:cTn id="149" dur="1000" fill="hold"/>
                                        <p:tgtEl>
                                          <p:spTgt spid="52"/>
                                        </p:tgtEl>
                                        <p:attrNameLst>
                                          <p:attrName>ppt_w</p:attrName>
                                        </p:attrNameLst>
                                      </p:cBhvr>
                                      <p:tavLst>
                                        <p:tav tm="0">
                                          <p:val>
                                            <p:fltVal val="0"/>
                                          </p:val>
                                        </p:tav>
                                        <p:tav tm="100000">
                                          <p:val>
                                            <p:strVal val="#ppt_w"/>
                                          </p:val>
                                        </p:tav>
                                      </p:tavLst>
                                    </p:anim>
                                    <p:anim calcmode="lin" valueType="num">
                                      <p:cBhvr>
                                        <p:cTn id="150" dur="1000" fill="hold"/>
                                        <p:tgtEl>
                                          <p:spTgt spid="52"/>
                                        </p:tgtEl>
                                        <p:attrNameLst>
                                          <p:attrName>ppt_h</p:attrName>
                                        </p:attrNameLst>
                                      </p:cBhvr>
                                      <p:tavLst>
                                        <p:tav tm="0">
                                          <p:val>
                                            <p:fltVal val="0"/>
                                          </p:val>
                                        </p:tav>
                                        <p:tav tm="100000">
                                          <p:val>
                                            <p:strVal val="#ppt_h"/>
                                          </p:val>
                                        </p:tav>
                                      </p:tavLst>
                                    </p:anim>
                                    <p:anim calcmode="lin" valueType="num">
                                      <p:cBhvr>
                                        <p:cTn id="151" dur="1000" fill="hold"/>
                                        <p:tgtEl>
                                          <p:spTgt spid="52"/>
                                        </p:tgtEl>
                                        <p:attrNameLst>
                                          <p:attrName>style.rotation</p:attrName>
                                        </p:attrNameLst>
                                      </p:cBhvr>
                                      <p:tavLst>
                                        <p:tav tm="0">
                                          <p:val>
                                            <p:fltVal val="90"/>
                                          </p:val>
                                        </p:tav>
                                        <p:tav tm="100000">
                                          <p:val>
                                            <p:fltVal val="0"/>
                                          </p:val>
                                        </p:tav>
                                      </p:tavLst>
                                    </p:anim>
                                    <p:animEffect transition="in" filter="fade">
                                      <p:cBhvr>
                                        <p:cTn id="152" dur="1000"/>
                                        <p:tgtEl>
                                          <p:spTgt spid="52"/>
                                        </p:tgtEl>
                                      </p:cBhvr>
                                    </p:animEffect>
                                  </p:childTnLst>
                                </p:cTn>
                              </p:par>
                            </p:childTnLst>
                          </p:cTn>
                        </p:par>
                      </p:childTnLst>
                    </p:cTn>
                  </p:par>
                  <p:par>
                    <p:cTn id="153" fill="hold">
                      <p:stCondLst>
                        <p:cond delay="indefinite"/>
                      </p:stCondLst>
                      <p:childTnLst>
                        <p:par>
                          <p:cTn id="154" fill="hold">
                            <p:stCondLst>
                              <p:cond delay="0"/>
                            </p:stCondLst>
                            <p:childTnLst>
                              <p:par>
                                <p:cTn id="155" presetID="31" presetClass="entr" presetSubtype="0" fill="hold" grpId="0" nodeType="clickEffect">
                                  <p:stCondLst>
                                    <p:cond delay="0"/>
                                  </p:stCondLst>
                                  <p:childTnLst>
                                    <p:set>
                                      <p:cBhvr>
                                        <p:cTn id="156" dur="1" fill="hold">
                                          <p:stCondLst>
                                            <p:cond delay="0"/>
                                          </p:stCondLst>
                                        </p:cTn>
                                        <p:tgtEl>
                                          <p:spTgt spid="3"/>
                                        </p:tgtEl>
                                        <p:attrNameLst>
                                          <p:attrName>style.visibility</p:attrName>
                                        </p:attrNameLst>
                                      </p:cBhvr>
                                      <p:to>
                                        <p:strVal val="visible"/>
                                      </p:to>
                                    </p:set>
                                    <p:anim calcmode="lin" valueType="num">
                                      <p:cBhvr>
                                        <p:cTn id="157" dur="1000" fill="hold"/>
                                        <p:tgtEl>
                                          <p:spTgt spid="3"/>
                                        </p:tgtEl>
                                        <p:attrNameLst>
                                          <p:attrName>ppt_w</p:attrName>
                                        </p:attrNameLst>
                                      </p:cBhvr>
                                      <p:tavLst>
                                        <p:tav tm="0">
                                          <p:val>
                                            <p:fltVal val="0"/>
                                          </p:val>
                                        </p:tav>
                                        <p:tav tm="100000">
                                          <p:val>
                                            <p:strVal val="#ppt_w"/>
                                          </p:val>
                                        </p:tav>
                                      </p:tavLst>
                                    </p:anim>
                                    <p:anim calcmode="lin" valueType="num">
                                      <p:cBhvr>
                                        <p:cTn id="158" dur="1000" fill="hold"/>
                                        <p:tgtEl>
                                          <p:spTgt spid="3"/>
                                        </p:tgtEl>
                                        <p:attrNameLst>
                                          <p:attrName>ppt_h</p:attrName>
                                        </p:attrNameLst>
                                      </p:cBhvr>
                                      <p:tavLst>
                                        <p:tav tm="0">
                                          <p:val>
                                            <p:fltVal val="0"/>
                                          </p:val>
                                        </p:tav>
                                        <p:tav tm="100000">
                                          <p:val>
                                            <p:strVal val="#ppt_h"/>
                                          </p:val>
                                        </p:tav>
                                      </p:tavLst>
                                    </p:anim>
                                    <p:anim calcmode="lin" valueType="num">
                                      <p:cBhvr>
                                        <p:cTn id="159" dur="1000" fill="hold"/>
                                        <p:tgtEl>
                                          <p:spTgt spid="3"/>
                                        </p:tgtEl>
                                        <p:attrNameLst>
                                          <p:attrName>style.rotation</p:attrName>
                                        </p:attrNameLst>
                                      </p:cBhvr>
                                      <p:tavLst>
                                        <p:tav tm="0">
                                          <p:val>
                                            <p:fltVal val="90"/>
                                          </p:val>
                                        </p:tav>
                                        <p:tav tm="100000">
                                          <p:val>
                                            <p:fltVal val="0"/>
                                          </p:val>
                                        </p:tav>
                                      </p:tavLst>
                                    </p:anim>
                                    <p:animEffect transition="in" filter="fade">
                                      <p:cBhvr>
                                        <p:cTn id="160" dur="1000"/>
                                        <p:tgtEl>
                                          <p:spTgt spid="3"/>
                                        </p:tgtEl>
                                      </p:cBhvr>
                                    </p:animEffect>
                                  </p:childTnLst>
                                </p:cTn>
                              </p:par>
                              <p:par>
                                <p:cTn id="161" presetID="31" presetClass="entr" presetSubtype="0" fill="hold" grpId="0" nodeType="withEffect">
                                  <p:stCondLst>
                                    <p:cond delay="0"/>
                                  </p:stCondLst>
                                  <p:childTnLst>
                                    <p:set>
                                      <p:cBhvr>
                                        <p:cTn id="162" dur="1" fill="hold">
                                          <p:stCondLst>
                                            <p:cond delay="0"/>
                                          </p:stCondLst>
                                        </p:cTn>
                                        <p:tgtEl>
                                          <p:spTgt spid="7"/>
                                        </p:tgtEl>
                                        <p:attrNameLst>
                                          <p:attrName>style.visibility</p:attrName>
                                        </p:attrNameLst>
                                      </p:cBhvr>
                                      <p:to>
                                        <p:strVal val="visible"/>
                                      </p:to>
                                    </p:set>
                                    <p:anim calcmode="lin" valueType="num">
                                      <p:cBhvr>
                                        <p:cTn id="163" dur="1000" fill="hold"/>
                                        <p:tgtEl>
                                          <p:spTgt spid="7"/>
                                        </p:tgtEl>
                                        <p:attrNameLst>
                                          <p:attrName>ppt_w</p:attrName>
                                        </p:attrNameLst>
                                      </p:cBhvr>
                                      <p:tavLst>
                                        <p:tav tm="0">
                                          <p:val>
                                            <p:fltVal val="0"/>
                                          </p:val>
                                        </p:tav>
                                        <p:tav tm="100000">
                                          <p:val>
                                            <p:strVal val="#ppt_w"/>
                                          </p:val>
                                        </p:tav>
                                      </p:tavLst>
                                    </p:anim>
                                    <p:anim calcmode="lin" valueType="num">
                                      <p:cBhvr>
                                        <p:cTn id="164" dur="1000" fill="hold"/>
                                        <p:tgtEl>
                                          <p:spTgt spid="7"/>
                                        </p:tgtEl>
                                        <p:attrNameLst>
                                          <p:attrName>ppt_h</p:attrName>
                                        </p:attrNameLst>
                                      </p:cBhvr>
                                      <p:tavLst>
                                        <p:tav tm="0">
                                          <p:val>
                                            <p:fltVal val="0"/>
                                          </p:val>
                                        </p:tav>
                                        <p:tav tm="100000">
                                          <p:val>
                                            <p:strVal val="#ppt_h"/>
                                          </p:val>
                                        </p:tav>
                                      </p:tavLst>
                                    </p:anim>
                                    <p:anim calcmode="lin" valueType="num">
                                      <p:cBhvr>
                                        <p:cTn id="165" dur="1000" fill="hold"/>
                                        <p:tgtEl>
                                          <p:spTgt spid="7"/>
                                        </p:tgtEl>
                                        <p:attrNameLst>
                                          <p:attrName>style.rotation</p:attrName>
                                        </p:attrNameLst>
                                      </p:cBhvr>
                                      <p:tavLst>
                                        <p:tav tm="0">
                                          <p:val>
                                            <p:fltVal val="90"/>
                                          </p:val>
                                        </p:tav>
                                        <p:tav tm="100000">
                                          <p:val>
                                            <p:fltVal val="0"/>
                                          </p:val>
                                        </p:tav>
                                      </p:tavLst>
                                    </p:anim>
                                    <p:animEffect transition="in" filter="fade">
                                      <p:cBhvr>
                                        <p:cTn id="166" dur="1000"/>
                                        <p:tgtEl>
                                          <p:spTgt spid="7"/>
                                        </p:tgtEl>
                                      </p:cBhvr>
                                    </p:animEffect>
                                  </p:childTnLst>
                                </p:cTn>
                              </p:par>
                              <p:par>
                                <p:cTn id="167" presetID="31" presetClass="entr" presetSubtype="0" fill="hold" grpId="0" nodeType="withEffect">
                                  <p:stCondLst>
                                    <p:cond delay="0"/>
                                  </p:stCondLst>
                                  <p:childTnLst>
                                    <p:set>
                                      <p:cBhvr>
                                        <p:cTn id="168" dur="1" fill="hold">
                                          <p:stCondLst>
                                            <p:cond delay="0"/>
                                          </p:stCondLst>
                                        </p:cTn>
                                        <p:tgtEl>
                                          <p:spTgt spid="54"/>
                                        </p:tgtEl>
                                        <p:attrNameLst>
                                          <p:attrName>style.visibility</p:attrName>
                                        </p:attrNameLst>
                                      </p:cBhvr>
                                      <p:to>
                                        <p:strVal val="visible"/>
                                      </p:to>
                                    </p:set>
                                    <p:anim calcmode="lin" valueType="num">
                                      <p:cBhvr>
                                        <p:cTn id="169" dur="1000" fill="hold"/>
                                        <p:tgtEl>
                                          <p:spTgt spid="54"/>
                                        </p:tgtEl>
                                        <p:attrNameLst>
                                          <p:attrName>ppt_w</p:attrName>
                                        </p:attrNameLst>
                                      </p:cBhvr>
                                      <p:tavLst>
                                        <p:tav tm="0">
                                          <p:val>
                                            <p:fltVal val="0"/>
                                          </p:val>
                                        </p:tav>
                                        <p:tav tm="100000">
                                          <p:val>
                                            <p:strVal val="#ppt_w"/>
                                          </p:val>
                                        </p:tav>
                                      </p:tavLst>
                                    </p:anim>
                                    <p:anim calcmode="lin" valueType="num">
                                      <p:cBhvr>
                                        <p:cTn id="170" dur="1000" fill="hold"/>
                                        <p:tgtEl>
                                          <p:spTgt spid="54"/>
                                        </p:tgtEl>
                                        <p:attrNameLst>
                                          <p:attrName>ppt_h</p:attrName>
                                        </p:attrNameLst>
                                      </p:cBhvr>
                                      <p:tavLst>
                                        <p:tav tm="0">
                                          <p:val>
                                            <p:fltVal val="0"/>
                                          </p:val>
                                        </p:tav>
                                        <p:tav tm="100000">
                                          <p:val>
                                            <p:strVal val="#ppt_h"/>
                                          </p:val>
                                        </p:tav>
                                      </p:tavLst>
                                    </p:anim>
                                    <p:anim calcmode="lin" valueType="num">
                                      <p:cBhvr>
                                        <p:cTn id="171" dur="1000" fill="hold"/>
                                        <p:tgtEl>
                                          <p:spTgt spid="54"/>
                                        </p:tgtEl>
                                        <p:attrNameLst>
                                          <p:attrName>style.rotation</p:attrName>
                                        </p:attrNameLst>
                                      </p:cBhvr>
                                      <p:tavLst>
                                        <p:tav tm="0">
                                          <p:val>
                                            <p:fltVal val="90"/>
                                          </p:val>
                                        </p:tav>
                                        <p:tav tm="100000">
                                          <p:val>
                                            <p:fltVal val="0"/>
                                          </p:val>
                                        </p:tav>
                                      </p:tavLst>
                                    </p:anim>
                                    <p:animEffect transition="in" filter="fade">
                                      <p:cBhvr>
                                        <p:cTn id="172" dur="1000"/>
                                        <p:tgtEl>
                                          <p:spTgt spid="54"/>
                                        </p:tgtEl>
                                      </p:cBhvr>
                                    </p:animEffect>
                                  </p:childTnLst>
                                </p:cTn>
                              </p:par>
                              <p:par>
                                <p:cTn id="173" presetID="31" presetClass="entr" presetSubtype="0" fill="hold" grpId="0" nodeType="withEffect">
                                  <p:stCondLst>
                                    <p:cond delay="0"/>
                                  </p:stCondLst>
                                  <p:childTnLst>
                                    <p:set>
                                      <p:cBhvr>
                                        <p:cTn id="174" dur="1" fill="hold">
                                          <p:stCondLst>
                                            <p:cond delay="0"/>
                                          </p:stCondLst>
                                        </p:cTn>
                                        <p:tgtEl>
                                          <p:spTgt spid="20"/>
                                        </p:tgtEl>
                                        <p:attrNameLst>
                                          <p:attrName>style.visibility</p:attrName>
                                        </p:attrNameLst>
                                      </p:cBhvr>
                                      <p:to>
                                        <p:strVal val="visible"/>
                                      </p:to>
                                    </p:set>
                                    <p:anim calcmode="lin" valueType="num">
                                      <p:cBhvr>
                                        <p:cTn id="175" dur="1000" fill="hold"/>
                                        <p:tgtEl>
                                          <p:spTgt spid="20"/>
                                        </p:tgtEl>
                                        <p:attrNameLst>
                                          <p:attrName>ppt_w</p:attrName>
                                        </p:attrNameLst>
                                      </p:cBhvr>
                                      <p:tavLst>
                                        <p:tav tm="0">
                                          <p:val>
                                            <p:fltVal val="0"/>
                                          </p:val>
                                        </p:tav>
                                        <p:tav tm="100000">
                                          <p:val>
                                            <p:strVal val="#ppt_w"/>
                                          </p:val>
                                        </p:tav>
                                      </p:tavLst>
                                    </p:anim>
                                    <p:anim calcmode="lin" valueType="num">
                                      <p:cBhvr>
                                        <p:cTn id="176" dur="1000" fill="hold"/>
                                        <p:tgtEl>
                                          <p:spTgt spid="20"/>
                                        </p:tgtEl>
                                        <p:attrNameLst>
                                          <p:attrName>ppt_h</p:attrName>
                                        </p:attrNameLst>
                                      </p:cBhvr>
                                      <p:tavLst>
                                        <p:tav tm="0">
                                          <p:val>
                                            <p:fltVal val="0"/>
                                          </p:val>
                                        </p:tav>
                                        <p:tav tm="100000">
                                          <p:val>
                                            <p:strVal val="#ppt_h"/>
                                          </p:val>
                                        </p:tav>
                                      </p:tavLst>
                                    </p:anim>
                                    <p:anim calcmode="lin" valueType="num">
                                      <p:cBhvr>
                                        <p:cTn id="177" dur="1000" fill="hold"/>
                                        <p:tgtEl>
                                          <p:spTgt spid="20"/>
                                        </p:tgtEl>
                                        <p:attrNameLst>
                                          <p:attrName>style.rotation</p:attrName>
                                        </p:attrNameLst>
                                      </p:cBhvr>
                                      <p:tavLst>
                                        <p:tav tm="0">
                                          <p:val>
                                            <p:fltVal val="90"/>
                                          </p:val>
                                        </p:tav>
                                        <p:tav tm="100000">
                                          <p:val>
                                            <p:fltVal val="0"/>
                                          </p:val>
                                        </p:tav>
                                      </p:tavLst>
                                    </p:anim>
                                    <p:animEffect transition="in" filter="fade">
                                      <p:cBhvr>
                                        <p:cTn id="178" dur="1000"/>
                                        <p:tgtEl>
                                          <p:spTgt spid="20"/>
                                        </p:tgtEl>
                                      </p:cBhvr>
                                    </p:animEffect>
                                  </p:childTnLst>
                                </p:cTn>
                              </p:par>
                              <p:par>
                                <p:cTn id="179" presetID="31" presetClass="entr" presetSubtype="0" fill="hold" grpId="0" nodeType="withEffect">
                                  <p:stCondLst>
                                    <p:cond delay="0"/>
                                  </p:stCondLst>
                                  <p:childTnLst>
                                    <p:set>
                                      <p:cBhvr>
                                        <p:cTn id="180" dur="1" fill="hold">
                                          <p:stCondLst>
                                            <p:cond delay="0"/>
                                          </p:stCondLst>
                                        </p:cTn>
                                        <p:tgtEl>
                                          <p:spTgt spid="35"/>
                                        </p:tgtEl>
                                        <p:attrNameLst>
                                          <p:attrName>style.visibility</p:attrName>
                                        </p:attrNameLst>
                                      </p:cBhvr>
                                      <p:to>
                                        <p:strVal val="visible"/>
                                      </p:to>
                                    </p:set>
                                    <p:anim calcmode="lin" valueType="num">
                                      <p:cBhvr>
                                        <p:cTn id="181" dur="1000" fill="hold"/>
                                        <p:tgtEl>
                                          <p:spTgt spid="35"/>
                                        </p:tgtEl>
                                        <p:attrNameLst>
                                          <p:attrName>ppt_w</p:attrName>
                                        </p:attrNameLst>
                                      </p:cBhvr>
                                      <p:tavLst>
                                        <p:tav tm="0">
                                          <p:val>
                                            <p:fltVal val="0"/>
                                          </p:val>
                                        </p:tav>
                                        <p:tav tm="100000">
                                          <p:val>
                                            <p:strVal val="#ppt_w"/>
                                          </p:val>
                                        </p:tav>
                                      </p:tavLst>
                                    </p:anim>
                                    <p:anim calcmode="lin" valueType="num">
                                      <p:cBhvr>
                                        <p:cTn id="182" dur="1000" fill="hold"/>
                                        <p:tgtEl>
                                          <p:spTgt spid="35"/>
                                        </p:tgtEl>
                                        <p:attrNameLst>
                                          <p:attrName>ppt_h</p:attrName>
                                        </p:attrNameLst>
                                      </p:cBhvr>
                                      <p:tavLst>
                                        <p:tav tm="0">
                                          <p:val>
                                            <p:fltVal val="0"/>
                                          </p:val>
                                        </p:tav>
                                        <p:tav tm="100000">
                                          <p:val>
                                            <p:strVal val="#ppt_h"/>
                                          </p:val>
                                        </p:tav>
                                      </p:tavLst>
                                    </p:anim>
                                    <p:anim calcmode="lin" valueType="num">
                                      <p:cBhvr>
                                        <p:cTn id="183" dur="1000" fill="hold"/>
                                        <p:tgtEl>
                                          <p:spTgt spid="35"/>
                                        </p:tgtEl>
                                        <p:attrNameLst>
                                          <p:attrName>style.rotation</p:attrName>
                                        </p:attrNameLst>
                                      </p:cBhvr>
                                      <p:tavLst>
                                        <p:tav tm="0">
                                          <p:val>
                                            <p:fltVal val="90"/>
                                          </p:val>
                                        </p:tav>
                                        <p:tav tm="100000">
                                          <p:val>
                                            <p:fltVal val="0"/>
                                          </p:val>
                                        </p:tav>
                                      </p:tavLst>
                                    </p:anim>
                                    <p:animEffect transition="in" filter="fade">
                                      <p:cBhvr>
                                        <p:cTn id="184" dur="1000"/>
                                        <p:tgtEl>
                                          <p:spTgt spid="35"/>
                                        </p:tgtEl>
                                      </p:cBhvr>
                                    </p:animEffect>
                                  </p:childTnLst>
                                </p:cTn>
                              </p:par>
                              <p:par>
                                <p:cTn id="185" presetID="31" presetClass="entr" presetSubtype="0" fill="hold" grpId="0" nodeType="withEffect">
                                  <p:stCondLst>
                                    <p:cond delay="0"/>
                                  </p:stCondLst>
                                  <p:childTnLst>
                                    <p:set>
                                      <p:cBhvr>
                                        <p:cTn id="186" dur="1" fill="hold">
                                          <p:stCondLst>
                                            <p:cond delay="0"/>
                                          </p:stCondLst>
                                        </p:cTn>
                                        <p:tgtEl>
                                          <p:spTgt spid="26"/>
                                        </p:tgtEl>
                                        <p:attrNameLst>
                                          <p:attrName>style.visibility</p:attrName>
                                        </p:attrNameLst>
                                      </p:cBhvr>
                                      <p:to>
                                        <p:strVal val="visible"/>
                                      </p:to>
                                    </p:set>
                                    <p:anim calcmode="lin" valueType="num">
                                      <p:cBhvr>
                                        <p:cTn id="187" dur="1000" fill="hold"/>
                                        <p:tgtEl>
                                          <p:spTgt spid="26"/>
                                        </p:tgtEl>
                                        <p:attrNameLst>
                                          <p:attrName>ppt_w</p:attrName>
                                        </p:attrNameLst>
                                      </p:cBhvr>
                                      <p:tavLst>
                                        <p:tav tm="0">
                                          <p:val>
                                            <p:fltVal val="0"/>
                                          </p:val>
                                        </p:tav>
                                        <p:tav tm="100000">
                                          <p:val>
                                            <p:strVal val="#ppt_w"/>
                                          </p:val>
                                        </p:tav>
                                      </p:tavLst>
                                    </p:anim>
                                    <p:anim calcmode="lin" valueType="num">
                                      <p:cBhvr>
                                        <p:cTn id="188" dur="1000" fill="hold"/>
                                        <p:tgtEl>
                                          <p:spTgt spid="26"/>
                                        </p:tgtEl>
                                        <p:attrNameLst>
                                          <p:attrName>ppt_h</p:attrName>
                                        </p:attrNameLst>
                                      </p:cBhvr>
                                      <p:tavLst>
                                        <p:tav tm="0">
                                          <p:val>
                                            <p:fltVal val="0"/>
                                          </p:val>
                                        </p:tav>
                                        <p:tav tm="100000">
                                          <p:val>
                                            <p:strVal val="#ppt_h"/>
                                          </p:val>
                                        </p:tav>
                                      </p:tavLst>
                                    </p:anim>
                                    <p:anim calcmode="lin" valueType="num">
                                      <p:cBhvr>
                                        <p:cTn id="189" dur="1000" fill="hold"/>
                                        <p:tgtEl>
                                          <p:spTgt spid="26"/>
                                        </p:tgtEl>
                                        <p:attrNameLst>
                                          <p:attrName>style.rotation</p:attrName>
                                        </p:attrNameLst>
                                      </p:cBhvr>
                                      <p:tavLst>
                                        <p:tav tm="0">
                                          <p:val>
                                            <p:fltVal val="90"/>
                                          </p:val>
                                        </p:tav>
                                        <p:tav tm="100000">
                                          <p:val>
                                            <p:fltVal val="0"/>
                                          </p:val>
                                        </p:tav>
                                      </p:tavLst>
                                    </p:anim>
                                    <p:animEffect transition="in" filter="fade">
                                      <p:cBhvr>
                                        <p:cTn id="190" dur="1000"/>
                                        <p:tgtEl>
                                          <p:spTgt spid="26"/>
                                        </p:tgtEl>
                                      </p:cBhvr>
                                    </p:animEffect>
                                  </p:childTnLst>
                                </p:cTn>
                              </p:par>
                            </p:childTnLst>
                          </p:cTn>
                        </p:par>
                      </p:childTnLst>
                    </p:cTn>
                  </p:par>
                  <p:par>
                    <p:cTn id="191" fill="hold">
                      <p:stCondLst>
                        <p:cond delay="indefinite"/>
                      </p:stCondLst>
                      <p:childTnLst>
                        <p:par>
                          <p:cTn id="192" fill="hold">
                            <p:stCondLst>
                              <p:cond delay="0"/>
                            </p:stCondLst>
                            <p:childTnLst>
                              <p:par>
                                <p:cTn id="193" presetID="31" presetClass="entr" presetSubtype="0" fill="hold" grpId="0" nodeType="clickEffect">
                                  <p:stCondLst>
                                    <p:cond delay="0"/>
                                  </p:stCondLst>
                                  <p:childTnLst>
                                    <p:set>
                                      <p:cBhvr>
                                        <p:cTn id="194" dur="1" fill="hold">
                                          <p:stCondLst>
                                            <p:cond delay="0"/>
                                          </p:stCondLst>
                                        </p:cTn>
                                        <p:tgtEl>
                                          <p:spTgt spid="4"/>
                                        </p:tgtEl>
                                        <p:attrNameLst>
                                          <p:attrName>style.visibility</p:attrName>
                                        </p:attrNameLst>
                                      </p:cBhvr>
                                      <p:to>
                                        <p:strVal val="visible"/>
                                      </p:to>
                                    </p:set>
                                    <p:anim calcmode="lin" valueType="num">
                                      <p:cBhvr>
                                        <p:cTn id="195" dur="1000" fill="hold"/>
                                        <p:tgtEl>
                                          <p:spTgt spid="4"/>
                                        </p:tgtEl>
                                        <p:attrNameLst>
                                          <p:attrName>ppt_w</p:attrName>
                                        </p:attrNameLst>
                                      </p:cBhvr>
                                      <p:tavLst>
                                        <p:tav tm="0">
                                          <p:val>
                                            <p:fltVal val="0"/>
                                          </p:val>
                                        </p:tav>
                                        <p:tav tm="100000">
                                          <p:val>
                                            <p:strVal val="#ppt_w"/>
                                          </p:val>
                                        </p:tav>
                                      </p:tavLst>
                                    </p:anim>
                                    <p:anim calcmode="lin" valueType="num">
                                      <p:cBhvr>
                                        <p:cTn id="196" dur="1000" fill="hold"/>
                                        <p:tgtEl>
                                          <p:spTgt spid="4"/>
                                        </p:tgtEl>
                                        <p:attrNameLst>
                                          <p:attrName>ppt_h</p:attrName>
                                        </p:attrNameLst>
                                      </p:cBhvr>
                                      <p:tavLst>
                                        <p:tav tm="0">
                                          <p:val>
                                            <p:fltVal val="0"/>
                                          </p:val>
                                        </p:tav>
                                        <p:tav tm="100000">
                                          <p:val>
                                            <p:strVal val="#ppt_h"/>
                                          </p:val>
                                        </p:tav>
                                      </p:tavLst>
                                    </p:anim>
                                    <p:anim calcmode="lin" valueType="num">
                                      <p:cBhvr>
                                        <p:cTn id="197" dur="1000" fill="hold"/>
                                        <p:tgtEl>
                                          <p:spTgt spid="4"/>
                                        </p:tgtEl>
                                        <p:attrNameLst>
                                          <p:attrName>style.rotation</p:attrName>
                                        </p:attrNameLst>
                                      </p:cBhvr>
                                      <p:tavLst>
                                        <p:tav tm="0">
                                          <p:val>
                                            <p:fltVal val="90"/>
                                          </p:val>
                                        </p:tav>
                                        <p:tav tm="100000">
                                          <p:val>
                                            <p:fltVal val="0"/>
                                          </p:val>
                                        </p:tav>
                                      </p:tavLst>
                                    </p:anim>
                                    <p:animEffect transition="in" filter="fade">
                                      <p:cBhvr>
                                        <p:cTn id="198" dur="1000"/>
                                        <p:tgtEl>
                                          <p:spTgt spid="4"/>
                                        </p:tgtEl>
                                      </p:cBhvr>
                                    </p:animEffect>
                                  </p:childTnLst>
                                </p:cTn>
                              </p:par>
                              <p:par>
                                <p:cTn id="199" presetID="31" presetClass="entr" presetSubtype="0" fill="hold" grpId="0" nodeType="withEffect">
                                  <p:stCondLst>
                                    <p:cond delay="0"/>
                                  </p:stCondLst>
                                  <p:childTnLst>
                                    <p:set>
                                      <p:cBhvr>
                                        <p:cTn id="200" dur="1" fill="hold">
                                          <p:stCondLst>
                                            <p:cond delay="0"/>
                                          </p:stCondLst>
                                        </p:cTn>
                                        <p:tgtEl>
                                          <p:spTgt spid="9"/>
                                        </p:tgtEl>
                                        <p:attrNameLst>
                                          <p:attrName>style.visibility</p:attrName>
                                        </p:attrNameLst>
                                      </p:cBhvr>
                                      <p:to>
                                        <p:strVal val="visible"/>
                                      </p:to>
                                    </p:set>
                                    <p:anim calcmode="lin" valueType="num">
                                      <p:cBhvr>
                                        <p:cTn id="201" dur="1000" fill="hold"/>
                                        <p:tgtEl>
                                          <p:spTgt spid="9"/>
                                        </p:tgtEl>
                                        <p:attrNameLst>
                                          <p:attrName>ppt_w</p:attrName>
                                        </p:attrNameLst>
                                      </p:cBhvr>
                                      <p:tavLst>
                                        <p:tav tm="0">
                                          <p:val>
                                            <p:fltVal val="0"/>
                                          </p:val>
                                        </p:tav>
                                        <p:tav tm="100000">
                                          <p:val>
                                            <p:strVal val="#ppt_w"/>
                                          </p:val>
                                        </p:tav>
                                      </p:tavLst>
                                    </p:anim>
                                    <p:anim calcmode="lin" valueType="num">
                                      <p:cBhvr>
                                        <p:cTn id="202" dur="1000" fill="hold"/>
                                        <p:tgtEl>
                                          <p:spTgt spid="9"/>
                                        </p:tgtEl>
                                        <p:attrNameLst>
                                          <p:attrName>ppt_h</p:attrName>
                                        </p:attrNameLst>
                                      </p:cBhvr>
                                      <p:tavLst>
                                        <p:tav tm="0">
                                          <p:val>
                                            <p:fltVal val="0"/>
                                          </p:val>
                                        </p:tav>
                                        <p:tav tm="100000">
                                          <p:val>
                                            <p:strVal val="#ppt_h"/>
                                          </p:val>
                                        </p:tav>
                                      </p:tavLst>
                                    </p:anim>
                                    <p:anim calcmode="lin" valueType="num">
                                      <p:cBhvr>
                                        <p:cTn id="203" dur="1000" fill="hold"/>
                                        <p:tgtEl>
                                          <p:spTgt spid="9"/>
                                        </p:tgtEl>
                                        <p:attrNameLst>
                                          <p:attrName>style.rotation</p:attrName>
                                        </p:attrNameLst>
                                      </p:cBhvr>
                                      <p:tavLst>
                                        <p:tav tm="0">
                                          <p:val>
                                            <p:fltVal val="90"/>
                                          </p:val>
                                        </p:tav>
                                        <p:tav tm="100000">
                                          <p:val>
                                            <p:fltVal val="0"/>
                                          </p:val>
                                        </p:tav>
                                      </p:tavLst>
                                    </p:anim>
                                    <p:animEffect transition="in" filter="fade">
                                      <p:cBhvr>
                                        <p:cTn id="204" dur="1000"/>
                                        <p:tgtEl>
                                          <p:spTgt spid="9"/>
                                        </p:tgtEl>
                                      </p:cBhvr>
                                    </p:animEffect>
                                  </p:childTnLst>
                                </p:cTn>
                              </p:par>
                              <p:par>
                                <p:cTn id="205" presetID="31" presetClass="entr" presetSubtype="0" fill="hold" grpId="0" nodeType="withEffect">
                                  <p:stCondLst>
                                    <p:cond delay="0"/>
                                  </p:stCondLst>
                                  <p:childTnLst>
                                    <p:set>
                                      <p:cBhvr>
                                        <p:cTn id="206" dur="1" fill="hold">
                                          <p:stCondLst>
                                            <p:cond delay="0"/>
                                          </p:stCondLst>
                                        </p:cTn>
                                        <p:tgtEl>
                                          <p:spTgt spid="21"/>
                                        </p:tgtEl>
                                        <p:attrNameLst>
                                          <p:attrName>style.visibility</p:attrName>
                                        </p:attrNameLst>
                                      </p:cBhvr>
                                      <p:to>
                                        <p:strVal val="visible"/>
                                      </p:to>
                                    </p:set>
                                    <p:anim calcmode="lin" valueType="num">
                                      <p:cBhvr>
                                        <p:cTn id="207" dur="1000" fill="hold"/>
                                        <p:tgtEl>
                                          <p:spTgt spid="21"/>
                                        </p:tgtEl>
                                        <p:attrNameLst>
                                          <p:attrName>ppt_w</p:attrName>
                                        </p:attrNameLst>
                                      </p:cBhvr>
                                      <p:tavLst>
                                        <p:tav tm="0">
                                          <p:val>
                                            <p:fltVal val="0"/>
                                          </p:val>
                                        </p:tav>
                                        <p:tav tm="100000">
                                          <p:val>
                                            <p:strVal val="#ppt_w"/>
                                          </p:val>
                                        </p:tav>
                                      </p:tavLst>
                                    </p:anim>
                                    <p:anim calcmode="lin" valueType="num">
                                      <p:cBhvr>
                                        <p:cTn id="208" dur="1000" fill="hold"/>
                                        <p:tgtEl>
                                          <p:spTgt spid="21"/>
                                        </p:tgtEl>
                                        <p:attrNameLst>
                                          <p:attrName>ppt_h</p:attrName>
                                        </p:attrNameLst>
                                      </p:cBhvr>
                                      <p:tavLst>
                                        <p:tav tm="0">
                                          <p:val>
                                            <p:fltVal val="0"/>
                                          </p:val>
                                        </p:tav>
                                        <p:tav tm="100000">
                                          <p:val>
                                            <p:strVal val="#ppt_h"/>
                                          </p:val>
                                        </p:tav>
                                      </p:tavLst>
                                    </p:anim>
                                    <p:anim calcmode="lin" valueType="num">
                                      <p:cBhvr>
                                        <p:cTn id="209" dur="1000" fill="hold"/>
                                        <p:tgtEl>
                                          <p:spTgt spid="21"/>
                                        </p:tgtEl>
                                        <p:attrNameLst>
                                          <p:attrName>style.rotation</p:attrName>
                                        </p:attrNameLst>
                                      </p:cBhvr>
                                      <p:tavLst>
                                        <p:tav tm="0">
                                          <p:val>
                                            <p:fltVal val="90"/>
                                          </p:val>
                                        </p:tav>
                                        <p:tav tm="100000">
                                          <p:val>
                                            <p:fltVal val="0"/>
                                          </p:val>
                                        </p:tav>
                                      </p:tavLst>
                                    </p:anim>
                                    <p:animEffect transition="in" filter="fade">
                                      <p:cBhvr>
                                        <p:cTn id="210" dur="1000"/>
                                        <p:tgtEl>
                                          <p:spTgt spid="21"/>
                                        </p:tgtEl>
                                      </p:cBhvr>
                                    </p:animEffect>
                                  </p:childTnLst>
                                </p:cTn>
                              </p:par>
                              <p:par>
                                <p:cTn id="211" presetID="31" presetClass="entr" presetSubtype="0" fill="hold" grpId="0" nodeType="withEffect">
                                  <p:stCondLst>
                                    <p:cond delay="0"/>
                                  </p:stCondLst>
                                  <p:childTnLst>
                                    <p:set>
                                      <p:cBhvr>
                                        <p:cTn id="212" dur="1" fill="hold">
                                          <p:stCondLst>
                                            <p:cond delay="0"/>
                                          </p:stCondLst>
                                        </p:cTn>
                                        <p:tgtEl>
                                          <p:spTgt spid="55"/>
                                        </p:tgtEl>
                                        <p:attrNameLst>
                                          <p:attrName>style.visibility</p:attrName>
                                        </p:attrNameLst>
                                      </p:cBhvr>
                                      <p:to>
                                        <p:strVal val="visible"/>
                                      </p:to>
                                    </p:set>
                                    <p:anim calcmode="lin" valueType="num">
                                      <p:cBhvr>
                                        <p:cTn id="213" dur="1000" fill="hold"/>
                                        <p:tgtEl>
                                          <p:spTgt spid="55"/>
                                        </p:tgtEl>
                                        <p:attrNameLst>
                                          <p:attrName>ppt_w</p:attrName>
                                        </p:attrNameLst>
                                      </p:cBhvr>
                                      <p:tavLst>
                                        <p:tav tm="0">
                                          <p:val>
                                            <p:fltVal val="0"/>
                                          </p:val>
                                        </p:tav>
                                        <p:tav tm="100000">
                                          <p:val>
                                            <p:strVal val="#ppt_w"/>
                                          </p:val>
                                        </p:tav>
                                      </p:tavLst>
                                    </p:anim>
                                    <p:anim calcmode="lin" valueType="num">
                                      <p:cBhvr>
                                        <p:cTn id="214" dur="1000" fill="hold"/>
                                        <p:tgtEl>
                                          <p:spTgt spid="55"/>
                                        </p:tgtEl>
                                        <p:attrNameLst>
                                          <p:attrName>ppt_h</p:attrName>
                                        </p:attrNameLst>
                                      </p:cBhvr>
                                      <p:tavLst>
                                        <p:tav tm="0">
                                          <p:val>
                                            <p:fltVal val="0"/>
                                          </p:val>
                                        </p:tav>
                                        <p:tav tm="100000">
                                          <p:val>
                                            <p:strVal val="#ppt_h"/>
                                          </p:val>
                                        </p:tav>
                                      </p:tavLst>
                                    </p:anim>
                                    <p:anim calcmode="lin" valueType="num">
                                      <p:cBhvr>
                                        <p:cTn id="215" dur="1000" fill="hold"/>
                                        <p:tgtEl>
                                          <p:spTgt spid="55"/>
                                        </p:tgtEl>
                                        <p:attrNameLst>
                                          <p:attrName>style.rotation</p:attrName>
                                        </p:attrNameLst>
                                      </p:cBhvr>
                                      <p:tavLst>
                                        <p:tav tm="0">
                                          <p:val>
                                            <p:fltVal val="90"/>
                                          </p:val>
                                        </p:tav>
                                        <p:tav tm="100000">
                                          <p:val>
                                            <p:fltVal val="0"/>
                                          </p:val>
                                        </p:tav>
                                      </p:tavLst>
                                    </p:anim>
                                    <p:animEffect transition="in" filter="fade">
                                      <p:cBhvr>
                                        <p:cTn id="216" dur="1000"/>
                                        <p:tgtEl>
                                          <p:spTgt spid="55"/>
                                        </p:tgtEl>
                                      </p:cBhvr>
                                    </p:animEffect>
                                  </p:childTnLst>
                                </p:cTn>
                              </p:par>
                              <p:par>
                                <p:cTn id="217" presetID="31" presetClass="entr" presetSubtype="0" fill="hold" nodeType="withEffect">
                                  <p:stCondLst>
                                    <p:cond delay="0"/>
                                  </p:stCondLst>
                                  <p:childTnLst>
                                    <p:set>
                                      <p:cBhvr>
                                        <p:cTn id="218" dur="1" fill="hold">
                                          <p:stCondLst>
                                            <p:cond delay="0"/>
                                          </p:stCondLst>
                                        </p:cTn>
                                        <p:tgtEl>
                                          <p:spTgt spid="61"/>
                                        </p:tgtEl>
                                        <p:attrNameLst>
                                          <p:attrName>style.visibility</p:attrName>
                                        </p:attrNameLst>
                                      </p:cBhvr>
                                      <p:to>
                                        <p:strVal val="visible"/>
                                      </p:to>
                                    </p:set>
                                    <p:anim calcmode="lin" valueType="num">
                                      <p:cBhvr>
                                        <p:cTn id="219" dur="1000" fill="hold"/>
                                        <p:tgtEl>
                                          <p:spTgt spid="61"/>
                                        </p:tgtEl>
                                        <p:attrNameLst>
                                          <p:attrName>ppt_w</p:attrName>
                                        </p:attrNameLst>
                                      </p:cBhvr>
                                      <p:tavLst>
                                        <p:tav tm="0">
                                          <p:val>
                                            <p:fltVal val="0"/>
                                          </p:val>
                                        </p:tav>
                                        <p:tav tm="100000">
                                          <p:val>
                                            <p:strVal val="#ppt_w"/>
                                          </p:val>
                                        </p:tav>
                                      </p:tavLst>
                                    </p:anim>
                                    <p:anim calcmode="lin" valueType="num">
                                      <p:cBhvr>
                                        <p:cTn id="220" dur="1000" fill="hold"/>
                                        <p:tgtEl>
                                          <p:spTgt spid="61"/>
                                        </p:tgtEl>
                                        <p:attrNameLst>
                                          <p:attrName>ppt_h</p:attrName>
                                        </p:attrNameLst>
                                      </p:cBhvr>
                                      <p:tavLst>
                                        <p:tav tm="0">
                                          <p:val>
                                            <p:fltVal val="0"/>
                                          </p:val>
                                        </p:tav>
                                        <p:tav tm="100000">
                                          <p:val>
                                            <p:strVal val="#ppt_h"/>
                                          </p:val>
                                        </p:tav>
                                      </p:tavLst>
                                    </p:anim>
                                    <p:anim calcmode="lin" valueType="num">
                                      <p:cBhvr>
                                        <p:cTn id="221" dur="1000" fill="hold"/>
                                        <p:tgtEl>
                                          <p:spTgt spid="61"/>
                                        </p:tgtEl>
                                        <p:attrNameLst>
                                          <p:attrName>style.rotation</p:attrName>
                                        </p:attrNameLst>
                                      </p:cBhvr>
                                      <p:tavLst>
                                        <p:tav tm="0">
                                          <p:val>
                                            <p:fltVal val="90"/>
                                          </p:val>
                                        </p:tav>
                                        <p:tav tm="100000">
                                          <p:val>
                                            <p:fltVal val="0"/>
                                          </p:val>
                                        </p:tav>
                                      </p:tavLst>
                                    </p:anim>
                                    <p:animEffect transition="in" filter="fade">
                                      <p:cBhvr>
                                        <p:cTn id="222" dur="1000"/>
                                        <p:tgtEl>
                                          <p:spTgt spid="61"/>
                                        </p:tgtEl>
                                      </p:cBhvr>
                                    </p:animEffect>
                                  </p:childTnLst>
                                </p:cTn>
                              </p:par>
                              <p:par>
                                <p:cTn id="223" presetID="31" presetClass="entr" presetSubtype="0" fill="hold" grpId="0" nodeType="withEffect">
                                  <p:stCondLst>
                                    <p:cond delay="0"/>
                                  </p:stCondLst>
                                  <p:childTnLst>
                                    <p:set>
                                      <p:cBhvr>
                                        <p:cTn id="224" dur="1" fill="hold">
                                          <p:stCondLst>
                                            <p:cond delay="0"/>
                                          </p:stCondLst>
                                        </p:cTn>
                                        <p:tgtEl>
                                          <p:spTgt spid="28"/>
                                        </p:tgtEl>
                                        <p:attrNameLst>
                                          <p:attrName>style.visibility</p:attrName>
                                        </p:attrNameLst>
                                      </p:cBhvr>
                                      <p:to>
                                        <p:strVal val="visible"/>
                                      </p:to>
                                    </p:set>
                                    <p:anim calcmode="lin" valueType="num">
                                      <p:cBhvr>
                                        <p:cTn id="225" dur="1000" fill="hold"/>
                                        <p:tgtEl>
                                          <p:spTgt spid="28"/>
                                        </p:tgtEl>
                                        <p:attrNameLst>
                                          <p:attrName>ppt_w</p:attrName>
                                        </p:attrNameLst>
                                      </p:cBhvr>
                                      <p:tavLst>
                                        <p:tav tm="0">
                                          <p:val>
                                            <p:fltVal val="0"/>
                                          </p:val>
                                        </p:tav>
                                        <p:tav tm="100000">
                                          <p:val>
                                            <p:strVal val="#ppt_w"/>
                                          </p:val>
                                        </p:tav>
                                      </p:tavLst>
                                    </p:anim>
                                    <p:anim calcmode="lin" valueType="num">
                                      <p:cBhvr>
                                        <p:cTn id="226" dur="1000" fill="hold"/>
                                        <p:tgtEl>
                                          <p:spTgt spid="28"/>
                                        </p:tgtEl>
                                        <p:attrNameLst>
                                          <p:attrName>ppt_h</p:attrName>
                                        </p:attrNameLst>
                                      </p:cBhvr>
                                      <p:tavLst>
                                        <p:tav tm="0">
                                          <p:val>
                                            <p:fltVal val="0"/>
                                          </p:val>
                                        </p:tav>
                                        <p:tav tm="100000">
                                          <p:val>
                                            <p:strVal val="#ppt_h"/>
                                          </p:val>
                                        </p:tav>
                                      </p:tavLst>
                                    </p:anim>
                                    <p:anim calcmode="lin" valueType="num">
                                      <p:cBhvr>
                                        <p:cTn id="227" dur="1000" fill="hold"/>
                                        <p:tgtEl>
                                          <p:spTgt spid="28"/>
                                        </p:tgtEl>
                                        <p:attrNameLst>
                                          <p:attrName>style.rotation</p:attrName>
                                        </p:attrNameLst>
                                      </p:cBhvr>
                                      <p:tavLst>
                                        <p:tav tm="0">
                                          <p:val>
                                            <p:fltVal val="90"/>
                                          </p:val>
                                        </p:tav>
                                        <p:tav tm="100000">
                                          <p:val>
                                            <p:fltVal val="0"/>
                                          </p:val>
                                        </p:tav>
                                      </p:tavLst>
                                    </p:anim>
                                    <p:animEffect transition="in" filter="fade">
                                      <p:cBhvr>
                                        <p:cTn id="228" dur="1000"/>
                                        <p:tgtEl>
                                          <p:spTgt spid="28"/>
                                        </p:tgtEl>
                                      </p:cBhvr>
                                    </p:animEffect>
                                  </p:childTnLst>
                                </p:cTn>
                              </p:par>
                              <p:par>
                                <p:cTn id="229" presetID="31" presetClass="entr" presetSubtype="0" fill="hold" grpId="0" nodeType="withEffect">
                                  <p:stCondLst>
                                    <p:cond delay="0"/>
                                  </p:stCondLst>
                                  <p:childTnLst>
                                    <p:set>
                                      <p:cBhvr>
                                        <p:cTn id="230" dur="1" fill="hold">
                                          <p:stCondLst>
                                            <p:cond delay="0"/>
                                          </p:stCondLst>
                                        </p:cTn>
                                        <p:tgtEl>
                                          <p:spTgt spid="29"/>
                                        </p:tgtEl>
                                        <p:attrNameLst>
                                          <p:attrName>style.visibility</p:attrName>
                                        </p:attrNameLst>
                                      </p:cBhvr>
                                      <p:to>
                                        <p:strVal val="visible"/>
                                      </p:to>
                                    </p:set>
                                    <p:anim calcmode="lin" valueType="num">
                                      <p:cBhvr>
                                        <p:cTn id="231" dur="1000" fill="hold"/>
                                        <p:tgtEl>
                                          <p:spTgt spid="29"/>
                                        </p:tgtEl>
                                        <p:attrNameLst>
                                          <p:attrName>ppt_w</p:attrName>
                                        </p:attrNameLst>
                                      </p:cBhvr>
                                      <p:tavLst>
                                        <p:tav tm="0">
                                          <p:val>
                                            <p:fltVal val="0"/>
                                          </p:val>
                                        </p:tav>
                                        <p:tav tm="100000">
                                          <p:val>
                                            <p:strVal val="#ppt_w"/>
                                          </p:val>
                                        </p:tav>
                                      </p:tavLst>
                                    </p:anim>
                                    <p:anim calcmode="lin" valueType="num">
                                      <p:cBhvr>
                                        <p:cTn id="232" dur="1000" fill="hold"/>
                                        <p:tgtEl>
                                          <p:spTgt spid="29"/>
                                        </p:tgtEl>
                                        <p:attrNameLst>
                                          <p:attrName>ppt_h</p:attrName>
                                        </p:attrNameLst>
                                      </p:cBhvr>
                                      <p:tavLst>
                                        <p:tav tm="0">
                                          <p:val>
                                            <p:fltVal val="0"/>
                                          </p:val>
                                        </p:tav>
                                        <p:tav tm="100000">
                                          <p:val>
                                            <p:strVal val="#ppt_h"/>
                                          </p:val>
                                        </p:tav>
                                      </p:tavLst>
                                    </p:anim>
                                    <p:anim calcmode="lin" valueType="num">
                                      <p:cBhvr>
                                        <p:cTn id="233" dur="1000" fill="hold"/>
                                        <p:tgtEl>
                                          <p:spTgt spid="29"/>
                                        </p:tgtEl>
                                        <p:attrNameLst>
                                          <p:attrName>style.rotation</p:attrName>
                                        </p:attrNameLst>
                                      </p:cBhvr>
                                      <p:tavLst>
                                        <p:tav tm="0">
                                          <p:val>
                                            <p:fltVal val="90"/>
                                          </p:val>
                                        </p:tav>
                                        <p:tav tm="100000">
                                          <p:val>
                                            <p:fltVal val="0"/>
                                          </p:val>
                                        </p:tav>
                                      </p:tavLst>
                                    </p:anim>
                                    <p:animEffect transition="in" filter="fade">
                                      <p:cBhvr>
                                        <p:cTn id="234" dur="1000"/>
                                        <p:tgtEl>
                                          <p:spTgt spid="29"/>
                                        </p:tgtEl>
                                      </p:cBhvr>
                                    </p:animEffect>
                                  </p:childTnLst>
                                </p:cTn>
                              </p:par>
                            </p:childTnLst>
                          </p:cTn>
                        </p:par>
                      </p:childTnLst>
                    </p:cTn>
                  </p:par>
                  <p:par>
                    <p:cTn id="235" fill="hold">
                      <p:stCondLst>
                        <p:cond delay="indefinite"/>
                      </p:stCondLst>
                      <p:childTnLst>
                        <p:par>
                          <p:cTn id="236" fill="hold">
                            <p:stCondLst>
                              <p:cond delay="0"/>
                            </p:stCondLst>
                            <p:childTnLst>
                              <p:par>
                                <p:cTn id="237" presetID="31" presetClass="entr" presetSubtype="0" fill="hold" grpId="0" nodeType="clickEffect">
                                  <p:stCondLst>
                                    <p:cond delay="0"/>
                                  </p:stCondLst>
                                  <p:childTnLst>
                                    <p:set>
                                      <p:cBhvr>
                                        <p:cTn id="238" dur="1" fill="hold">
                                          <p:stCondLst>
                                            <p:cond delay="0"/>
                                          </p:stCondLst>
                                        </p:cTn>
                                        <p:tgtEl>
                                          <p:spTgt spid="38"/>
                                        </p:tgtEl>
                                        <p:attrNameLst>
                                          <p:attrName>style.visibility</p:attrName>
                                        </p:attrNameLst>
                                      </p:cBhvr>
                                      <p:to>
                                        <p:strVal val="visible"/>
                                      </p:to>
                                    </p:set>
                                    <p:anim calcmode="lin" valueType="num">
                                      <p:cBhvr>
                                        <p:cTn id="239" dur="1000" fill="hold"/>
                                        <p:tgtEl>
                                          <p:spTgt spid="38"/>
                                        </p:tgtEl>
                                        <p:attrNameLst>
                                          <p:attrName>ppt_w</p:attrName>
                                        </p:attrNameLst>
                                      </p:cBhvr>
                                      <p:tavLst>
                                        <p:tav tm="0">
                                          <p:val>
                                            <p:fltVal val="0"/>
                                          </p:val>
                                        </p:tav>
                                        <p:tav tm="100000">
                                          <p:val>
                                            <p:strVal val="#ppt_w"/>
                                          </p:val>
                                        </p:tav>
                                      </p:tavLst>
                                    </p:anim>
                                    <p:anim calcmode="lin" valueType="num">
                                      <p:cBhvr>
                                        <p:cTn id="240" dur="1000" fill="hold"/>
                                        <p:tgtEl>
                                          <p:spTgt spid="38"/>
                                        </p:tgtEl>
                                        <p:attrNameLst>
                                          <p:attrName>ppt_h</p:attrName>
                                        </p:attrNameLst>
                                      </p:cBhvr>
                                      <p:tavLst>
                                        <p:tav tm="0">
                                          <p:val>
                                            <p:fltVal val="0"/>
                                          </p:val>
                                        </p:tav>
                                        <p:tav tm="100000">
                                          <p:val>
                                            <p:strVal val="#ppt_h"/>
                                          </p:val>
                                        </p:tav>
                                      </p:tavLst>
                                    </p:anim>
                                    <p:anim calcmode="lin" valueType="num">
                                      <p:cBhvr>
                                        <p:cTn id="241" dur="1000" fill="hold"/>
                                        <p:tgtEl>
                                          <p:spTgt spid="38"/>
                                        </p:tgtEl>
                                        <p:attrNameLst>
                                          <p:attrName>style.rotation</p:attrName>
                                        </p:attrNameLst>
                                      </p:cBhvr>
                                      <p:tavLst>
                                        <p:tav tm="0">
                                          <p:val>
                                            <p:fltVal val="90"/>
                                          </p:val>
                                        </p:tav>
                                        <p:tav tm="100000">
                                          <p:val>
                                            <p:fltVal val="0"/>
                                          </p:val>
                                        </p:tav>
                                      </p:tavLst>
                                    </p:anim>
                                    <p:animEffect transition="in" filter="fade">
                                      <p:cBhvr>
                                        <p:cTn id="242" dur="1000"/>
                                        <p:tgtEl>
                                          <p:spTgt spid="38"/>
                                        </p:tgtEl>
                                      </p:cBhvr>
                                    </p:animEffect>
                                  </p:childTnLst>
                                </p:cTn>
                              </p:par>
                              <p:par>
                                <p:cTn id="243" presetID="31" presetClass="entr" presetSubtype="0" fill="hold" grpId="0" nodeType="withEffect">
                                  <p:stCondLst>
                                    <p:cond delay="0"/>
                                  </p:stCondLst>
                                  <p:childTnLst>
                                    <p:set>
                                      <p:cBhvr>
                                        <p:cTn id="244" dur="1" fill="hold">
                                          <p:stCondLst>
                                            <p:cond delay="0"/>
                                          </p:stCondLst>
                                        </p:cTn>
                                        <p:tgtEl>
                                          <p:spTgt spid="46"/>
                                        </p:tgtEl>
                                        <p:attrNameLst>
                                          <p:attrName>style.visibility</p:attrName>
                                        </p:attrNameLst>
                                      </p:cBhvr>
                                      <p:to>
                                        <p:strVal val="visible"/>
                                      </p:to>
                                    </p:set>
                                    <p:anim calcmode="lin" valueType="num">
                                      <p:cBhvr>
                                        <p:cTn id="245" dur="1000" fill="hold"/>
                                        <p:tgtEl>
                                          <p:spTgt spid="46"/>
                                        </p:tgtEl>
                                        <p:attrNameLst>
                                          <p:attrName>ppt_w</p:attrName>
                                        </p:attrNameLst>
                                      </p:cBhvr>
                                      <p:tavLst>
                                        <p:tav tm="0">
                                          <p:val>
                                            <p:fltVal val="0"/>
                                          </p:val>
                                        </p:tav>
                                        <p:tav tm="100000">
                                          <p:val>
                                            <p:strVal val="#ppt_w"/>
                                          </p:val>
                                        </p:tav>
                                      </p:tavLst>
                                    </p:anim>
                                    <p:anim calcmode="lin" valueType="num">
                                      <p:cBhvr>
                                        <p:cTn id="246" dur="1000" fill="hold"/>
                                        <p:tgtEl>
                                          <p:spTgt spid="46"/>
                                        </p:tgtEl>
                                        <p:attrNameLst>
                                          <p:attrName>ppt_h</p:attrName>
                                        </p:attrNameLst>
                                      </p:cBhvr>
                                      <p:tavLst>
                                        <p:tav tm="0">
                                          <p:val>
                                            <p:fltVal val="0"/>
                                          </p:val>
                                        </p:tav>
                                        <p:tav tm="100000">
                                          <p:val>
                                            <p:strVal val="#ppt_h"/>
                                          </p:val>
                                        </p:tav>
                                      </p:tavLst>
                                    </p:anim>
                                    <p:anim calcmode="lin" valueType="num">
                                      <p:cBhvr>
                                        <p:cTn id="247" dur="1000" fill="hold"/>
                                        <p:tgtEl>
                                          <p:spTgt spid="46"/>
                                        </p:tgtEl>
                                        <p:attrNameLst>
                                          <p:attrName>style.rotation</p:attrName>
                                        </p:attrNameLst>
                                      </p:cBhvr>
                                      <p:tavLst>
                                        <p:tav tm="0">
                                          <p:val>
                                            <p:fltVal val="90"/>
                                          </p:val>
                                        </p:tav>
                                        <p:tav tm="100000">
                                          <p:val>
                                            <p:fltVal val="0"/>
                                          </p:val>
                                        </p:tav>
                                      </p:tavLst>
                                    </p:anim>
                                    <p:animEffect transition="in" filter="fade">
                                      <p:cBhvr>
                                        <p:cTn id="248" dur="1000"/>
                                        <p:tgtEl>
                                          <p:spTgt spid="46"/>
                                        </p:tgtEl>
                                      </p:cBhvr>
                                    </p:animEffect>
                                  </p:childTnLst>
                                </p:cTn>
                              </p:par>
                              <p:par>
                                <p:cTn id="249" presetID="31" presetClass="entr" presetSubtype="0" fill="hold" grpId="0" nodeType="withEffect">
                                  <p:stCondLst>
                                    <p:cond delay="0"/>
                                  </p:stCondLst>
                                  <p:childTnLst>
                                    <p:set>
                                      <p:cBhvr>
                                        <p:cTn id="250" dur="1" fill="hold">
                                          <p:stCondLst>
                                            <p:cond delay="0"/>
                                          </p:stCondLst>
                                        </p:cTn>
                                        <p:tgtEl>
                                          <p:spTgt spid="48"/>
                                        </p:tgtEl>
                                        <p:attrNameLst>
                                          <p:attrName>style.visibility</p:attrName>
                                        </p:attrNameLst>
                                      </p:cBhvr>
                                      <p:to>
                                        <p:strVal val="visible"/>
                                      </p:to>
                                    </p:set>
                                    <p:anim calcmode="lin" valueType="num">
                                      <p:cBhvr>
                                        <p:cTn id="251" dur="1000" fill="hold"/>
                                        <p:tgtEl>
                                          <p:spTgt spid="48"/>
                                        </p:tgtEl>
                                        <p:attrNameLst>
                                          <p:attrName>ppt_w</p:attrName>
                                        </p:attrNameLst>
                                      </p:cBhvr>
                                      <p:tavLst>
                                        <p:tav tm="0">
                                          <p:val>
                                            <p:fltVal val="0"/>
                                          </p:val>
                                        </p:tav>
                                        <p:tav tm="100000">
                                          <p:val>
                                            <p:strVal val="#ppt_w"/>
                                          </p:val>
                                        </p:tav>
                                      </p:tavLst>
                                    </p:anim>
                                    <p:anim calcmode="lin" valueType="num">
                                      <p:cBhvr>
                                        <p:cTn id="252" dur="1000" fill="hold"/>
                                        <p:tgtEl>
                                          <p:spTgt spid="48"/>
                                        </p:tgtEl>
                                        <p:attrNameLst>
                                          <p:attrName>ppt_h</p:attrName>
                                        </p:attrNameLst>
                                      </p:cBhvr>
                                      <p:tavLst>
                                        <p:tav tm="0">
                                          <p:val>
                                            <p:fltVal val="0"/>
                                          </p:val>
                                        </p:tav>
                                        <p:tav tm="100000">
                                          <p:val>
                                            <p:strVal val="#ppt_h"/>
                                          </p:val>
                                        </p:tav>
                                      </p:tavLst>
                                    </p:anim>
                                    <p:anim calcmode="lin" valueType="num">
                                      <p:cBhvr>
                                        <p:cTn id="253" dur="1000" fill="hold"/>
                                        <p:tgtEl>
                                          <p:spTgt spid="48"/>
                                        </p:tgtEl>
                                        <p:attrNameLst>
                                          <p:attrName>style.rotation</p:attrName>
                                        </p:attrNameLst>
                                      </p:cBhvr>
                                      <p:tavLst>
                                        <p:tav tm="0">
                                          <p:val>
                                            <p:fltVal val="90"/>
                                          </p:val>
                                        </p:tav>
                                        <p:tav tm="100000">
                                          <p:val>
                                            <p:fltVal val="0"/>
                                          </p:val>
                                        </p:tav>
                                      </p:tavLst>
                                    </p:anim>
                                    <p:animEffect transition="in" filter="fade">
                                      <p:cBhvr>
                                        <p:cTn id="254" dur="1000"/>
                                        <p:tgtEl>
                                          <p:spTgt spid="48"/>
                                        </p:tgtEl>
                                      </p:cBhvr>
                                    </p:animEffect>
                                  </p:childTnLst>
                                </p:cTn>
                              </p:par>
                              <p:par>
                                <p:cTn id="255" presetID="31" presetClass="entr" presetSubtype="0" fill="hold" grpId="0" nodeType="withEffect">
                                  <p:stCondLst>
                                    <p:cond delay="0"/>
                                  </p:stCondLst>
                                  <p:childTnLst>
                                    <p:set>
                                      <p:cBhvr>
                                        <p:cTn id="256" dur="1" fill="hold">
                                          <p:stCondLst>
                                            <p:cond delay="0"/>
                                          </p:stCondLst>
                                        </p:cTn>
                                        <p:tgtEl>
                                          <p:spTgt spid="33"/>
                                        </p:tgtEl>
                                        <p:attrNameLst>
                                          <p:attrName>style.visibility</p:attrName>
                                        </p:attrNameLst>
                                      </p:cBhvr>
                                      <p:to>
                                        <p:strVal val="visible"/>
                                      </p:to>
                                    </p:set>
                                    <p:anim calcmode="lin" valueType="num">
                                      <p:cBhvr>
                                        <p:cTn id="257" dur="1000" fill="hold"/>
                                        <p:tgtEl>
                                          <p:spTgt spid="33"/>
                                        </p:tgtEl>
                                        <p:attrNameLst>
                                          <p:attrName>ppt_w</p:attrName>
                                        </p:attrNameLst>
                                      </p:cBhvr>
                                      <p:tavLst>
                                        <p:tav tm="0">
                                          <p:val>
                                            <p:fltVal val="0"/>
                                          </p:val>
                                        </p:tav>
                                        <p:tav tm="100000">
                                          <p:val>
                                            <p:strVal val="#ppt_w"/>
                                          </p:val>
                                        </p:tav>
                                      </p:tavLst>
                                    </p:anim>
                                    <p:anim calcmode="lin" valueType="num">
                                      <p:cBhvr>
                                        <p:cTn id="258" dur="1000" fill="hold"/>
                                        <p:tgtEl>
                                          <p:spTgt spid="33"/>
                                        </p:tgtEl>
                                        <p:attrNameLst>
                                          <p:attrName>ppt_h</p:attrName>
                                        </p:attrNameLst>
                                      </p:cBhvr>
                                      <p:tavLst>
                                        <p:tav tm="0">
                                          <p:val>
                                            <p:fltVal val="0"/>
                                          </p:val>
                                        </p:tav>
                                        <p:tav tm="100000">
                                          <p:val>
                                            <p:strVal val="#ppt_h"/>
                                          </p:val>
                                        </p:tav>
                                      </p:tavLst>
                                    </p:anim>
                                    <p:anim calcmode="lin" valueType="num">
                                      <p:cBhvr>
                                        <p:cTn id="259" dur="1000" fill="hold"/>
                                        <p:tgtEl>
                                          <p:spTgt spid="33"/>
                                        </p:tgtEl>
                                        <p:attrNameLst>
                                          <p:attrName>style.rotation</p:attrName>
                                        </p:attrNameLst>
                                      </p:cBhvr>
                                      <p:tavLst>
                                        <p:tav tm="0">
                                          <p:val>
                                            <p:fltVal val="90"/>
                                          </p:val>
                                        </p:tav>
                                        <p:tav tm="100000">
                                          <p:val>
                                            <p:fltVal val="0"/>
                                          </p:val>
                                        </p:tav>
                                      </p:tavLst>
                                    </p:anim>
                                    <p:animEffect transition="in" filter="fade">
                                      <p:cBhvr>
                                        <p:cTn id="260" dur="1000"/>
                                        <p:tgtEl>
                                          <p:spTgt spid="33"/>
                                        </p:tgtEl>
                                      </p:cBhvr>
                                    </p:animEffect>
                                  </p:childTnLst>
                                </p:cTn>
                              </p:par>
                              <p:par>
                                <p:cTn id="261" presetID="31" presetClass="entr" presetSubtype="0" fill="hold" grpId="0" nodeType="withEffect">
                                  <p:stCondLst>
                                    <p:cond delay="0"/>
                                  </p:stCondLst>
                                  <p:childTnLst>
                                    <p:set>
                                      <p:cBhvr>
                                        <p:cTn id="262" dur="1" fill="hold">
                                          <p:stCondLst>
                                            <p:cond delay="0"/>
                                          </p:stCondLst>
                                        </p:cTn>
                                        <p:tgtEl>
                                          <p:spTgt spid="43"/>
                                        </p:tgtEl>
                                        <p:attrNameLst>
                                          <p:attrName>style.visibility</p:attrName>
                                        </p:attrNameLst>
                                      </p:cBhvr>
                                      <p:to>
                                        <p:strVal val="visible"/>
                                      </p:to>
                                    </p:set>
                                    <p:anim calcmode="lin" valueType="num">
                                      <p:cBhvr>
                                        <p:cTn id="263" dur="1000" fill="hold"/>
                                        <p:tgtEl>
                                          <p:spTgt spid="43"/>
                                        </p:tgtEl>
                                        <p:attrNameLst>
                                          <p:attrName>ppt_w</p:attrName>
                                        </p:attrNameLst>
                                      </p:cBhvr>
                                      <p:tavLst>
                                        <p:tav tm="0">
                                          <p:val>
                                            <p:fltVal val="0"/>
                                          </p:val>
                                        </p:tav>
                                        <p:tav tm="100000">
                                          <p:val>
                                            <p:strVal val="#ppt_w"/>
                                          </p:val>
                                        </p:tav>
                                      </p:tavLst>
                                    </p:anim>
                                    <p:anim calcmode="lin" valueType="num">
                                      <p:cBhvr>
                                        <p:cTn id="264" dur="1000" fill="hold"/>
                                        <p:tgtEl>
                                          <p:spTgt spid="43"/>
                                        </p:tgtEl>
                                        <p:attrNameLst>
                                          <p:attrName>ppt_h</p:attrName>
                                        </p:attrNameLst>
                                      </p:cBhvr>
                                      <p:tavLst>
                                        <p:tav tm="0">
                                          <p:val>
                                            <p:fltVal val="0"/>
                                          </p:val>
                                        </p:tav>
                                        <p:tav tm="100000">
                                          <p:val>
                                            <p:strVal val="#ppt_h"/>
                                          </p:val>
                                        </p:tav>
                                      </p:tavLst>
                                    </p:anim>
                                    <p:anim calcmode="lin" valueType="num">
                                      <p:cBhvr>
                                        <p:cTn id="265" dur="1000" fill="hold"/>
                                        <p:tgtEl>
                                          <p:spTgt spid="43"/>
                                        </p:tgtEl>
                                        <p:attrNameLst>
                                          <p:attrName>style.rotation</p:attrName>
                                        </p:attrNameLst>
                                      </p:cBhvr>
                                      <p:tavLst>
                                        <p:tav tm="0">
                                          <p:val>
                                            <p:fltVal val="90"/>
                                          </p:val>
                                        </p:tav>
                                        <p:tav tm="100000">
                                          <p:val>
                                            <p:fltVal val="0"/>
                                          </p:val>
                                        </p:tav>
                                      </p:tavLst>
                                    </p:anim>
                                    <p:animEffect transition="in" filter="fade">
                                      <p:cBhvr>
                                        <p:cTn id="266" dur="1000"/>
                                        <p:tgtEl>
                                          <p:spTgt spid="43"/>
                                        </p:tgtEl>
                                      </p:cBhvr>
                                    </p:animEffect>
                                  </p:childTnLst>
                                </p:cTn>
                              </p:par>
                            </p:childTnLst>
                          </p:cTn>
                        </p:par>
                      </p:childTnLst>
                    </p:cTn>
                  </p:par>
                  <p:par>
                    <p:cTn id="267" fill="hold">
                      <p:stCondLst>
                        <p:cond delay="indefinite"/>
                      </p:stCondLst>
                      <p:childTnLst>
                        <p:par>
                          <p:cTn id="268" fill="hold">
                            <p:stCondLst>
                              <p:cond delay="0"/>
                            </p:stCondLst>
                            <p:childTnLst>
                              <p:par>
                                <p:cTn id="269" presetID="31" presetClass="entr" presetSubtype="0" fill="hold" grpId="0" nodeType="clickEffect">
                                  <p:stCondLst>
                                    <p:cond delay="0"/>
                                  </p:stCondLst>
                                  <p:childTnLst>
                                    <p:set>
                                      <p:cBhvr>
                                        <p:cTn id="270" dur="1" fill="hold">
                                          <p:stCondLst>
                                            <p:cond delay="0"/>
                                          </p:stCondLst>
                                        </p:cTn>
                                        <p:tgtEl>
                                          <p:spTgt spid="10"/>
                                        </p:tgtEl>
                                        <p:attrNameLst>
                                          <p:attrName>style.visibility</p:attrName>
                                        </p:attrNameLst>
                                      </p:cBhvr>
                                      <p:to>
                                        <p:strVal val="visible"/>
                                      </p:to>
                                    </p:set>
                                    <p:anim calcmode="lin" valueType="num">
                                      <p:cBhvr>
                                        <p:cTn id="271" dur="1000" fill="hold"/>
                                        <p:tgtEl>
                                          <p:spTgt spid="10"/>
                                        </p:tgtEl>
                                        <p:attrNameLst>
                                          <p:attrName>ppt_w</p:attrName>
                                        </p:attrNameLst>
                                      </p:cBhvr>
                                      <p:tavLst>
                                        <p:tav tm="0">
                                          <p:val>
                                            <p:fltVal val="0"/>
                                          </p:val>
                                        </p:tav>
                                        <p:tav tm="100000">
                                          <p:val>
                                            <p:strVal val="#ppt_w"/>
                                          </p:val>
                                        </p:tav>
                                      </p:tavLst>
                                    </p:anim>
                                    <p:anim calcmode="lin" valueType="num">
                                      <p:cBhvr>
                                        <p:cTn id="272" dur="1000" fill="hold"/>
                                        <p:tgtEl>
                                          <p:spTgt spid="10"/>
                                        </p:tgtEl>
                                        <p:attrNameLst>
                                          <p:attrName>ppt_h</p:attrName>
                                        </p:attrNameLst>
                                      </p:cBhvr>
                                      <p:tavLst>
                                        <p:tav tm="0">
                                          <p:val>
                                            <p:fltVal val="0"/>
                                          </p:val>
                                        </p:tav>
                                        <p:tav tm="100000">
                                          <p:val>
                                            <p:strVal val="#ppt_h"/>
                                          </p:val>
                                        </p:tav>
                                      </p:tavLst>
                                    </p:anim>
                                    <p:anim calcmode="lin" valueType="num">
                                      <p:cBhvr>
                                        <p:cTn id="273" dur="1000" fill="hold"/>
                                        <p:tgtEl>
                                          <p:spTgt spid="10"/>
                                        </p:tgtEl>
                                        <p:attrNameLst>
                                          <p:attrName>style.rotation</p:attrName>
                                        </p:attrNameLst>
                                      </p:cBhvr>
                                      <p:tavLst>
                                        <p:tav tm="0">
                                          <p:val>
                                            <p:fltVal val="90"/>
                                          </p:val>
                                        </p:tav>
                                        <p:tav tm="100000">
                                          <p:val>
                                            <p:fltVal val="0"/>
                                          </p:val>
                                        </p:tav>
                                      </p:tavLst>
                                    </p:anim>
                                    <p:animEffect transition="in" filter="fade">
                                      <p:cBhvr>
                                        <p:cTn id="274" dur="1000"/>
                                        <p:tgtEl>
                                          <p:spTgt spid="10"/>
                                        </p:tgtEl>
                                      </p:cBhvr>
                                    </p:animEffect>
                                  </p:childTnLst>
                                </p:cTn>
                              </p:par>
                              <p:par>
                                <p:cTn id="275" presetID="31" presetClass="entr" presetSubtype="0" fill="hold" grpId="0" nodeType="withEffect">
                                  <p:stCondLst>
                                    <p:cond delay="0"/>
                                  </p:stCondLst>
                                  <p:childTnLst>
                                    <p:set>
                                      <p:cBhvr>
                                        <p:cTn id="276" dur="1" fill="hold">
                                          <p:stCondLst>
                                            <p:cond delay="0"/>
                                          </p:stCondLst>
                                        </p:cTn>
                                        <p:tgtEl>
                                          <p:spTgt spid="37"/>
                                        </p:tgtEl>
                                        <p:attrNameLst>
                                          <p:attrName>style.visibility</p:attrName>
                                        </p:attrNameLst>
                                      </p:cBhvr>
                                      <p:to>
                                        <p:strVal val="visible"/>
                                      </p:to>
                                    </p:set>
                                    <p:anim calcmode="lin" valueType="num">
                                      <p:cBhvr>
                                        <p:cTn id="277" dur="1000" fill="hold"/>
                                        <p:tgtEl>
                                          <p:spTgt spid="37"/>
                                        </p:tgtEl>
                                        <p:attrNameLst>
                                          <p:attrName>ppt_w</p:attrName>
                                        </p:attrNameLst>
                                      </p:cBhvr>
                                      <p:tavLst>
                                        <p:tav tm="0">
                                          <p:val>
                                            <p:fltVal val="0"/>
                                          </p:val>
                                        </p:tav>
                                        <p:tav tm="100000">
                                          <p:val>
                                            <p:strVal val="#ppt_w"/>
                                          </p:val>
                                        </p:tav>
                                      </p:tavLst>
                                    </p:anim>
                                    <p:anim calcmode="lin" valueType="num">
                                      <p:cBhvr>
                                        <p:cTn id="278" dur="1000" fill="hold"/>
                                        <p:tgtEl>
                                          <p:spTgt spid="37"/>
                                        </p:tgtEl>
                                        <p:attrNameLst>
                                          <p:attrName>ppt_h</p:attrName>
                                        </p:attrNameLst>
                                      </p:cBhvr>
                                      <p:tavLst>
                                        <p:tav tm="0">
                                          <p:val>
                                            <p:fltVal val="0"/>
                                          </p:val>
                                        </p:tav>
                                        <p:tav tm="100000">
                                          <p:val>
                                            <p:strVal val="#ppt_h"/>
                                          </p:val>
                                        </p:tav>
                                      </p:tavLst>
                                    </p:anim>
                                    <p:anim calcmode="lin" valueType="num">
                                      <p:cBhvr>
                                        <p:cTn id="279" dur="1000" fill="hold"/>
                                        <p:tgtEl>
                                          <p:spTgt spid="37"/>
                                        </p:tgtEl>
                                        <p:attrNameLst>
                                          <p:attrName>style.rotation</p:attrName>
                                        </p:attrNameLst>
                                      </p:cBhvr>
                                      <p:tavLst>
                                        <p:tav tm="0">
                                          <p:val>
                                            <p:fltVal val="90"/>
                                          </p:val>
                                        </p:tav>
                                        <p:tav tm="100000">
                                          <p:val>
                                            <p:fltVal val="0"/>
                                          </p:val>
                                        </p:tav>
                                      </p:tavLst>
                                    </p:anim>
                                    <p:animEffect transition="in" filter="fade">
                                      <p:cBhvr>
                                        <p:cTn id="280" dur="1000"/>
                                        <p:tgtEl>
                                          <p:spTgt spid="37"/>
                                        </p:tgtEl>
                                      </p:cBhvr>
                                    </p:animEffect>
                                  </p:childTnLst>
                                </p:cTn>
                              </p:par>
                              <p:par>
                                <p:cTn id="281" presetID="31" presetClass="entr" presetSubtype="0" fill="hold" grpId="0" nodeType="withEffect">
                                  <p:stCondLst>
                                    <p:cond delay="0"/>
                                  </p:stCondLst>
                                  <p:childTnLst>
                                    <p:set>
                                      <p:cBhvr>
                                        <p:cTn id="282" dur="1" fill="hold">
                                          <p:stCondLst>
                                            <p:cond delay="0"/>
                                          </p:stCondLst>
                                        </p:cTn>
                                        <p:tgtEl>
                                          <p:spTgt spid="56"/>
                                        </p:tgtEl>
                                        <p:attrNameLst>
                                          <p:attrName>style.visibility</p:attrName>
                                        </p:attrNameLst>
                                      </p:cBhvr>
                                      <p:to>
                                        <p:strVal val="visible"/>
                                      </p:to>
                                    </p:set>
                                    <p:anim calcmode="lin" valueType="num">
                                      <p:cBhvr>
                                        <p:cTn id="283" dur="1000" fill="hold"/>
                                        <p:tgtEl>
                                          <p:spTgt spid="56"/>
                                        </p:tgtEl>
                                        <p:attrNameLst>
                                          <p:attrName>ppt_w</p:attrName>
                                        </p:attrNameLst>
                                      </p:cBhvr>
                                      <p:tavLst>
                                        <p:tav tm="0">
                                          <p:val>
                                            <p:fltVal val="0"/>
                                          </p:val>
                                        </p:tav>
                                        <p:tav tm="100000">
                                          <p:val>
                                            <p:strVal val="#ppt_w"/>
                                          </p:val>
                                        </p:tav>
                                      </p:tavLst>
                                    </p:anim>
                                    <p:anim calcmode="lin" valueType="num">
                                      <p:cBhvr>
                                        <p:cTn id="284" dur="1000" fill="hold"/>
                                        <p:tgtEl>
                                          <p:spTgt spid="56"/>
                                        </p:tgtEl>
                                        <p:attrNameLst>
                                          <p:attrName>ppt_h</p:attrName>
                                        </p:attrNameLst>
                                      </p:cBhvr>
                                      <p:tavLst>
                                        <p:tav tm="0">
                                          <p:val>
                                            <p:fltVal val="0"/>
                                          </p:val>
                                        </p:tav>
                                        <p:tav tm="100000">
                                          <p:val>
                                            <p:strVal val="#ppt_h"/>
                                          </p:val>
                                        </p:tav>
                                      </p:tavLst>
                                    </p:anim>
                                    <p:anim calcmode="lin" valueType="num">
                                      <p:cBhvr>
                                        <p:cTn id="285" dur="1000" fill="hold"/>
                                        <p:tgtEl>
                                          <p:spTgt spid="56"/>
                                        </p:tgtEl>
                                        <p:attrNameLst>
                                          <p:attrName>style.rotation</p:attrName>
                                        </p:attrNameLst>
                                      </p:cBhvr>
                                      <p:tavLst>
                                        <p:tav tm="0">
                                          <p:val>
                                            <p:fltVal val="90"/>
                                          </p:val>
                                        </p:tav>
                                        <p:tav tm="100000">
                                          <p:val>
                                            <p:fltVal val="0"/>
                                          </p:val>
                                        </p:tav>
                                      </p:tavLst>
                                    </p:anim>
                                    <p:animEffect transition="in" filter="fade">
                                      <p:cBhvr>
                                        <p:cTn id="286" dur="1000"/>
                                        <p:tgtEl>
                                          <p:spTgt spid="56"/>
                                        </p:tgtEl>
                                      </p:cBhvr>
                                    </p:animEffect>
                                  </p:childTnLst>
                                </p:cTn>
                              </p:par>
                              <p:par>
                                <p:cTn id="287" presetID="31" presetClass="entr" presetSubtype="0" fill="hold" grpId="0" nodeType="withEffect">
                                  <p:stCondLst>
                                    <p:cond delay="0"/>
                                  </p:stCondLst>
                                  <p:childTnLst>
                                    <p:set>
                                      <p:cBhvr>
                                        <p:cTn id="288" dur="1" fill="hold">
                                          <p:stCondLst>
                                            <p:cond delay="0"/>
                                          </p:stCondLst>
                                        </p:cTn>
                                        <p:tgtEl>
                                          <p:spTgt spid="49"/>
                                        </p:tgtEl>
                                        <p:attrNameLst>
                                          <p:attrName>style.visibility</p:attrName>
                                        </p:attrNameLst>
                                      </p:cBhvr>
                                      <p:to>
                                        <p:strVal val="visible"/>
                                      </p:to>
                                    </p:set>
                                    <p:anim calcmode="lin" valueType="num">
                                      <p:cBhvr>
                                        <p:cTn id="289" dur="1000" fill="hold"/>
                                        <p:tgtEl>
                                          <p:spTgt spid="49"/>
                                        </p:tgtEl>
                                        <p:attrNameLst>
                                          <p:attrName>ppt_w</p:attrName>
                                        </p:attrNameLst>
                                      </p:cBhvr>
                                      <p:tavLst>
                                        <p:tav tm="0">
                                          <p:val>
                                            <p:fltVal val="0"/>
                                          </p:val>
                                        </p:tav>
                                        <p:tav tm="100000">
                                          <p:val>
                                            <p:strVal val="#ppt_w"/>
                                          </p:val>
                                        </p:tav>
                                      </p:tavLst>
                                    </p:anim>
                                    <p:anim calcmode="lin" valueType="num">
                                      <p:cBhvr>
                                        <p:cTn id="290" dur="1000" fill="hold"/>
                                        <p:tgtEl>
                                          <p:spTgt spid="49"/>
                                        </p:tgtEl>
                                        <p:attrNameLst>
                                          <p:attrName>ppt_h</p:attrName>
                                        </p:attrNameLst>
                                      </p:cBhvr>
                                      <p:tavLst>
                                        <p:tav tm="0">
                                          <p:val>
                                            <p:fltVal val="0"/>
                                          </p:val>
                                        </p:tav>
                                        <p:tav tm="100000">
                                          <p:val>
                                            <p:strVal val="#ppt_h"/>
                                          </p:val>
                                        </p:tav>
                                      </p:tavLst>
                                    </p:anim>
                                    <p:anim calcmode="lin" valueType="num">
                                      <p:cBhvr>
                                        <p:cTn id="291" dur="1000" fill="hold"/>
                                        <p:tgtEl>
                                          <p:spTgt spid="49"/>
                                        </p:tgtEl>
                                        <p:attrNameLst>
                                          <p:attrName>style.rotation</p:attrName>
                                        </p:attrNameLst>
                                      </p:cBhvr>
                                      <p:tavLst>
                                        <p:tav tm="0">
                                          <p:val>
                                            <p:fltVal val="90"/>
                                          </p:val>
                                        </p:tav>
                                        <p:tav tm="100000">
                                          <p:val>
                                            <p:fltVal val="0"/>
                                          </p:val>
                                        </p:tav>
                                      </p:tavLst>
                                    </p:anim>
                                    <p:animEffect transition="in" filter="fade">
                                      <p:cBhvr>
                                        <p:cTn id="292" dur="1000"/>
                                        <p:tgtEl>
                                          <p:spTgt spid="49"/>
                                        </p:tgtEl>
                                      </p:cBhvr>
                                    </p:animEffect>
                                  </p:childTnLst>
                                </p:cTn>
                              </p:par>
                              <p:par>
                                <p:cTn id="293" presetID="31" presetClass="entr" presetSubtype="0" fill="hold" nodeType="withEffect">
                                  <p:stCondLst>
                                    <p:cond delay="0"/>
                                  </p:stCondLst>
                                  <p:childTnLst>
                                    <p:set>
                                      <p:cBhvr>
                                        <p:cTn id="294" dur="1" fill="hold">
                                          <p:stCondLst>
                                            <p:cond delay="0"/>
                                          </p:stCondLst>
                                        </p:cTn>
                                        <p:tgtEl>
                                          <p:spTgt spid="62"/>
                                        </p:tgtEl>
                                        <p:attrNameLst>
                                          <p:attrName>style.visibility</p:attrName>
                                        </p:attrNameLst>
                                      </p:cBhvr>
                                      <p:to>
                                        <p:strVal val="visible"/>
                                      </p:to>
                                    </p:set>
                                    <p:anim calcmode="lin" valueType="num">
                                      <p:cBhvr>
                                        <p:cTn id="295" dur="1000" fill="hold"/>
                                        <p:tgtEl>
                                          <p:spTgt spid="62"/>
                                        </p:tgtEl>
                                        <p:attrNameLst>
                                          <p:attrName>ppt_w</p:attrName>
                                        </p:attrNameLst>
                                      </p:cBhvr>
                                      <p:tavLst>
                                        <p:tav tm="0">
                                          <p:val>
                                            <p:fltVal val="0"/>
                                          </p:val>
                                        </p:tav>
                                        <p:tav tm="100000">
                                          <p:val>
                                            <p:strVal val="#ppt_w"/>
                                          </p:val>
                                        </p:tav>
                                      </p:tavLst>
                                    </p:anim>
                                    <p:anim calcmode="lin" valueType="num">
                                      <p:cBhvr>
                                        <p:cTn id="296" dur="1000" fill="hold"/>
                                        <p:tgtEl>
                                          <p:spTgt spid="62"/>
                                        </p:tgtEl>
                                        <p:attrNameLst>
                                          <p:attrName>ppt_h</p:attrName>
                                        </p:attrNameLst>
                                      </p:cBhvr>
                                      <p:tavLst>
                                        <p:tav tm="0">
                                          <p:val>
                                            <p:fltVal val="0"/>
                                          </p:val>
                                        </p:tav>
                                        <p:tav tm="100000">
                                          <p:val>
                                            <p:strVal val="#ppt_h"/>
                                          </p:val>
                                        </p:tav>
                                      </p:tavLst>
                                    </p:anim>
                                    <p:anim calcmode="lin" valueType="num">
                                      <p:cBhvr>
                                        <p:cTn id="297" dur="1000" fill="hold"/>
                                        <p:tgtEl>
                                          <p:spTgt spid="62"/>
                                        </p:tgtEl>
                                        <p:attrNameLst>
                                          <p:attrName>style.rotation</p:attrName>
                                        </p:attrNameLst>
                                      </p:cBhvr>
                                      <p:tavLst>
                                        <p:tav tm="0">
                                          <p:val>
                                            <p:fltVal val="90"/>
                                          </p:val>
                                        </p:tav>
                                        <p:tav tm="100000">
                                          <p:val>
                                            <p:fltVal val="0"/>
                                          </p:val>
                                        </p:tav>
                                      </p:tavLst>
                                    </p:anim>
                                    <p:animEffect transition="in" filter="fade">
                                      <p:cBhvr>
                                        <p:cTn id="298" dur="1000"/>
                                        <p:tgtEl>
                                          <p:spTgt spid="62"/>
                                        </p:tgtEl>
                                      </p:cBhvr>
                                    </p:animEffect>
                                  </p:childTnLst>
                                </p:cTn>
                              </p:par>
                              <p:par>
                                <p:cTn id="299" presetID="31" presetClass="entr" presetSubtype="0" fill="hold" grpId="0" nodeType="withEffect">
                                  <p:stCondLst>
                                    <p:cond delay="0"/>
                                  </p:stCondLst>
                                  <p:childTnLst>
                                    <p:set>
                                      <p:cBhvr>
                                        <p:cTn id="300" dur="1" fill="hold">
                                          <p:stCondLst>
                                            <p:cond delay="0"/>
                                          </p:stCondLst>
                                        </p:cTn>
                                        <p:tgtEl>
                                          <p:spTgt spid="32"/>
                                        </p:tgtEl>
                                        <p:attrNameLst>
                                          <p:attrName>style.visibility</p:attrName>
                                        </p:attrNameLst>
                                      </p:cBhvr>
                                      <p:to>
                                        <p:strVal val="visible"/>
                                      </p:to>
                                    </p:set>
                                    <p:anim calcmode="lin" valueType="num">
                                      <p:cBhvr>
                                        <p:cTn id="301" dur="1000" fill="hold"/>
                                        <p:tgtEl>
                                          <p:spTgt spid="32"/>
                                        </p:tgtEl>
                                        <p:attrNameLst>
                                          <p:attrName>ppt_w</p:attrName>
                                        </p:attrNameLst>
                                      </p:cBhvr>
                                      <p:tavLst>
                                        <p:tav tm="0">
                                          <p:val>
                                            <p:fltVal val="0"/>
                                          </p:val>
                                        </p:tav>
                                        <p:tav tm="100000">
                                          <p:val>
                                            <p:strVal val="#ppt_w"/>
                                          </p:val>
                                        </p:tav>
                                      </p:tavLst>
                                    </p:anim>
                                    <p:anim calcmode="lin" valueType="num">
                                      <p:cBhvr>
                                        <p:cTn id="302" dur="1000" fill="hold"/>
                                        <p:tgtEl>
                                          <p:spTgt spid="32"/>
                                        </p:tgtEl>
                                        <p:attrNameLst>
                                          <p:attrName>ppt_h</p:attrName>
                                        </p:attrNameLst>
                                      </p:cBhvr>
                                      <p:tavLst>
                                        <p:tav tm="0">
                                          <p:val>
                                            <p:fltVal val="0"/>
                                          </p:val>
                                        </p:tav>
                                        <p:tav tm="100000">
                                          <p:val>
                                            <p:strVal val="#ppt_h"/>
                                          </p:val>
                                        </p:tav>
                                      </p:tavLst>
                                    </p:anim>
                                    <p:anim calcmode="lin" valueType="num">
                                      <p:cBhvr>
                                        <p:cTn id="303" dur="1000" fill="hold"/>
                                        <p:tgtEl>
                                          <p:spTgt spid="32"/>
                                        </p:tgtEl>
                                        <p:attrNameLst>
                                          <p:attrName>style.rotation</p:attrName>
                                        </p:attrNameLst>
                                      </p:cBhvr>
                                      <p:tavLst>
                                        <p:tav tm="0">
                                          <p:val>
                                            <p:fltVal val="90"/>
                                          </p:val>
                                        </p:tav>
                                        <p:tav tm="100000">
                                          <p:val>
                                            <p:fltVal val="0"/>
                                          </p:val>
                                        </p:tav>
                                      </p:tavLst>
                                    </p:anim>
                                    <p:animEffect transition="in" filter="fade">
                                      <p:cBhvr>
                                        <p:cTn id="304" dur="1000"/>
                                        <p:tgtEl>
                                          <p:spTgt spid="32"/>
                                        </p:tgtEl>
                                      </p:cBhvr>
                                    </p:animEffect>
                                  </p:childTnLst>
                                </p:cTn>
                              </p:par>
                              <p:par>
                                <p:cTn id="305" presetID="31" presetClass="entr" presetSubtype="0" fill="hold" grpId="0" nodeType="withEffect">
                                  <p:stCondLst>
                                    <p:cond delay="0"/>
                                  </p:stCondLst>
                                  <p:childTnLst>
                                    <p:set>
                                      <p:cBhvr>
                                        <p:cTn id="306" dur="1" fill="hold">
                                          <p:stCondLst>
                                            <p:cond delay="0"/>
                                          </p:stCondLst>
                                        </p:cTn>
                                        <p:tgtEl>
                                          <p:spTgt spid="50"/>
                                        </p:tgtEl>
                                        <p:attrNameLst>
                                          <p:attrName>style.visibility</p:attrName>
                                        </p:attrNameLst>
                                      </p:cBhvr>
                                      <p:to>
                                        <p:strVal val="visible"/>
                                      </p:to>
                                    </p:set>
                                    <p:anim calcmode="lin" valueType="num">
                                      <p:cBhvr>
                                        <p:cTn id="307" dur="1000" fill="hold"/>
                                        <p:tgtEl>
                                          <p:spTgt spid="50"/>
                                        </p:tgtEl>
                                        <p:attrNameLst>
                                          <p:attrName>ppt_w</p:attrName>
                                        </p:attrNameLst>
                                      </p:cBhvr>
                                      <p:tavLst>
                                        <p:tav tm="0">
                                          <p:val>
                                            <p:fltVal val="0"/>
                                          </p:val>
                                        </p:tav>
                                        <p:tav tm="100000">
                                          <p:val>
                                            <p:strVal val="#ppt_w"/>
                                          </p:val>
                                        </p:tav>
                                      </p:tavLst>
                                    </p:anim>
                                    <p:anim calcmode="lin" valueType="num">
                                      <p:cBhvr>
                                        <p:cTn id="308" dur="1000" fill="hold"/>
                                        <p:tgtEl>
                                          <p:spTgt spid="50"/>
                                        </p:tgtEl>
                                        <p:attrNameLst>
                                          <p:attrName>ppt_h</p:attrName>
                                        </p:attrNameLst>
                                      </p:cBhvr>
                                      <p:tavLst>
                                        <p:tav tm="0">
                                          <p:val>
                                            <p:fltVal val="0"/>
                                          </p:val>
                                        </p:tav>
                                        <p:tav tm="100000">
                                          <p:val>
                                            <p:strVal val="#ppt_h"/>
                                          </p:val>
                                        </p:tav>
                                      </p:tavLst>
                                    </p:anim>
                                    <p:anim calcmode="lin" valueType="num">
                                      <p:cBhvr>
                                        <p:cTn id="309" dur="1000" fill="hold"/>
                                        <p:tgtEl>
                                          <p:spTgt spid="50"/>
                                        </p:tgtEl>
                                        <p:attrNameLst>
                                          <p:attrName>style.rotation</p:attrName>
                                        </p:attrNameLst>
                                      </p:cBhvr>
                                      <p:tavLst>
                                        <p:tav tm="0">
                                          <p:val>
                                            <p:fltVal val="90"/>
                                          </p:val>
                                        </p:tav>
                                        <p:tav tm="100000">
                                          <p:val>
                                            <p:fltVal val="0"/>
                                          </p:val>
                                        </p:tav>
                                      </p:tavLst>
                                    </p:anim>
                                    <p:animEffect transition="in" filter="fade">
                                      <p:cBhvr>
                                        <p:cTn id="310" dur="10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 grpId="0" animBg="1"/>
      <p:bldP spid="3" grpId="0" animBg="1"/>
      <p:bldP spid="4" grpId="0" animBg="1"/>
      <p:bldP spid="12" grpId="0" animBg="1"/>
      <p:bldP spid="13" grpId="0" animBg="1"/>
      <p:bldP spid="14" grpId="0" animBg="1"/>
      <p:bldP spid="15" grpId="0" animBg="1"/>
      <p:bldP spid="19" grpId="0" animBg="1"/>
      <p:bldP spid="20" grpId="0" animBg="1"/>
      <p:bldP spid="21" grpId="0" animBg="1"/>
      <p:bldP spid="24" grpId="0"/>
      <p:bldP spid="25" grpId="0"/>
      <p:bldP spid="28" grpId="0"/>
      <p:bldP spid="29" grpId="0"/>
      <p:bldP spid="32" grpId="0"/>
      <p:bldP spid="35" grpId="0"/>
      <p:bldP spid="38" grpId="0"/>
      <p:bldP spid="40" grpId="0"/>
      <p:bldP spid="8" grpId="0"/>
      <p:bldP spid="26" grpId="0"/>
      <p:bldP spid="33" grpId="0" animBg="1"/>
      <p:bldP spid="37" grpId="0" animBg="1"/>
      <p:bldP spid="46" grpId="0" animBg="1"/>
      <p:bldP spid="48" grpId="0"/>
      <p:bldP spid="49" grpId="0" animBg="1"/>
      <p:bldP spid="50" grpId="0"/>
      <p:bldP spid="52" grpId="0" animBg="1"/>
      <p:bldP spid="54" grpId="0" animBg="1"/>
      <p:bldP spid="55" grpId="0" animBg="1"/>
      <p:bldP spid="56" grpId="0" animBg="1"/>
      <p:bldP spid="7" grpId="0"/>
      <p:bldP spid="9" grpId="0"/>
      <p:bldP spid="10" grpId="0"/>
      <p:bldP spid="43" grpId="0"/>
      <p:bldP spid="31"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2FD8BB7-D1D6-C643-8BCD-3E7C728E3458}"/>
              </a:ext>
            </a:extLst>
          </p:cNvPr>
          <p:cNvSpPr txBox="1"/>
          <p:nvPr/>
        </p:nvSpPr>
        <p:spPr>
          <a:xfrm>
            <a:off x="3434875" y="306187"/>
            <a:ext cx="5322291" cy="553998"/>
          </a:xfrm>
          <a:prstGeom prst="rect">
            <a:avLst/>
          </a:prstGeom>
          <a:noFill/>
        </p:spPr>
        <p:txBody>
          <a:bodyPr wrap="none" rtlCol="0">
            <a:spAutoFit/>
          </a:bodyPr>
          <a:lstStyle/>
          <a:p>
            <a:pPr algn="ctr"/>
            <a:r>
              <a:rPr lang="fr-FR" sz="3000" b="1">
                <a:solidFill>
                  <a:schemeClr val="tx2"/>
                </a:solidFill>
                <a:latin typeface="Poppins" pitchFamily="2" charset="77"/>
                <a:cs typeface="Poppins" pitchFamily="2" charset="77"/>
              </a:rPr>
              <a:t>Niveau d’automatisation</a:t>
            </a:r>
            <a:endParaRPr lang="fr-FR" sz="3000" b="1" dirty="0">
              <a:solidFill>
                <a:schemeClr val="tx2"/>
              </a:solidFill>
              <a:latin typeface="Poppins" pitchFamily="2" charset="77"/>
              <a:cs typeface="Poppins" pitchFamily="2" charset="77"/>
            </a:endParaRPr>
          </a:p>
        </p:txBody>
      </p:sp>
      <p:sp>
        <p:nvSpPr>
          <p:cNvPr id="11" name="TextBox 10">
            <a:extLst>
              <a:ext uri="{FF2B5EF4-FFF2-40B4-BE49-F238E27FC236}">
                <a16:creationId xmlns:a16="http://schemas.microsoft.com/office/drawing/2014/main" id="{496B28DC-DD03-6D41-BDE1-218E34E5BDC5}"/>
              </a:ext>
            </a:extLst>
          </p:cNvPr>
          <p:cNvSpPr txBox="1"/>
          <p:nvPr/>
        </p:nvSpPr>
        <p:spPr>
          <a:xfrm>
            <a:off x="4470011" y="787594"/>
            <a:ext cx="3251979" cy="276999"/>
          </a:xfrm>
          <a:prstGeom prst="rect">
            <a:avLst/>
          </a:prstGeom>
          <a:noFill/>
        </p:spPr>
        <p:txBody>
          <a:bodyPr wrap="none" rtlCol="0">
            <a:spAutoFit/>
          </a:bodyPr>
          <a:lstStyle/>
          <a:p>
            <a:pPr algn="ctr"/>
            <a:r>
              <a:rPr lang="fr-FR" sz="1200" spc="151">
                <a:solidFill>
                  <a:schemeClr val="bg1">
                    <a:lumMod val="65000"/>
                  </a:schemeClr>
                </a:solidFill>
                <a:latin typeface="Poppins Light" pitchFamily="2" charset="77"/>
                <a:cs typeface="Poppins Light" pitchFamily="2" charset="77"/>
              </a:rPr>
              <a:t>Etapes principales du processus</a:t>
            </a:r>
            <a:endParaRPr lang="fr-FR" sz="1200" spc="151" dirty="0">
              <a:solidFill>
                <a:schemeClr val="bg1">
                  <a:lumMod val="65000"/>
                </a:schemeClr>
              </a:solidFill>
              <a:latin typeface="Poppins Light" pitchFamily="2" charset="77"/>
              <a:cs typeface="Poppins Light" pitchFamily="2" charset="77"/>
            </a:endParaRPr>
          </a:p>
        </p:txBody>
      </p:sp>
      <p:sp>
        <p:nvSpPr>
          <p:cNvPr id="3" name="Rectangle 2">
            <a:extLst>
              <a:ext uri="{FF2B5EF4-FFF2-40B4-BE49-F238E27FC236}">
                <a16:creationId xmlns:a16="http://schemas.microsoft.com/office/drawing/2014/main" id="{4003BCC5-AE14-52DB-3651-113E6468BBD8}"/>
              </a:ext>
            </a:extLst>
          </p:cNvPr>
          <p:cNvSpPr/>
          <p:nvPr/>
        </p:nvSpPr>
        <p:spPr>
          <a:xfrm>
            <a:off x="4320000" y="2520000"/>
            <a:ext cx="7740000" cy="3960000"/>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744788" lvl="2" indent="-317500">
              <a:lnSpc>
                <a:spcPts val="1750"/>
              </a:lnSpc>
              <a:buFont typeface="Arial" panose="020B0604020202020204" pitchFamily="34" charset="0"/>
              <a:buChar char="•"/>
            </a:pPr>
            <a:endParaRPr lang="fr-FR" dirty="0">
              <a:solidFill>
                <a:schemeClr val="tx1"/>
              </a:solidFill>
              <a:latin typeface="Poppins" panose="00000500000000000000" pitchFamily="2" charset="0"/>
              <a:ea typeface="Lato Light" panose="020F0502020204030203" pitchFamily="34" charset="0"/>
              <a:cs typeface="Poppins" panose="00000500000000000000" pitchFamily="2" charset="0"/>
            </a:endParaRPr>
          </a:p>
          <a:p>
            <a:pPr marL="2744788" lvl="2" indent="-317500">
              <a:lnSpc>
                <a:spcPts val="1750"/>
              </a:lnSpc>
              <a:buFont typeface="Arial" panose="020B0604020202020204" pitchFamily="34" charset="0"/>
              <a:buChar char="•"/>
            </a:pP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Fluidité du processus</a:t>
            </a:r>
          </a:p>
          <a:p>
            <a:pPr marL="4116388" lvl="5" indent="-317500">
              <a:lnSpc>
                <a:spcPts val="1750"/>
              </a:lnSpc>
              <a:buFont typeface="Arial" panose="020B0604020202020204" pitchFamily="34" charset="0"/>
              <a:buChar char="•"/>
            </a:pPr>
            <a:endParaRPr lang="fr-FR" dirty="0">
              <a:solidFill>
                <a:schemeClr val="tx1"/>
              </a:solidFill>
              <a:latin typeface="Poppins" panose="00000500000000000000" pitchFamily="2" charset="0"/>
              <a:ea typeface="Lato Light" panose="020F0502020204030203" pitchFamily="34" charset="0"/>
              <a:cs typeface="Poppins" panose="00000500000000000000" pitchFamily="2" charset="0"/>
            </a:endParaRPr>
          </a:p>
          <a:p>
            <a:pPr marL="2744788" lvl="2" indent="-317500">
              <a:lnSpc>
                <a:spcPts val="1750"/>
              </a:lnSpc>
              <a:buFont typeface="Arial" panose="020B0604020202020204" pitchFamily="34" charset="0"/>
              <a:buChar char="•"/>
            </a:pPr>
            <a:r>
              <a:rPr lang="fr-FR" dirty="0" err="1">
                <a:solidFill>
                  <a:schemeClr val="tx1"/>
                </a:solidFill>
                <a:latin typeface="Poppins" panose="00000500000000000000" pitchFamily="2" charset="0"/>
                <a:ea typeface="Lato Light" panose="020F0502020204030203" pitchFamily="34" charset="0"/>
                <a:cs typeface="Poppins" panose="00000500000000000000" pitchFamily="2" charset="0"/>
              </a:rPr>
              <a:t>Diminitution</a:t>
            </a: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 des couts de traitement</a:t>
            </a:r>
          </a:p>
          <a:p>
            <a:pPr marL="2744788" lvl="2" indent="-317500">
              <a:lnSpc>
                <a:spcPts val="1750"/>
              </a:lnSpc>
              <a:buFont typeface="Arial" panose="020B0604020202020204" pitchFamily="34" charset="0"/>
              <a:buChar char="•"/>
            </a:pPr>
            <a:endParaRPr lang="fr-FR" dirty="0">
              <a:solidFill>
                <a:schemeClr val="tx1"/>
              </a:solidFill>
              <a:latin typeface="Poppins" panose="00000500000000000000" pitchFamily="2" charset="0"/>
              <a:ea typeface="Lato Light" panose="020F0502020204030203" pitchFamily="34" charset="0"/>
              <a:cs typeface="Poppins" panose="00000500000000000000" pitchFamily="2" charset="0"/>
            </a:endParaRPr>
          </a:p>
          <a:p>
            <a:pPr marL="2744788" lvl="2" indent="-317500">
              <a:lnSpc>
                <a:spcPts val="1750"/>
              </a:lnSpc>
              <a:buFont typeface="Arial" panose="020B0604020202020204" pitchFamily="34" charset="0"/>
              <a:buChar char="•"/>
            </a:pP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Cout SI: 50 </a:t>
            </a:r>
            <a:r>
              <a:rPr lang="fr-FR" dirty="0" err="1">
                <a:solidFill>
                  <a:schemeClr val="tx1"/>
                </a:solidFill>
                <a:latin typeface="Poppins" panose="00000500000000000000" pitchFamily="2" charset="0"/>
                <a:ea typeface="Lato Light" panose="020F0502020204030203" pitchFamily="34" charset="0"/>
                <a:cs typeface="Poppins" panose="00000500000000000000" pitchFamily="2" charset="0"/>
              </a:rPr>
              <a:t>Keuro</a:t>
            </a: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  </a:t>
            </a:r>
          </a:p>
          <a:p>
            <a:pPr marL="2427288" lvl="2">
              <a:lnSpc>
                <a:spcPts val="1750"/>
              </a:lnSpc>
            </a:pP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 </a:t>
            </a:r>
          </a:p>
          <a:p>
            <a:pPr marL="1970088" lvl="1">
              <a:lnSpc>
                <a:spcPts val="1750"/>
              </a:lnSpc>
            </a:pPr>
            <a:endParaRPr lang="fr-FR" dirty="0">
              <a:solidFill>
                <a:schemeClr val="tx1"/>
              </a:solidFill>
              <a:latin typeface="Lato Light" panose="020F0502020204030203" pitchFamily="34" charset="0"/>
              <a:ea typeface="Lato Light" panose="020F0502020204030203" pitchFamily="34" charset="0"/>
            </a:endParaRPr>
          </a:p>
        </p:txBody>
      </p:sp>
      <p:sp>
        <p:nvSpPr>
          <p:cNvPr id="4" name="Signalisation droite 1">
            <a:extLst>
              <a:ext uri="{FF2B5EF4-FFF2-40B4-BE49-F238E27FC236}">
                <a16:creationId xmlns:a16="http://schemas.microsoft.com/office/drawing/2014/main" id="{FFC5E517-0D4D-7B47-76C5-419ECF8577D6}"/>
              </a:ext>
            </a:extLst>
          </p:cNvPr>
          <p:cNvSpPr/>
          <p:nvPr/>
        </p:nvSpPr>
        <p:spPr>
          <a:xfrm>
            <a:off x="180000" y="2520000"/>
            <a:ext cx="6120000" cy="3960000"/>
          </a:xfrm>
          <a:prstGeom prst="homePlate">
            <a:avLst/>
          </a:prstGeom>
          <a:solidFill>
            <a:schemeClr val="bg1">
              <a:lumMod val="8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dk1"/>
          </a:lnRef>
          <a:fillRef idx="2">
            <a:schemeClr val="dk1"/>
          </a:fillRef>
          <a:effectRef idx="1">
            <a:schemeClr val="dk1"/>
          </a:effectRef>
          <a:fontRef idx="minor">
            <a:schemeClr val="dk1"/>
          </a:fontRef>
        </p:style>
        <p:txBody>
          <a:bodyPr rtlCol="0" anchor="ctr"/>
          <a:lstStyle/>
          <a:p>
            <a:pPr algn="l">
              <a:lnSpc>
                <a:spcPts val="1750"/>
              </a:lnSpc>
            </a:pPr>
            <a:endParaRPr lang="fr-FR" dirty="0">
              <a:solidFill>
                <a:schemeClr val="tx1"/>
              </a:solidFill>
              <a:latin typeface="Poppins" panose="00000500000000000000" pitchFamily="2" charset="0"/>
              <a:ea typeface="Lato Light" panose="020F0502020204030203" pitchFamily="34" charset="0"/>
              <a:cs typeface="Poppins" panose="00000500000000000000" pitchFamily="2" charset="0"/>
            </a:endParaRPr>
          </a:p>
          <a:p>
            <a:pPr marL="342900" indent="-342900" algn="l">
              <a:lnSpc>
                <a:spcPts val="1750"/>
              </a:lnSpc>
              <a:buFont typeface="Arial" panose="020B0604020202020204" pitchFamily="34" charset="0"/>
              <a:buChar char="•"/>
            </a:pP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Des règles métiers à revoir au travers d’ateliers</a:t>
            </a:r>
          </a:p>
          <a:p>
            <a:pPr algn="l">
              <a:lnSpc>
                <a:spcPts val="1750"/>
              </a:lnSpc>
            </a:pPr>
            <a:endParaRPr lang="fr-FR" dirty="0">
              <a:solidFill>
                <a:schemeClr val="tx1"/>
              </a:solidFill>
              <a:latin typeface="Poppins" panose="00000500000000000000" pitchFamily="2" charset="0"/>
              <a:ea typeface="Lato Light" panose="020F0502020204030203" pitchFamily="34" charset="0"/>
              <a:cs typeface="Poppins" panose="00000500000000000000" pitchFamily="2" charset="0"/>
            </a:endParaRPr>
          </a:p>
          <a:p>
            <a:pPr marL="342900" indent="-342900" algn="l">
              <a:lnSpc>
                <a:spcPts val="1750"/>
              </a:lnSpc>
              <a:buFont typeface="Arial" panose="020B0604020202020204" pitchFamily="34" charset="0"/>
              <a:buChar char="•"/>
            </a:pP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Un mécanisme qui doit rester simple et compréhensible </a:t>
            </a:r>
          </a:p>
          <a:p>
            <a:pPr marL="342900" indent="-342900" algn="l">
              <a:lnSpc>
                <a:spcPts val="1750"/>
              </a:lnSpc>
              <a:buFont typeface="Arial" panose="020B0604020202020204" pitchFamily="34" charset="0"/>
              <a:buChar char="•"/>
            </a:pPr>
            <a:endParaRPr lang="fr-FR" dirty="0">
              <a:solidFill>
                <a:schemeClr val="tx1"/>
              </a:solidFill>
              <a:latin typeface="Poppins" panose="00000500000000000000" pitchFamily="2" charset="0"/>
              <a:ea typeface="Lato Light" panose="020F0502020204030203" pitchFamily="34" charset="0"/>
              <a:cs typeface="Poppins" panose="00000500000000000000" pitchFamily="2" charset="0"/>
            </a:endParaRPr>
          </a:p>
          <a:p>
            <a:pPr marL="342900" indent="-342900" algn="l">
              <a:lnSpc>
                <a:spcPts val="1750"/>
              </a:lnSpc>
              <a:buFont typeface="Arial" panose="020B0604020202020204" pitchFamily="34" charset="0"/>
              <a:buChar char="•"/>
            </a:pP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Le résultat final dépendant de la qualité des entrants</a:t>
            </a:r>
          </a:p>
          <a:p>
            <a:pPr marL="342900" indent="-342900" algn="l">
              <a:lnSpc>
                <a:spcPts val="1750"/>
              </a:lnSpc>
              <a:buFont typeface="Arial" panose="020B0604020202020204" pitchFamily="34" charset="0"/>
              <a:buChar char="•"/>
            </a:pPr>
            <a:endParaRPr lang="fr-FR" dirty="0">
              <a:solidFill>
                <a:schemeClr val="tx1"/>
              </a:solidFill>
              <a:latin typeface="Poppins" panose="00000500000000000000" pitchFamily="2" charset="0"/>
              <a:ea typeface="Lato Light" panose="020F0502020204030203" pitchFamily="34" charset="0"/>
              <a:cs typeface="Poppins" panose="00000500000000000000" pitchFamily="2" charset="0"/>
            </a:endParaRPr>
          </a:p>
          <a:p>
            <a:pPr marL="342900" indent="-342900" algn="l">
              <a:lnSpc>
                <a:spcPts val="1750"/>
              </a:lnSpc>
              <a:buFont typeface="Arial" panose="020B0604020202020204" pitchFamily="34" charset="0"/>
              <a:buChar char="•"/>
            </a:pPr>
            <a:r>
              <a:rPr lang="fr-FR" dirty="0">
                <a:solidFill>
                  <a:schemeClr val="tx1"/>
                </a:solidFill>
                <a:latin typeface="Poppins" panose="00000500000000000000" pitchFamily="2" charset="0"/>
                <a:ea typeface="Lato Light" panose="020F0502020204030203" pitchFamily="34" charset="0"/>
                <a:cs typeface="Poppins" panose="00000500000000000000" pitchFamily="2" charset="0"/>
              </a:rPr>
              <a:t>Evolution de algorithme </a:t>
            </a:r>
          </a:p>
          <a:p>
            <a:pPr marL="342900" indent="-342900" algn="l">
              <a:lnSpc>
                <a:spcPts val="1750"/>
              </a:lnSpc>
              <a:buFont typeface="Arial" panose="020B0604020202020204" pitchFamily="34" charset="0"/>
              <a:buChar char="•"/>
            </a:pPr>
            <a:endParaRPr lang="fr-FR" sz="1800" dirty="0">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p:txBody>
      </p:sp>
      <p:sp>
        <p:nvSpPr>
          <p:cNvPr id="16" name="Freeform 29">
            <a:extLst>
              <a:ext uri="{FF2B5EF4-FFF2-40B4-BE49-F238E27FC236}">
                <a16:creationId xmlns:a16="http://schemas.microsoft.com/office/drawing/2014/main" id="{09CF413D-C0A8-EBEC-AC56-22CE8FA391FE}"/>
              </a:ext>
            </a:extLst>
          </p:cNvPr>
          <p:cNvSpPr>
            <a:spLocks noChangeArrowheads="1"/>
          </p:cNvSpPr>
          <p:nvPr/>
        </p:nvSpPr>
        <p:spPr bwMode="auto">
          <a:xfrm>
            <a:off x="2923554" y="1813800"/>
            <a:ext cx="6358972" cy="273325"/>
          </a:xfrm>
          <a:prstGeom prst="roundRect">
            <a:avLst>
              <a:gd name="adj" fmla="val 50000"/>
            </a:avLst>
          </a:prstGeom>
          <a:solidFill>
            <a:schemeClr val="bg1">
              <a:lumMod val="95000"/>
            </a:schemeClr>
          </a:solidFill>
          <a:ln>
            <a:noFill/>
          </a:ln>
          <a:effectLst/>
        </p:spPr>
        <p:txBody>
          <a:bodyPr wrap="none" anchor="ctr"/>
          <a:lstStyle/>
          <a:p>
            <a:endParaRPr lang="en-US" sz="3265"/>
          </a:p>
        </p:txBody>
      </p:sp>
      <p:sp>
        <p:nvSpPr>
          <p:cNvPr id="17" name="TextBox 21">
            <a:extLst>
              <a:ext uri="{FF2B5EF4-FFF2-40B4-BE49-F238E27FC236}">
                <a16:creationId xmlns:a16="http://schemas.microsoft.com/office/drawing/2014/main" id="{5788110F-092D-6881-8FFE-CE842B8BC541}"/>
              </a:ext>
            </a:extLst>
          </p:cNvPr>
          <p:cNvSpPr txBox="1"/>
          <p:nvPr/>
        </p:nvSpPr>
        <p:spPr>
          <a:xfrm>
            <a:off x="2091369" y="1719632"/>
            <a:ext cx="593432" cy="460800"/>
          </a:xfrm>
          <a:prstGeom prst="rect">
            <a:avLst/>
          </a:prstGeom>
          <a:noFill/>
        </p:spPr>
        <p:txBody>
          <a:bodyPr wrap="none" rtlCol="0" anchor="ctr">
            <a:spAutoFit/>
          </a:bodyPr>
          <a:lstStyle/>
          <a:p>
            <a:pPr algn="r"/>
            <a:r>
              <a:rPr lang="fr-FR" sz="2400" b="1" dirty="0">
                <a:solidFill>
                  <a:schemeClr val="tx2"/>
                </a:solidFill>
                <a:latin typeface="Poppins" pitchFamily="2" charset="77"/>
                <a:cs typeface="Poppins" pitchFamily="2" charset="77"/>
              </a:rPr>
              <a:t>05</a:t>
            </a:r>
          </a:p>
        </p:txBody>
      </p:sp>
      <p:sp>
        <p:nvSpPr>
          <p:cNvPr id="19" name="TextBox 25">
            <a:extLst>
              <a:ext uri="{FF2B5EF4-FFF2-40B4-BE49-F238E27FC236}">
                <a16:creationId xmlns:a16="http://schemas.microsoft.com/office/drawing/2014/main" id="{24074325-DA9A-ECF1-3AE7-FD69AEAB8AEE}"/>
              </a:ext>
            </a:extLst>
          </p:cNvPr>
          <p:cNvSpPr txBox="1"/>
          <p:nvPr/>
        </p:nvSpPr>
        <p:spPr>
          <a:xfrm>
            <a:off x="2923554" y="1404161"/>
            <a:ext cx="2411238" cy="338554"/>
          </a:xfrm>
          <a:prstGeom prst="rect">
            <a:avLst/>
          </a:prstGeom>
          <a:noFill/>
        </p:spPr>
        <p:txBody>
          <a:bodyPr wrap="none" rtlCol="0" anchor="b" anchorCtr="0">
            <a:spAutoFit/>
          </a:bodyPr>
          <a:lstStyle/>
          <a:p>
            <a:r>
              <a:rPr lang="fr-FR" sz="1600" b="1" dirty="0">
                <a:latin typeface="Poppins" pitchFamily="2" charset="77"/>
                <a:ea typeface="League Spartan" charset="0"/>
                <a:cs typeface="Poppins" pitchFamily="2" charset="77"/>
              </a:rPr>
              <a:t>Clôture automatique</a:t>
            </a:r>
          </a:p>
        </p:txBody>
      </p:sp>
      <p:sp>
        <p:nvSpPr>
          <p:cNvPr id="20" name="TextBox 29">
            <a:extLst>
              <a:ext uri="{FF2B5EF4-FFF2-40B4-BE49-F238E27FC236}">
                <a16:creationId xmlns:a16="http://schemas.microsoft.com/office/drawing/2014/main" id="{3101D21C-0018-9A73-7E70-68A4EC7F6FAF}"/>
              </a:ext>
            </a:extLst>
          </p:cNvPr>
          <p:cNvSpPr txBox="1"/>
          <p:nvPr/>
        </p:nvSpPr>
        <p:spPr>
          <a:xfrm>
            <a:off x="8598586" y="1512422"/>
            <a:ext cx="705642" cy="338554"/>
          </a:xfrm>
          <a:prstGeom prst="rect">
            <a:avLst/>
          </a:prstGeom>
          <a:noFill/>
        </p:spPr>
        <p:txBody>
          <a:bodyPr wrap="none" rtlCol="0" anchor="b" anchorCtr="0">
            <a:spAutoFit/>
          </a:bodyPr>
          <a:lstStyle/>
          <a:p>
            <a:pPr algn="r"/>
            <a:r>
              <a:rPr lang="fr-FR" sz="1600" b="1" dirty="0">
                <a:latin typeface="Poppins" pitchFamily="2" charset="77"/>
                <a:ea typeface="League Spartan" charset="0"/>
                <a:cs typeface="Poppins" pitchFamily="2" charset="77"/>
              </a:rPr>
              <a:t>100%</a:t>
            </a:r>
          </a:p>
        </p:txBody>
      </p:sp>
      <p:sp>
        <p:nvSpPr>
          <p:cNvPr id="21" name="Freeform 17">
            <a:extLst>
              <a:ext uri="{FF2B5EF4-FFF2-40B4-BE49-F238E27FC236}">
                <a16:creationId xmlns:a16="http://schemas.microsoft.com/office/drawing/2014/main" id="{A68A4A90-2ED8-1C01-8168-436FFC2F3CF2}"/>
              </a:ext>
            </a:extLst>
          </p:cNvPr>
          <p:cNvSpPr>
            <a:spLocks noChangeArrowheads="1"/>
          </p:cNvSpPr>
          <p:nvPr/>
        </p:nvSpPr>
        <p:spPr bwMode="auto">
          <a:xfrm>
            <a:off x="2923554" y="1792027"/>
            <a:ext cx="3092913" cy="287781"/>
          </a:xfrm>
          <a:prstGeom prst="roundRect">
            <a:avLst>
              <a:gd name="adj" fmla="val 50000"/>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a:effectLst/>
        </p:spPr>
        <p:txBody>
          <a:bodyPr wrap="none" anchor="ctr"/>
          <a:lstStyle/>
          <a:p>
            <a:pPr algn="r"/>
            <a:r>
              <a:rPr lang="fr-FR" sz="2400" dirty="0">
                <a:solidFill>
                  <a:schemeClr val="accent6">
                    <a:lumMod val="75000"/>
                  </a:schemeClr>
                </a:solidFill>
              </a:rPr>
              <a:t>50 %</a:t>
            </a:r>
          </a:p>
        </p:txBody>
      </p:sp>
      <p:sp>
        <p:nvSpPr>
          <p:cNvPr id="22" name="Freeform 17">
            <a:extLst>
              <a:ext uri="{FF2B5EF4-FFF2-40B4-BE49-F238E27FC236}">
                <a16:creationId xmlns:a16="http://schemas.microsoft.com/office/drawing/2014/main" id="{3FC1C740-E09B-BD11-97C2-DC6998A2F18D}"/>
              </a:ext>
            </a:extLst>
          </p:cNvPr>
          <p:cNvSpPr>
            <a:spLocks noChangeArrowheads="1"/>
          </p:cNvSpPr>
          <p:nvPr/>
        </p:nvSpPr>
        <p:spPr bwMode="auto">
          <a:xfrm>
            <a:off x="6016467" y="1764487"/>
            <a:ext cx="2560415" cy="315321"/>
          </a:xfrm>
          <a:prstGeom prst="roundRect">
            <a:avLst>
              <a:gd name="adj" fmla="val 50000"/>
            </a:avLst>
          </a:prstGeom>
          <a:solidFill>
            <a:schemeClr val="accent1"/>
          </a:solidFill>
          <a:ln>
            <a:noFill/>
          </a:ln>
          <a:effectLst/>
        </p:spPr>
        <p:txBody>
          <a:bodyPr wrap="none" anchor="ctr"/>
          <a:lstStyle/>
          <a:p>
            <a:pPr algn="r"/>
            <a:r>
              <a:rPr lang="fr-FR" sz="2400" dirty="0">
                <a:solidFill>
                  <a:schemeClr val="bg1"/>
                </a:solidFill>
              </a:rPr>
              <a:t>+40%</a:t>
            </a:r>
          </a:p>
        </p:txBody>
      </p:sp>
      <p:pic>
        <p:nvPicPr>
          <p:cNvPr id="5" name="Image 4">
            <a:extLst>
              <a:ext uri="{FF2B5EF4-FFF2-40B4-BE49-F238E27FC236}">
                <a16:creationId xmlns:a16="http://schemas.microsoft.com/office/drawing/2014/main" id="{3E010D77-7CAE-2B60-773C-5F80BB1E4C30}"/>
              </a:ext>
            </a:extLst>
          </p:cNvPr>
          <p:cNvPicPr>
            <a:picLocks noChangeAspect="1"/>
          </p:cNvPicPr>
          <p:nvPr/>
        </p:nvPicPr>
        <p:blipFill>
          <a:blip r:embed="rId3"/>
          <a:stretch>
            <a:fillRect/>
          </a:stretch>
        </p:blipFill>
        <p:spPr>
          <a:xfrm>
            <a:off x="11262361" y="0"/>
            <a:ext cx="929640" cy="889222"/>
          </a:xfrm>
          <a:prstGeom prst="rect">
            <a:avLst/>
          </a:prstGeom>
        </p:spPr>
      </p:pic>
    </p:spTree>
    <p:extLst>
      <p:ext uri="{BB962C8B-B14F-4D97-AF65-F5344CB8AC3E}">
        <p14:creationId xmlns:p14="http://schemas.microsoft.com/office/powerpoint/2010/main" val="4082706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down)">
                                      <p:cBhvr>
                                        <p:cTn id="7" dur="580">
                                          <p:stCondLst>
                                            <p:cond delay="0"/>
                                          </p:stCondLst>
                                        </p:cTn>
                                        <p:tgtEl>
                                          <p:spTgt spid="17"/>
                                        </p:tgtEl>
                                      </p:cBhvr>
                                    </p:animEffect>
                                    <p:anim calcmode="lin" valueType="num">
                                      <p:cBhvr>
                                        <p:cTn id="8" dur="1822" tmFilter="0,0; 0.14,0.36; 0.43,0.73; 0.71,0.91; 1.0,1.0">
                                          <p:stCondLst>
                                            <p:cond delay="0"/>
                                          </p:stCondLst>
                                        </p:cTn>
                                        <p:tgtEl>
                                          <p:spTgt spid="17"/>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7"/>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7"/>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7"/>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7"/>
                                        </p:tgtEl>
                                        <p:attrNameLst>
                                          <p:attrName>ppt_y</p:attrName>
                                        </p:attrNameLst>
                                      </p:cBhvr>
                                      <p:tavLst>
                                        <p:tav tm="0" fmla="#ppt_y-sin(pi*$)/81">
                                          <p:val>
                                            <p:fltVal val="0"/>
                                          </p:val>
                                        </p:tav>
                                        <p:tav tm="100000">
                                          <p:val>
                                            <p:fltVal val="1"/>
                                          </p:val>
                                        </p:tav>
                                      </p:tavLst>
                                    </p:anim>
                                    <p:animScale>
                                      <p:cBhvr>
                                        <p:cTn id="13" dur="26">
                                          <p:stCondLst>
                                            <p:cond delay="650"/>
                                          </p:stCondLst>
                                        </p:cTn>
                                        <p:tgtEl>
                                          <p:spTgt spid="17"/>
                                        </p:tgtEl>
                                      </p:cBhvr>
                                      <p:to x="100000" y="60000"/>
                                    </p:animScale>
                                    <p:animScale>
                                      <p:cBhvr>
                                        <p:cTn id="14" dur="166" decel="50000">
                                          <p:stCondLst>
                                            <p:cond delay="676"/>
                                          </p:stCondLst>
                                        </p:cTn>
                                        <p:tgtEl>
                                          <p:spTgt spid="17"/>
                                        </p:tgtEl>
                                      </p:cBhvr>
                                      <p:to x="100000" y="100000"/>
                                    </p:animScale>
                                    <p:animScale>
                                      <p:cBhvr>
                                        <p:cTn id="15" dur="26">
                                          <p:stCondLst>
                                            <p:cond delay="1312"/>
                                          </p:stCondLst>
                                        </p:cTn>
                                        <p:tgtEl>
                                          <p:spTgt spid="17"/>
                                        </p:tgtEl>
                                      </p:cBhvr>
                                      <p:to x="100000" y="80000"/>
                                    </p:animScale>
                                    <p:animScale>
                                      <p:cBhvr>
                                        <p:cTn id="16" dur="166" decel="50000">
                                          <p:stCondLst>
                                            <p:cond delay="1338"/>
                                          </p:stCondLst>
                                        </p:cTn>
                                        <p:tgtEl>
                                          <p:spTgt spid="17"/>
                                        </p:tgtEl>
                                      </p:cBhvr>
                                      <p:to x="100000" y="100000"/>
                                    </p:animScale>
                                    <p:animScale>
                                      <p:cBhvr>
                                        <p:cTn id="17" dur="26">
                                          <p:stCondLst>
                                            <p:cond delay="1642"/>
                                          </p:stCondLst>
                                        </p:cTn>
                                        <p:tgtEl>
                                          <p:spTgt spid="17"/>
                                        </p:tgtEl>
                                      </p:cBhvr>
                                      <p:to x="100000" y="90000"/>
                                    </p:animScale>
                                    <p:animScale>
                                      <p:cBhvr>
                                        <p:cTn id="18" dur="166" decel="50000">
                                          <p:stCondLst>
                                            <p:cond delay="1668"/>
                                          </p:stCondLst>
                                        </p:cTn>
                                        <p:tgtEl>
                                          <p:spTgt spid="17"/>
                                        </p:tgtEl>
                                      </p:cBhvr>
                                      <p:to x="100000" y="100000"/>
                                    </p:animScale>
                                    <p:animScale>
                                      <p:cBhvr>
                                        <p:cTn id="19" dur="26">
                                          <p:stCondLst>
                                            <p:cond delay="1808"/>
                                          </p:stCondLst>
                                        </p:cTn>
                                        <p:tgtEl>
                                          <p:spTgt spid="17"/>
                                        </p:tgtEl>
                                      </p:cBhvr>
                                      <p:to x="100000" y="95000"/>
                                    </p:animScale>
                                    <p:animScale>
                                      <p:cBhvr>
                                        <p:cTn id="20" dur="166" decel="50000">
                                          <p:stCondLst>
                                            <p:cond delay="1834"/>
                                          </p:stCondLst>
                                        </p:cTn>
                                        <p:tgtEl>
                                          <p:spTgt spid="17"/>
                                        </p:tgtEl>
                                      </p:cBhvr>
                                      <p:to x="100000" y="100000"/>
                                    </p:animScale>
                                  </p:childTnLst>
                                </p:cTn>
                              </p:par>
                              <p:par>
                                <p:cTn id="21" presetID="26"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wipe(down)">
                                      <p:cBhvr>
                                        <p:cTn id="23" dur="580">
                                          <p:stCondLst>
                                            <p:cond delay="0"/>
                                          </p:stCondLst>
                                        </p:cTn>
                                        <p:tgtEl>
                                          <p:spTgt spid="19"/>
                                        </p:tgtEl>
                                      </p:cBhvr>
                                    </p:animEffect>
                                    <p:anim calcmode="lin" valueType="num">
                                      <p:cBhvr>
                                        <p:cTn id="24" dur="1822" tmFilter="0,0; 0.14,0.36; 0.43,0.73; 0.71,0.91; 1.0,1.0">
                                          <p:stCondLst>
                                            <p:cond delay="0"/>
                                          </p:stCondLst>
                                        </p:cTn>
                                        <p:tgtEl>
                                          <p:spTgt spid="19"/>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19"/>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19"/>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19"/>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19"/>
                                        </p:tgtEl>
                                        <p:attrNameLst>
                                          <p:attrName>ppt_y</p:attrName>
                                        </p:attrNameLst>
                                      </p:cBhvr>
                                      <p:tavLst>
                                        <p:tav tm="0" fmla="#ppt_y-sin(pi*$)/81">
                                          <p:val>
                                            <p:fltVal val="0"/>
                                          </p:val>
                                        </p:tav>
                                        <p:tav tm="100000">
                                          <p:val>
                                            <p:fltVal val="1"/>
                                          </p:val>
                                        </p:tav>
                                      </p:tavLst>
                                    </p:anim>
                                    <p:animScale>
                                      <p:cBhvr>
                                        <p:cTn id="29" dur="26">
                                          <p:stCondLst>
                                            <p:cond delay="650"/>
                                          </p:stCondLst>
                                        </p:cTn>
                                        <p:tgtEl>
                                          <p:spTgt spid="19"/>
                                        </p:tgtEl>
                                      </p:cBhvr>
                                      <p:to x="100000" y="60000"/>
                                    </p:animScale>
                                    <p:animScale>
                                      <p:cBhvr>
                                        <p:cTn id="30" dur="166" decel="50000">
                                          <p:stCondLst>
                                            <p:cond delay="676"/>
                                          </p:stCondLst>
                                        </p:cTn>
                                        <p:tgtEl>
                                          <p:spTgt spid="19"/>
                                        </p:tgtEl>
                                      </p:cBhvr>
                                      <p:to x="100000" y="100000"/>
                                    </p:animScale>
                                    <p:animScale>
                                      <p:cBhvr>
                                        <p:cTn id="31" dur="26">
                                          <p:stCondLst>
                                            <p:cond delay="1312"/>
                                          </p:stCondLst>
                                        </p:cTn>
                                        <p:tgtEl>
                                          <p:spTgt spid="19"/>
                                        </p:tgtEl>
                                      </p:cBhvr>
                                      <p:to x="100000" y="80000"/>
                                    </p:animScale>
                                    <p:animScale>
                                      <p:cBhvr>
                                        <p:cTn id="32" dur="166" decel="50000">
                                          <p:stCondLst>
                                            <p:cond delay="1338"/>
                                          </p:stCondLst>
                                        </p:cTn>
                                        <p:tgtEl>
                                          <p:spTgt spid="19"/>
                                        </p:tgtEl>
                                      </p:cBhvr>
                                      <p:to x="100000" y="100000"/>
                                    </p:animScale>
                                    <p:animScale>
                                      <p:cBhvr>
                                        <p:cTn id="33" dur="26">
                                          <p:stCondLst>
                                            <p:cond delay="1642"/>
                                          </p:stCondLst>
                                        </p:cTn>
                                        <p:tgtEl>
                                          <p:spTgt spid="19"/>
                                        </p:tgtEl>
                                      </p:cBhvr>
                                      <p:to x="100000" y="90000"/>
                                    </p:animScale>
                                    <p:animScale>
                                      <p:cBhvr>
                                        <p:cTn id="34" dur="166" decel="50000">
                                          <p:stCondLst>
                                            <p:cond delay="1668"/>
                                          </p:stCondLst>
                                        </p:cTn>
                                        <p:tgtEl>
                                          <p:spTgt spid="19"/>
                                        </p:tgtEl>
                                      </p:cBhvr>
                                      <p:to x="100000" y="100000"/>
                                    </p:animScale>
                                    <p:animScale>
                                      <p:cBhvr>
                                        <p:cTn id="35" dur="26">
                                          <p:stCondLst>
                                            <p:cond delay="1808"/>
                                          </p:stCondLst>
                                        </p:cTn>
                                        <p:tgtEl>
                                          <p:spTgt spid="19"/>
                                        </p:tgtEl>
                                      </p:cBhvr>
                                      <p:to x="100000" y="95000"/>
                                    </p:animScale>
                                    <p:animScale>
                                      <p:cBhvr>
                                        <p:cTn id="36" dur="166" decel="50000">
                                          <p:stCondLst>
                                            <p:cond delay="1834"/>
                                          </p:stCondLst>
                                        </p:cTn>
                                        <p:tgtEl>
                                          <p:spTgt spid="19"/>
                                        </p:tgtEl>
                                      </p:cBhvr>
                                      <p:to x="100000" y="100000"/>
                                    </p:animScale>
                                  </p:childTnLst>
                                </p:cTn>
                              </p:par>
                              <p:par>
                                <p:cTn id="37" presetID="26"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wipe(down)">
                                      <p:cBhvr>
                                        <p:cTn id="39" dur="580">
                                          <p:stCondLst>
                                            <p:cond delay="0"/>
                                          </p:stCondLst>
                                        </p:cTn>
                                        <p:tgtEl>
                                          <p:spTgt spid="21"/>
                                        </p:tgtEl>
                                      </p:cBhvr>
                                    </p:animEffect>
                                    <p:anim calcmode="lin" valueType="num">
                                      <p:cBhvr>
                                        <p:cTn id="40" dur="1822" tmFilter="0,0; 0.14,0.36; 0.43,0.73; 0.71,0.91; 1.0,1.0">
                                          <p:stCondLst>
                                            <p:cond delay="0"/>
                                          </p:stCondLst>
                                        </p:cTn>
                                        <p:tgtEl>
                                          <p:spTgt spid="21"/>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21"/>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21"/>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21"/>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21"/>
                                        </p:tgtEl>
                                        <p:attrNameLst>
                                          <p:attrName>ppt_y</p:attrName>
                                        </p:attrNameLst>
                                      </p:cBhvr>
                                      <p:tavLst>
                                        <p:tav tm="0" fmla="#ppt_y-sin(pi*$)/81">
                                          <p:val>
                                            <p:fltVal val="0"/>
                                          </p:val>
                                        </p:tav>
                                        <p:tav tm="100000">
                                          <p:val>
                                            <p:fltVal val="1"/>
                                          </p:val>
                                        </p:tav>
                                      </p:tavLst>
                                    </p:anim>
                                    <p:animScale>
                                      <p:cBhvr>
                                        <p:cTn id="45" dur="26">
                                          <p:stCondLst>
                                            <p:cond delay="650"/>
                                          </p:stCondLst>
                                        </p:cTn>
                                        <p:tgtEl>
                                          <p:spTgt spid="21"/>
                                        </p:tgtEl>
                                      </p:cBhvr>
                                      <p:to x="100000" y="60000"/>
                                    </p:animScale>
                                    <p:animScale>
                                      <p:cBhvr>
                                        <p:cTn id="46" dur="166" decel="50000">
                                          <p:stCondLst>
                                            <p:cond delay="676"/>
                                          </p:stCondLst>
                                        </p:cTn>
                                        <p:tgtEl>
                                          <p:spTgt spid="21"/>
                                        </p:tgtEl>
                                      </p:cBhvr>
                                      <p:to x="100000" y="100000"/>
                                    </p:animScale>
                                    <p:animScale>
                                      <p:cBhvr>
                                        <p:cTn id="47" dur="26">
                                          <p:stCondLst>
                                            <p:cond delay="1312"/>
                                          </p:stCondLst>
                                        </p:cTn>
                                        <p:tgtEl>
                                          <p:spTgt spid="21"/>
                                        </p:tgtEl>
                                      </p:cBhvr>
                                      <p:to x="100000" y="80000"/>
                                    </p:animScale>
                                    <p:animScale>
                                      <p:cBhvr>
                                        <p:cTn id="48" dur="166" decel="50000">
                                          <p:stCondLst>
                                            <p:cond delay="1338"/>
                                          </p:stCondLst>
                                        </p:cTn>
                                        <p:tgtEl>
                                          <p:spTgt spid="21"/>
                                        </p:tgtEl>
                                      </p:cBhvr>
                                      <p:to x="100000" y="100000"/>
                                    </p:animScale>
                                    <p:animScale>
                                      <p:cBhvr>
                                        <p:cTn id="49" dur="26">
                                          <p:stCondLst>
                                            <p:cond delay="1642"/>
                                          </p:stCondLst>
                                        </p:cTn>
                                        <p:tgtEl>
                                          <p:spTgt spid="21"/>
                                        </p:tgtEl>
                                      </p:cBhvr>
                                      <p:to x="100000" y="90000"/>
                                    </p:animScale>
                                    <p:animScale>
                                      <p:cBhvr>
                                        <p:cTn id="50" dur="166" decel="50000">
                                          <p:stCondLst>
                                            <p:cond delay="1668"/>
                                          </p:stCondLst>
                                        </p:cTn>
                                        <p:tgtEl>
                                          <p:spTgt spid="21"/>
                                        </p:tgtEl>
                                      </p:cBhvr>
                                      <p:to x="100000" y="100000"/>
                                    </p:animScale>
                                    <p:animScale>
                                      <p:cBhvr>
                                        <p:cTn id="51" dur="26">
                                          <p:stCondLst>
                                            <p:cond delay="1808"/>
                                          </p:stCondLst>
                                        </p:cTn>
                                        <p:tgtEl>
                                          <p:spTgt spid="21"/>
                                        </p:tgtEl>
                                      </p:cBhvr>
                                      <p:to x="100000" y="95000"/>
                                    </p:animScale>
                                    <p:animScale>
                                      <p:cBhvr>
                                        <p:cTn id="52" dur="166" decel="50000">
                                          <p:stCondLst>
                                            <p:cond delay="1834"/>
                                          </p:stCondLst>
                                        </p:cTn>
                                        <p:tgtEl>
                                          <p:spTgt spid="21"/>
                                        </p:tgtEl>
                                      </p:cBhvr>
                                      <p:to x="100000" y="100000"/>
                                    </p:animScale>
                                  </p:childTnLst>
                                </p:cTn>
                              </p:par>
                              <p:par>
                                <p:cTn id="53" presetID="26" presetClass="entr" presetSubtype="0" fill="hold" grpId="0" nodeType="withEffect">
                                  <p:stCondLst>
                                    <p:cond delay="0"/>
                                  </p:stCondLst>
                                  <p:childTnLst>
                                    <p:set>
                                      <p:cBhvr>
                                        <p:cTn id="54" dur="1" fill="hold">
                                          <p:stCondLst>
                                            <p:cond delay="0"/>
                                          </p:stCondLst>
                                        </p:cTn>
                                        <p:tgtEl>
                                          <p:spTgt spid="16"/>
                                        </p:tgtEl>
                                        <p:attrNameLst>
                                          <p:attrName>style.visibility</p:attrName>
                                        </p:attrNameLst>
                                      </p:cBhvr>
                                      <p:to>
                                        <p:strVal val="visible"/>
                                      </p:to>
                                    </p:set>
                                    <p:animEffect transition="in" filter="wipe(down)">
                                      <p:cBhvr>
                                        <p:cTn id="55" dur="580">
                                          <p:stCondLst>
                                            <p:cond delay="0"/>
                                          </p:stCondLst>
                                        </p:cTn>
                                        <p:tgtEl>
                                          <p:spTgt spid="16"/>
                                        </p:tgtEl>
                                      </p:cBhvr>
                                    </p:animEffect>
                                    <p:anim calcmode="lin" valueType="num">
                                      <p:cBhvr>
                                        <p:cTn id="56" dur="1822" tmFilter="0,0; 0.14,0.36; 0.43,0.73; 0.71,0.91; 1.0,1.0">
                                          <p:stCondLst>
                                            <p:cond delay="0"/>
                                          </p:stCondLst>
                                        </p:cTn>
                                        <p:tgtEl>
                                          <p:spTgt spid="16"/>
                                        </p:tgtEl>
                                        <p:attrNameLst>
                                          <p:attrName>ppt_x</p:attrName>
                                        </p:attrNameLst>
                                      </p:cBhvr>
                                      <p:tavLst>
                                        <p:tav tm="0">
                                          <p:val>
                                            <p:strVal val="#ppt_x-0.25"/>
                                          </p:val>
                                        </p:tav>
                                        <p:tav tm="100000">
                                          <p:val>
                                            <p:strVal val="#ppt_x"/>
                                          </p:val>
                                        </p:tav>
                                      </p:tavLst>
                                    </p:anim>
                                    <p:anim calcmode="lin" valueType="num">
                                      <p:cBhvr>
                                        <p:cTn id="57" dur="664" tmFilter="0.0,0.0; 0.25,0.07; 0.50,0.2; 0.75,0.467; 1.0,1.0">
                                          <p:stCondLst>
                                            <p:cond delay="0"/>
                                          </p:stCondLst>
                                        </p:cTn>
                                        <p:tgtEl>
                                          <p:spTgt spid="16"/>
                                        </p:tgtEl>
                                        <p:attrNameLst>
                                          <p:attrName>ppt_y</p:attrName>
                                        </p:attrNameLst>
                                      </p:cBhvr>
                                      <p:tavLst>
                                        <p:tav tm="0" fmla="#ppt_y-sin(pi*$)/3">
                                          <p:val>
                                            <p:fltVal val="0.5"/>
                                          </p:val>
                                        </p:tav>
                                        <p:tav tm="100000">
                                          <p:val>
                                            <p:fltVal val="1"/>
                                          </p:val>
                                        </p:tav>
                                      </p:tavLst>
                                    </p:anim>
                                    <p:anim calcmode="lin" valueType="num">
                                      <p:cBhvr>
                                        <p:cTn id="58" dur="664" tmFilter="0, 0; 0.125,0.2665; 0.25,0.4; 0.375,0.465; 0.5,0.5;  0.625,0.535; 0.75,0.6; 0.875,0.7335; 1,1">
                                          <p:stCondLst>
                                            <p:cond delay="664"/>
                                          </p:stCondLst>
                                        </p:cTn>
                                        <p:tgtEl>
                                          <p:spTgt spid="16"/>
                                        </p:tgtEl>
                                        <p:attrNameLst>
                                          <p:attrName>ppt_y</p:attrName>
                                        </p:attrNameLst>
                                      </p:cBhvr>
                                      <p:tavLst>
                                        <p:tav tm="0" fmla="#ppt_y-sin(pi*$)/9">
                                          <p:val>
                                            <p:fltVal val="0"/>
                                          </p:val>
                                        </p:tav>
                                        <p:tav tm="100000">
                                          <p:val>
                                            <p:fltVal val="1"/>
                                          </p:val>
                                        </p:tav>
                                      </p:tavLst>
                                    </p:anim>
                                    <p:anim calcmode="lin" valueType="num">
                                      <p:cBhvr>
                                        <p:cTn id="59" dur="332" tmFilter="0, 0; 0.125,0.2665; 0.25,0.4; 0.375,0.465; 0.5,0.5;  0.625,0.535; 0.75,0.6; 0.875,0.7335; 1,1">
                                          <p:stCondLst>
                                            <p:cond delay="1324"/>
                                          </p:stCondLst>
                                        </p:cTn>
                                        <p:tgtEl>
                                          <p:spTgt spid="16"/>
                                        </p:tgtEl>
                                        <p:attrNameLst>
                                          <p:attrName>ppt_y</p:attrName>
                                        </p:attrNameLst>
                                      </p:cBhvr>
                                      <p:tavLst>
                                        <p:tav tm="0" fmla="#ppt_y-sin(pi*$)/27">
                                          <p:val>
                                            <p:fltVal val="0"/>
                                          </p:val>
                                        </p:tav>
                                        <p:tav tm="100000">
                                          <p:val>
                                            <p:fltVal val="1"/>
                                          </p:val>
                                        </p:tav>
                                      </p:tavLst>
                                    </p:anim>
                                    <p:anim calcmode="lin" valueType="num">
                                      <p:cBhvr>
                                        <p:cTn id="60" dur="164" tmFilter="0, 0; 0.125,0.2665; 0.25,0.4; 0.375,0.465; 0.5,0.5;  0.625,0.535; 0.75,0.6; 0.875,0.7335; 1,1">
                                          <p:stCondLst>
                                            <p:cond delay="1656"/>
                                          </p:stCondLst>
                                        </p:cTn>
                                        <p:tgtEl>
                                          <p:spTgt spid="16"/>
                                        </p:tgtEl>
                                        <p:attrNameLst>
                                          <p:attrName>ppt_y</p:attrName>
                                        </p:attrNameLst>
                                      </p:cBhvr>
                                      <p:tavLst>
                                        <p:tav tm="0" fmla="#ppt_y-sin(pi*$)/81">
                                          <p:val>
                                            <p:fltVal val="0"/>
                                          </p:val>
                                        </p:tav>
                                        <p:tav tm="100000">
                                          <p:val>
                                            <p:fltVal val="1"/>
                                          </p:val>
                                        </p:tav>
                                      </p:tavLst>
                                    </p:anim>
                                    <p:animScale>
                                      <p:cBhvr>
                                        <p:cTn id="61" dur="26">
                                          <p:stCondLst>
                                            <p:cond delay="650"/>
                                          </p:stCondLst>
                                        </p:cTn>
                                        <p:tgtEl>
                                          <p:spTgt spid="16"/>
                                        </p:tgtEl>
                                      </p:cBhvr>
                                      <p:to x="100000" y="60000"/>
                                    </p:animScale>
                                    <p:animScale>
                                      <p:cBhvr>
                                        <p:cTn id="62" dur="166" decel="50000">
                                          <p:stCondLst>
                                            <p:cond delay="676"/>
                                          </p:stCondLst>
                                        </p:cTn>
                                        <p:tgtEl>
                                          <p:spTgt spid="16"/>
                                        </p:tgtEl>
                                      </p:cBhvr>
                                      <p:to x="100000" y="100000"/>
                                    </p:animScale>
                                    <p:animScale>
                                      <p:cBhvr>
                                        <p:cTn id="63" dur="26">
                                          <p:stCondLst>
                                            <p:cond delay="1312"/>
                                          </p:stCondLst>
                                        </p:cTn>
                                        <p:tgtEl>
                                          <p:spTgt spid="16"/>
                                        </p:tgtEl>
                                      </p:cBhvr>
                                      <p:to x="100000" y="80000"/>
                                    </p:animScale>
                                    <p:animScale>
                                      <p:cBhvr>
                                        <p:cTn id="64" dur="166" decel="50000">
                                          <p:stCondLst>
                                            <p:cond delay="1338"/>
                                          </p:stCondLst>
                                        </p:cTn>
                                        <p:tgtEl>
                                          <p:spTgt spid="16"/>
                                        </p:tgtEl>
                                      </p:cBhvr>
                                      <p:to x="100000" y="100000"/>
                                    </p:animScale>
                                    <p:animScale>
                                      <p:cBhvr>
                                        <p:cTn id="65" dur="26">
                                          <p:stCondLst>
                                            <p:cond delay="1642"/>
                                          </p:stCondLst>
                                        </p:cTn>
                                        <p:tgtEl>
                                          <p:spTgt spid="16"/>
                                        </p:tgtEl>
                                      </p:cBhvr>
                                      <p:to x="100000" y="90000"/>
                                    </p:animScale>
                                    <p:animScale>
                                      <p:cBhvr>
                                        <p:cTn id="66" dur="166" decel="50000">
                                          <p:stCondLst>
                                            <p:cond delay="1668"/>
                                          </p:stCondLst>
                                        </p:cTn>
                                        <p:tgtEl>
                                          <p:spTgt spid="16"/>
                                        </p:tgtEl>
                                      </p:cBhvr>
                                      <p:to x="100000" y="100000"/>
                                    </p:animScale>
                                    <p:animScale>
                                      <p:cBhvr>
                                        <p:cTn id="67" dur="26">
                                          <p:stCondLst>
                                            <p:cond delay="1808"/>
                                          </p:stCondLst>
                                        </p:cTn>
                                        <p:tgtEl>
                                          <p:spTgt spid="16"/>
                                        </p:tgtEl>
                                      </p:cBhvr>
                                      <p:to x="100000" y="95000"/>
                                    </p:animScale>
                                    <p:animScale>
                                      <p:cBhvr>
                                        <p:cTn id="68" dur="166" decel="50000">
                                          <p:stCondLst>
                                            <p:cond delay="1834"/>
                                          </p:stCondLst>
                                        </p:cTn>
                                        <p:tgtEl>
                                          <p:spTgt spid="16"/>
                                        </p:tgtEl>
                                      </p:cBhvr>
                                      <p:to x="100000" y="100000"/>
                                    </p:animScale>
                                  </p:childTnLst>
                                </p:cTn>
                              </p:par>
                              <p:par>
                                <p:cTn id="69" presetID="26" presetClass="entr" presetSubtype="0" fill="hold" grpId="0" nodeType="withEffect">
                                  <p:stCondLst>
                                    <p:cond delay="0"/>
                                  </p:stCondLst>
                                  <p:childTnLst>
                                    <p:set>
                                      <p:cBhvr>
                                        <p:cTn id="70" dur="1" fill="hold">
                                          <p:stCondLst>
                                            <p:cond delay="0"/>
                                          </p:stCondLst>
                                        </p:cTn>
                                        <p:tgtEl>
                                          <p:spTgt spid="20"/>
                                        </p:tgtEl>
                                        <p:attrNameLst>
                                          <p:attrName>style.visibility</p:attrName>
                                        </p:attrNameLst>
                                      </p:cBhvr>
                                      <p:to>
                                        <p:strVal val="visible"/>
                                      </p:to>
                                    </p:set>
                                    <p:animEffect transition="in" filter="wipe(down)">
                                      <p:cBhvr>
                                        <p:cTn id="71" dur="580">
                                          <p:stCondLst>
                                            <p:cond delay="0"/>
                                          </p:stCondLst>
                                        </p:cTn>
                                        <p:tgtEl>
                                          <p:spTgt spid="20"/>
                                        </p:tgtEl>
                                      </p:cBhvr>
                                    </p:animEffect>
                                    <p:anim calcmode="lin" valueType="num">
                                      <p:cBhvr>
                                        <p:cTn id="72" dur="1822" tmFilter="0,0; 0.14,0.36; 0.43,0.73; 0.71,0.91; 1.0,1.0">
                                          <p:stCondLst>
                                            <p:cond delay="0"/>
                                          </p:stCondLst>
                                        </p:cTn>
                                        <p:tgtEl>
                                          <p:spTgt spid="20"/>
                                        </p:tgtEl>
                                        <p:attrNameLst>
                                          <p:attrName>ppt_x</p:attrName>
                                        </p:attrNameLst>
                                      </p:cBhvr>
                                      <p:tavLst>
                                        <p:tav tm="0">
                                          <p:val>
                                            <p:strVal val="#ppt_x-0.25"/>
                                          </p:val>
                                        </p:tav>
                                        <p:tav tm="100000">
                                          <p:val>
                                            <p:strVal val="#ppt_x"/>
                                          </p:val>
                                        </p:tav>
                                      </p:tavLst>
                                    </p:anim>
                                    <p:anim calcmode="lin" valueType="num">
                                      <p:cBhvr>
                                        <p:cTn id="73" dur="664" tmFilter="0.0,0.0; 0.25,0.07; 0.50,0.2; 0.75,0.467; 1.0,1.0">
                                          <p:stCondLst>
                                            <p:cond delay="0"/>
                                          </p:stCondLst>
                                        </p:cTn>
                                        <p:tgtEl>
                                          <p:spTgt spid="20"/>
                                        </p:tgtEl>
                                        <p:attrNameLst>
                                          <p:attrName>ppt_y</p:attrName>
                                        </p:attrNameLst>
                                      </p:cBhvr>
                                      <p:tavLst>
                                        <p:tav tm="0" fmla="#ppt_y-sin(pi*$)/3">
                                          <p:val>
                                            <p:fltVal val="0.5"/>
                                          </p:val>
                                        </p:tav>
                                        <p:tav tm="100000">
                                          <p:val>
                                            <p:fltVal val="1"/>
                                          </p:val>
                                        </p:tav>
                                      </p:tavLst>
                                    </p:anim>
                                    <p:anim calcmode="lin" valueType="num">
                                      <p:cBhvr>
                                        <p:cTn id="74" dur="664" tmFilter="0, 0; 0.125,0.2665; 0.25,0.4; 0.375,0.465; 0.5,0.5;  0.625,0.535; 0.75,0.6; 0.875,0.7335; 1,1">
                                          <p:stCondLst>
                                            <p:cond delay="664"/>
                                          </p:stCondLst>
                                        </p:cTn>
                                        <p:tgtEl>
                                          <p:spTgt spid="20"/>
                                        </p:tgtEl>
                                        <p:attrNameLst>
                                          <p:attrName>ppt_y</p:attrName>
                                        </p:attrNameLst>
                                      </p:cBhvr>
                                      <p:tavLst>
                                        <p:tav tm="0" fmla="#ppt_y-sin(pi*$)/9">
                                          <p:val>
                                            <p:fltVal val="0"/>
                                          </p:val>
                                        </p:tav>
                                        <p:tav tm="100000">
                                          <p:val>
                                            <p:fltVal val="1"/>
                                          </p:val>
                                        </p:tav>
                                      </p:tavLst>
                                    </p:anim>
                                    <p:anim calcmode="lin" valueType="num">
                                      <p:cBhvr>
                                        <p:cTn id="75" dur="332" tmFilter="0, 0; 0.125,0.2665; 0.25,0.4; 0.375,0.465; 0.5,0.5;  0.625,0.535; 0.75,0.6; 0.875,0.7335; 1,1">
                                          <p:stCondLst>
                                            <p:cond delay="1324"/>
                                          </p:stCondLst>
                                        </p:cTn>
                                        <p:tgtEl>
                                          <p:spTgt spid="20"/>
                                        </p:tgtEl>
                                        <p:attrNameLst>
                                          <p:attrName>ppt_y</p:attrName>
                                        </p:attrNameLst>
                                      </p:cBhvr>
                                      <p:tavLst>
                                        <p:tav tm="0" fmla="#ppt_y-sin(pi*$)/27">
                                          <p:val>
                                            <p:fltVal val="0"/>
                                          </p:val>
                                        </p:tav>
                                        <p:tav tm="100000">
                                          <p:val>
                                            <p:fltVal val="1"/>
                                          </p:val>
                                        </p:tav>
                                      </p:tavLst>
                                    </p:anim>
                                    <p:anim calcmode="lin" valueType="num">
                                      <p:cBhvr>
                                        <p:cTn id="76" dur="164" tmFilter="0, 0; 0.125,0.2665; 0.25,0.4; 0.375,0.465; 0.5,0.5;  0.625,0.535; 0.75,0.6; 0.875,0.7335; 1,1">
                                          <p:stCondLst>
                                            <p:cond delay="1656"/>
                                          </p:stCondLst>
                                        </p:cTn>
                                        <p:tgtEl>
                                          <p:spTgt spid="20"/>
                                        </p:tgtEl>
                                        <p:attrNameLst>
                                          <p:attrName>ppt_y</p:attrName>
                                        </p:attrNameLst>
                                      </p:cBhvr>
                                      <p:tavLst>
                                        <p:tav tm="0" fmla="#ppt_y-sin(pi*$)/81">
                                          <p:val>
                                            <p:fltVal val="0"/>
                                          </p:val>
                                        </p:tav>
                                        <p:tav tm="100000">
                                          <p:val>
                                            <p:fltVal val="1"/>
                                          </p:val>
                                        </p:tav>
                                      </p:tavLst>
                                    </p:anim>
                                    <p:animScale>
                                      <p:cBhvr>
                                        <p:cTn id="77" dur="26">
                                          <p:stCondLst>
                                            <p:cond delay="650"/>
                                          </p:stCondLst>
                                        </p:cTn>
                                        <p:tgtEl>
                                          <p:spTgt spid="20"/>
                                        </p:tgtEl>
                                      </p:cBhvr>
                                      <p:to x="100000" y="60000"/>
                                    </p:animScale>
                                    <p:animScale>
                                      <p:cBhvr>
                                        <p:cTn id="78" dur="166" decel="50000">
                                          <p:stCondLst>
                                            <p:cond delay="676"/>
                                          </p:stCondLst>
                                        </p:cTn>
                                        <p:tgtEl>
                                          <p:spTgt spid="20"/>
                                        </p:tgtEl>
                                      </p:cBhvr>
                                      <p:to x="100000" y="100000"/>
                                    </p:animScale>
                                    <p:animScale>
                                      <p:cBhvr>
                                        <p:cTn id="79" dur="26">
                                          <p:stCondLst>
                                            <p:cond delay="1312"/>
                                          </p:stCondLst>
                                        </p:cTn>
                                        <p:tgtEl>
                                          <p:spTgt spid="20"/>
                                        </p:tgtEl>
                                      </p:cBhvr>
                                      <p:to x="100000" y="80000"/>
                                    </p:animScale>
                                    <p:animScale>
                                      <p:cBhvr>
                                        <p:cTn id="80" dur="166" decel="50000">
                                          <p:stCondLst>
                                            <p:cond delay="1338"/>
                                          </p:stCondLst>
                                        </p:cTn>
                                        <p:tgtEl>
                                          <p:spTgt spid="20"/>
                                        </p:tgtEl>
                                      </p:cBhvr>
                                      <p:to x="100000" y="100000"/>
                                    </p:animScale>
                                    <p:animScale>
                                      <p:cBhvr>
                                        <p:cTn id="81" dur="26">
                                          <p:stCondLst>
                                            <p:cond delay="1642"/>
                                          </p:stCondLst>
                                        </p:cTn>
                                        <p:tgtEl>
                                          <p:spTgt spid="20"/>
                                        </p:tgtEl>
                                      </p:cBhvr>
                                      <p:to x="100000" y="90000"/>
                                    </p:animScale>
                                    <p:animScale>
                                      <p:cBhvr>
                                        <p:cTn id="82" dur="166" decel="50000">
                                          <p:stCondLst>
                                            <p:cond delay="1668"/>
                                          </p:stCondLst>
                                        </p:cTn>
                                        <p:tgtEl>
                                          <p:spTgt spid="20"/>
                                        </p:tgtEl>
                                      </p:cBhvr>
                                      <p:to x="100000" y="100000"/>
                                    </p:animScale>
                                    <p:animScale>
                                      <p:cBhvr>
                                        <p:cTn id="83" dur="26">
                                          <p:stCondLst>
                                            <p:cond delay="1808"/>
                                          </p:stCondLst>
                                        </p:cTn>
                                        <p:tgtEl>
                                          <p:spTgt spid="20"/>
                                        </p:tgtEl>
                                      </p:cBhvr>
                                      <p:to x="100000" y="95000"/>
                                    </p:animScale>
                                    <p:animScale>
                                      <p:cBhvr>
                                        <p:cTn id="84" dur="166" decel="50000">
                                          <p:stCondLst>
                                            <p:cond delay="1834"/>
                                          </p:stCondLst>
                                        </p:cTn>
                                        <p:tgtEl>
                                          <p:spTgt spid="20"/>
                                        </p:tgtEl>
                                      </p:cBhvr>
                                      <p:to x="100000" y="100000"/>
                                    </p:animScale>
                                  </p:childTnLst>
                                </p:cTn>
                              </p:par>
                            </p:childTnLst>
                          </p:cTn>
                        </p:par>
                      </p:childTnLst>
                    </p:cTn>
                  </p:par>
                  <p:par>
                    <p:cTn id="85" fill="hold">
                      <p:stCondLst>
                        <p:cond delay="indefinite"/>
                      </p:stCondLst>
                      <p:childTnLst>
                        <p:par>
                          <p:cTn id="86" fill="hold">
                            <p:stCondLst>
                              <p:cond delay="0"/>
                            </p:stCondLst>
                            <p:childTnLst>
                              <p:par>
                                <p:cTn id="87" presetID="26" presetClass="entr" presetSubtype="0" fill="hold" grpId="0" nodeType="clickEffect">
                                  <p:stCondLst>
                                    <p:cond delay="0"/>
                                  </p:stCondLst>
                                  <p:childTnLst>
                                    <p:set>
                                      <p:cBhvr>
                                        <p:cTn id="88" dur="1" fill="hold">
                                          <p:stCondLst>
                                            <p:cond delay="0"/>
                                          </p:stCondLst>
                                        </p:cTn>
                                        <p:tgtEl>
                                          <p:spTgt spid="22"/>
                                        </p:tgtEl>
                                        <p:attrNameLst>
                                          <p:attrName>style.visibility</p:attrName>
                                        </p:attrNameLst>
                                      </p:cBhvr>
                                      <p:to>
                                        <p:strVal val="visible"/>
                                      </p:to>
                                    </p:set>
                                    <p:animEffect transition="in" filter="wipe(down)">
                                      <p:cBhvr>
                                        <p:cTn id="89" dur="580">
                                          <p:stCondLst>
                                            <p:cond delay="0"/>
                                          </p:stCondLst>
                                        </p:cTn>
                                        <p:tgtEl>
                                          <p:spTgt spid="22"/>
                                        </p:tgtEl>
                                      </p:cBhvr>
                                    </p:animEffect>
                                    <p:anim calcmode="lin" valueType="num">
                                      <p:cBhvr>
                                        <p:cTn id="90" dur="1822" tmFilter="0,0; 0.14,0.36; 0.43,0.73; 0.71,0.91; 1.0,1.0">
                                          <p:stCondLst>
                                            <p:cond delay="0"/>
                                          </p:stCondLst>
                                        </p:cTn>
                                        <p:tgtEl>
                                          <p:spTgt spid="22"/>
                                        </p:tgtEl>
                                        <p:attrNameLst>
                                          <p:attrName>ppt_x</p:attrName>
                                        </p:attrNameLst>
                                      </p:cBhvr>
                                      <p:tavLst>
                                        <p:tav tm="0">
                                          <p:val>
                                            <p:strVal val="#ppt_x-0.25"/>
                                          </p:val>
                                        </p:tav>
                                        <p:tav tm="100000">
                                          <p:val>
                                            <p:strVal val="#ppt_x"/>
                                          </p:val>
                                        </p:tav>
                                      </p:tavLst>
                                    </p:anim>
                                    <p:anim calcmode="lin" valueType="num">
                                      <p:cBhvr>
                                        <p:cTn id="91" dur="664" tmFilter="0.0,0.0; 0.25,0.07; 0.50,0.2; 0.75,0.467; 1.0,1.0">
                                          <p:stCondLst>
                                            <p:cond delay="0"/>
                                          </p:stCondLst>
                                        </p:cTn>
                                        <p:tgtEl>
                                          <p:spTgt spid="22"/>
                                        </p:tgtEl>
                                        <p:attrNameLst>
                                          <p:attrName>ppt_y</p:attrName>
                                        </p:attrNameLst>
                                      </p:cBhvr>
                                      <p:tavLst>
                                        <p:tav tm="0" fmla="#ppt_y-sin(pi*$)/3">
                                          <p:val>
                                            <p:fltVal val="0.5"/>
                                          </p:val>
                                        </p:tav>
                                        <p:tav tm="100000">
                                          <p:val>
                                            <p:fltVal val="1"/>
                                          </p:val>
                                        </p:tav>
                                      </p:tavLst>
                                    </p:anim>
                                    <p:anim calcmode="lin" valueType="num">
                                      <p:cBhvr>
                                        <p:cTn id="92" dur="664" tmFilter="0, 0; 0.125,0.2665; 0.25,0.4; 0.375,0.465; 0.5,0.5;  0.625,0.535; 0.75,0.6; 0.875,0.7335; 1,1">
                                          <p:stCondLst>
                                            <p:cond delay="664"/>
                                          </p:stCondLst>
                                        </p:cTn>
                                        <p:tgtEl>
                                          <p:spTgt spid="22"/>
                                        </p:tgtEl>
                                        <p:attrNameLst>
                                          <p:attrName>ppt_y</p:attrName>
                                        </p:attrNameLst>
                                      </p:cBhvr>
                                      <p:tavLst>
                                        <p:tav tm="0" fmla="#ppt_y-sin(pi*$)/9">
                                          <p:val>
                                            <p:fltVal val="0"/>
                                          </p:val>
                                        </p:tav>
                                        <p:tav tm="100000">
                                          <p:val>
                                            <p:fltVal val="1"/>
                                          </p:val>
                                        </p:tav>
                                      </p:tavLst>
                                    </p:anim>
                                    <p:anim calcmode="lin" valueType="num">
                                      <p:cBhvr>
                                        <p:cTn id="93" dur="332" tmFilter="0, 0; 0.125,0.2665; 0.25,0.4; 0.375,0.465; 0.5,0.5;  0.625,0.535; 0.75,0.6; 0.875,0.7335; 1,1">
                                          <p:stCondLst>
                                            <p:cond delay="1324"/>
                                          </p:stCondLst>
                                        </p:cTn>
                                        <p:tgtEl>
                                          <p:spTgt spid="22"/>
                                        </p:tgtEl>
                                        <p:attrNameLst>
                                          <p:attrName>ppt_y</p:attrName>
                                        </p:attrNameLst>
                                      </p:cBhvr>
                                      <p:tavLst>
                                        <p:tav tm="0" fmla="#ppt_y-sin(pi*$)/27">
                                          <p:val>
                                            <p:fltVal val="0"/>
                                          </p:val>
                                        </p:tav>
                                        <p:tav tm="100000">
                                          <p:val>
                                            <p:fltVal val="1"/>
                                          </p:val>
                                        </p:tav>
                                      </p:tavLst>
                                    </p:anim>
                                    <p:anim calcmode="lin" valueType="num">
                                      <p:cBhvr>
                                        <p:cTn id="94" dur="164" tmFilter="0, 0; 0.125,0.2665; 0.25,0.4; 0.375,0.465; 0.5,0.5;  0.625,0.535; 0.75,0.6; 0.875,0.7335; 1,1">
                                          <p:stCondLst>
                                            <p:cond delay="1656"/>
                                          </p:stCondLst>
                                        </p:cTn>
                                        <p:tgtEl>
                                          <p:spTgt spid="22"/>
                                        </p:tgtEl>
                                        <p:attrNameLst>
                                          <p:attrName>ppt_y</p:attrName>
                                        </p:attrNameLst>
                                      </p:cBhvr>
                                      <p:tavLst>
                                        <p:tav tm="0" fmla="#ppt_y-sin(pi*$)/81">
                                          <p:val>
                                            <p:fltVal val="0"/>
                                          </p:val>
                                        </p:tav>
                                        <p:tav tm="100000">
                                          <p:val>
                                            <p:fltVal val="1"/>
                                          </p:val>
                                        </p:tav>
                                      </p:tavLst>
                                    </p:anim>
                                    <p:animScale>
                                      <p:cBhvr>
                                        <p:cTn id="95" dur="26">
                                          <p:stCondLst>
                                            <p:cond delay="650"/>
                                          </p:stCondLst>
                                        </p:cTn>
                                        <p:tgtEl>
                                          <p:spTgt spid="22"/>
                                        </p:tgtEl>
                                      </p:cBhvr>
                                      <p:to x="100000" y="60000"/>
                                    </p:animScale>
                                    <p:animScale>
                                      <p:cBhvr>
                                        <p:cTn id="96" dur="166" decel="50000">
                                          <p:stCondLst>
                                            <p:cond delay="676"/>
                                          </p:stCondLst>
                                        </p:cTn>
                                        <p:tgtEl>
                                          <p:spTgt spid="22"/>
                                        </p:tgtEl>
                                      </p:cBhvr>
                                      <p:to x="100000" y="100000"/>
                                    </p:animScale>
                                    <p:animScale>
                                      <p:cBhvr>
                                        <p:cTn id="97" dur="26">
                                          <p:stCondLst>
                                            <p:cond delay="1312"/>
                                          </p:stCondLst>
                                        </p:cTn>
                                        <p:tgtEl>
                                          <p:spTgt spid="22"/>
                                        </p:tgtEl>
                                      </p:cBhvr>
                                      <p:to x="100000" y="80000"/>
                                    </p:animScale>
                                    <p:animScale>
                                      <p:cBhvr>
                                        <p:cTn id="98" dur="166" decel="50000">
                                          <p:stCondLst>
                                            <p:cond delay="1338"/>
                                          </p:stCondLst>
                                        </p:cTn>
                                        <p:tgtEl>
                                          <p:spTgt spid="22"/>
                                        </p:tgtEl>
                                      </p:cBhvr>
                                      <p:to x="100000" y="100000"/>
                                    </p:animScale>
                                    <p:animScale>
                                      <p:cBhvr>
                                        <p:cTn id="99" dur="26">
                                          <p:stCondLst>
                                            <p:cond delay="1642"/>
                                          </p:stCondLst>
                                        </p:cTn>
                                        <p:tgtEl>
                                          <p:spTgt spid="22"/>
                                        </p:tgtEl>
                                      </p:cBhvr>
                                      <p:to x="100000" y="90000"/>
                                    </p:animScale>
                                    <p:animScale>
                                      <p:cBhvr>
                                        <p:cTn id="100" dur="166" decel="50000">
                                          <p:stCondLst>
                                            <p:cond delay="1668"/>
                                          </p:stCondLst>
                                        </p:cTn>
                                        <p:tgtEl>
                                          <p:spTgt spid="22"/>
                                        </p:tgtEl>
                                      </p:cBhvr>
                                      <p:to x="100000" y="100000"/>
                                    </p:animScale>
                                    <p:animScale>
                                      <p:cBhvr>
                                        <p:cTn id="101" dur="26">
                                          <p:stCondLst>
                                            <p:cond delay="1808"/>
                                          </p:stCondLst>
                                        </p:cTn>
                                        <p:tgtEl>
                                          <p:spTgt spid="22"/>
                                        </p:tgtEl>
                                      </p:cBhvr>
                                      <p:to x="100000" y="95000"/>
                                    </p:animScale>
                                    <p:animScale>
                                      <p:cBhvr>
                                        <p:cTn id="102" dur="166" decel="50000">
                                          <p:stCondLst>
                                            <p:cond delay="1834"/>
                                          </p:stCondLst>
                                        </p:cTn>
                                        <p:tgtEl>
                                          <p:spTgt spid="22"/>
                                        </p:tgtEl>
                                      </p:cBhvr>
                                      <p:to x="100000" y="100000"/>
                                    </p:animScale>
                                  </p:childTnLst>
                                </p:cTn>
                              </p:par>
                            </p:childTnLst>
                          </p:cTn>
                        </p:par>
                      </p:childTnLst>
                    </p:cTn>
                  </p:par>
                  <p:par>
                    <p:cTn id="103" fill="hold">
                      <p:stCondLst>
                        <p:cond delay="indefinite"/>
                      </p:stCondLst>
                      <p:childTnLst>
                        <p:par>
                          <p:cTn id="104" fill="hold">
                            <p:stCondLst>
                              <p:cond delay="0"/>
                            </p:stCondLst>
                            <p:childTnLst>
                              <p:par>
                                <p:cTn id="105" presetID="2" presetClass="entr" presetSubtype="4" fill="hold" grpId="0" nodeType="clickEffect">
                                  <p:stCondLst>
                                    <p:cond delay="0"/>
                                  </p:stCondLst>
                                  <p:childTnLst>
                                    <p:set>
                                      <p:cBhvr>
                                        <p:cTn id="106" dur="1" fill="hold">
                                          <p:stCondLst>
                                            <p:cond delay="0"/>
                                          </p:stCondLst>
                                        </p:cTn>
                                        <p:tgtEl>
                                          <p:spTgt spid="4"/>
                                        </p:tgtEl>
                                        <p:attrNameLst>
                                          <p:attrName>style.visibility</p:attrName>
                                        </p:attrNameLst>
                                      </p:cBhvr>
                                      <p:to>
                                        <p:strVal val="visible"/>
                                      </p:to>
                                    </p:set>
                                    <p:anim calcmode="lin" valueType="num">
                                      <p:cBhvr additive="base">
                                        <p:cTn id="107" dur="500" fill="hold"/>
                                        <p:tgtEl>
                                          <p:spTgt spid="4"/>
                                        </p:tgtEl>
                                        <p:attrNameLst>
                                          <p:attrName>ppt_x</p:attrName>
                                        </p:attrNameLst>
                                      </p:cBhvr>
                                      <p:tavLst>
                                        <p:tav tm="0">
                                          <p:val>
                                            <p:strVal val="#ppt_x"/>
                                          </p:val>
                                        </p:tav>
                                        <p:tav tm="100000">
                                          <p:val>
                                            <p:strVal val="#ppt_x"/>
                                          </p:val>
                                        </p:tav>
                                      </p:tavLst>
                                    </p:anim>
                                    <p:anim calcmode="lin" valueType="num">
                                      <p:cBhvr additive="base">
                                        <p:cTn id="10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09" fill="hold">
                      <p:stCondLst>
                        <p:cond delay="indefinite"/>
                      </p:stCondLst>
                      <p:childTnLst>
                        <p:par>
                          <p:cTn id="110" fill="hold">
                            <p:stCondLst>
                              <p:cond delay="0"/>
                            </p:stCondLst>
                            <p:childTnLst>
                              <p:par>
                                <p:cTn id="111" presetID="26" presetClass="entr" presetSubtype="0" fill="hold" grpId="0" nodeType="clickEffect">
                                  <p:stCondLst>
                                    <p:cond delay="0"/>
                                  </p:stCondLst>
                                  <p:childTnLst>
                                    <p:set>
                                      <p:cBhvr>
                                        <p:cTn id="112" dur="1" fill="hold">
                                          <p:stCondLst>
                                            <p:cond delay="0"/>
                                          </p:stCondLst>
                                        </p:cTn>
                                        <p:tgtEl>
                                          <p:spTgt spid="3"/>
                                        </p:tgtEl>
                                        <p:attrNameLst>
                                          <p:attrName>style.visibility</p:attrName>
                                        </p:attrNameLst>
                                      </p:cBhvr>
                                      <p:to>
                                        <p:strVal val="visible"/>
                                      </p:to>
                                    </p:set>
                                    <p:animEffect transition="in" filter="wipe(down)">
                                      <p:cBhvr>
                                        <p:cTn id="113" dur="580">
                                          <p:stCondLst>
                                            <p:cond delay="0"/>
                                          </p:stCondLst>
                                        </p:cTn>
                                        <p:tgtEl>
                                          <p:spTgt spid="3"/>
                                        </p:tgtEl>
                                      </p:cBhvr>
                                    </p:animEffect>
                                    <p:anim calcmode="lin" valueType="num">
                                      <p:cBhvr>
                                        <p:cTn id="114"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115"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16"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117"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118"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119" dur="26">
                                          <p:stCondLst>
                                            <p:cond delay="650"/>
                                          </p:stCondLst>
                                        </p:cTn>
                                        <p:tgtEl>
                                          <p:spTgt spid="3"/>
                                        </p:tgtEl>
                                      </p:cBhvr>
                                      <p:to x="100000" y="60000"/>
                                    </p:animScale>
                                    <p:animScale>
                                      <p:cBhvr>
                                        <p:cTn id="120" dur="166" decel="50000">
                                          <p:stCondLst>
                                            <p:cond delay="676"/>
                                          </p:stCondLst>
                                        </p:cTn>
                                        <p:tgtEl>
                                          <p:spTgt spid="3"/>
                                        </p:tgtEl>
                                      </p:cBhvr>
                                      <p:to x="100000" y="100000"/>
                                    </p:animScale>
                                    <p:animScale>
                                      <p:cBhvr>
                                        <p:cTn id="121" dur="26">
                                          <p:stCondLst>
                                            <p:cond delay="1312"/>
                                          </p:stCondLst>
                                        </p:cTn>
                                        <p:tgtEl>
                                          <p:spTgt spid="3"/>
                                        </p:tgtEl>
                                      </p:cBhvr>
                                      <p:to x="100000" y="80000"/>
                                    </p:animScale>
                                    <p:animScale>
                                      <p:cBhvr>
                                        <p:cTn id="122" dur="166" decel="50000">
                                          <p:stCondLst>
                                            <p:cond delay="1338"/>
                                          </p:stCondLst>
                                        </p:cTn>
                                        <p:tgtEl>
                                          <p:spTgt spid="3"/>
                                        </p:tgtEl>
                                      </p:cBhvr>
                                      <p:to x="100000" y="100000"/>
                                    </p:animScale>
                                    <p:animScale>
                                      <p:cBhvr>
                                        <p:cTn id="123" dur="26">
                                          <p:stCondLst>
                                            <p:cond delay="1642"/>
                                          </p:stCondLst>
                                        </p:cTn>
                                        <p:tgtEl>
                                          <p:spTgt spid="3"/>
                                        </p:tgtEl>
                                      </p:cBhvr>
                                      <p:to x="100000" y="90000"/>
                                    </p:animScale>
                                    <p:animScale>
                                      <p:cBhvr>
                                        <p:cTn id="124" dur="166" decel="50000">
                                          <p:stCondLst>
                                            <p:cond delay="1668"/>
                                          </p:stCondLst>
                                        </p:cTn>
                                        <p:tgtEl>
                                          <p:spTgt spid="3"/>
                                        </p:tgtEl>
                                      </p:cBhvr>
                                      <p:to x="100000" y="100000"/>
                                    </p:animScale>
                                    <p:animScale>
                                      <p:cBhvr>
                                        <p:cTn id="125" dur="26">
                                          <p:stCondLst>
                                            <p:cond delay="1808"/>
                                          </p:stCondLst>
                                        </p:cTn>
                                        <p:tgtEl>
                                          <p:spTgt spid="3"/>
                                        </p:tgtEl>
                                      </p:cBhvr>
                                      <p:to x="100000" y="95000"/>
                                    </p:animScale>
                                    <p:animScale>
                                      <p:cBhvr>
                                        <p:cTn id="126" dur="166" decel="50000">
                                          <p:stCondLst>
                                            <p:cond delay="1834"/>
                                          </p:stCondLst>
                                        </p:cTn>
                                        <p:tgtEl>
                                          <p:spTgt spid="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16" grpId="0" animBg="1"/>
      <p:bldP spid="17" grpId="0"/>
      <p:bldP spid="19" grpId="0"/>
      <p:bldP spid="20" grpId="0"/>
      <p:bldP spid="21" grpId="0" animBg="1"/>
      <p:bldP spid="22" grpId="0" animBg="1"/>
    </p:bld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F123D726-4B79-A847-A311-BA390A77794B}"/>
              </a:ext>
            </a:extLst>
          </p:cNvPr>
          <p:cNvSpPr txBox="1"/>
          <p:nvPr/>
        </p:nvSpPr>
        <p:spPr>
          <a:xfrm>
            <a:off x="3657726" y="306187"/>
            <a:ext cx="4876656" cy="1015663"/>
          </a:xfrm>
          <a:prstGeom prst="rect">
            <a:avLst/>
          </a:prstGeom>
          <a:noFill/>
        </p:spPr>
        <p:txBody>
          <a:bodyPr wrap="none" rtlCol="0">
            <a:spAutoFit/>
          </a:bodyPr>
          <a:lstStyle/>
          <a:p>
            <a:pPr algn="ctr"/>
            <a:r>
              <a:rPr lang="fr-FR" sz="3000" b="1">
                <a:solidFill>
                  <a:schemeClr val="tx2"/>
                </a:solidFill>
                <a:latin typeface="Poppins" pitchFamily="2" charset="77"/>
                <a:cs typeface="Poppins" pitchFamily="2" charset="77"/>
              </a:rPr>
              <a:t>KPI Politage proccessus</a:t>
            </a:r>
          </a:p>
          <a:p>
            <a:pPr algn="ctr"/>
            <a:endParaRPr lang="fr-FR" sz="3000" b="1" dirty="0">
              <a:solidFill>
                <a:schemeClr val="tx2"/>
              </a:solidFill>
              <a:latin typeface="Poppins" pitchFamily="2" charset="77"/>
              <a:cs typeface="Poppins" pitchFamily="2" charset="77"/>
            </a:endParaRPr>
          </a:p>
        </p:txBody>
      </p:sp>
      <p:sp>
        <p:nvSpPr>
          <p:cNvPr id="53" name="Subtitle 2">
            <a:extLst>
              <a:ext uri="{FF2B5EF4-FFF2-40B4-BE49-F238E27FC236}">
                <a16:creationId xmlns:a16="http://schemas.microsoft.com/office/drawing/2014/main" id="{CCC3EF8F-BBB1-C73B-E935-8780CEA2CC79}"/>
              </a:ext>
            </a:extLst>
          </p:cNvPr>
          <p:cNvSpPr txBox="1">
            <a:spLocks/>
          </p:cNvSpPr>
          <p:nvPr/>
        </p:nvSpPr>
        <p:spPr>
          <a:xfrm>
            <a:off x="2197393" y="883521"/>
            <a:ext cx="7609799" cy="252057"/>
          </a:xfrm>
          <a:prstGeom prst="rect">
            <a:avLst/>
          </a:prstGeom>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751"/>
              </a:lnSpc>
            </a:pPr>
            <a:r>
              <a:rPr lang="fr-FR" sz="1200">
                <a:solidFill>
                  <a:schemeClr val="tx1"/>
                </a:solidFill>
                <a:latin typeface="Lato Light" panose="020F0502020204030203" pitchFamily="34" charset="0"/>
                <a:ea typeface="Lato Light" panose="020F0502020204030203" pitchFamily="34" charset="0"/>
                <a:cs typeface="Mukta ExtraLight" panose="020B0000000000000000" pitchFamily="34" charset="77"/>
              </a:rPr>
              <a:t>Le pilotage du processus au travers de KPI et une automatisation partielle au travers d'algorithmes explicables </a:t>
            </a:r>
            <a:endParaRPr lang="fr-FR" sz="1200" dirty="0">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p:txBody>
      </p:sp>
      <p:pic>
        <p:nvPicPr>
          <p:cNvPr id="3" name="Image 2">
            <a:hlinkClick r:id="rId3"/>
            <a:extLst>
              <a:ext uri="{FF2B5EF4-FFF2-40B4-BE49-F238E27FC236}">
                <a16:creationId xmlns:a16="http://schemas.microsoft.com/office/drawing/2014/main" id="{F4CB42C7-BA2E-2E9A-9ABD-84C19AD14E2B}"/>
              </a:ext>
            </a:extLst>
          </p:cNvPr>
          <p:cNvPicPr>
            <a:picLocks noChangeAspect="1"/>
          </p:cNvPicPr>
          <p:nvPr/>
        </p:nvPicPr>
        <p:blipFill>
          <a:blip r:embed="rId4"/>
          <a:stretch>
            <a:fillRect/>
          </a:stretch>
        </p:blipFill>
        <p:spPr>
          <a:xfrm>
            <a:off x="913342" y="1183337"/>
            <a:ext cx="4625301" cy="2638716"/>
          </a:xfrm>
          <a:prstGeom prst="rect">
            <a:avLst/>
          </a:prstGeom>
          <a:solidFill>
            <a:srgbClr val="E68F96"/>
          </a:solidFill>
        </p:spPr>
      </p:pic>
      <p:pic>
        <p:nvPicPr>
          <p:cNvPr id="5" name="Image 4">
            <a:hlinkClick r:id="rId5"/>
            <a:extLst>
              <a:ext uri="{FF2B5EF4-FFF2-40B4-BE49-F238E27FC236}">
                <a16:creationId xmlns:a16="http://schemas.microsoft.com/office/drawing/2014/main" id="{154F4085-857D-D546-41FE-F053FABAD8B0}"/>
              </a:ext>
            </a:extLst>
          </p:cNvPr>
          <p:cNvPicPr>
            <a:picLocks noChangeAspect="1"/>
          </p:cNvPicPr>
          <p:nvPr/>
        </p:nvPicPr>
        <p:blipFill>
          <a:blip r:embed="rId6"/>
          <a:stretch>
            <a:fillRect/>
          </a:stretch>
        </p:blipFill>
        <p:spPr>
          <a:xfrm>
            <a:off x="6381897" y="1183337"/>
            <a:ext cx="4625301" cy="2638716"/>
          </a:xfrm>
          <a:prstGeom prst="rect">
            <a:avLst/>
          </a:prstGeom>
          <a:solidFill>
            <a:srgbClr val="F0E199"/>
          </a:solidFill>
        </p:spPr>
      </p:pic>
      <p:pic>
        <p:nvPicPr>
          <p:cNvPr id="7" name="Image 6">
            <a:hlinkClick r:id="rId7"/>
            <a:extLst>
              <a:ext uri="{FF2B5EF4-FFF2-40B4-BE49-F238E27FC236}">
                <a16:creationId xmlns:a16="http://schemas.microsoft.com/office/drawing/2014/main" id="{B453D946-1B2B-7A75-3ED2-863DE4F2E857}"/>
              </a:ext>
            </a:extLst>
          </p:cNvPr>
          <p:cNvPicPr>
            <a:picLocks noChangeAspect="1"/>
          </p:cNvPicPr>
          <p:nvPr/>
        </p:nvPicPr>
        <p:blipFill>
          <a:blip r:embed="rId8"/>
          <a:stretch>
            <a:fillRect/>
          </a:stretch>
        </p:blipFill>
        <p:spPr>
          <a:xfrm>
            <a:off x="6381897" y="3989141"/>
            <a:ext cx="4625301" cy="2707511"/>
          </a:xfrm>
          <a:prstGeom prst="rect">
            <a:avLst/>
          </a:prstGeom>
          <a:solidFill>
            <a:srgbClr val="FFC228"/>
          </a:solidFill>
        </p:spPr>
      </p:pic>
      <p:pic>
        <p:nvPicPr>
          <p:cNvPr id="9" name="Image 8">
            <a:hlinkClick r:id="rId9"/>
            <a:extLst>
              <a:ext uri="{FF2B5EF4-FFF2-40B4-BE49-F238E27FC236}">
                <a16:creationId xmlns:a16="http://schemas.microsoft.com/office/drawing/2014/main" id="{91EBECBB-657A-36B6-51C6-C7F9E9382523}"/>
              </a:ext>
            </a:extLst>
          </p:cNvPr>
          <p:cNvPicPr>
            <a:picLocks noChangeAspect="1"/>
          </p:cNvPicPr>
          <p:nvPr/>
        </p:nvPicPr>
        <p:blipFill>
          <a:blip r:embed="rId10"/>
          <a:stretch>
            <a:fillRect/>
          </a:stretch>
        </p:blipFill>
        <p:spPr>
          <a:xfrm>
            <a:off x="906231" y="4023538"/>
            <a:ext cx="4632412" cy="2638716"/>
          </a:xfrm>
          <a:prstGeom prst="rect">
            <a:avLst/>
          </a:prstGeom>
          <a:solidFill>
            <a:srgbClr val="D1C5ED"/>
          </a:solidFill>
        </p:spPr>
      </p:pic>
      <p:sp>
        <p:nvSpPr>
          <p:cNvPr id="2" name="TextBox 16">
            <a:extLst>
              <a:ext uri="{FF2B5EF4-FFF2-40B4-BE49-F238E27FC236}">
                <a16:creationId xmlns:a16="http://schemas.microsoft.com/office/drawing/2014/main" id="{DD55A83B-A981-7029-504E-B7F3C28A480D}"/>
              </a:ext>
            </a:extLst>
          </p:cNvPr>
          <p:cNvSpPr txBox="1"/>
          <p:nvPr/>
        </p:nvSpPr>
        <p:spPr>
          <a:xfrm>
            <a:off x="9931770" y="238147"/>
            <a:ext cx="2150855" cy="830997"/>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square" rtlCol="0" anchor="b" anchorCtr="0">
            <a:spAutoFit/>
          </a:bodyPr>
          <a:lstStyle/>
          <a:p>
            <a:pPr algn="ctr"/>
            <a:r>
              <a:rPr lang="fr-FR" sz="2400" b="1" dirty="0">
                <a:latin typeface="Poppins" pitchFamily="2" charset="77"/>
                <a:ea typeface="League Spartan" charset="0"/>
                <a:cs typeface="Poppins" pitchFamily="2" charset="77"/>
              </a:rPr>
              <a:t>Situation actuelle</a:t>
            </a:r>
          </a:p>
        </p:txBody>
      </p:sp>
    </p:spTree>
    <p:extLst>
      <p:ext uri="{BB962C8B-B14F-4D97-AF65-F5344CB8AC3E}">
        <p14:creationId xmlns:p14="http://schemas.microsoft.com/office/powerpoint/2010/main" val="3170971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31" presetClass="entr" presetSubtype="0"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p:cTn id="25" dur="2000" fill="hold"/>
                                        <p:tgtEl>
                                          <p:spTgt spid="3"/>
                                        </p:tgtEl>
                                        <p:attrNameLst>
                                          <p:attrName>ppt_w</p:attrName>
                                        </p:attrNameLst>
                                      </p:cBhvr>
                                      <p:tavLst>
                                        <p:tav tm="0">
                                          <p:val>
                                            <p:fltVal val="0"/>
                                          </p:val>
                                        </p:tav>
                                        <p:tav tm="100000">
                                          <p:val>
                                            <p:strVal val="#ppt_w"/>
                                          </p:val>
                                        </p:tav>
                                      </p:tavLst>
                                    </p:anim>
                                    <p:anim calcmode="lin" valueType="num">
                                      <p:cBhvr>
                                        <p:cTn id="26" dur="2000" fill="hold"/>
                                        <p:tgtEl>
                                          <p:spTgt spid="3"/>
                                        </p:tgtEl>
                                        <p:attrNameLst>
                                          <p:attrName>ppt_h</p:attrName>
                                        </p:attrNameLst>
                                      </p:cBhvr>
                                      <p:tavLst>
                                        <p:tav tm="0">
                                          <p:val>
                                            <p:fltVal val="0"/>
                                          </p:val>
                                        </p:tav>
                                        <p:tav tm="100000">
                                          <p:val>
                                            <p:strVal val="#ppt_h"/>
                                          </p:val>
                                        </p:tav>
                                      </p:tavLst>
                                    </p:anim>
                                    <p:anim calcmode="lin" valueType="num">
                                      <p:cBhvr>
                                        <p:cTn id="27" dur="2000" fill="hold"/>
                                        <p:tgtEl>
                                          <p:spTgt spid="3"/>
                                        </p:tgtEl>
                                        <p:attrNameLst>
                                          <p:attrName>style.rotation</p:attrName>
                                        </p:attrNameLst>
                                      </p:cBhvr>
                                      <p:tavLst>
                                        <p:tav tm="0">
                                          <p:val>
                                            <p:fltVal val="90"/>
                                          </p:val>
                                        </p:tav>
                                        <p:tav tm="100000">
                                          <p:val>
                                            <p:fltVal val="0"/>
                                          </p:val>
                                        </p:tav>
                                      </p:tavLst>
                                    </p:anim>
                                    <p:animEffect transition="in" filter="fade">
                                      <p:cBhvr>
                                        <p:cTn id="28" dur="2000"/>
                                        <p:tgtEl>
                                          <p:spTgt spid="3"/>
                                        </p:tgtEl>
                                      </p:cBhvr>
                                    </p:animEffect>
                                  </p:childTnLst>
                                </p:cTn>
                              </p:par>
                            </p:childTnLst>
                          </p:cTn>
                        </p:par>
                      </p:childTnLst>
                    </p:cTn>
                  </p:par>
                  <p:par>
                    <p:cTn id="29" fill="hold">
                      <p:stCondLst>
                        <p:cond delay="indefinite"/>
                      </p:stCondLst>
                      <p:childTnLst>
                        <p:par>
                          <p:cTn id="30" fill="hold">
                            <p:stCondLst>
                              <p:cond delay="0"/>
                            </p:stCondLst>
                            <p:childTnLst>
                              <p:par>
                                <p:cTn id="31" presetID="31" presetClass="entr" presetSubtype="0"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anim calcmode="lin" valueType="num">
                                      <p:cBhvr>
                                        <p:cTn id="33" dur="2000" fill="hold"/>
                                        <p:tgtEl>
                                          <p:spTgt spid="5"/>
                                        </p:tgtEl>
                                        <p:attrNameLst>
                                          <p:attrName>ppt_w</p:attrName>
                                        </p:attrNameLst>
                                      </p:cBhvr>
                                      <p:tavLst>
                                        <p:tav tm="0">
                                          <p:val>
                                            <p:fltVal val="0"/>
                                          </p:val>
                                        </p:tav>
                                        <p:tav tm="100000">
                                          <p:val>
                                            <p:strVal val="#ppt_w"/>
                                          </p:val>
                                        </p:tav>
                                      </p:tavLst>
                                    </p:anim>
                                    <p:anim calcmode="lin" valueType="num">
                                      <p:cBhvr>
                                        <p:cTn id="34" dur="2000" fill="hold"/>
                                        <p:tgtEl>
                                          <p:spTgt spid="5"/>
                                        </p:tgtEl>
                                        <p:attrNameLst>
                                          <p:attrName>ppt_h</p:attrName>
                                        </p:attrNameLst>
                                      </p:cBhvr>
                                      <p:tavLst>
                                        <p:tav tm="0">
                                          <p:val>
                                            <p:fltVal val="0"/>
                                          </p:val>
                                        </p:tav>
                                        <p:tav tm="100000">
                                          <p:val>
                                            <p:strVal val="#ppt_h"/>
                                          </p:val>
                                        </p:tav>
                                      </p:tavLst>
                                    </p:anim>
                                    <p:anim calcmode="lin" valueType="num">
                                      <p:cBhvr>
                                        <p:cTn id="35" dur="2000" fill="hold"/>
                                        <p:tgtEl>
                                          <p:spTgt spid="5"/>
                                        </p:tgtEl>
                                        <p:attrNameLst>
                                          <p:attrName>style.rotation</p:attrName>
                                        </p:attrNameLst>
                                      </p:cBhvr>
                                      <p:tavLst>
                                        <p:tav tm="0">
                                          <p:val>
                                            <p:fltVal val="90"/>
                                          </p:val>
                                        </p:tav>
                                        <p:tav tm="100000">
                                          <p:val>
                                            <p:fltVal val="0"/>
                                          </p:val>
                                        </p:tav>
                                      </p:tavLst>
                                    </p:anim>
                                    <p:animEffect transition="in" filter="fade">
                                      <p:cBhvr>
                                        <p:cTn id="36" dur="2000"/>
                                        <p:tgtEl>
                                          <p:spTgt spid="5"/>
                                        </p:tgtEl>
                                      </p:cBhvr>
                                    </p:animEffect>
                                  </p:childTnLst>
                                </p:cTn>
                              </p:par>
                            </p:childTnLst>
                          </p:cTn>
                        </p:par>
                      </p:childTnLst>
                    </p:cTn>
                  </p:par>
                  <p:par>
                    <p:cTn id="37" fill="hold">
                      <p:stCondLst>
                        <p:cond delay="indefinite"/>
                      </p:stCondLst>
                      <p:childTnLst>
                        <p:par>
                          <p:cTn id="38" fill="hold">
                            <p:stCondLst>
                              <p:cond delay="0"/>
                            </p:stCondLst>
                            <p:childTnLst>
                              <p:par>
                                <p:cTn id="39" presetID="31" presetClass="entr" presetSubtype="0" fill="hold" nodeType="clickEffect">
                                  <p:stCondLst>
                                    <p:cond delay="0"/>
                                  </p:stCondLst>
                                  <p:childTnLst>
                                    <p:set>
                                      <p:cBhvr>
                                        <p:cTn id="40" dur="1" fill="hold">
                                          <p:stCondLst>
                                            <p:cond delay="0"/>
                                          </p:stCondLst>
                                        </p:cTn>
                                        <p:tgtEl>
                                          <p:spTgt spid="9"/>
                                        </p:tgtEl>
                                        <p:attrNameLst>
                                          <p:attrName>style.visibility</p:attrName>
                                        </p:attrNameLst>
                                      </p:cBhvr>
                                      <p:to>
                                        <p:strVal val="visible"/>
                                      </p:to>
                                    </p:set>
                                    <p:anim calcmode="lin" valueType="num">
                                      <p:cBhvr>
                                        <p:cTn id="41" dur="2000" fill="hold"/>
                                        <p:tgtEl>
                                          <p:spTgt spid="9"/>
                                        </p:tgtEl>
                                        <p:attrNameLst>
                                          <p:attrName>ppt_w</p:attrName>
                                        </p:attrNameLst>
                                      </p:cBhvr>
                                      <p:tavLst>
                                        <p:tav tm="0">
                                          <p:val>
                                            <p:fltVal val="0"/>
                                          </p:val>
                                        </p:tav>
                                        <p:tav tm="100000">
                                          <p:val>
                                            <p:strVal val="#ppt_w"/>
                                          </p:val>
                                        </p:tav>
                                      </p:tavLst>
                                    </p:anim>
                                    <p:anim calcmode="lin" valueType="num">
                                      <p:cBhvr>
                                        <p:cTn id="42" dur="2000" fill="hold"/>
                                        <p:tgtEl>
                                          <p:spTgt spid="9"/>
                                        </p:tgtEl>
                                        <p:attrNameLst>
                                          <p:attrName>ppt_h</p:attrName>
                                        </p:attrNameLst>
                                      </p:cBhvr>
                                      <p:tavLst>
                                        <p:tav tm="0">
                                          <p:val>
                                            <p:fltVal val="0"/>
                                          </p:val>
                                        </p:tav>
                                        <p:tav tm="100000">
                                          <p:val>
                                            <p:strVal val="#ppt_h"/>
                                          </p:val>
                                        </p:tav>
                                      </p:tavLst>
                                    </p:anim>
                                    <p:anim calcmode="lin" valueType="num">
                                      <p:cBhvr>
                                        <p:cTn id="43" dur="2000" fill="hold"/>
                                        <p:tgtEl>
                                          <p:spTgt spid="9"/>
                                        </p:tgtEl>
                                        <p:attrNameLst>
                                          <p:attrName>style.rotation</p:attrName>
                                        </p:attrNameLst>
                                      </p:cBhvr>
                                      <p:tavLst>
                                        <p:tav tm="0">
                                          <p:val>
                                            <p:fltVal val="90"/>
                                          </p:val>
                                        </p:tav>
                                        <p:tav tm="100000">
                                          <p:val>
                                            <p:fltVal val="0"/>
                                          </p:val>
                                        </p:tav>
                                      </p:tavLst>
                                    </p:anim>
                                    <p:animEffect transition="in" filter="fade">
                                      <p:cBhvr>
                                        <p:cTn id="44" dur="2000"/>
                                        <p:tgtEl>
                                          <p:spTgt spid="9"/>
                                        </p:tgtEl>
                                      </p:cBhvr>
                                    </p:animEffect>
                                  </p:childTnLst>
                                </p:cTn>
                              </p:par>
                            </p:childTnLst>
                          </p:cTn>
                        </p:par>
                      </p:childTnLst>
                    </p:cTn>
                  </p:par>
                  <p:par>
                    <p:cTn id="45" fill="hold">
                      <p:stCondLst>
                        <p:cond delay="indefinite"/>
                      </p:stCondLst>
                      <p:childTnLst>
                        <p:par>
                          <p:cTn id="46" fill="hold">
                            <p:stCondLst>
                              <p:cond delay="0"/>
                            </p:stCondLst>
                            <p:childTnLst>
                              <p:par>
                                <p:cTn id="47" presetID="31" presetClass="entr" presetSubtype="0" fill="hold" nodeType="clickEffect">
                                  <p:stCondLst>
                                    <p:cond delay="0"/>
                                  </p:stCondLst>
                                  <p:childTnLst>
                                    <p:set>
                                      <p:cBhvr>
                                        <p:cTn id="48" dur="1" fill="hold">
                                          <p:stCondLst>
                                            <p:cond delay="0"/>
                                          </p:stCondLst>
                                        </p:cTn>
                                        <p:tgtEl>
                                          <p:spTgt spid="7"/>
                                        </p:tgtEl>
                                        <p:attrNameLst>
                                          <p:attrName>style.visibility</p:attrName>
                                        </p:attrNameLst>
                                      </p:cBhvr>
                                      <p:to>
                                        <p:strVal val="visible"/>
                                      </p:to>
                                    </p:set>
                                    <p:anim calcmode="lin" valueType="num">
                                      <p:cBhvr>
                                        <p:cTn id="49" dur="2000" fill="hold"/>
                                        <p:tgtEl>
                                          <p:spTgt spid="7"/>
                                        </p:tgtEl>
                                        <p:attrNameLst>
                                          <p:attrName>ppt_w</p:attrName>
                                        </p:attrNameLst>
                                      </p:cBhvr>
                                      <p:tavLst>
                                        <p:tav tm="0">
                                          <p:val>
                                            <p:fltVal val="0"/>
                                          </p:val>
                                        </p:tav>
                                        <p:tav tm="100000">
                                          <p:val>
                                            <p:strVal val="#ppt_w"/>
                                          </p:val>
                                        </p:tav>
                                      </p:tavLst>
                                    </p:anim>
                                    <p:anim calcmode="lin" valueType="num">
                                      <p:cBhvr>
                                        <p:cTn id="50" dur="2000" fill="hold"/>
                                        <p:tgtEl>
                                          <p:spTgt spid="7"/>
                                        </p:tgtEl>
                                        <p:attrNameLst>
                                          <p:attrName>ppt_h</p:attrName>
                                        </p:attrNameLst>
                                      </p:cBhvr>
                                      <p:tavLst>
                                        <p:tav tm="0">
                                          <p:val>
                                            <p:fltVal val="0"/>
                                          </p:val>
                                        </p:tav>
                                        <p:tav tm="100000">
                                          <p:val>
                                            <p:strVal val="#ppt_h"/>
                                          </p:val>
                                        </p:tav>
                                      </p:tavLst>
                                    </p:anim>
                                    <p:anim calcmode="lin" valueType="num">
                                      <p:cBhvr>
                                        <p:cTn id="51" dur="2000" fill="hold"/>
                                        <p:tgtEl>
                                          <p:spTgt spid="7"/>
                                        </p:tgtEl>
                                        <p:attrNameLst>
                                          <p:attrName>style.rotation</p:attrName>
                                        </p:attrNameLst>
                                      </p:cBhvr>
                                      <p:tavLst>
                                        <p:tav tm="0">
                                          <p:val>
                                            <p:fltVal val="90"/>
                                          </p:val>
                                        </p:tav>
                                        <p:tav tm="100000">
                                          <p:val>
                                            <p:fltVal val="0"/>
                                          </p:val>
                                        </p:tav>
                                      </p:tavLst>
                                    </p:anim>
                                    <p:animEffect transition="in" filter="fade">
                                      <p:cBhvr>
                                        <p:cTn id="52"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5D61BDAB-FD22-97E4-4C4B-1975B7642CB9}"/>
              </a:ext>
            </a:extLst>
          </p:cNvPr>
          <p:cNvSpPr>
            <a:spLocks noGrp="1"/>
          </p:cNvSpPr>
          <p:nvPr>
            <p:ph type="title" idx="4294967295"/>
          </p:nvPr>
        </p:nvSpPr>
        <p:spPr>
          <a:xfrm>
            <a:off x="512466" y="484164"/>
            <a:ext cx="10572477" cy="761558"/>
          </a:xfrm>
          <a:prstGeom prst="rect">
            <a:avLst/>
          </a:prstGeom>
        </p:spPr>
        <p:txBody>
          <a:bodyPr/>
          <a:lstStyle/>
          <a:p>
            <a:r>
              <a:rPr lang="fr-FR"/>
              <a:t>Suppression des débuts et fins d’interventions dans SAMI</a:t>
            </a:r>
            <a:endParaRPr lang="fr-FR" dirty="0"/>
          </a:p>
        </p:txBody>
      </p:sp>
      <p:sp>
        <p:nvSpPr>
          <p:cNvPr id="6" name="Espace réservé du contenu 5">
            <a:extLst>
              <a:ext uri="{FF2B5EF4-FFF2-40B4-BE49-F238E27FC236}">
                <a16:creationId xmlns:a16="http://schemas.microsoft.com/office/drawing/2014/main" id="{A13D96EC-D3CC-90F7-0430-5E8666EFA5F7}"/>
              </a:ext>
            </a:extLst>
          </p:cNvPr>
          <p:cNvSpPr>
            <a:spLocks noGrp="1"/>
          </p:cNvSpPr>
          <p:nvPr>
            <p:ph idx="4294967295"/>
          </p:nvPr>
        </p:nvSpPr>
        <p:spPr>
          <a:xfrm>
            <a:off x="512466" y="1656271"/>
            <a:ext cx="10572477" cy="4520691"/>
          </a:xfrm>
          <a:prstGeom prst="rect">
            <a:avLst/>
          </a:prstGeom>
        </p:spPr>
        <p:txBody>
          <a:bodyPr/>
          <a:lstStyle/>
          <a:p>
            <a:pPr lvl="1"/>
            <a:r>
              <a:rPr lang="fr-FR"/>
              <a:t>Introductions :</a:t>
            </a:r>
          </a:p>
          <a:p>
            <a:pPr lvl="1"/>
            <a:r>
              <a:rPr lang="fr-FR"/>
              <a:t>Cette suppression à comme gain principal de supprimer une contrainte qui est mal percu, par les colaborateurs. Elle permet de gagner en fluidité et en ergonomie. Le collaborateur utilise SAMI seulement quand il a fini son intervention, au moment où il fait son rapport sauf dans les cas où son interventions est une enquête. Dans ce cas il est en interface permanante avec SAMI tout au long de l’execution del’intervention et est guidé par le formulaire dynamique (poltique qualité des entrants) pour founir les informations nécessaires à chaque étapes.</a:t>
            </a:r>
          </a:p>
          <a:p>
            <a:pPr lvl="1"/>
            <a:endParaRPr lang="fr-FR"/>
          </a:p>
          <a:p>
            <a:pPr lvl="1"/>
            <a:r>
              <a:rPr lang="fr-FR"/>
              <a:t>Cett démarche demande de mettre en oeuvre des scriptes d’analyse de la données pour pouvoir produire les techniques des interventions avec comme bénefice connexe, répondre a la réglementation RGPD au travers de laquelle nous devons valider journellement l’association véhicule/colaborateur , si nous voulons pourvoir produire des inidicateurs d’analyse fin et parfois nominative</a:t>
            </a:r>
          </a:p>
          <a:p>
            <a:pPr lvl="1"/>
            <a:endParaRPr lang="fr-FR"/>
          </a:p>
          <a:p>
            <a:endParaRPr lang="fr-FR" dirty="0"/>
          </a:p>
        </p:txBody>
      </p:sp>
      <p:sp>
        <p:nvSpPr>
          <p:cNvPr id="7" name="Espace réservé du numéro de diapositive 6">
            <a:extLst>
              <a:ext uri="{FF2B5EF4-FFF2-40B4-BE49-F238E27FC236}">
                <a16:creationId xmlns:a16="http://schemas.microsoft.com/office/drawing/2014/main" id="{D3A6D5FF-16B0-9A70-E88C-CDD1564977E1}"/>
              </a:ext>
            </a:extLst>
          </p:cNvPr>
          <p:cNvSpPr>
            <a:spLocks noGrp="1"/>
          </p:cNvSpPr>
          <p:nvPr>
            <p:ph type="sldNum" sz="quarter" idx="4294967295"/>
          </p:nvPr>
        </p:nvSpPr>
        <p:spPr>
          <a:xfrm>
            <a:off x="11307775" y="6356350"/>
            <a:ext cx="674389" cy="365125"/>
          </a:xfrm>
          <a:prstGeom prst="rect">
            <a:avLst/>
          </a:prstGeom>
        </p:spPr>
        <p:txBody>
          <a:bodyPr/>
          <a:lstStyle/>
          <a:p>
            <a:fld id="{178CA135-2885-4CD2-925B-659EA4F87D78}" type="slidenum">
              <a:rPr lang="fr-FR" smtClean="0"/>
              <a:t>38</a:t>
            </a:fld>
            <a:endParaRPr lang="fr-FR"/>
          </a:p>
        </p:txBody>
      </p:sp>
      <p:sp>
        <p:nvSpPr>
          <p:cNvPr id="3" name="Espace réservé du pied de page 2">
            <a:extLst>
              <a:ext uri="{FF2B5EF4-FFF2-40B4-BE49-F238E27FC236}">
                <a16:creationId xmlns:a16="http://schemas.microsoft.com/office/drawing/2014/main" id="{43E58718-D88E-335F-D4AA-A62FB1E0FD0E}"/>
              </a:ext>
            </a:extLst>
          </p:cNvPr>
          <p:cNvSpPr>
            <a:spLocks noGrp="1"/>
          </p:cNvSpPr>
          <p:nvPr>
            <p:ph type="ftr" sz="quarter" idx="4294967295"/>
          </p:nvPr>
        </p:nvSpPr>
        <p:spPr>
          <a:xfrm>
            <a:off x="0" y="6356350"/>
            <a:ext cx="3276600" cy="365125"/>
          </a:xfrm>
          <a:prstGeom prst="rect">
            <a:avLst/>
          </a:prstGeom>
        </p:spPr>
        <p:txBody>
          <a:bodyPr/>
          <a:lstStyle/>
          <a:p>
            <a:r>
              <a:rPr lang="fr-FR"/>
              <a:t>CNL - Solutions intelligentes</a:t>
            </a:r>
          </a:p>
        </p:txBody>
      </p:sp>
    </p:spTree>
    <p:extLst>
      <p:ext uri="{BB962C8B-B14F-4D97-AF65-F5344CB8AC3E}">
        <p14:creationId xmlns:p14="http://schemas.microsoft.com/office/powerpoint/2010/main" val="1012296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FB2B1C2C-4A83-1939-F9A1-F6C622DFC66D}"/>
              </a:ext>
            </a:extLst>
          </p:cNvPr>
          <p:cNvSpPr txBox="1">
            <a:spLocks/>
          </p:cNvSpPr>
          <p:nvPr/>
        </p:nvSpPr>
        <p:spPr>
          <a:xfrm>
            <a:off x="282785" y="364991"/>
            <a:ext cx="11518690" cy="8250079"/>
          </a:xfrm>
          <a:prstGeom prst="rect">
            <a:avLst/>
          </a:prstGeom>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1750"/>
              </a:lnSpc>
            </a:pPr>
            <a:r>
              <a:rPr lang="fr-FR" b="1">
                <a:solidFill>
                  <a:schemeClr val="tx1"/>
                </a:solidFill>
                <a:latin typeface="Lato Light" panose="020F0502020204030203" pitchFamily="34" charset="0"/>
                <a:ea typeface="Lato Light" panose="020F0502020204030203" pitchFamily="34" charset="0"/>
                <a:cs typeface="Mukta ExtraLight" panose="020B0000000000000000" pitchFamily="34" charset="77"/>
              </a:rPr>
              <a:t>Suppresion des début et fin d’intervention sur SAMI</a:t>
            </a:r>
          </a:p>
          <a:p>
            <a:pPr lvl="1" algn="l">
              <a:lnSpc>
                <a:spcPts val="1750"/>
              </a:lnSpc>
            </a:pPr>
            <a:endParaRPr lang="fr-FR" sz="2000">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a:p>
            <a:pPr lvl="1" algn="l">
              <a:lnSpc>
                <a:spcPts val="1750"/>
              </a:lnSpc>
            </a:pPr>
            <a:r>
              <a:rPr lang="fr-FR" sz="2000" b="1">
                <a:solidFill>
                  <a:schemeClr val="tx1"/>
                </a:solidFill>
                <a:latin typeface="Lato Light" panose="020F0502020204030203" pitchFamily="34" charset="0"/>
                <a:ea typeface="Lato Light" panose="020F0502020204030203" pitchFamily="34" charset="0"/>
                <a:cs typeface="Mukta ExtraLight" panose="020B0000000000000000" pitchFamily="34" charset="77"/>
              </a:rPr>
              <a:t>La méthode </a:t>
            </a:r>
          </a:p>
          <a:p>
            <a:pPr lvl="1" algn="l">
              <a:lnSpc>
                <a:spcPts val="1750"/>
              </a:lnSpc>
            </a:pPr>
            <a:endParaRPr lang="fr-FR" sz="2000">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a:p>
            <a:pPr lvl="1" algn="l">
              <a:lnSpc>
                <a:spcPts val="1750"/>
              </a:lnSpc>
            </a:pPr>
            <a:r>
              <a:rPr lang="fr-FR" sz="2000" b="1">
                <a:solidFill>
                  <a:schemeClr val="tx1"/>
                </a:solidFill>
                <a:latin typeface="Lato Light" panose="020F0502020204030203" pitchFamily="34" charset="0"/>
                <a:ea typeface="Lato Light" panose="020F0502020204030203" pitchFamily="34" charset="0"/>
                <a:cs typeface="Mukta ExtraLight" panose="020B0000000000000000" pitchFamily="34" charset="77"/>
              </a:rPr>
              <a:t>Fréquence d’analyse :</a:t>
            </a:r>
            <a:r>
              <a:rPr lang="fr-FR" sz="2000">
                <a:solidFill>
                  <a:schemeClr val="tx1"/>
                </a:solidFill>
                <a:latin typeface="Lato Light" panose="020F0502020204030203" pitchFamily="34" charset="0"/>
                <a:ea typeface="Lato Light" panose="020F0502020204030203" pitchFamily="34" charset="0"/>
                <a:cs typeface="Mukta ExtraLight" panose="020B0000000000000000" pitchFamily="34" charset="77"/>
              </a:rPr>
              <a:t> C’est un script qui est mis en oeuvre tous les soirs, il analyse les données du jour J </a:t>
            </a:r>
          </a:p>
          <a:p>
            <a:pPr lvl="1" algn="l">
              <a:lnSpc>
                <a:spcPts val="1750"/>
              </a:lnSpc>
            </a:pPr>
            <a:endParaRPr lang="fr-FR" sz="2000">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a:p>
            <a:pPr lvl="1" algn="l">
              <a:lnSpc>
                <a:spcPts val="1750"/>
              </a:lnSpc>
            </a:pPr>
            <a:r>
              <a:rPr lang="fr-FR" sz="2000" b="1">
                <a:solidFill>
                  <a:schemeClr val="tx1"/>
                </a:solidFill>
                <a:latin typeface="Lato Light" panose="020F0502020204030203" pitchFamily="34" charset="0"/>
                <a:ea typeface="Lato Light" panose="020F0502020204030203" pitchFamily="34" charset="0"/>
                <a:cs typeface="Mukta ExtraLight" panose="020B0000000000000000" pitchFamily="34" charset="77"/>
              </a:rPr>
              <a:t>Sources de données : </a:t>
            </a:r>
            <a:r>
              <a:rPr lang="fr-FR" sz="2000">
                <a:solidFill>
                  <a:schemeClr val="tx1"/>
                </a:solidFill>
                <a:latin typeface="Lato Light" panose="020F0502020204030203" pitchFamily="34" charset="0"/>
                <a:ea typeface="Lato Light" panose="020F0502020204030203" pitchFamily="34" charset="0"/>
                <a:cs typeface="Mukta ExtraLight" panose="020B0000000000000000" pitchFamily="34" charset="77"/>
              </a:rPr>
              <a:t>trois</a:t>
            </a:r>
            <a:r>
              <a:rPr lang="fr-FR" sz="2000" b="1">
                <a:solidFill>
                  <a:schemeClr val="tx1"/>
                </a:solidFill>
                <a:latin typeface="Lato Light" panose="020F0502020204030203" pitchFamily="34" charset="0"/>
                <a:ea typeface="Lato Light" panose="020F0502020204030203" pitchFamily="34" charset="0"/>
                <a:cs typeface="Mukta ExtraLight" panose="020B0000000000000000" pitchFamily="34" charset="77"/>
              </a:rPr>
              <a:t> </a:t>
            </a:r>
            <a:r>
              <a:rPr lang="fr-FR" sz="2000">
                <a:solidFill>
                  <a:schemeClr val="tx1"/>
                </a:solidFill>
                <a:latin typeface="Lato Light" panose="020F0502020204030203" pitchFamily="34" charset="0"/>
                <a:ea typeface="Lato Light" panose="020F0502020204030203" pitchFamily="34" charset="0"/>
                <a:cs typeface="Mukta ExtraLight" panose="020B0000000000000000" pitchFamily="34" charset="77"/>
              </a:rPr>
              <a:t>sources de données mises en oeuvres</a:t>
            </a:r>
          </a:p>
          <a:p>
            <a:pPr lvl="1" algn="l">
              <a:lnSpc>
                <a:spcPts val="1750"/>
              </a:lnSpc>
            </a:pPr>
            <a:endParaRPr lang="fr-FR" sz="2000">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a:p>
            <a:pPr marL="3605812" lvl="3" indent="-342900" algn="l">
              <a:lnSpc>
                <a:spcPts val="1750"/>
              </a:lnSpc>
              <a:buFont typeface="Arial" panose="020B0604020202020204" pitchFamily="34" charset="0"/>
              <a:buChar char="•"/>
            </a:pPr>
            <a:r>
              <a:rPr lang="fr-FR" sz="2000">
                <a:solidFill>
                  <a:schemeClr val="tx1"/>
                </a:solidFill>
                <a:latin typeface="Lato Light" panose="020F0502020204030203" pitchFamily="34" charset="0"/>
                <a:ea typeface="Lato Light" panose="020F0502020204030203" pitchFamily="34" charset="0"/>
                <a:cs typeface="Mukta ExtraLight" panose="020B0000000000000000" pitchFamily="34" charset="77"/>
              </a:rPr>
              <a:t>La liste des véhcules avec l’association du conducteur par défaut (G2 ou outil Parc Auto </a:t>
            </a:r>
          </a:p>
          <a:p>
            <a:pPr marL="3605812" lvl="3" indent="-342900" algn="l">
              <a:lnSpc>
                <a:spcPts val="1750"/>
              </a:lnSpc>
              <a:buFont typeface="Arial" panose="020B0604020202020204" pitchFamily="34" charset="0"/>
              <a:buChar char="•"/>
            </a:pPr>
            <a:r>
              <a:rPr lang="fr-FR" sz="2000">
                <a:solidFill>
                  <a:schemeClr val="tx1"/>
                </a:solidFill>
                <a:latin typeface="Lato Light" panose="020F0502020204030203" pitchFamily="34" charset="0"/>
                <a:ea typeface="Lato Light" panose="020F0502020204030203" pitchFamily="34" charset="0"/>
                <a:cs typeface="Mukta ExtraLight" panose="020B0000000000000000" pitchFamily="34" charset="77"/>
              </a:rPr>
              <a:t>La liste des interventions déclarées réalisées par chaque collaborateurs  </a:t>
            </a:r>
          </a:p>
          <a:p>
            <a:pPr marL="3605812" lvl="3" indent="-342900" algn="l">
              <a:lnSpc>
                <a:spcPts val="1750"/>
              </a:lnSpc>
              <a:buFont typeface="Arial" panose="020B0604020202020204" pitchFamily="34" charset="0"/>
              <a:buChar char="•"/>
            </a:pPr>
            <a:r>
              <a:rPr lang="fr-FR" sz="2000">
                <a:solidFill>
                  <a:schemeClr val="tx1"/>
                </a:solidFill>
                <a:latin typeface="Lato Light" panose="020F0502020204030203" pitchFamily="34" charset="0"/>
                <a:ea typeface="Lato Light" panose="020F0502020204030203" pitchFamily="34" charset="0"/>
                <a:cs typeface="Mukta ExtraLight" panose="020B0000000000000000" pitchFamily="34" charset="77"/>
              </a:rPr>
              <a:t>Les trajets (point de depart, point d’arrivée) de chaque véhicules.</a:t>
            </a:r>
          </a:p>
          <a:p>
            <a:pPr marL="3605812" lvl="3" indent="-342900" algn="l">
              <a:lnSpc>
                <a:spcPts val="1750"/>
              </a:lnSpc>
              <a:buFont typeface="Arial" panose="020B0604020202020204" pitchFamily="34" charset="0"/>
              <a:buChar char="•"/>
            </a:pPr>
            <a:endParaRPr lang="fr-FR" sz="2000">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a:p>
            <a:pPr lvl="1" algn="l">
              <a:lnSpc>
                <a:spcPts val="1750"/>
              </a:lnSpc>
            </a:pPr>
            <a:r>
              <a:rPr lang="fr-FR" sz="2000" b="1">
                <a:solidFill>
                  <a:schemeClr val="tx1"/>
                </a:solidFill>
                <a:latin typeface="Lato Light" panose="020F0502020204030203" pitchFamily="34" charset="0"/>
                <a:ea typeface="Lato Light" panose="020F0502020204030203" pitchFamily="34" charset="0"/>
                <a:cs typeface="Mukta ExtraLight" panose="020B0000000000000000" pitchFamily="34" charset="77"/>
              </a:rPr>
              <a:t>Les données en sortie:  </a:t>
            </a:r>
            <a:r>
              <a:rPr lang="fr-FR" sz="2000">
                <a:solidFill>
                  <a:schemeClr val="tx1"/>
                </a:solidFill>
                <a:latin typeface="Lato Light" panose="020F0502020204030203" pitchFamily="34" charset="0"/>
                <a:ea typeface="Lato Light" panose="020F0502020204030203" pitchFamily="34" charset="0"/>
                <a:cs typeface="Mukta ExtraLight" panose="020B0000000000000000" pitchFamily="34" charset="77"/>
              </a:rPr>
              <a:t>Un fichier qui fourni pour une journée donnée pour chaque agent, le véhicule auquel il a été associé, la liste des interventions réalisées avec pour chacuen d’elle un temps technique d’intervention et un temps de transport.</a:t>
            </a:r>
          </a:p>
          <a:p>
            <a:pPr lvl="1" algn="l">
              <a:lnSpc>
                <a:spcPts val="1750"/>
              </a:lnSpc>
            </a:pPr>
            <a:r>
              <a:rPr lang="fr-FR" sz="2000">
                <a:solidFill>
                  <a:schemeClr val="tx1"/>
                </a:solidFill>
                <a:latin typeface="Lato Light" panose="020F0502020204030203" pitchFamily="34" charset="0"/>
                <a:ea typeface="Lato Light" panose="020F0502020204030203" pitchFamily="34" charset="0"/>
                <a:cs typeface="Mukta ExtraLight" panose="020B0000000000000000" pitchFamily="34" charset="77"/>
              </a:rPr>
              <a:t>Ces données sont injectée dans le SI, notamment G2 pour ne rien changeà lensemble de la chaine qui utilise des données G2 pour faire des calcul et des analyses de performance. </a:t>
            </a:r>
          </a:p>
          <a:p>
            <a:pPr lvl="1" algn="l">
              <a:lnSpc>
                <a:spcPts val="1750"/>
              </a:lnSpc>
            </a:pPr>
            <a:endParaRPr lang="fr-FR" sz="2000">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a:p>
            <a:pPr lvl="1" algn="l">
              <a:lnSpc>
                <a:spcPts val="1750"/>
              </a:lnSpc>
            </a:pPr>
            <a:r>
              <a:rPr lang="fr-FR" sz="2000">
                <a:solidFill>
                  <a:schemeClr val="tx1"/>
                </a:solidFill>
                <a:latin typeface="Lato Light" panose="020F0502020204030203" pitchFamily="34" charset="0"/>
                <a:ea typeface="Lato Light" panose="020F0502020204030203" pitchFamily="34" charset="0"/>
                <a:cs typeface="Mukta ExtraLight" panose="020B0000000000000000" pitchFamily="34" charset="77"/>
              </a:rPr>
              <a:t> </a:t>
            </a:r>
          </a:p>
          <a:p>
            <a:pPr marL="1430536" lvl="1" indent="-342900" algn="l">
              <a:lnSpc>
                <a:spcPts val="1750"/>
              </a:lnSpc>
              <a:buFont typeface="Arial" panose="020B0604020202020204" pitchFamily="34" charset="0"/>
              <a:buChar char="•"/>
            </a:pPr>
            <a:endParaRPr lang="fr-FR" sz="2000">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a:p>
            <a:pPr marL="342900" indent="-342900" algn="l">
              <a:lnSpc>
                <a:spcPts val="1750"/>
              </a:lnSpc>
              <a:buFont typeface="Arial" panose="020B0604020202020204" pitchFamily="34" charset="0"/>
              <a:buChar char="•"/>
            </a:pPr>
            <a:endParaRPr lang="fr-FR">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a:p>
            <a:pPr algn="l">
              <a:lnSpc>
                <a:spcPts val="1750"/>
              </a:lnSpc>
            </a:pPr>
            <a:endParaRPr lang="fr-FR">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a:p>
            <a:pPr marL="342900" indent="-342900" algn="l">
              <a:lnSpc>
                <a:spcPts val="1750"/>
              </a:lnSpc>
              <a:buFont typeface="Arial" panose="020B0604020202020204" pitchFamily="34" charset="0"/>
              <a:buChar char="•"/>
            </a:pPr>
            <a:endParaRPr lang="fr-FR">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a:p>
            <a:pPr algn="l">
              <a:lnSpc>
                <a:spcPts val="1750"/>
              </a:lnSpc>
            </a:pPr>
            <a:endParaRPr lang="fr-FR">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a:p>
            <a:pPr algn="l">
              <a:lnSpc>
                <a:spcPts val="1750"/>
              </a:lnSpc>
            </a:pPr>
            <a:endParaRPr lang="fr-FR">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a:p>
            <a:pPr algn="l">
              <a:lnSpc>
                <a:spcPts val="1750"/>
              </a:lnSpc>
            </a:pPr>
            <a:endParaRPr lang="fr-FR">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a:p>
            <a:pPr algn="l">
              <a:lnSpc>
                <a:spcPts val="1750"/>
              </a:lnSpc>
            </a:pPr>
            <a:endParaRPr lang="fr-FR" dirty="0">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p:txBody>
      </p:sp>
    </p:spTree>
    <p:extLst>
      <p:ext uri="{BB962C8B-B14F-4D97-AF65-F5344CB8AC3E}">
        <p14:creationId xmlns:p14="http://schemas.microsoft.com/office/powerpoint/2010/main" val="42420501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FB2B1C2C-4A83-1939-F9A1-F6C622DFC66D}"/>
              </a:ext>
            </a:extLst>
          </p:cNvPr>
          <p:cNvSpPr txBox="1">
            <a:spLocks/>
          </p:cNvSpPr>
          <p:nvPr/>
        </p:nvSpPr>
        <p:spPr>
          <a:xfrm>
            <a:off x="282785" y="364991"/>
            <a:ext cx="11518690" cy="6711196"/>
          </a:xfrm>
          <a:prstGeom prst="rect">
            <a:avLst/>
          </a:prstGeom>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1750"/>
              </a:lnSpc>
            </a:pPr>
            <a:r>
              <a:rPr lang="fr-FR" b="1">
                <a:solidFill>
                  <a:schemeClr val="tx1"/>
                </a:solidFill>
                <a:latin typeface="Lato Light" panose="020F0502020204030203" pitchFamily="34" charset="0"/>
                <a:ea typeface="Lato Light" panose="020F0502020204030203" pitchFamily="34" charset="0"/>
                <a:cs typeface="Mukta ExtraLight" panose="020B0000000000000000" pitchFamily="34" charset="77"/>
              </a:rPr>
              <a:t>Suppresion des début et fin d’intervention sur SAMI</a:t>
            </a:r>
          </a:p>
          <a:p>
            <a:pPr lvl="1" algn="l">
              <a:lnSpc>
                <a:spcPts val="1750"/>
              </a:lnSpc>
            </a:pPr>
            <a:endParaRPr lang="fr-FR" sz="2000">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a:p>
            <a:pPr lvl="1" algn="l">
              <a:lnSpc>
                <a:spcPts val="1750"/>
              </a:lnSpc>
            </a:pPr>
            <a:r>
              <a:rPr lang="fr-FR" sz="2000" b="1">
                <a:solidFill>
                  <a:schemeClr val="tx1"/>
                </a:solidFill>
                <a:latin typeface="Lato Light" panose="020F0502020204030203" pitchFamily="34" charset="0"/>
                <a:ea typeface="Lato Light" panose="020F0502020204030203" pitchFamily="34" charset="0"/>
                <a:cs typeface="Mukta ExtraLight" panose="020B0000000000000000" pitchFamily="34" charset="77"/>
              </a:rPr>
              <a:t>Technique :</a:t>
            </a:r>
          </a:p>
          <a:p>
            <a:pPr lvl="1" algn="l">
              <a:lnSpc>
                <a:spcPts val="1750"/>
              </a:lnSpc>
            </a:pPr>
            <a:endParaRPr lang="fr-FR" sz="2000">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a:p>
            <a:pPr lvl="1" algn="l">
              <a:lnSpc>
                <a:spcPts val="1750"/>
              </a:lnSpc>
            </a:pPr>
            <a:r>
              <a:rPr lang="fr-FR" sz="2000">
                <a:solidFill>
                  <a:schemeClr val="tx1"/>
                </a:solidFill>
                <a:latin typeface="Lato Light" panose="020F0502020204030203" pitchFamily="34" charset="0"/>
                <a:ea typeface="Lato Light" panose="020F0502020204030203" pitchFamily="34" charset="0"/>
                <a:cs typeface="Mukta ExtraLight" panose="020B0000000000000000" pitchFamily="34" charset="77"/>
              </a:rPr>
              <a:t>Mise en place d’une mesure (photo) qui se déclence toute les cinq minutes et qui enregistre la position (x,y) de tous les véhicules et leur état . Cette photo est effacée chaque nuit après le traitement. Ce fichier calcul pour chaque position une zone d’influence nomée </a:t>
            </a:r>
            <a:r>
              <a:rPr lang="fr-FR" sz="2000" b="1">
                <a:solidFill>
                  <a:schemeClr val="tx1"/>
                </a:solidFill>
                <a:latin typeface="Lato Light" panose="020F0502020204030203" pitchFamily="34" charset="0"/>
                <a:ea typeface="Lato Light" panose="020F0502020204030203" pitchFamily="34" charset="0"/>
                <a:cs typeface="Mukta ExtraLight" panose="020B0000000000000000" pitchFamily="34" charset="77"/>
              </a:rPr>
              <a:t>Vhé_Inf</a:t>
            </a:r>
          </a:p>
          <a:p>
            <a:pPr lvl="1" algn="l">
              <a:lnSpc>
                <a:spcPts val="1750"/>
              </a:lnSpc>
            </a:pPr>
            <a:endParaRPr lang="fr-FR" sz="2000">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a:p>
            <a:pPr lvl="1" algn="l">
              <a:lnSpc>
                <a:spcPts val="1750"/>
              </a:lnSpc>
            </a:pPr>
            <a:r>
              <a:rPr lang="fr-FR" sz="2000">
                <a:solidFill>
                  <a:schemeClr val="tx1"/>
                </a:solidFill>
                <a:latin typeface="Lato Light" panose="020F0502020204030203" pitchFamily="34" charset="0"/>
                <a:ea typeface="Lato Light" panose="020F0502020204030203" pitchFamily="34" charset="0"/>
                <a:cs typeface="Mukta ExtraLight" panose="020B0000000000000000" pitchFamily="34" charset="77"/>
              </a:rPr>
              <a:t>Création d’un fichier en fin  de journée qui donne la liste de toutes les interventions réalisées avec l’identifiant du collaborateur, son véhicule par défaut si il en a un de paramétré une zone d’influence Itv_Inf.</a:t>
            </a:r>
          </a:p>
          <a:p>
            <a:pPr lvl="1" algn="l">
              <a:lnSpc>
                <a:spcPts val="1750"/>
              </a:lnSpc>
            </a:pPr>
            <a:endParaRPr lang="fr-FR" sz="2000">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a:p>
            <a:pPr lvl="1" algn="l">
              <a:lnSpc>
                <a:spcPts val="1750"/>
              </a:lnSpc>
            </a:pPr>
            <a:r>
              <a:rPr lang="fr-FR" sz="2000">
                <a:solidFill>
                  <a:schemeClr val="tx1"/>
                </a:solidFill>
                <a:latin typeface="Lato Light" panose="020F0502020204030203" pitchFamily="34" charset="0"/>
                <a:ea typeface="Lato Light" panose="020F0502020204030203" pitchFamily="34" charset="0"/>
                <a:cs typeface="Mukta ExtraLight" panose="020B0000000000000000" pitchFamily="34" charset="77"/>
              </a:rPr>
              <a:t>Un premier traitement consiste à croiser les données des deux tables et déteminer si il y a une corspondance entre Véh_Inf et Itv_Inf partir d’un taux à determiner (experimentation) et en exploitant le véhicule par défaut on valide l’association véhicule conducteur.</a:t>
            </a:r>
          </a:p>
          <a:p>
            <a:pPr lvl="1" algn="l">
              <a:lnSpc>
                <a:spcPts val="1750"/>
              </a:lnSpc>
            </a:pPr>
            <a:endParaRPr lang="fr-FR" sz="2000">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a:p>
            <a:pPr lvl="1" algn="l">
              <a:lnSpc>
                <a:spcPts val="1750"/>
              </a:lnSpc>
            </a:pPr>
            <a:r>
              <a:rPr lang="fr-FR" sz="2000">
                <a:solidFill>
                  <a:schemeClr val="tx1"/>
                </a:solidFill>
                <a:latin typeface="Lato Light" panose="020F0502020204030203" pitchFamily="34" charset="0"/>
                <a:ea typeface="Lato Light" panose="020F0502020204030203" pitchFamily="34" charset="0"/>
                <a:cs typeface="Mukta ExtraLight" panose="020B0000000000000000" pitchFamily="34" charset="77"/>
              </a:rPr>
              <a:t>Le traitement sur la base de cette association, le script produit un fichier qui donne pour chaque collaborateurs, toutes les lignes concertant la liste de  toutes les position du véhicule auquel il été associée, pour chaque ligne grace à l’association des </a:t>
            </a:r>
            <a:r>
              <a:rPr lang="fr-FR" sz="2000" b="1">
                <a:solidFill>
                  <a:schemeClr val="tx1"/>
                </a:solidFill>
                <a:latin typeface="Lato Light" panose="020F0502020204030203" pitchFamily="34" charset="0"/>
                <a:ea typeface="Lato Light" panose="020F0502020204030203" pitchFamily="34" charset="0"/>
                <a:cs typeface="Mukta ExtraLight" panose="020B0000000000000000" pitchFamily="34" charset="77"/>
              </a:rPr>
              <a:t>Vhé_Inf </a:t>
            </a:r>
            <a:r>
              <a:rPr lang="fr-FR" sz="2000">
                <a:solidFill>
                  <a:schemeClr val="tx1"/>
                </a:solidFill>
                <a:latin typeface="Lato Light" panose="020F0502020204030203" pitchFamily="34" charset="0"/>
                <a:ea typeface="Lato Light" panose="020F0502020204030203" pitchFamily="34" charset="0"/>
                <a:cs typeface="Mukta ExtraLight" panose="020B0000000000000000" pitchFamily="34" charset="77"/>
              </a:rPr>
              <a:t>et des </a:t>
            </a:r>
            <a:r>
              <a:rPr lang="fr-FR" sz="2000" b="1">
                <a:solidFill>
                  <a:schemeClr val="tx1"/>
                </a:solidFill>
                <a:latin typeface="Lato Light" panose="020F0502020204030203" pitchFamily="34" charset="0"/>
                <a:ea typeface="Lato Light" panose="020F0502020204030203" pitchFamily="34" charset="0"/>
                <a:cs typeface="Mukta ExtraLight" panose="020B0000000000000000" pitchFamily="34" charset="77"/>
              </a:rPr>
              <a:t>Itv_Inf, un </a:t>
            </a:r>
            <a:r>
              <a:rPr lang="fr-FR" sz="2000">
                <a:solidFill>
                  <a:schemeClr val="tx1"/>
                </a:solidFill>
                <a:latin typeface="Lato Light" panose="020F0502020204030203" pitchFamily="34" charset="0"/>
                <a:ea typeface="Lato Light" panose="020F0502020204030203" pitchFamily="34" charset="0"/>
                <a:cs typeface="Mukta ExtraLight" panose="020B0000000000000000" pitchFamily="34" charset="77"/>
              </a:rPr>
              <a:t>identifiant d’intervention est validé.</a:t>
            </a:r>
          </a:p>
          <a:p>
            <a:pPr lvl="1" algn="l">
              <a:lnSpc>
                <a:spcPts val="1750"/>
              </a:lnSpc>
            </a:pPr>
            <a:r>
              <a:rPr lang="fr-FR" sz="2000">
                <a:solidFill>
                  <a:schemeClr val="tx1"/>
                </a:solidFill>
                <a:latin typeface="Lato Light" panose="020F0502020204030203" pitchFamily="34" charset="0"/>
                <a:ea typeface="Lato Light" panose="020F0502020204030203" pitchFamily="34" charset="0"/>
                <a:cs typeface="Mukta ExtraLight" panose="020B0000000000000000" pitchFamily="34" charset="77"/>
              </a:rPr>
              <a:t>Une consolidation des donnée permet de produire un fichier injectable dans G2 des temps  technique de chaque interventions réalisées dans la journée .</a:t>
            </a:r>
          </a:p>
          <a:p>
            <a:pPr lvl="1" algn="l">
              <a:lnSpc>
                <a:spcPts val="1750"/>
              </a:lnSpc>
            </a:pPr>
            <a:endParaRPr lang="fr-FR" sz="2000">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a:p>
            <a:pPr algn="l">
              <a:lnSpc>
                <a:spcPts val="1750"/>
              </a:lnSpc>
            </a:pPr>
            <a:endParaRPr lang="fr-FR">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a:p>
            <a:pPr algn="l">
              <a:lnSpc>
                <a:spcPts val="1750"/>
              </a:lnSpc>
            </a:pPr>
            <a:endParaRPr lang="fr-FR" dirty="0">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p:txBody>
      </p:sp>
    </p:spTree>
    <p:extLst>
      <p:ext uri="{BB962C8B-B14F-4D97-AF65-F5344CB8AC3E}">
        <p14:creationId xmlns:p14="http://schemas.microsoft.com/office/powerpoint/2010/main" val="9855379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FB2B1C2C-4A83-1939-F9A1-F6C622DFC66D}"/>
              </a:ext>
            </a:extLst>
          </p:cNvPr>
          <p:cNvSpPr txBox="1">
            <a:spLocks/>
          </p:cNvSpPr>
          <p:nvPr/>
        </p:nvSpPr>
        <p:spPr>
          <a:xfrm>
            <a:off x="282785" y="364991"/>
            <a:ext cx="11518690" cy="8496300"/>
          </a:xfrm>
          <a:prstGeom prst="rect">
            <a:avLst/>
          </a:prstGeom>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1750"/>
              </a:lnSpc>
            </a:pPr>
            <a:r>
              <a:rPr lang="fr-FR" b="1">
                <a:solidFill>
                  <a:schemeClr val="tx1"/>
                </a:solidFill>
                <a:latin typeface="Lato Light" panose="020F0502020204030203" pitchFamily="34" charset="0"/>
                <a:ea typeface="Lato Light" panose="020F0502020204030203" pitchFamily="34" charset="0"/>
                <a:cs typeface="Mukta ExtraLight" panose="020B0000000000000000" pitchFamily="34" charset="77"/>
              </a:rPr>
              <a:t>Suppresion des début et fin d’intervention sur SAMI</a:t>
            </a:r>
          </a:p>
          <a:p>
            <a:pPr lvl="1" algn="l">
              <a:lnSpc>
                <a:spcPts val="1750"/>
              </a:lnSpc>
            </a:pPr>
            <a:endParaRPr lang="fr-FR" sz="2000">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a:p>
            <a:pPr lvl="1" algn="l">
              <a:lnSpc>
                <a:spcPts val="1750"/>
              </a:lnSpc>
            </a:pPr>
            <a:r>
              <a:rPr lang="fr-FR" sz="2000" b="1">
                <a:solidFill>
                  <a:schemeClr val="tx1"/>
                </a:solidFill>
                <a:latin typeface="Lato Light" panose="020F0502020204030203" pitchFamily="34" charset="0"/>
                <a:ea typeface="Lato Light" panose="020F0502020204030203" pitchFamily="34" charset="0"/>
                <a:cs typeface="Mukta ExtraLight" panose="020B0000000000000000" pitchFamily="34" charset="77"/>
              </a:rPr>
              <a:t>Technique :</a:t>
            </a:r>
          </a:p>
          <a:p>
            <a:pPr lvl="1" algn="l">
              <a:lnSpc>
                <a:spcPts val="1750"/>
              </a:lnSpc>
            </a:pPr>
            <a:endParaRPr lang="fr-FR" sz="2000">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a:p>
            <a:pPr lvl="1" algn="l">
              <a:lnSpc>
                <a:spcPts val="1750"/>
              </a:lnSpc>
            </a:pPr>
            <a:endParaRPr lang="fr-FR" sz="2000">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a:p>
            <a:pPr lvl="1" algn="l">
              <a:lnSpc>
                <a:spcPts val="1750"/>
              </a:lnSpc>
            </a:pPr>
            <a:r>
              <a:rPr lang="fr-FR" sz="2000">
                <a:solidFill>
                  <a:schemeClr val="tx1"/>
                </a:solidFill>
                <a:latin typeface="Lato Light" panose="020F0502020204030203" pitchFamily="34" charset="0"/>
                <a:ea typeface="Lato Light" panose="020F0502020204030203" pitchFamily="34" charset="0"/>
                <a:cs typeface="Mukta ExtraLight" panose="020B0000000000000000" pitchFamily="34" charset="77"/>
              </a:rPr>
              <a:t>Dans le cas où des relations entre Vhé_Inf et des Itv_Inf n’ont pu être réalisée</a:t>
            </a:r>
            <a:r>
              <a:rPr lang="fr-FR" sz="2000" b="1">
                <a:solidFill>
                  <a:schemeClr val="tx1"/>
                </a:solidFill>
                <a:latin typeface="Lato Light" panose="020F0502020204030203" pitchFamily="34" charset="0"/>
                <a:ea typeface="Lato Light" panose="020F0502020204030203" pitchFamily="34" charset="0"/>
                <a:cs typeface="Mukta ExtraLight" panose="020B0000000000000000" pitchFamily="34" charset="77"/>
              </a:rPr>
              <a:t>, </a:t>
            </a:r>
            <a:r>
              <a:rPr lang="fr-FR" sz="2000">
                <a:solidFill>
                  <a:schemeClr val="tx1"/>
                </a:solidFill>
                <a:latin typeface="Lato Light" panose="020F0502020204030203" pitchFamily="34" charset="0"/>
                <a:ea typeface="Lato Light" panose="020F0502020204030203" pitchFamily="34" charset="0"/>
                <a:cs typeface="Mukta ExtraLight" panose="020B0000000000000000" pitchFamily="34" charset="77"/>
              </a:rPr>
              <a:t>c’est les temps techniques qui sont pris en compte par défaut.</a:t>
            </a:r>
          </a:p>
          <a:p>
            <a:pPr lvl="1" algn="l">
              <a:lnSpc>
                <a:spcPts val="1750"/>
              </a:lnSpc>
            </a:pPr>
            <a:endParaRPr lang="fr-FR" sz="2000">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a:p>
            <a:pPr lvl="1" algn="l">
              <a:lnSpc>
                <a:spcPts val="1750"/>
              </a:lnSpc>
            </a:pPr>
            <a:endParaRPr lang="fr-FR" sz="2000">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a:p>
            <a:pPr lvl="1" algn="l">
              <a:lnSpc>
                <a:spcPts val="1750"/>
              </a:lnSpc>
            </a:pPr>
            <a:endParaRPr lang="fr-FR" sz="2000">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a:p>
            <a:pPr lvl="1" algn="l">
              <a:lnSpc>
                <a:spcPts val="1750"/>
              </a:lnSpc>
            </a:pPr>
            <a:endParaRPr lang="fr-FR" sz="2000">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a:p>
            <a:pPr lvl="1" algn="l">
              <a:lnSpc>
                <a:spcPts val="1750"/>
              </a:lnSpc>
            </a:pPr>
            <a:endParaRPr lang="fr-FR" sz="2000">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a:p>
            <a:pPr lvl="1" algn="l">
              <a:lnSpc>
                <a:spcPts val="1750"/>
              </a:lnSpc>
            </a:pPr>
            <a:endParaRPr lang="fr-FR" sz="2000">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a:p>
            <a:pPr lvl="1" algn="l">
              <a:lnSpc>
                <a:spcPts val="1750"/>
              </a:lnSpc>
            </a:pPr>
            <a:endParaRPr lang="fr-FR" sz="2000">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a:p>
            <a:pPr lvl="1" algn="l">
              <a:lnSpc>
                <a:spcPts val="1750"/>
              </a:lnSpc>
            </a:pPr>
            <a:endParaRPr lang="fr-FR" sz="2000">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a:p>
            <a:pPr lvl="1" algn="l">
              <a:lnSpc>
                <a:spcPts val="1750"/>
              </a:lnSpc>
            </a:pPr>
            <a:endParaRPr lang="fr-FR" sz="2000">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a:p>
            <a:pPr lvl="1" algn="l">
              <a:lnSpc>
                <a:spcPts val="1750"/>
              </a:lnSpc>
            </a:pPr>
            <a:endParaRPr lang="fr-FR" sz="2000">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a:p>
            <a:pPr lvl="1" algn="l">
              <a:lnSpc>
                <a:spcPts val="1750"/>
              </a:lnSpc>
            </a:pPr>
            <a:endParaRPr lang="fr-FR" sz="2000">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a:p>
            <a:pPr lvl="1" algn="l">
              <a:lnSpc>
                <a:spcPts val="1750"/>
              </a:lnSpc>
            </a:pPr>
            <a:endParaRPr lang="fr-FR" sz="2000">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a:p>
            <a:pPr lvl="1" algn="l">
              <a:lnSpc>
                <a:spcPts val="1750"/>
              </a:lnSpc>
            </a:pPr>
            <a:endParaRPr lang="fr-FR" sz="2000">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a:p>
            <a:pPr marL="1430536" lvl="1" indent="-342900" algn="l">
              <a:lnSpc>
                <a:spcPts val="1750"/>
              </a:lnSpc>
              <a:buFont typeface="Arial" panose="020B0604020202020204" pitchFamily="34" charset="0"/>
              <a:buChar char="•"/>
            </a:pPr>
            <a:endParaRPr lang="fr-FR" sz="2000">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a:p>
            <a:pPr marL="342900" indent="-342900" algn="l">
              <a:lnSpc>
                <a:spcPts val="1750"/>
              </a:lnSpc>
              <a:buFont typeface="Arial" panose="020B0604020202020204" pitchFamily="34" charset="0"/>
              <a:buChar char="•"/>
            </a:pPr>
            <a:endParaRPr lang="fr-FR">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a:p>
            <a:pPr algn="l">
              <a:lnSpc>
                <a:spcPts val="1750"/>
              </a:lnSpc>
            </a:pPr>
            <a:endParaRPr lang="fr-FR">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a:p>
            <a:pPr marL="342900" indent="-342900" algn="l">
              <a:lnSpc>
                <a:spcPts val="1750"/>
              </a:lnSpc>
              <a:buFont typeface="Arial" panose="020B0604020202020204" pitchFamily="34" charset="0"/>
              <a:buChar char="•"/>
            </a:pPr>
            <a:endParaRPr lang="fr-FR">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a:p>
            <a:pPr algn="l">
              <a:lnSpc>
                <a:spcPts val="1750"/>
              </a:lnSpc>
            </a:pPr>
            <a:endParaRPr lang="fr-FR">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a:p>
            <a:pPr algn="l">
              <a:lnSpc>
                <a:spcPts val="1750"/>
              </a:lnSpc>
            </a:pPr>
            <a:endParaRPr lang="fr-FR">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a:p>
            <a:pPr algn="l">
              <a:lnSpc>
                <a:spcPts val="1750"/>
              </a:lnSpc>
            </a:pPr>
            <a:endParaRPr lang="fr-FR">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a:p>
            <a:pPr algn="l">
              <a:lnSpc>
                <a:spcPts val="1750"/>
              </a:lnSpc>
            </a:pPr>
            <a:endParaRPr lang="fr-FR" dirty="0">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p:txBody>
      </p:sp>
    </p:spTree>
    <p:extLst>
      <p:ext uri="{BB962C8B-B14F-4D97-AF65-F5344CB8AC3E}">
        <p14:creationId xmlns:p14="http://schemas.microsoft.com/office/powerpoint/2010/main" val="27197248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7FE2757-E4A7-50F9-13A2-CAEC2B22809C}"/>
              </a:ext>
            </a:extLst>
          </p:cNvPr>
          <p:cNvSpPr>
            <a:spLocks noGrp="1"/>
          </p:cNvSpPr>
          <p:nvPr>
            <p:ph type="title" idx="4294967295"/>
          </p:nvPr>
        </p:nvSpPr>
        <p:spPr>
          <a:xfrm>
            <a:off x="512466" y="484164"/>
            <a:ext cx="10572477" cy="761558"/>
          </a:xfrm>
          <a:prstGeom prst="rect">
            <a:avLst/>
          </a:prstGeom>
        </p:spPr>
        <p:txBody>
          <a:bodyPr>
            <a:normAutofit fontScale="90000"/>
          </a:bodyPr>
          <a:lstStyle/>
          <a:p>
            <a:r>
              <a:rPr lang="fr-FR" dirty="0"/>
              <a:t>La politique digitale déclinée sur le processus gestion des interventions actuel</a:t>
            </a:r>
          </a:p>
        </p:txBody>
      </p:sp>
      <p:sp>
        <p:nvSpPr>
          <p:cNvPr id="3" name="Espace réservé du contenu 2">
            <a:extLst>
              <a:ext uri="{FF2B5EF4-FFF2-40B4-BE49-F238E27FC236}">
                <a16:creationId xmlns:a16="http://schemas.microsoft.com/office/drawing/2014/main" id="{C29298A2-9383-98C4-2628-6C08AE61C196}"/>
              </a:ext>
            </a:extLst>
          </p:cNvPr>
          <p:cNvSpPr>
            <a:spLocks noGrp="1"/>
          </p:cNvSpPr>
          <p:nvPr>
            <p:ph idx="4294967295"/>
          </p:nvPr>
        </p:nvSpPr>
        <p:spPr>
          <a:xfrm>
            <a:off x="512466" y="1656271"/>
            <a:ext cx="10572477" cy="4520691"/>
          </a:xfrm>
          <a:prstGeom prst="rect">
            <a:avLst/>
          </a:prstGeom>
        </p:spPr>
        <p:txBody>
          <a:bodyPr/>
          <a:lstStyle/>
          <a:p>
            <a:pPr marL="514350" indent="-514350">
              <a:buFont typeface="+mj-lt"/>
              <a:buAutoNum type="arabicPeriod"/>
            </a:pPr>
            <a:r>
              <a:rPr lang="fr-FR" dirty="0"/>
              <a:t>Application de la politique digitale sur le processus </a:t>
            </a:r>
          </a:p>
          <a:p>
            <a:pPr marL="514350" indent="-514350">
              <a:buFont typeface="+mj-lt"/>
              <a:buAutoNum type="arabicPeriod"/>
            </a:pPr>
            <a:endParaRPr lang="fr-FR" dirty="0"/>
          </a:p>
          <a:p>
            <a:pPr marL="514350" indent="-514350">
              <a:buAutoNum type="arabicPeriod" startAt="2"/>
            </a:pPr>
            <a:r>
              <a:rPr lang="fr-FR" dirty="0"/>
              <a:t>Le calendrier</a:t>
            </a:r>
          </a:p>
          <a:p>
            <a:pPr marL="514350" indent="-514350">
              <a:buAutoNum type="arabicPeriod" startAt="2"/>
            </a:pPr>
            <a:endParaRPr lang="fr-FR" dirty="0"/>
          </a:p>
          <a:p>
            <a:pPr marL="514350" indent="-514350">
              <a:buAutoNum type="arabicPeriod" startAt="2"/>
            </a:pPr>
            <a:r>
              <a:rPr lang="fr-FR" dirty="0"/>
              <a:t>Les moyens à mettre en œuvre </a:t>
            </a:r>
          </a:p>
          <a:p>
            <a:pPr marL="0" indent="0">
              <a:buNone/>
            </a:pPr>
            <a:endParaRPr lang="fr-FR" dirty="0"/>
          </a:p>
        </p:txBody>
      </p:sp>
      <p:sp>
        <p:nvSpPr>
          <p:cNvPr id="7" name="Espace réservé du numéro de diapositive 6">
            <a:extLst>
              <a:ext uri="{FF2B5EF4-FFF2-40B4-BE49-F238E27FC236}">
                <a16:creationId xmlns:a16="http://schemas.microsoft.com/office/drawing/2014/main" id="{6D2458DA-B0CA-70BF-6FDE-58EFDD6198B1}"/>
              </a:ext>
            </a:extLst>
          </p:cNvPr>
          <p:cNvSpPr>
            <a:spLocks noGrp="1"/>
          </p:cNvSpPr>
          <p:nvPr>
            <p:ph type="sldNum" sz="quarter" idx="4294967295"/>
          </p:nvPr>
        </p:nvSpPr>
        <p:spPr>
          <a:xfrm>
            <a:off x="11307775" y="6356350"/>
            <a:ext cx="674389" cy="365125"/>
          </a:xfrm>
          <a:prstGeom prst="rect">
            <a:avLst/>
          </a:prstGeom>
        </p:spPr>
        <p:txBody>
          <a:bodyPr/>
          <a:lstStyle/>
          <a:p>
            <a:fld id="{178CA135-2885-4CD2-925B-659EA4F87D78}" type="slidenum">
              <a:rPr lang="fr-FR" smtClean="0"/>
              <a:t>42</a:t>
            </a:fld>
            <a:endParaRPr lang="fr-FR"/>
          </a:p>
        </p:txBody>
      </p:sp>
      <p:sp>
        <p:nvSpPr>
          <p:cNvPr id="5" name="Espace réservé du pied de page 4">
            <a:extLst>
              <a:ext uri="{FF2B5EF4-FFF2-40B4-BE49-F238E27FC236}">
                <a16:creationId xmlns:a16="http://schemas.microsoft.com/office/drawing/2014/main" id="{24090C4B-1BCA-C944-BDBD-8E5DE2359C9C}"/>
              </a:ext>
            </a:extLst>
          </p:cNvPr>
          <p:cNvSpPr>
            <a:spLocks noGrp="1"/>
          </p:cNvSpPr>
          <p:nvPr>
            <p:ph type="ftr" sz="quarter" idx="4294967295"/>
          </p:nvPr>
        </p:nvSpPr>
        <p:spPr>
          <a:xfrm>
            <a:off x="0" y="6350000"/>
            <a:ext cx="3276600" cy="365125"/>
          </a:xfrm>
          <a:prstGeom prst="rect">
            <a:avLst/>
          </a:prstGeom>
        </p:spPr>
        <p:txBody>
          <a:bodyPr/>
          <a:lstStyle/>
          <a:p>
            <a:r>
              <a:rPr lang="fr-FR"/>
              <a:t>CNL - Solutions intelligentes</a:t>
            </a:r>
          </a:p>
        </p:txBody>
      </p:sp>
    </p:spTree>
    <p:extLst>
      <p:ext uri="{BB962C8B-B14F-4D97-AF65-F5344CB8AC3E}">
        <p14:creationId xmlns:p14="http://schemas.microsoft.com/office/powerpoint/2010/main" val="897534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A5E17D-CFE6-66CD-475F-B6BBF515ACCC}"/>
              </a:ext>
            </a:extLst>
          </p:cNvPr>
          <p:cNvSpPr>
            <a:spLocks noGrp="1"/>
          </p:cNvSpPr>
          <p:nvPr>
            <p:ph type="title" idx="4294967295"/>
          </p:nvPr>
        </p:nvSpPr>
        <p:spPr>
          <a:xfrm>
            <a:off x="512466" y="484164"/>
            <a:ext cx="10572477" cy="761558"/>
          </a:xfrm>
          <a:prstGeom prst="rect">
            <a:avLst/>
          </a:prstGeom>
        </p:spPr>
        <p:txBody>
          <a:bodyPr/>
          <a:lstStyle/>
          <a:p>
            <a:r>
              <a:rPr lang="fr-FR" dirty="0"/>
              <a:t>Nos ambitions</a:t>
            </a:r>
          </a:p>
        </p:txBody>
      </p:sp>
      <p:sp>
        <p:nvSpPr>
          <p:cNvPr id="3" name="Espace réservé du contenu 2">
            <a:extLst>
              <a:ext uri="{FF2B5EF4-FFF2-40B4-BE49-F238E27FC236}">
                <a16:creationId xmlns:a16="http://schemas.microsoft.com/office/drawing/2014/main" id="{03BC8E28-A39E-25E6-2AB5-9A9C76E4D5CC}"/>
              </a:ext>
            </a:extLst>
          </p:cNvPr>
          <p:cNvSpPr>
            <a:spLocks noGrp="1"/>
          </p:cNvSpPr>
          <p:nvPr>
            <p:ph idx="4294967295"/>
          </p:nvPr>
        </p:nvSpPr>
        <p:spPr>
          <a:xfrm>
            <a:off x="2693773" y="1554921"/>
            <a:ext cx="9015625" cy="4622043"/>
          </a:xfrm>
          <a:prstGeom prst="rect">
            <a:avLst/>
          </a:prstGeom>
        </p:spPr>
        <p:txBody>
          <a:bodyPr>
            <a:normAutofit/>
          </a:bodyPr>
          <a:lstStyle/>
          <a:p>
            <a:pPr lvl="1"/>
            <a:r>
              <a:rPr lang="fr-FR" sz="2800" dirty="0"/>
              <a:t>Economique</a:t>
            </a:r>
          </a:p>
          <a:p>
            <a:pPr lvl="1"/>
            <a:endParaRPr lang="fr-FR" sz="2800" dirty="0"/>
          </a:p>
          <a:p>
            <a:pPr lvl="1"/>
            <a:r>
              <a:rPr lang="fr-FR" sz="2800" dirty="0"/>
              <a:t>Performance </a:t>
            </a:r>
          </a:p>
          <a:p>
            <a:pPr lvl="1"/>
            <a:endParaRPr lang="fr-FR" sz="2800" dirty="0"/>
          </a:p>
          <a:p>
            <a:pPr lvl="1"/>
            <a:r>
              <a:rPr lang="fr-FR" sz="2800" dirty="0"/>
              <a:t>Efficacité</a:t>
            </a:r>
          </a:p>
          <a:p>
            <a:endParaRPr lang="fr-FR" sz="2800" dirty="0"/>
          </a:p>
          <a:p>
            <a:endParaRPr lang="fr-FR" sz="2800" dirty="0"/>
          </a:p>
        </p:txBody>
      </p:sp>
      <p:sp>
        <p:nvSpPr>
          <p:cNvPr id="7" name="Espace réservé du numéro de diapositive 6">
            <a:extLst>
              <a:ext uri="{FF2B5EF4-FFF2-40B4-BE49-F238E27FC236}">
                <a16:creationId xmlns:a16="http://schemas.microsoft.com/office/drawing/2014/main" id="{FEB329FF-7B3C-5319-F614-D72B49D89844}"/>
              </a:ext>
            </a:extLst>
          </p:cNvPr>
          <p:cNvSpPr>
            <a:spLocks noGrp="1"/>
          </p:cNvSpPr>
          <p:nvPr>
            <p:ph type="sldNum" sz="quarter" idx="4294967295"/>
          </p:nvPr>
        </p:nvSpPr>
        <p:spPr>
          <a:xfrm>
            <a:off x="11307775" y="6356350"/>
            <a:ext cx="674389" cy="365125"/>
          </a:xfrm>
          <a:prstGeom prst="rect">
            <a:avLst/>
          </a:prstGeom>
        </p:spPr>
        <p:txBody>
          <a:bodyPr/>
          <a:lstStyle/>
          <a:p>
            <a:fld id="{178CA135-2885-4CD2-925B-659EA4F87D78}" type="slidenum">
              <a:rPr lang="fr-FR" smtClean="0"/>
              <a:t>43</a:t>
            </a:fld>
            <a:endParaRPr lang="fr-FR"/>
          </a:p>
        </p:txBody>
      </p:sp>
      <p:sp>
        <p:nvSpPr>
          <p:cNvPr id="5" name="Espace réservé du pied de page 4">
            <a:extLst>
              <a:ext uri="{FF2B5EF4-FFF2-40B4-BE49-F238E27FC236}">
                <a16:creationId xmlns:a16="http://schemas.microsoft.com/office/drawing/2014/main" id="{CB160DCC-5F7E-6852-1EE6-26C34EDBE879}"/>
              </a:ext>
            </a:extLst>
          </p:cNvPr>
          <p:cNvSpPr>
            <a:spLocks noGrp="1"/>
          </p:cNvSpPr>
          <p:nvPr>
            <p:ph type="ftr" sz="quarter" idx="4294967295"/>
          </p:nvPr>
        </p:nvSpPr>
        <p:spPr>
          <a:xfrm>
            <a:off x="0" y="6350000"/>
            <a:ext cx="3276600" cy="365125"/>
          </a:xfrm>
          <a:prstGeom prst="rect">
            <a:avLst/>
          </a:prstGeom>
        </p:spPr>
        <p:txBody>
          <a:bodyPr/>
          <a:lstStyle/>
          <a:p>
            <a:r>
              <a:rPr lang="fr-FR"/>
              <a:t>CNL - Solutions intelligentes</a:t>
            </a:r>
          </a:p>
        </p:txBody>
      </p:sp>
    </p:spTree>
    <p:extLst>
      <p:ext uri="{BB962C8B-B14F-4D97-AF65-F5344CB8AC3E}">
        <p14:creationId xmlns:p14="http://schemas.microsoft.com/office/powerpoint/2010/main" val="565043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F123D726-4B79-A847-A311-BA390A77794B}"/>
              </a:ext>
            </a:extLst>
          </p:cNvPr>
          <p:cNvSpPr txBox="1"/>
          <p:nvPr/>
        </p:nvSpPr>
        <p:spPr>
          <a:xfrm>
            <a:off x="1463199" y="306187"/>
            <a:ext cx="9265678" cy="553998"/>
          </a:xfrm>
          <a:prstGeom prst="rect">
            <a:avLst/>
          </a:prstGeom>
          <a:noFill/>
        </p:spPr>
        <p:txBody>
          <a:bodyPr wrap="none" rtlCol="0">
            <a:spAutoFit/>
          </a:bodyPr>
          <a:lstStyle/>
          <a:p>
            <a:pPr algn="ctr"/>
            <a:r>
              <a:rPr lang="fr-FR" sz="3000" b="1">
                <a:solidFill>
                  <a:schemeClr val="tx2"/>
                </a:solidFill>
                <a:latin typeface="Poppins" pitchFamily="2" charset="77"/>
                <a:cs typeface="Poppins" pitchFamily="2" charset="77"/>
              </a:rPr>
              <a:t>Les grandes étapes du processus intervention</a:t>
            </a:r>
            <a:endParaRPr lang="fr-FR" sz="3000" b="1" dirty="0">
              <a:solidFill>
                <a:schemeClr val="tx2"/>
              </a:solidFill>
              <a:latin typeface="Poppins" pitchFamily="2" charset="77"/>
              <a:cs typeface="Poppins" pitchFamily="2" charset="77"/>
            </a:endParaRPr>
          </a:p>
        </p:txBody>
      </p:sp>
      <p:sp>
        <p:nvSpPr>
          <p:cNvPr id="16" name="Freeform 4">
            <a:extLst>
              <a:ext uri="{FF2B5EF4-FFF2-40B4-BE49-F238E27FC236}">
                <a16:creationId xmlns:a16="http://schemas.microsoft.com/office/drawing/2014/main" id="{7EDF62E4-E9D6-FF4D-9AEC-B5A902B9C977}"/>
              </a:ext>
            </a:extLst>
          </p:cNvPr>
          <p:cNvSpPr>
            <a:spLocks noChangeArrowheads="1"/>
          </p:cNvSpPr>
          <p:nvPr/>
        </p:nvSpPr>
        <p:spPr bwMode="auto">
          <a:xfrm>
            <a:off x="1835602" y="3237578"/>
            <a:ext cx="8264123" cy="1713796"/>
          </a:xfrm>
          <a:custGeom>
            <a:avLst/>
            <a:gdLst>
              <a:gd name="T0" fmla="*/ 2752 w 13271"/>
              <a:gd name="T1" fmla="*/ 1376 h 2752"/>
              <a:gd name="T2" fmla="*/ 2349 w 13271"/>
              <a:gd name="T3" fmla="*/ 403 h 2752"/>
              <a:gd name="T4" fmla="*/ 1376 w 13271"/>
              <a:gd name="T5" fmla="*/ 0 h 2752"/>
              <a:gd name="T6" fmla="*/ 403 w 13271"/>
              <a:gd name="T7" fmla="*/ 403 h 2752"/>
              <a:gd name="T8" fmla="*/ 2 w 13271"/>
              <a:gd name="T9" fmla="*/ 1314 h 2752"/>
              <a:gd name="T10" fmla="*/ 62 w 13271"/>
              <a:gd name="T11" fmla="*/ 1376 h 2752"/>
              <a:gd name="T12" fmla="*/ 126 w 13271"/>
              <a:gd name="T13" fmla="*/ 1314 h 2752"/>
              <a:gd name="T14" fmla="*/ 491 w 13271"/>
              <a:gd name="T15" fmla="*/ 491 h 2752"/>
              <a:gd name="T16" fmla="*/ 1376 w 13271"/>
              <a:gd name="T17" fmla="*/ 124 h 2752"/>
              <a:gd name="T18" fmla="*/ 2262 w 13271"/>
              <a:gd name="T19" fmla="*/ 491 h 2752"/>
              <a:gd name="T20" fmla="*/ 2630 w 13271"/>
              <a:gd name="T21" fmla="*/ 1376 h 2752"/>
              <a:gd name="T22" fmla="*/ 3033 w 13271"/>
              <a:gd name="T23" fmla="*/ 2348 h 2752"/>
              <a:gd name="T24" fmla="*/ 4006 w 13271"/>
              <a:gd name="T25" fmla="*/ 2751 h 2752"/>
              <a:gd name="T26" fmla="*/ 4979 w 13271"/>
              <a:gd name="T27" fmla="*/ 2348 h 2752"/>
              <a:gd name="T28" fmla="*/ 5382 w 13271"/>
              <a:gd name="T29" fmla="*/ 1376 h 2752"/>
              <a:gd name="T30" fmla="*/ 5384 w 13271"/>
              <a:gd name="T31" fmla="*/ 1376 h 2752"/>
              <a:gd name="T32" fmla="*/ 5751 w 13271"/>
              <a:gd name="T33" fmla="*/ 491 h 2752"/>
              <a:gd name="T34" fmla="*/ 6636 w 13271"/>
              <a:gd name="T35" fmla="*/ 124 h 2752"/>
              <a:gd name="T36" fmla="*/ 7520 w 13271"/>
              <a:gd name="T37" fmla="*/ 491 h 2752"/>
              <a:gd name="T38" fmla="*/ 7888 w 13271"/>
              <a:gd name="T39" fmla="*/ 1376 h 2752"/>
              <a:gd name="T40" fmla="*/ 8292 w 13271"/>
              <a:gd name="T41" fmla="*/ 2348 h 2752"/>
              <a:gd name="T42" fmla="*/ 9264 w 13271"/>
              <a:gd name="T43" fmla="*/ 2751 h 2752"/>
              <a:gd name="T44" fmla="*/ 10238 w 13271"/>
              <a:gd name="T45" fmla="*/ 2348 h 2752"/>
              <a:gd name="T46" fmla="*/ 10641 w 13271"/>
              <a:gd name="T47" fmla="*/ 1376 h 2752"/>
              <a:gd name="T48" fmla="*/ 10643 w 13271"/>
              <a:gd name="T49" fmla="*/ 1376 h 2752"/>
              <a:gd name="T50" fmla="*/ 11009 w 13271"/>
              <a:gd name="T51" fmla="*/ 491 h 2752"/>
              <a:gd name="T52" fmla="*/ 11894 w 13271"/>
              <a:gd name="T53" fmla="*/ 124 h 2752"/>
              <a:gd name="T54" fmla="*/ 12779 w 13271"/>
              <a:gd name="T55" fmla="*/ 491 h 2752"/>
              <a:gd name="T56" fmla="*/ 13144 w 13271"/>
              <a:gd name="T57" fmla="*/ 1314 h 2752"/>
              <a:gd name="T58" fmla="*/ 13208 w 13271"/>
              <a:gd name="T59" fmla="*/ 1376 h 2752"/>
              <a:gd name="T60" fmla="*/ 13269 w 13271"/>
              <a:gd name="T61" fmla="*/ 1314 h 2752"/>
              <a:gd name="T62" fmla="*/ 12867 w 13271"/>
              <a:gd name="T63" fmla="*/ 403 h 2752"/>
              <a:gd name="T64" fmla="*/ 11894 w 13271"/>
              <a:gd name="T65" fmla="*/ 0 h 2752"/>
              <a:gd name="T66" fmla="*/ 10921 w 13271"/>
              <a:gd name="T67" fmla="*/ 403 h 2752"/>
              <a:gd name="T68" fmla="*/ 10516 w 13271"/>
              <a:gd name="T69" fmla="*/ 1376 h 2752"/>
              <a:gd name="T70" fmla="*/ 10149 w 13271"/>
              <a:gd name="T71" fmla="*/ 2260 h 2752"/>
              <a:gd name="T72" fmla="*/ 9264 w 13271"/>
              <a:gd name="T73" fmla="*/ 2627 h 2752"/>
              <a:gd name="T74" fmla="*/ 8379 w 13271"/>
              <a:gd name="T75" fmla="*/ 2260 h 2752"/>
              <a:gd name="T76" fmla="*/ 8013 w 13271"/>
              <a:gd name="T77" fmla="*/ 1376 h 2752"/>
              <a:gd name="T78" fmla="*/ 8011 w 13271"/>
              <a:gd name="T79" fmla="*/ 1376 h 2752"/>
              <a:gd name="T80" fmla="*/ 7608 w 13271"/>
              <a:gd name="T81" fmla="*/ 403 h 2752"/>
              <a:gd name="T82" fmla="*/ 6636 w 13271"/>
              <a:gd name="T83" fmla="*/ 0 h 2752"/>
              <a:gd name="T84" fmla="*/ 5663 w 13271"/>
              <a:gd name="T85" fmla="*/ 403 h 2752"/>
              <a:gd name="T86" fmla="*/ 5258 w 13271"/>
              <a:gd name="T87" fmla="*/ 1376 h 2752"/>
              <a:gd name="T88" fmla="*/ 4891 w 13271"/>
              <a:gd name="T89" fmla="*/ 2260 h 2752"/>
              <a:gd name="T90" fmla="*/ 4006 w 13271"/>
              <a:gd name="T91" fmla="*/ 2627 h 2752"/>
              <a:gd name="T92" fmla="*/ 3121 w 13271"/>
              <a:gd name="T93" fmla="*/ 2260 h 2752"/>
              <a:gd name="T94" fmla="*/ 2755 w 13271"/>
              <a:gd name="T95" fmla="*/ 1376 h 27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3271" h="2752">
                <a:moveTo>
                  <a:pt x="2752" y="1376"/>
                </a:moveTo>
                <a:lnTo>
                  <a:pt x="2752" y="1376"/>
                </a:lnTo>
                <a:cubicBezTo>
                  <a:pt x="2752" y="1011"/>
                  <a:pt x="2607" y="661"/>
                  <a:pt x="2349" y="403"/>
                </a:cubicBezTo>
                <a:lnTo>
                  <a:pt x="2349" y="403"/>
                </a:lnTo>
                <a:cubicBezTo>
                  <a:pt x="2091" y="145"/>
                  <a:pt x="1741" y="0"/>
                  <a:pt x="1376" y="0"/>
                </a:cubicBezTo>
                <a:lnTo>
                  <a:pt x="1376" y="0"/>
                </a:lnTo>
                <a:cubicBezTo>
                  <a:pt x="1012" y="0"/>
                  <a:pt x="661" y="145"/>
                  <a:pt x="403" y="403"/>
                </a:cubicBezTo>
                <a:lnTo>
                  <a:pt x="403" y="403"/>
                </a:lnTo>
                <a:cubicBezTo>
                  <a:pt x="160" y="646"/>
                  <a:pt x="17" y="972"/>
                  <a:pt x="2" y="1314"/>
                </a:cubicBezTo>
                <a:lnTo>
                  <a:pt x="2" y="1314"/>
                </a:lnTo>
                <a:cubicBezTo>
                  <a:pt x="0" y="1348"/>
                  <a:pt x="28" y="1376"/>
                  <a:pt x="62" y="1376"/>
                </a:cubicBezTo>
                <a:lnTo>
                  <a:pt x="62" y="1376"/>
                </a:lnTo>
                <a:cubicBezTo>
                  <a:pt x="97" y="1376"/>
                  <a:pt x="124" y="1348"/>
                  <a:pt x="126" y="1314"/>
                </a:cubicBezTo>
                <a:lnTo>
                  <a:pt x="126" y="1314"/>
                </a:lnTo>
                <a:cubicBezTo>
                  <a:pt x="141" y="1005"/>
                  <a:pt x="271" y="711"/>
                  <a:pt x="491" y="491"/>
                </a:cubicBezTo>
                <a:lnTo>
                  <a:pt x="491" y="491"/>
                </a:lnTo>
                <a:cubicBezTo>
                  <a:pt x="726" y="256"/>
                  <a:pt x="1045" y="124"/>
                  <a:pt x="1376" y="124"/>
                </a:cubicBezTo>
                <a:lnTo>
                  <a:pt x="1376" y="124"/>
                </a:lnTo>
                <a:cubicBezTo>
                  <a:pt x="1708" y="124"/>
                  <a:pt x="2027" y="256"/>
                  <a:pt x="2262" y="491"/>
                </a:cubicBezTo>
                <a:lnTo>
                  <a:pt x="2262" y="491"/>
                </a:lnTo>
                <a:cubicBezTo>
                  <a:pt x="2496" y="726"/>
                  <a:pt x="2628" y="1044"/>
                  <a:pt x="2628" y="1376"/>
                </a:cubicBezTo>
                <a:lnTo>
                  <a:pt x="2630" y="1376"/>
                </a:lnTo>
                <a:lnTo>
                  <a:pt x="2630" y="1376"/>
                </a:lnTo>
                <a:cubicBezTo>
                  <a:pt x="2630" y="1740"/>
                  <a:pt x="2775" y="2090"/>
                  <a:pt x="3033" y="2348"/>
                </a:cubicBezTo>
                <a:lnTo>
                  <a:pt x="3033" y="2348"/>
                </a:lnTo>
                <a:cubicBezTo>
                  <a:pt x="3291" y="2606"/>
                  <a:pt x="3642" y="2751"/>
                  <a:pt x="4006" y="2751"/>
                </a:cubicBezTo>
                <a:lnTo>
                  <a:pt x="4006" y="2751"/>
                </a:lnTo>
                <a:cubicBezTo>
                  <a:pt x="4371" y="2751"/>
                  <a:pt x="4721" y="2606"/>
                  <a:pt x="4979" y="2348"/>
                </a:cubicBezTo>
                <a:lnTo>
                  <a:pt x="4979" y="2348"/>
                </a:lnTo>
                <a:cubicBezTo>
                  <a:pt x="5237" y="2090"/>
                  <a:pt x="5382" y="1740"/>
                  <a:pt x="5382" y="1376"/>
                </a:cubicBezTo>
                <a:lnTo>
                  <a:pt x="5384" y="1376"/>
                </a:lnTo>
                <a:lnTo>
                  <a:pt x="5384" y="1376"/>
                </a:lnTo>
                <a:cubicBezTo>
                  <a:pt x="5384" y="1044"/>
                  <a:pt x="5516" y="726"/>
                  <a:pt x="5751" y="491"/>
                </a:cubicBezTo>
                <a:lnTo>
                  <a:pt x="5751" y="491"/>
                </a:lnTo>
                <a:cubicBezTo>
                  <a:pt x="5986" y="256"/>
                  <a:pt x="6304" y="124"/>
                  <a:pt x="6636" y="124"/>
                </a:cubicBezTo>
                <a:lnTo>
                  <a:pt x="6636" y="124"/>
                </a:lnTo>
                <a:cubicBezTo>
                  <a:pt x="6967" y="124"/>
                  <a:pt x="7285" y="256"/>
                  <a:pt x="7520" y="491"/>
                </a:cubicBezTo>
                <a:lnTo>
                  <a:pt x="7520" y="491"/>
                </a:lnTo>
                <a:cubicBezTo>
                  <a:pt x="7754" y="726"/>
                  <a:pt x="7886" y="1044"/>
                  <a:pt x="7886" y="1376"/>
                </a:cubicBezTo>
                <a:lnTo>
                  <a:pt x="7888" y="1376"/>
                </a:lnTo>
                <a:lnTo>
                  <a:pt x="7888" y="1376"/>
                </a:lnTo>
                <a:cubicBezTo>
                  <a:pt x="7888" y="1740"/>
                  <a:pt x="8033" y="2090"/>
                  <a:pt x="8292" y="2348"/>
                </a:cubicBezTo>
                <a:lnTo>
                  <a:pt x="8292" y="2348"/>
                </a:lnTo>
                <a:cubicBezTo>
                  <a:pt x="8550" y="2606"/>
                  <a:pt x="8900" y="2751"/>
                  <a:pt x="9264" y="2751"/>
                </a:cubicBezTo>
                <a:lnTo>
                  <a:pt x="9264" y="2751"/>
                </a:lnTo>
                <a:cubicBezTo>
                  <a:pt x="9630" y="2751"/>
                  <a:pt x="9980" y="2606"/>
                  <a:pt x="10238" y="2348"/>
                </a:cubicBezTo>
                <a:lnTo>
                  <a:pt x="10238" y="2348"/>
                </a:lnTo>
                <a:cubicBezTo>
                  <a:pt x="10496" y="2090"/>
                  <a:pt x="10641" y="1740"/>
                  <a:pt x="10641" y="1376"/>
                </a:cubicBezTo>
                <a:lnTo>
                  <a:pt x="10643" y="1376"/>
                </a:lnTo>
                <a:lnTo>
                  <a:pt x="10643" y="1376"/>
                </a:lnTo>
                <a:cubicBezTo>
                  <a:pt x="10643" y="1044"/>
                  <a:pt x="10774" y="726"/>
                  <a:pt x="11009" y="491"/>
                </a:cubicBezTo>
                <a:lnTo>
                  <a:pt x="11009" y="491"/>
                </a:lnTo>
                <a:cubicBezTo>
                  <a:pt x="11244" y="256"/>
                  <a:pt x="11562" y="124"/>
                  <a:pt x="11894" y="124"/>
                </a:cubicBezTo>
                <a:lnTo>
                  <a:pt x="11894" y="124"/>
                </a:lnTo>
                <a:cubicBezTo>
                  <a:pt x="12226" y="124"/>
                  <a:pt x="12545" y="256"/>
                  <a:pt x="12779" y="491"/>
                </a:cubicBezTo>
                <a:lnTo>
                  <a:pt x="12779" y="491"/>
                </a:lnTo>
                <a:cubicBezTo>
                  <a:pt x="12999" y="711"/>
                  <a:pt x="13129" y="1005"/>
                  <a:pt x="13144" y="1314"/>
                </a:cubicBezTo>
                <a:lnTo>
                  <a:pt x="13144" y="1314"/>
                </a:lnTo>
                <a:cubicBezTo>
                  <a:pt x="13146" y="1348"/>
                  <a:pt x="13174" y="1376"/>
                  <a:pt x="13208" y="1376"/>
                </a:cubicBezTo>
                <a:lnTo>
                  <a:pt x="13208" y="1376"/>
                </a:lnTo>
                <a:cubicBezTo>
                  <a:pt x="13243" y="1376"/>
                  <a:pt x="13270" y="1348"/>
                  <a:pt x="13269" y="1314"/>
                </a:cubicBezTo>
                <a:lnTo>
                  <a:pt x="13269" y="1314"/>
                </a:lnTo>
                <a:cubicBezTo>
                  <a:pt x="13254" y="972"/>
                  <a:pt x="13111" y="646"/>
                  <a:pt x="12867" y="403"/>
                </a:cubicBezTo>
                <a:lnTo>
                  <a:pt x="12867" y="403"/>
                </a:lnTo>
                <a:cubicBezTo>
                  <a:pt x="12609" y="145"/>
                  <a:pt x="12259" y="0"/>
                  <a:pt x="11894" y="0"/>
                </a:cubicBezTo>
                <a:lnTo>
                  <a:pt x="11894" y="0"/>
                </a:lnTo>
                <a:cubicBezTo>
                  <a:pt x="11530" y="0"/>
                  <a:pt x="11179" y="145"/>
                  <a:pt x="10921" y="403"/>
                </a:cubicBezTo>
                <a:lnTo>
                  <a:pt x="10921" y="403"/>
                </a:lnTo>
                <a:cubicBezTo>
                  <a:pt x="10663" y="661"/>
                  <a:pt x="10518" y="1011"/>
                  <a:pt x="10518" y="1376"/>
                </a:cubicBezTo>
                <a:lnTo>
                  <a:pt x="10516" y="1376"/>
                </a:lnTo>
                <a:lnTo>
                  <a:pt x="10516" y="1376"/>
                </a:lnTo>
                <a:cubicBezTo>
                  <a:pt x="10516" y="1707"/>
                  <a:pt x="10384" y="2025"/>
                  <a:pt x="10149" y="2260"/>
                </a:cubicBezTo>
                <a:lnTo>
                  <a:pt x="10149" y="2260"/>
                </a:lnTo>
                <a:cubicBezTo>
                  <a:pt x="9915" y="2495"/>
                  <a:pt x="9597" y="2627"/>
                  <a:pt x="9264" y="2627"/>
                </a:cubicBezTo>
                <a:lnTo>
                  <a:pt x="9264" y="2627"/>
                </a:lnTo>
                <a:cubicBezTo>
                  <a:pt x="8932" y="2627"/>
                  <a:pt x="8614" y="2495"/>
                  <a:pt x="8379" y="2260"/>
                </a:cubicBezTo>
                <a:lnTo>
                  <a:pt x="8379" y="2260"/>
                </a:lnTo>
                <a:cubicBezTo>
                  <a:pt x="8145" y="2025"/>
                  <a:pt x="8013" y="1707"/>
                  <a:pt x="8013" y="1376"/>
                </a:cubicBezTo>
                <a:lnTo>
                  <a:pt x="8011" y="1376"/>
                </a:lnTo>
                <a:lnTo>
                  <a:pt x="8011" y="1376"/>
                </a:lnTo>
                <a:cubicBezTo>
                  <a:pt x="8011" y="1011"/>
                  <a:pt x="7866" y="661"/>
                  <a:pt x="7608" y="403"/>
                </a:cubicBezTo>
                <a:lnTo>
                  <a:pt x="7608" y="403"/>
                </a:lnTo>
                <a:cubicBezTo>
                  <a:pt x="7350" y="145"/>
                  <a:pt x="7000" y="0"/>
                  <a:pt x="6636" y="0"/>
                </a:cubicBezTo>
                <a:lnTo>
                  <a:pt x="6636" y="0"/>
                </a:lnTo>
                <a:cubicBezTo>
                  <a:pt x="6271" y="0"/>
                  <a:pt x="5921" y="145"/>
                  <a:pt x="5663" y="403"/>
                </a:cubicBezTo>
                <a:lnTo>
                  <a:pt x="5663" y="403"/>
                </a:lnTo>
                <a:cubicBezTo>
                  <a:pt x="5405" y="661"/>
                  <a:pt x="5260" y="1011"/>
                  <a:pt x="5260" y="1376"/>
                </a:cubicBezTo>
                <a:lnTo>
                  <a:pt x="5258" y="1376"/>
                </a:lnTo>
                <a:lnTo>
                  <a:pt x="5258" y="1376"/>
                </a:lnTo>
                <a:cubicBezTo>
                  <a:pt x="5258" y="1707"/>
                  <a:pt x="5126" y="2025"/>
                  <a:pt x="4891" y="2260"/>
                </a:cubicBezTo>
                <a:lnTo>
                  <a:pt x="4891" y="2260"/>
                </a:lnTo>
                <a:cubicBezTo>
                  <a:pt x="4657" y="2495"/>
                  <a:pt x="4338" y="2627"/>
                  <a:pt x="4006" y="2627"/>
                </a:cubicBezTo>
                <a:lnTo>
                  <a:pt x="4006" y="2627"/>
                </a:lnTo>
                <a:cubicBezTo>
                  <a:pt x="3674" y="2627"/>
                  <a:pt x="3356" y="2495"/>
                  <a:pt x="3121" y="2260"/>
                </a:cubicBezTo>
                <a:lnTo>
                  <a:pt x="3121" y="2260"/>
                </a:lnTo>
                <a:cubicBezTo>
                  <a:pt x="2886" y="2025"/>
                  <a:pt x="2755" y="1707"/>
                  <a:pt x="2755" y="1376"/>
                </a:cubicBezTo>
                <a:lnTo>
                  <a:pt x="2752" y="1376"/>
                </a:lnTo>
              </a:path>
            </a:pathLst>
          </a:custGeom>
          <a:solidFill>
            <a:schemeClr val="bg1">
              <a:lumMod val="95000"/>
            </a:schemeClr>
          </a:solidFill>
          <a:ln>
            <a:noFill/>
          </a:ln>
          <a:effectLst/>
        </p:spPr>
        <p:txBody>
          <a:bodyPr wrap="none" anchor="ctr"/>
          <a:lstStyle/>
          <a:p>
            <a:endParaRPr lang="en-US" sz="3265"/>
          </a:p>
        </p:txBody>
      </p:sp>
      <p:sp>
        <p:nvSpPr>
          <p:cNvPr id="2" name="Freeform 6">
            <a:hlinkClick r:id="rId3"/>
            <a:extLst>
              <a:ext uri="{FF2B5EF4-FFF2-40B4-BE49-F238E27FC236}">
                <a16:creationId xmlns:a16="http://schemas.microsoft.com/office/drawing/2014/main" id="{E737251E-EC68-B441-B405-B814BC2FE820}"/>
              </a:ext>
            </a:extLst>
          </p:cNvPr>
          <p:cNvSpPr>
            <a:spLocks noChangeArrowheads="1"/>
          </p:cNvSpPr>
          <p:nvPr/>
        </p:nvSpPr>
        <p:spPr bwMode="auto">
          <a:xfrm>
            <a:off x="2069055" y="3433832"/>
            <a:ext cx="1271613" cy="1268868"/>
          </a:xfrm>
          <a:custGeom>
            <a:avLst/>
            <a:gdLst>
              <a:gd name="T0" fmla="*/ 1020 w 2040"/>
              <a:gd name="T1" fmla="*/ 0 h 2039"/>
              <a:gd name="T2" fmla="*/ 1020 w 2040"/>
              <a:gd name="T3" fmla="*/ 0 h 2039"/>
              <a:gd name="T4" fmla="*/ 2039 w 2040"/>
              <a:gd name="T5" fmla="*/ 1019 h 2039"/>
              <a:gd name="T6" fmla="*/ 2039 w 2040"/>
              <a:gd name="T7" fmla="*/ 1019 h 2039"/>
              <a:gd name="T8" fmla="*/ 1020 w 2040"/>
              <a:gd name="T9" fmla="*/ 2038 h 2039"/>
              <a:gd name="T10" fmla="*/ 1020 w 2040"/>
              <a:gd name="T11" fmla="*/ 2038 h 2039"/>
              <a:gd name="T12" fmla="*/ 0 w 2040"/>
              <a:gd name="T13" fmla="*/ 1019 h 2039"/>
              <a:gd name="T14" fmla="*/ 0 w 2040"/>
              <a:gd name="T15" fmla="*/ 1019 h 2039"/>
              <a:gd name="T16" fmla="*/ 1020 w 2040"/>
              <a:gd name="T17" fmla="*/ 0 h 20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40" h="2039">
                <a:moveTo>
                  <a:pt x="1020" y="0"/>
                </a:moveTo>
                <a:lnTo>
                  <a:pt x="1020" y="0"/>
                </a:lnTo>
                <a:cubicBezTo>
                  <a:pt x="1582" y="0"/>
                  <a:pt x="2039" y="456"/>
                  <a:pt x="2039" y="1019"/>
                </a:cubicBezTo>
                <a:lnTo>
                  <a:pt x="2039" y="1019"/>
                </a:lnTo>
                <a:cubicBezTo>
                  <a:pt x="2039" y="1581"/>
                  <a:pt x="1582" y="2038"/>
                  <a:pt x="1020" y="2038"/>
                </a:cubicBezTo>
                <a:lnTo>
                  <a:pt x="1020" y="2038"/>
                </a:lnTo>
                <a:cubicBezTo>
                  <a:pt x="457" y="2038"/>
                  <a:pt x="0" y="1581"/>
                  <a:pt x="0" y="1019"/>
                </a:cubicBezTo>
                <a:lnTo>
                  <a:pt x="0" y="1019"/>
                </a:lnTo>
                <a:cubicBezTo>
                  <a:pt x="0" y="456"/>
                  <a:pt x="457" y="0"/>
                  <a:pt x="1020" y="0"/>
                </a:cubicBezTo>
              </a:path>
            </a:pathLst>
          </a:custGeom>
          <a:solidFill>
            <a:srgbClr val="E68F96"/>
          </a:solidFill>
          <a:ln>
            <a:noFill/>
          </a:ln>
          <a:effectLst/>
        </p:spPr>
        <p:txBody>
          <a:bodyPr wrap="none" anchor="ctr"/>
          <a:lstStyle/>
          <a:p>
            <a:endParaRPr lang="en-US" sz="3265"/>
          </a:p>
        </p:txBody>
      </p:sp>
      <p:sp>
        <p:nvSpPr>
          <p:cNvPr id="3" name="Freeform 7">
            <a:hlinkClick r:id="rId4"/>
            <a:extLst>
              <a:ext uri="{FF2B5EF4-FFF2-40B4-BE49-F238E27FC236}">
                <a16:creationId xmlns:a16="http://schemas.microsoft.com/office/drawing/2014/main" id="{14C8CDD7-8F58-5A49-B09B-4283531F91D8}"/>
              </a:ext>
            </a:extLst>
          </p:cNvPr>
          <p:cNvSpPr>
            <a:spLocks noChangeArrowheads="1"/>
          </p:cNvSpPr>
          <p:nvPr/>
        </p:nvSpPr>
        <p:spPr bwMode="auto">
          <a:xfrm>
            <a:off x="3694962" y="3460042"/>
            <a:ext cx="1271613" cy="1268868"/>
          </a:xfrm>
          <a:custGeom>
            <a:avLst/>
            <a:gdLst>
              <a:gd name="T0" fmla="*/ 1019 w 2040"/>
              <a:gd name="T1" fmla="*/ 0 h 2039"/>
              <a:gd name="T2" fmla="*/ 1019 w 2040"/>
              <a:gd name="T3" fmla="*/ 0 h 2039"/>
              <a:gd name="T4" fmla="*/ 2039 w 2040"/>
              <a:gd name="T5" fmla="*/ 1019 h 2039"/>
              <a:gd name="T6" fmla="*/ 2039 w 2040"/>
              <a:gd name="T7" fmla="*/ 1019 h 2039"/>
              <a:gd name="T8" fmla="*/ 1019 w 2040"/>
              <a:gd name="T9" fmla="*/ 2038 h 2039"/>
              <a:gd name="T10" fmla="*/ 1019 w 2040"/>
              <a:gd name="T11" fmla="*/ 2038 h 2039"/>
              <a:gd name="T12" fmla="*/ 0 w 2040"/>
              <a:gd name="T13" fmla="*/ 1019 h 2039"/>
              <a:gd name="T14" fmla="*/ 0 w 2040"/>
              <a:gd name="T15" fmla="*/ 1019 h 2039"/>
              <a:gd name="T16" fmla="*/ 1019 w 2040"/>
              <a:gd name="T17" fmla="*/ 0 h 20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40" h="2039">
                <a:moveTo>
                  <a:pt x="1019" y="0"/>
                </a:moveTo>
                <a:lnTo>
                  <a:pt x="1019" y="0"/>
                </a:lnTo>
                <a:cubicBezTo>
                  <a:pt x="1582" y="0"/>
                  <a:pt x="2039" y="456"/>
                  <a:pt x="2039" y="1019"/>
                </a:cubicBezTo>
                <a:lnTo>
                  <a:pt x="2039" y="1019"/>
                </a:lnTo>
                <a:cubicBezTo>
                  <a:pt x="2039" y="1581"/>
                  <a:pt x="1582" y="2038"/>
                  <a:pt x="1019" y="2038"/>
                </a:cubicBezTo>
                <a:lnTo>
                  <a:pt x="1019" y="2038"/>
                </a:lnTo>
                <a:cubicBezTo>
                  <a:pt x="456" y="2038"/>
                  <a:pt x="0" y="1581"/>
                  <a:pt x="0" y="1019"/>
                </a:cubicBezTo>
                <a:lnTo>
                  <a:pt x="0" y="1019"/>
                </a:lnTo>
                <a:cubicBezTo>
                  <a:pt x="0" y="456"/>
                  <a:pt x="456" y="0"/>
                  <a:pt x="1019" y="0"/>
                </a:cubicBezTo>
              </a:path>
            </a:pathLst>
          </a:custGeom>
          <a:solidFill>
            <a:srgbClr val="F0E199"/>
          </a:solidFill>
          <a:ln>
            <a:noFill/>
          </a:ln>
          <a:effectLst/>
        </p:spPr>
        <p:txBody>
          <a:bodyPr wrap="none" anchor="ctr"/>
          <a:lstStyle/>
          <a:p>
            <a:endParaRPr lang="en-US" sz="3265"/>
          </a:p>
        </p:txBody>
      </p:sp>
      <p:sp>
        <p:nvSpPr>
          <p:cNvPr id="4" name="Freeform 8">
            <a:hlinkClick r:id="rId5"/>
            <a:extLst>
              <a:ext uri="{FF2B5EF4-FFF2-40B4-BE49-F238E27FC236}">
                <a16:creationId xmlns:a16="http://schemas.microsoft.com/office/drawing/2014/main" id="{A57789FF-6A0A-5B46-9332-2DA435776245}"/>
              </a:ext>
            </a:extLst>
          </p:cNvPr>
          <p:cNvSpPr>
            <a:spLocks noChangeArrowheads="1"/>
          </p:cNvSpPr>
          <p:nvPr/>
        </p:nvSpPr>
        <p:spPr bwMode="auto">
          <a:xfrm>
            <a:off x="5340096" y="3460042"/>
            <a:ext cx="1268868" cy="1268868"/>
          </a:xfrm>
          <a:custGeom>
            <a:avLst/>
            <a:gdLst>
              <a:gd name="T0" fmla="*/ 1019 w 2039"/>
              <a:gd name="T1" fmla="*/ 0 h 2039"/>
              <a:gd name="T2" fmla="*/ 1019 w 2039"/>
              <a:gd name="T3" fmla="*/ 0 h 2039"/>
              <a:gd name="T4" fmla="*/ 2038 w 2039"/>
              <a:gd name="T5" fmla="*/ 1019 h 2039"/>
              <a:gd name="T6" fmla="*/ 2038 w 2039"/>
              <a:gd name="T7" fmla="*/ 1019 h 2039"/>
              <a:gd name="T8" fmla="*/ 1019 w 2039"/>
              <a:gd name="T9" fmla="*/ 2038 h 2039"/>
              <a:gd name="T10" fmla="*/ 1019 w 2039"/>
              <a:gd name="T11" fmla="*/ 2038 h 2039"/>
              <a:gd name="T12" fmla="*/ 0 w 2039"/>
              <a:gd name="T13" fmla="*/ 1019 h 2039"/>
              <a:gd name="T14" fmla="*/ 0 w 2039"/>
              <a:gd name="T15" fmla="*/ 1019 h 2039"/>
              <a:gd name="T16" fmla="*/ 1019 w 2039"/>
              <a:gd name="T17" fmla="*/ 0 h 20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39" h="2039">
                <a:moveTo>
                  <a:pt x="1019" y="0"/>
                </a:moveTo>
                <a:lnTo>
                  <a:pt x="1019" y="0"/>
                </a:lnTo>
                <a:cubicBezTo>
                  <a:pt x="1581" y="0"/>
                  <a:pt x="2038" y="456"/>
                  <a:pt x="2038" y="1019"/>
                </a:cubicBezTo>
                <a:lnTo>
                  <a:pt x="2038" y="1019"/>
                </a:lnTo>
                <a:cubicBezTo>
                  <a:pt x="2038" y="1581"/>
                  <a:pt x="1581" y="2038"/>
                  <a:pt x="1019" y="2038"/>
                </a:cubicBezTo>
                <a:lnTo>
                  <a:pt x="1019" y="2038"/>
                </a:lnTo>
                <a:cubicBezTo>
                  <a:pt x="456" y="2038"/>
                  <a:pt x="0" y="1581"/>
                  <a:pt x="0" y="1019"/>
                </a:cubicBezTo>
                <a:lnTo>
                  <a:pt x="0" y="1019"/>
                </a:lnTo>
                <a:cubicBezTo>
                  <a:pt x="0" y="456"/>
                  <a:pt x="456" y="0"/>
                  <a:pt x="1019" y="0"/>
                </a:cubicBezTo>
              </a:path>
            </a:pathLst>
          </a:custGeom>
          <a:solidFill>
            <a:srgbClr val="D1C5ED"/>
          </a:solidFill>
          <a:ln>
            <a:noFill/>
          </a:ln>
          <a:effectLst/>
        </p:spPr>
        <p:txBody>
          <a:bodyPr wrap="none" anchor="ctr"/>
          <a:lstStyle/>
          <a:p>
            <a:endParaRPr lang="en-US" sz="3265"/>
          </a:p>
        </p:txBody>
      </p:sp>
      <p:sp>
        <p:nvSpPr>
          <p:cNvPr id="5" name="Freeform 9">
            <a:extLst>
              <a:ext uri="{FF2B5EF4-FFF2-40B4-BE49-F238E27FC236}">
                <a16:creationId xmlns:a16="http://schemas.microsoft.com/office/drawing/2014/main" id="{5EA3A733-CB88-E845-BBF3-90D6A932FCCB}"/>
              </a:ext>
            </a:extLst>
          </p:cNvPr>
          <p:cNvSpPr>
            <a:spLocks noChangeArrowheads="1"/>
          </p:cNvSpPr>
          <p:nvPr/>
        </p:nvSpPr>
        <p:spPr bwMode="auto">
          <a:xfrm>
            <a:off x="6963259" y="3460042"/>
            <a:ext cx="1271613" cy="1268868"/>
          </a:xfrm>
          <a:custGeom>
            <a:avLst/>
            <a:gdLst>
              <a:gd name="T0" fmla="*/ 1020 w 2040"/>
              <a:gd name="T1" fmla="*/ 0 h 2039"/>
              <a:gd name="T2" fmla="*/ 1020 w 2040"/>
              <a:gd name="T3" fmla="*/ 0 h 2039"/>
              <a:gd name="T4" fmla="*/ 2039 w 2040"/>
              <a:gd name="T5" fmla="*/ 1019 h 2039"/>
              <a:gd name="T6" fmla="*/ 2039 w 2040"/>
              <a:gd name="T7" fmla="*/ 1019 h 2039"/>
              <a:gd name="T8" fmla="*/ 1020 w 2040"/>
              <a:gd name="T9" fmla="*/ 2038 h 2039"/>
              <a:gd name="T10" fmla="*/ 1020 w 2040"/>
              <a:gd name="T11" fmla="*/ 2038 h 2039"/>
              <a:gd name="T12" fmla="*/ 0 w 2040"/>
              <a:gd name="T13" fmla="*/ 1019 h 2039"/>
              <a:gd name="T14" fmla="*/ 0 w 2040"/>
              <a:gd name="T15" fmla="*/ 1019 h 2039"/>
              <a:gd name="T16" fmla="*/ 1020 w 2040"/>
              <a:gd name="T17" fmla="*/ 0 h 20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40" h="2039">
                <a:moveTo>
                  <a:pt x="1020" y="0"/>
                </a:moveTo>
                <a:lnTo>
                  <a:pt x="1020" y="0"/>
                </a:lnTo>
                <a:cubicBezTo>
                  <a:pt x="1582" y="0"/>
                  <a:pt x="2039" y="456"/>
                  <a:pt x="2039" y="1019"/>
                </a:cubicBezTo>
                <a:lnTo>
                  <a:pt x="2039" y="1019"/>
                </a:lnTo>
                <a:cubicBezTo>
                  <a:pt x="2039" y="1581"/>
                  <a:pt x="1582" y="2038"/>
                  <a:pt x="1020" y="2038"/>
                </a:cubicBezTo>
                <a:lnTo>
                  <a:pt x="1020" y="2038"/>
                </a:lnTo>
                <a:cubicBezTo>
                  <a:pt x="456" y="2038"/>
                  <a:pt x="0" y="1581"/>
                  <a:pt x="0" y="1019"/>
                </a:cubicBezTo>
                <a:lnTo>
                  <a:pt x="0" y="1019"/>
                </a:lnTo>
                <a:cubicBezTo>
                  <a:pt x="0" y="456"/>
                  <a:pt x="456" y="0"/>
                  <a:pt x="1020" y="0"/>
                </a:cubicBezTo>
              </a:path>
            </a:pathLst>
          </a:custGeom>
          <a:solidFill>
            <a:schemeClr val="accent4"/>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265"/>
          </a:p>
        </p:txBody>
      </p:sp>
      <p:sp>
        <p:nvSpPr>
          <p:cNvPr id="6" name="Freeform 10">
            <a:extLst>
              <a:ext uri="{FF2B5EF4-FFF2-40B4-BE49-F238E27FC236}">
                <a16:creationId xmlns:a16="http://schemas.microsoft.com/office/drawing/2014/main" id="{CDE2130A-2571-494D-8A8D-61E06F77B3CC}"/>
              </a:ext>
            </a:extLst>
          </p:cNvPr>
          <p:cNvSpPr>
            <a:spLocks noChangeArrowheads="1"/>
          </p:cNvSpPr>
          <p:nvPr/>
        </p:nvSpPr>
        <p:spPr bwMode="auto">
          <a:xfrm>
            <a:off x="8627620" y="3460042"/>
            <a:ext cx="1268868" cy="1268868"/>
          </a:xfrm>
          <a:custGeom>
            <a:avLst/>
            <a:gdLst>
              <a:gd name="T0" fmla="*/ 1019 w 2039"/>
              <a:gd name="T1" fmla="*/ 0 h 2039"/>
              <a:gd name="T2" fmla="*/ 1019 w 2039"/>
              <a:gd name="T3" fmla="*/ 0 h 2039"/>
              <a:gd name="T4" fmla="*/ 2038 w 2039"/>
              <a:gd name="T5" fmla="*/ 1019 h 2039"/>
              <a:gd name="T6" fmla="*/ 2038 w 2039"/>
              <a:gd name="T7" fmla="*/ 1019 h 2039"/>
              <a:gd name="T8" fmla="*/ 1019 w 2039"/>
              <a:gd name="T9" fmla="*/ 2038 h 2039"/>
              <a:gd name="T10" fmla="*/ 1019 w 2039"/>
              <a:gd name="T11" fmla="*/ 2038 h 2039"/>
              <a:gd name="T12" fmla="*/ 0 w 2039"/>
              <a:gd name="T13" fmla="*/ 1019 h 2039"/>
              <a:gd name="T14" fmla="*/ 0 w 2039"/>
              <a:gd name="T15" fmla="*/ 1019 h 2039"/>
              <a:gd name="T16" fmla="*/ 1019 w 2039"/>
              <a:gd name="T17" fmla="*/ 0 h 20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39" h="2039">
                <a:moveTo>
                  <a:pt x="1019" y="0"/>
                </a:moveTo>
                <a:lnTo>
                  <a:pt x="1019" y="0"/>
                </a:lnTo>
                <a:cubicBezTo>
                  <a:pt x="1582" y="0"/>
                  <a:pt x="2038" y="456"/>
                  <a:pt x="2038" y="1019"/>
                </a:cubicBezTo>
                <a:lnTo>
                  <a:pt x="2038" y="1019"/>
                </a:lnTo>
                <a:cubicBezTo>
                  <a:pt x="2038" y="1581"/>
                  <a:pt x="1582" y="2038"/>
                  <a:pt x="1019" y="2038"/>
                </a:cubicBezTo>
                <a:lnTo>
                  <a:pt x="1019" y="2038"/>
                </a:lnTo>
                <a:cubicBezTo>
                  <a:pt x="456" y="2038"/>
                  <a:pt x="0" y="1581"/>
                  <a:pt x="0" y="1019"/>
                </a:cubicBezTo>
                <a:lnTo>
                  <a:pt x="0" y="1019"/>
                </a:lnTo>
                <a:cubicBezTo>
                  <a:pt x="0" y="456"/>
                  <a:pt x="456" y="0"/>
                  <a:pt x="1019" y="0"/>
                </a:cubicBezTo>
              </a:path>
            </a:pathLst>
          </a:custGeom>
          <a:solidFill>
            <a:schemeClr val="accent5"/>
          </a:solidFill>
          <a:ln>
            <a:noFill/>
          </a:ln>
          <a:effectLst/>
        </p:spPr>
        <p:txBody>
          <a:bodyPr wrap="none" anchor="ctr"/>
          <a:lstStyle/>
          <a:p>
            <a:endParaRPr lang="en-US" sz="3265"/>
          </a:p>
        </p:txBody>
      </p:sp>
      <p:sp>
        <p:nvSpPr>
          <p:cNvPr id="12" name="Freeform 26">
            <a:extLst>
              <a:ext uri="{FF2B5EF4-FFF2-40B4-BE49-F238E27FC236}">
                <a16:creationId xmlns:a16="http://schemas.microsoft.com/office/drawing/2014/main" id="{35364CFF-4E3B-8645-988B-E471C73CAD08}"/>
              </a:ext>
            </a:extLst>
          </p:cNvPr>
          <p:cNvSpPr>
            <a:spLocks noChangeArrowheads="1"/>
          </p:cNvSpPr>
          <p:nvPr/>
        </p:nvSpPr>
        <p:spPr bwMode="auto">
          <a:xfrm>
            <a:off x="3439541" y="3954406"/>
            <a:ext cx="140071" cy="140071"/>
          </a:xfrm>
          <a:custGeom>
            <a:avLst/>
            <a:gdLst>
              <a:gd name="T0" fmla="*/ 112 w 226"/>
              <a:gd name="T1" fmla="*/ 0 h 225"/>
              <a:gd name="T2" fmla="*/ 112 w 226"/>
              <a:gd name="T3" fmla="*/ 0 h 225"/>
              <a:gd name="T4" fmla="*/ 225 w 226"/>
              <a:gd name="T5" fmla="*/ 112 h 225"/>
              <a:gd name="T6" fmla="*/ 225 w 226"/>
              <a:gd name="T7" fmla="*/ 112 h 225"/>
              <a:gd name="T8" fmla="*/ 112 w 226"/>
              <a:gd name="T9" fmla="*/ 224 h 225"/>
              <a:gd name="T10" fmla="*/ 112 w 226"/>
              <a:gd name="T11" fmla="*/ 224 h 225"/>
              <a:gd name="T12" fmla="*/ 0 w 226"/>
              <a:gd name="T13" fmla="*/ 112 h 225"/>
              <a:gd name="T14" fmla="*/ 0 w 226"/>
              <a:gd name="T15" fmla="*/ 112 h 225"/>
              <a:gd name="T16" fmla="*/ 112 w 226"/>
              <a:gd name="T17" fmla="*/ 0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6" h="225">
                <a:moveTo>
                  <a:pt x="112" y="0"/>
                </a:moveTo>
                <a:lnTo>
                  <a:pt x="112" y="0"/>
                </a:lnTo>
                <a:cubicBezTo>
                  <a:pt x="175" y="0"/>
                  <a:pt x="225" y="50"/>
                  <a:pt x="225" y="112"/>
                </a:cubicBezTo>
                <a:lnTo>
                  <a:pt x="225" y="112"/>
                </a:lnTo>
                <a:cubicBezTo>
                  <a:pt x="225" y="174"/>
                  <a:pt x="175" y="224"/>
                  <a:pt x="112" y="224"/>
                </a:cubicBezTo>
                <a:lnTo>
                  <a:pt x="112" y="224"/>
                </a:lnTo>
                <a:cubicBezTo>
                  <a:pt x="50" y="224"/>
                  <a:pt x="0" y="174"/>
                  <a:pt x="0" y="112"/>
                </a:cubicBezTo>
                <a:lnTo>
                  <a:pt x="0" y="112"/>
                </a:lnTo>
                <a:cubicBezTo>
                  <a:pt x="0" y="50"/>
                  <a:pt x="50" y="0"/>
                  <a:pt x="112" y="0"/>
                </a:cubicBezTo>
              </a:path>
            </a:pathLst>
          </a:custGeom>
          <a:solidFill>
            <a:schemeClr val="tx1"/>
          </a:solidFill>
          <a:ln>
            <a:noFill/>
          </a:ln>
          <a:effectLst/>
        </p:spPr>
        <p:txBody>
          <a:bodyPr wrap="none" anchor="ctr"/>
          <a:lstStyle/>
          <a:p>
            <a:endParaRPr lang="en-US" sz="3265"/>
          </a:p>
        </p:txBody>
      </p:sp>
      <p:sp>
        <p:nvSpPr>
          <p:cNvPr id="13" name="Freeform 27">
            <a:extLst>
              <a:ext uri="{FF2B5EF4-FFF2-40B4-BE49-F238E27FC236}">
                <a16:creationId xmlns:a16="http://schemas.microsoft.com/office/drawing/2014/main" id="{3B26FF53-0F64-EC4F-9523-AFF4845F6E0C}"/>
              </a:ext>
            </a:extLst>
          </p:cNvPr>
          <p:cNvSpPr>
            <a:spLocks noChangeArrowheads="1"/>
          </p:cNvSpPr>
          <p:nvPr/>
        </p:nvSpPr>
        <p:spPr bwMode="auto">
          <a:xfrm>
            <a:off x="5084674" y="3954406"/>
            <a:ext cx="140069" cy="140071"/>
          </a:xfrm>
          <a:custGeom>
            <a:avLst/>
            <a:gdLst>
              <a:gd name="T0" fmla="*/ 112 w 225"/>
              <a:gd name="T1" fmla="*/ 0 h 225"/>
              <a:gd name="T2" fmla="*/ 112 w 225"/>
              <a:gd name="T3" fmla="*/ 0 h 225"/>
              <a:gd name="T4" fmla="*/ 224 w 225"/>
              <a:gd name="T5" fmla="*/ 112 h 225"/>
              <a:gd name="T6" fmla="*/ 224 w 225"/>
              <a:gd name="T7" fmla="*/ 112 h 225"/>
              <a:gd name="T8" fmla="*/ 112 w 225"/>
              <a:gd name="T9" fmla="*/ 224 h 225"/>
              <a:gd name="T10" fmla="*/ 112 w 225"/>
              <a:gd name="T11" fmla="*/ 224 h 225"/>
              <a:gd name="T12" fmla="*/ 0 w 225"/>
              <a:gd name="T13" fmla="*/ 112 h 225"/>
              <a:gd name="T14" fmla="*/ 0 w 225"/>
              <a:gd name="T15" fmla="*/ 112 h 225"/>
              <a:gd name="T16" fmla="*/ 112 w 225"/>
              <a:gd name="T17" fmla="*/ 0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5" h="225">
                <a:moveTo>
                  <a:pt x="112" y="0"/>
                </a:moveTo>
                <a:lnTo>
                  <a:pt x="112" y="0"/>
                </a:lnTo>
                <a:cubicBezTo>
                  <a:pt x="174" y="0"/>
                  <a:pt x="224" y="50"/>
                  <a:pt x="224" y="112"/>
                </a:cubicBezTo>
                <a:lnTo>
                  <a:pt x="224" y="112"/>
                </a:lnTo>
                <a:cubicBezTo>
                  <a:pt x="224" y="174"/>
                  <a:pt x="174" y="224"/>
                  <a:pt x="112" y="224"/>
                </a:cubicBezTo>
                <a:lnTo>
                  <a:pt x="112" y="224"/>
                </a:lnTo>
                <a:cubicBezTo>
                  <a:pt x="50" y="224"/>
                  <a:pt x="0" y="174"/>
                  <a:pt x="0" y="112"/>
                </a:cubicBezTo>
                <a:lnTo>
                  <a:pt x="0" y="112"/>
                </a:lnTo>
                <a:cubicBezTo>
                  <a:pt x="0" y="50"/>
                  <a:pt x="50" y="0"/>
                  <a:pt x="112" y="0"/>
                </a:cubicBezTo>
              </a:path>
            </a:pathLst>
          </a:custGeom>
          <a:solidFill>
            <a:schemeClr val="tx1"/>
          </a:solidFill>
          <a:ln>
            <a:noFill/>
          </a:ln>
          <a:effectLst/>
        </p:spPr>
        <p:txBody>
          <a:bodyPr wrap="none" anchor="ctr"/>
          <a:lstStyle/>
          <a:p>
            <a:endParaRPr lang="en-US" sz="3265"/>
          </a:p>
        </p:txBody>
      </p:sp>
      <p:sp>
        <p:nvSpPr>
          <p:cNvPr id="14" name="Freeform 28">
            <a:extLst>
              <a:ext uri="{FF2B5EF4-FFF2-40B4-BE49-F238E27FC236}">
                <a16:creationId xmlns:a16="http://schemas.microsoft.com/office/drawing/2014/main" id="{E0D6B7F3-4E79-D748-A1EF-BFE8EB4A64BE}"/>
              </a:ext>
            </a:extLst>
          </p:cNvPr>
          <p:cNvSpPr>
            <a:spLocks noChangeArrowheads="1"/>
          </p:cNvSpPr>
          <p:nvPr/>
        </p:nvSpPr>
        <p:spPr bwMode="auto">
          <a:xfrm>
            <a:off x="6716077" y="3954406"/>
            <a:ext cx="140069" cy="140071"/>
          </a:xfrm>
          <a:custGeom>
            <a:avLst/>
            <a:gdLst>
              <a:gd name="T0" fmla="*/ 111 w 225"/>
              <a:gd name="T1" fmla="*/ 0 h 225"/>
              <a:gd name="T2" fmla="*/ 111 w 225"/>
              <a:gd name="T3" fmla="*/ 0 h 225"/>
              <a:gd name="T4" fmla="*/ 224 w 225"/>
              <a:gd name="T5" fmla="*/ 112 h 225"/>
              <a:gd name="T6" fmla="*/ 224 w 225"/>
              <a:gd name="T7" fmla="*/ 112 h 225"/>
              <a:gd name="T8" fmla="*/ 111 w 225"/>
              <a:gd name="T9" fmla="*/ 224 h 225"/>
              <a:gd name="T10" fmla="*/ 111 w 225"/>
              <a:gd name="T11" fmla="*/ 224 h 225"/>
              <a:gd name="T12" fmla="*/ 0 w 225"/>
              <a:gd name="T13" fmla="*/ 112 h 225"/>
              <a:gd name="T14" fmla="*/ 0 w 225"/>
              <a:gd name="T15" fmla="*/ 112 h 225"/>
              <a:gd name="T16" fmla="*/ 111 w 225"/>
              <a:gd name="T17" fmla="*/ 0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5" h="225">
                <a:moveTo>
                  <a:pt x="111" y="0"/>
                </a:moveTo>
                <a:lnTo>
                  <a:pt x="111" y="0"/>
                </a:lnTo>
                <a:cubicBezTo>
                  <a:pt x="174" y="0"/>
                  <a:pt x="224" y="50"/>
                  <a:pt x="224" y="112"/>
                </a:cubicBezTo>
                <a:lnTo>
                  <a:pt x="224" y="112"/>
                </a:lnTo>
                <a:cubicBezTo>
                  <a:pt x="224" y="174"/>
                  <a:pt x="174" y="224"/>
                  <a:pt x="111" y="224"/>
                </a:cubicBezTo>
                <a:lnTo>
                  <a:pt x="111" y="224"/>
                </a:lnTo>
                <a:cubicBezTo>
                  <a:pt x="50" y="224"/>
                  <a:pt x="0" y="174"/>
                  <a:pt x="0" y="112"/>
                </a:cubicBezTo>
                <a:lnTo>
                  <a:pt x="0" y="112"/>
                </a:lnTo>
                <a:cubicBezTo>
                  <a:pt x="0" y="50"/>
                  <a:pt x="50" y="0"/>
                  <a:pt x="111" y="0"/>
                </a:cubicBezTo>
              </a:path>
            </a:pathLst>
          </a:custGeom>
          <a:solidFill>
            <a:schemeClr val="tx1"/>
          </a:solidFill>
          <a:ln>
            <a:noFill/>
          </a:ln>
          <a:effectLst/>
        </p:spPr>
        <p:txBody>
          <a:bodyPr wrap="none" anchor="ctr"/>
          <a:lstStyle/>
          <a:p>
            <a:endParaRPr lang="en-US" sz="3265"/>
          </a:p>
        </p:txBody>
      </p:sp>
      <p:sp>
        <p:nvSpPr>
          <p:cNvPr id="15" name="Freeform 29">
            <a:extLst>
              <a:ext uri="{FF2B5EF4-FFF2-40B4-BE49-F238E27FC236}">
                <a16:creationId xmlns:a16="http://schemas.microsoft.com/office/drawing/2014/main" id="{086679A4-7DBC-494C-8AAF-A89E95D40058}"/>
              </a:ext>
            </a:extLst>
          </p:cNvPr>
          <p:cNvSpPr>
            <a:spLocks noChangeArrowheads="1"/>
          </p:cNvSpPr>
          <p:nvPr/>
        </p:nvSpPr>
        <p:spPr bwMode="auto">
          <a:xfrm>
            <a:off x="8361212" y="3954406"/>
            <a:ext cx="140071" cy="140071"/>
          </a:xfrm>
          <a:custGeom>
            <a:avLst/>
            <a:gdLst>
              <a:gd name="T0" fmla="*/ 112 w 225"/>
              <a:gd name="T1" fmla="*/ 0 h 225"/>
              <a:gd name="T2" fmla="*/ 112 w 225"/>
              <a:gd name="T3" fmla="*/ 0 h 225"/>
              <a:gd name="T4" fmla="*/ 224 w 225"/>
              <a:gd name="T5" fmla="*/ 112 h 225"/>
              <a:gd name="T6" fmla="*/ 224 w 225"/>
              <a:gd name="T7" fmla="*/ 112 h 225"/>
              <a:gd name="T8" fmla="*/ 112 w 225"/>
              <a:gd name="T9" fmla="*/ 224 h 225"/>
              <a:gd name="T10" fmla="*/ 112 w 225"/>
              <a:gd name="T11" fmla="*/ 224 h 225"/>
              <a:gd name="T12" fmla="*/ 0 w 225"/>
              <a:gd name="T13" fmla="*/ 112 h 225"/>
              <a:gd name="T14" fmla="*/ 0 w 225"/>
              <a:gd name="T15" fmla="*/ 112 h 225"/>
              <a:gd name="T16" fmla="*/ 112 w 225"/>
              <a:gd name="T17" fmla="*/ 0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5" h="225">
                <a:moveTo>
                  <a:pt x="112" y="0"/>
                </a:moveTo>
                <a:lnTo>
                  <a:pt x="112" y="0"/>
                </a:lnTo>
                <a:cubicBezTo>
                  <a:pt x="174" y="0"/>
                  <a:pt x="224" y="50"/>
                  <a:pt x="224" y="112"/>
                </a:cubicBezTo>
                <a:lnTo>
                  <a:pt x="224" y="112"/>
                </a:lnTo>
                <a:cubicBezTo>
                  <a:pt x="224" y="174"/>
                  <a:pt x="174" y="224"/>
                  <a:pt x="112" y="224"/>
                </a:cubicBezTo>
                <a:lnTo>
                  <a:pt x="112" y="224"/>
                </a:lnTo>
                <a:cubicBezTo>
                  <a:pt x="50" y="224"/>
                  <a:pt x="0" y="174"/>
                  <a:pt x="0" y="112"/>
                </a:cubicBezTo>
                <a:lnTo>
                  <a:pt x="0" y="112"/>
                </a:lnTo>
                <a:cubicBezTo>
                  <a:pt x="0" y="50"/>
                  <a:pt x="50" y="0"/>
                  <a:pt x="112" y="0"/>
                </a:cubicBezTo>
              </a:path>
            </a:pathLst>
          </a:custGeom>
          <a:solidFill>
            <a:schemeClr val="tx1"/>
          </a:solidFill>
          <a:ln>
            <a:noFill/>
          </a:ln>
          <a:effectLst/>
        </p:spPr>
        <p:txBody>
          <a:bodyPr wrap="none" anchor="ctr"/>
          <a:lstStyle/>
          <a:p>
            <a:endParaRPr lang="en-US" sz="3265"/>
          </a:p>
        </p:txBody>
      </p:sp>
      <p:sp>
        <p:nvSpPr>
          <p:cNvPr id="19" name="Down Arrow 18">
            <a:extLst>
              <a:ext uri="{FF2B5EF4-FFF2-40B4-BE49-F238E27FC236}">
                <a16:creationId xmlns:a16="http://schemas.microsoft.com/office/drawing/2014/main" id="{E460A0ED-108A-DB45-90F3-5D9780DBDC0D}"/>
              </a:ext>
            </a:extLst>
          </p:cNvPr>
          <p:cNvSpPr/>
          <p:nvPr/>
        </p:nvSpPr>
        <p:spPr>
          <a:xfrm>
            <a:off x="2617024" y="4789328"/>
            <a:ext cx="160639" cy="595020"/>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0" name="Up Arrow 19">
            <a:extLst>
              <a:ext uri="{FF2B5EF4-FFF2-40B4-BE49-F238E27FC236}">
                <a16:creationId xmlns:a16="http://schemas.microsoft.com/office/drawing/2014/main" id="{DE7D208C-F2CE-DB45-B27B-6C010882EBB5}"/>
              </a:ext>
            </a:extLst>
          </p:cNvPr>
          <p:cNvSpPr/>
          <p:nvPr/>
        </p:nvSpPr>
        <p:spPr>
          <a:xfrm>
            <a:off x="4186141" y="2542701"/>
            <a:ext cx="160639" cy="595020"/>
          </a:xfrm>
          <a:prstGeom prst="up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1" name="Down Arrow 20">
            <a:extLst>
              <a:ext uri="{FF2B5EF4-FFF2-40B4-BE49-F238E27FC236}">
                <a16:creationId xmlns:a16="http://schemas.microsoft.com/office/drawing/2014/main" id="{EFF047F2-C24D-6F4B-8C0B-2B4AA0BC2D27}"/>
              </a:ext>
            </a:extLst>
          </p:cNvPr>
          <p:cNvSpPr/>
          <p:nvPr/>
        </p:nvSpPr>
        <p:spPr>
          <a:xfrm>
            <a:off x="5918912" y="4828074"/>
            <a:ext cx="160639" cy="595020"/>
          </a:xfrm>
          <a:prstGeom prst="down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2" name="Up Arrow 21">
            <a:extLst>
              <a:ext uri="{FF2B5EF4-FFF2-40B4-BE49-F238E27FC236}">
                <a16:creationId xmlns:a16="http://schemas.microsoft.com/office/drawing/2014/main" id="{1F680BF0-0A5B-BC44-8C13-938CF4BF7A27}"/>
              </a:ext>
            </a:extLst>
          </p:cNvPr>
          <p:cNvSpPr/>
          <p:nvPr/>
        </p:nvSpPr>
        <p:spPr>
          <a:xfrm>
            <a:off x="7495885" y="2533868"/>
            <a:ext cx="160639" cy="595020"/>
          </a:xfrm>
          <a:prstGeom prst="upArrow">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4" name="Subtitle 2">
            <a:extLst>
              <a:ext uri="{FF2B5EF4-FFF2-40B4-BE49-F238E27FC236}">
                <a16:creationId xmlns:a16="http://schemas.microsoft.com/office/drawing/2014/main" id="{B14BDED5-18EA-C744-AB99-3F83A90BCA6E}"/>
              </a:ext>
            </a:extLst>
          </p:cNvPr>
          <p:cNvSpPr txBox="1">
            <a:spLocks/>
          </p:cNvSpPr>
          <p:nvPr/>
        </p:nvSpPr>
        <p:spPr>
          <a:xfrm>
            <a:off x="1621914" y="5838091"/>
            <a:ext cx="2150855" cy="713722"/>
          </a:xfrm>
          <a:prstGeom prst="rect">
            <a:avLst/>
          </a:prstGeom>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751"/>
              </a:lnSpc>
            </a:pPr>
            <a:r>
              <a:rPr lang="fr-FR" sz="1200"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Identification et gestion des interventions à traiter dans un délai court</a:t>
            </a:r>
          </a:p>
        </p:txBody>
      </p:sp>
      <p:sp>
        <p:nvSpPr>
          <p:cNvPr id="25" name="TextBox 24">
            <a:extLst>
              <a:ext uri="{FF2B5EF4-FFF2-40B4-BE49-F238E27FC236}">
                <a16:creationId xmlns:a16="http://schemas.microsoft.com/office/drawing/2014/main" id="{DD2333D1-3B0A-5748-A1A9-E2A9348B55B9}"/>
              </a:ext>
            </a:extLst>
          </p:cNvPr>
          <p:cNvSpPr txBox="1"/>
          <p:nvPr/>
        </p:nvSpPr>
        <p:spPr>
          <a:xfrm>
            <a:off x="1305158" y="5453872"/>
            <a:ext cx="2707068" cy="338554"/>
          </a:xfrm>
          <a:prstGeom prst="rect">
            <a:avLst/>
          </a:prstGeom>
          <a:noFill/>
        </p:spPr>
        <p:txBody>
          <a:bodyPr wrap="square" rtlCol="0" anchor="b" anchorCtr="0">
            <a:spAutoFit/>
          </a:bodyPr>
          <a:lstStyle/>
          <a:p>
            <a:pPr algn="ctr"/>
            <a:r>
              <a:rPr lang="fr-FR" sz="1600" b="1" dirty="0">
                <a:solidFill>
                  <a:schemeClr val="tx2"/>
                </a:solidFill>
                <a:latin typeface="Poppins" pitchFamily="2" charset="77"/>
                <a:ea typeface="League Spartan" charset="0"/>
                <a:cs typeface="Poppins" pitchFamily="2" charset="77"/>
              </a:rPr>
              <a:t>SAS G2</a:t>
            </a:r>
          </a:p>
        </p:txBody>
      </p:sp>
      <p:sp>
        <p:nvSpPr>
          <p:cNvPr id="28" name="Subtitle 2">
            <a:extLst>
              <a:ext uri="{FF2B5EF4-FFF2-40B4-BE49-F238E27FC236}">
                <a16:creationId xmlns:a16="http://schemas.microsoft.com/office/drawing/2014/main" id="{635AC008-13BD-1F49-BCB6-ABB978AF0F2E}"/>
              </a:ext>
            </a:extLst>
          </p:cNvPr>
          <p:cNvSpPr txBox="1">
            <a:spLocks/>
          </p:cNvSpPr>
          <p:nvPr/>
        </p:nvSpPr>
        <p:spPr>
          <a:xfrm>
            <a:off x="5004122" y="5898208"/>
            <a:ext cx="2150855" cy="482889"/>
          </a:xfrm>
          <a:prstGeom prst="rect">
            <a:avLst/>
          </a:prstGeom>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751"/>
              </a:lnSpc>
            </a:pPr>
            <a:r>
              <a:rPr lang="fr-FR" sz="1200"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Planification des interventions sur les équipes</a:t>
            </a:r>
          </a:p>
        </p:txBody>
      </p:sp>
      <p:sp>
        <p:nvSpPr>
          <p:cNvPr id="29" name="TextBox 28">
            <a:extLst>
              <a:ext uri="{FF2B5EF4-FFF2-40B4-BE49-F238E27FC236}">
                <a16:creationId xmlns:a16="http://schemas.microsoft.com/office/drawing/2014/main" id="{3091EB9A-8765-4540-A392-54351CB82BE1}"/>
              </a:ext>
            </a:extLst>
          </p:cNvPr>
          <p:cNvSpPr txBox="1"/>
          <p:nvPr/>
        </p:nvSpPr>
        <p:spPr>
          <a:xfrm>
            <a:off x="5161137" y="5485977"/>
            <a:ext cx="1798890" cy="338554"/>
          </a:xfrm>
          <a:prstGeom prst="rect">
            <a:avLst/>
          </a:prstGeom>
          <a:noFill/>
        </p:spPr>
        <p:txBody>
          <a:bodyPr wrap="none" rtlCol="0" anchor="b" anchorCtr="0">
            <a:spAutoFit/>
          </a:bodyPr>
          <a:lstStyle/>
          <a:p>
            <a:pPr algn="ctr"/>
            <a:r>
              <a:rPr lang="fr-FR" sz="1600" b="1" dirty="0">
                <a:solidFill>
                  <a:schemeClr val="tx2"/>
                </a:solidFill>
                <a:latin typeface="Poppins" pitchFamily="2" charset="77"/>
                <a:ea typeface="League Spartan" charset="0"/>
                <a:cs typeface="Poppins" pitchFamily="2" charset="77"/>
              </a:rPr>
              <a:t>PLANIFICATION </a:t>
            </a:r>
          </a:p>
        </p:txBody>
      </p:sp>
      <p:sp>
        <p:nvSpPr>
          <p:cNvPr id="32" name="TextBox 31">
            <a:extLst>
              <a:ext uri="{FF2B5EF4-FFF2-40B4-BE49-F238E27FC236}">
                <a16:creationId xmlns:a16="http://schemas.microsoft.com/office/drawing/2014/main" id="{C3DDEE5A-BAEE-B248-BE98-1C912AEA2122}"/>
              </a:ext>
            </a:extLst>
          </p:cNvPr>
          <p:cNvSpPr txBox="1"/>
          <p:nvPr/>
        </p:nvSpPr>
        <p:spPr>
          <a:xfrm>
            <a:off x="8680305" y="5412016"/>
            <a:ext cx="1111202" cy="338554"/>
          </a:xfrm>
          <a:prstGeom prst="rect">
            <a:avLst/>
          </a:prstGeom>
          <a:noFill/>
        </p:spPr>
        <p:txBody>
          <a:bodyPr wrap="none" rtlCol="0" anchor="b" anchorCtr="0">
            <a:spAutoFit/>
          </a:bodyPr>
          <a:lstStyle/>
          <a:p>
            <a:pPr algn="ctr"/>
            <a:r>
              <a:rPr lang="fr-FR" sz="1600" b="1" dirty="0">
                <a:solidFill>
                  <a:schemeClr val="tx2"/>
                </a:solidFill>
                <a:latin typeface="Poppins" pitchFamily="2" charset="77"/>
                <a:ea typeface="League Spartan" charset="0"/>
                <a:cs typeface="Poppins" pitchFamily="2" charset="77"/>
              </a:rPr>
              <a:t>CLOTURE</a:t>
            </a:r>
          </a:p>
        </p:txBody>
      </p:sp>
      <p:sp>
        <p:nvSpPr>
          <p:cNvPr id="35" name="Subtitle 2">
            <a:extLst>
              <a:ext uri="{FF2B5EF4-FFF2-40B4-BE49-F238E27FC236}">
                <a16:creationId xmlns:a16="http://schemas.microsoft.com/office/drawing/2014/main" id="{D65C7090-82A6-D848-8324-187C930CDE34}"/>
              </a:ext>
            </a:extLst>
          </p:cNvPr>
          <p:cNvSpPr txBox="1">
            <a:spLocks/>
          </p:cNvSpPr>
          <p:nvPr/>
        </p:nvSpPr>
        <p:spPr>
          <a:xfrm>
            <a:off x="3204985" y="1759300"/>
            <a:ext cx="2150855" cy="713722"/>
          </a:xfrm>
          <a:prstGeom prst="rect">
            <a:avLst/>
          </a:prstGeom>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751"/>
              </a:lnSpc>
            </a:pPr>
            <a:r>
              <a:rPr lang="fr-FR" sz="1200"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Tri et qualification des interventions dans le </a:t>
            </a:r>
            <a:r>
              <a:rPr lang="fr-FR" sz="1200" dirty="0" err="1">
                <a:solidFill>
                  <a:schemeClr val="tx1"/>
                </a:solidFill>
                <a:latin typeface="Lato Light" panose="020F0502020204030203" pitchFamily="34" charset="0"/>
                <a:ea typeface="Lato Light" panose="020F0502020204030203" pitchFamily="34" charset="0"/>
                <a:cs typeface="Mukta ExtraLight" panose="020B0000000000000000" pitchFamily="34" charset="77"/>
              </a:rPr>
              <a:t>protefeuille</a:t>
            </a:r>
            <a:r>
              <a:rPr lang="fr-FR" sz="1200"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 de demandes </a:t>
            </a:r>
          </a:p>
        </p:txBody>
      </p:sp>
      <p:sp>
        <p:nvSpPr>
          <p:cNvPr id="38" name="Subtitle 2">
            <a:extLst>
              <a:ext uri="{FF2B5EF4-FFF2-40B4-BE49-F238E27FC236}">
                <a16:creationId xmlns:a16="http://schemas.microsoft.com/office/drawing/2014/main" id="{820A8C4D-FBB4-FA45-8666-56345D5B8470}"/>
              </a:ext>
            </a:extLst>
          </p:cNvPr>
          <p:cNvSpPr txBox="1">
            <a:spLocks/>
          </p:cNvSpPr>
          <p:nvPr/>
        </p:nvSpPr>
        <p:spPr>
          <a:xfrm>
            <a:off x="6520622" y="2016799"/>
            <a:ext cx="2150855" cy="482889"/>
          </a:xfrm>
          <a:prstGeom prst="rect">
            <a:avLst/>
          </a:prstGeom>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751"/>
              </a:lnSpc>
            </a:pPr>
            <a:r>
              <a:rPr lang="fr-FR" sz="1200"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Réalisation des interventions par les équipes terrains </a:t>
            </a:r>
          </a:p>
        </p:txBody>
      </p:sp>
      <p:sp>
        <p:nvSpPr>
          <p:cNvPr id="40" name="TextBox 39">
            <a:extLst>
              <a:ext uri="{FF2B5EF4-FFF2-40B4-BE49-F238E27FC236}">
                <a16:creationId xmlns:a16="http://schemas.microsoft.com/office/drawing/2014/main" id="{3A67BEB4-FD1A-BC41-9A21-D89B6FAF9BE8}"/>
              </a:ext>
            </a:extLst>
          </p:cNvPr>
          <p:cNvSpPr txBox="1"/>
          <p:nvPr/>
        </p:nvSpPr>
        <p:spPr>
          <a:xfrm>
            <a:off x="2054750" y="3742428"/>
            <a:ext cx="1372492" cy="646331"/>
          </a:xfrm>
          <a:prstGeom prst="rect">
            <a:avLst/>
          </a:prstGeom>
          <a:noFill/>
        </p:spPr>
        <p:txBody>
          <a:bodyPr wrap="square" rtlCol="0" anchor="ctr">
            <a:spAutoFit/>
          </a:bodyPr>
          <a:lstStyle/>
          <a:p>
            <a:pPr algn="ctr"/>
            <a:r>
              <a:rPr lang="fr-FR" sz="3600" b="1" dirty="0">
                <a:solidFill>
                  <a:schemeClr val="bg1"/>
                </a:solidFill>
                <a:latin typeface="Poppins" pitchFamily="2" charset="77"/>
                <a:cs typeface="Poppins" pitchFamily="2" charset="77"/>
              </a:rPr>
              <a:t>80%</a:t>
            </a:r>
          </a:p>
        </p:txBody>
      </p:sp>
      <p:sp>
        <p:nvSpPr>
          <p:cNvPr id="44" name="TextBox 43">
            <a:extLst>
              <a:ext uri="{FF2B5EF4-FFF2-40B4-BE49-F238E27FC236}">
                <a16:creationId xmlns:a16="http://schemas.microsoft.com/office/drawing/2014/main" id="{1E172AC2-E4B5-9249-9AFD-856E798872D1}"/>
              </a:ext>
            </a:extLst>
          </p:cNvPr>
          <p:cNvSpPr txBox="1"/>
          <p:nvPr/>
        </p:nvSpPr>
        <p:spPr>
          <a:xfrm>
            <a:off x="8982171" y="3702060"/>
            <a:ext cx="559769" cy="784830"/>
          </a:xfrm>
          <a:prstGeom prst="rect">
            <a:avLst/>
          </a:prstGeom>
          <a:noFill/>
        </p:spPr>
        <p:txBody>
          <a:bodyPr wrap="none" rtlCol="0" anchor="ctr">
            <a:spAutoFit/>
          </a:bodyPr>
          <a:lstStyle/>
          <a:p>
            <a:pPr algn="ctr"/>
            <a:r>
              <a:rPr lang="fr-FR" sz="4500" b="1">
                <a:solidFill>
                  <a:schemeClr val="bg1"/>
                </a:solidFill>
                <a:latin typeface="Poppins" pitchFamily="2" charset="77"/>
                <a:cs typeface="Poppins" pitchFamily="2" charset="77"/>
              </a:rPr>
              <a:t>5</a:t>
            </a:r>
            <a:endParaRPr lang="fr-FR" sz="4500" b="1" dirty="0">
              <a:solidFill>
                <a:schemeClr val="bg1"/>
              </a:solidFill>
              <a:latin typeface="Poppins" pitchFamily="2" charset="77"/>
              <a:cs typeface="Poppins" pitchFamily="2" charset="77"/>
            </a:endParaRPr>
          </a:p>
        </p:txBody>
      </p:sp>
      <p:sp>
        <p:nvSpPr>
          <p:cNvPr id="8" name="TextBox 24">
            <a:extLst>
              <a:ext uri="{FF2B5EF4-FFF2-40B4-BE49-F238E27FC236}">
                <a16:creationId xmlns:a16="http://schemas.microsoft.com/office/drawing/2014/main" id="{027E60A7-D7BB-6C58-F752-77AE3724DCCF}"/>
              </a:ext>
            </a:extLst>
          </p:cNvPr>
          <p:cNvSpPr txBox="1"/>
          <p:nvPr/>
        </p:nvSpPr>
        <p:spPr>
          <a:xfrm>
            <a:off x="1770834" y="4633848"/>
            <a:ext cx="1806560" cy="338554"/>
          </a:xfrm>
          <a:prstGeom prst="rect">
            <a:avLst/>
          </a:prstGeom>
          <a:noFill/>
        </p:spPr>
        <p:txBody>
          <a:bodyPr wrap="square" rtlCol="0" anchor="b" anchorCtr="0">
            <a:spAutoFit/>
          </a:bodyPr>
          <a:lstStyle/>
          <a:p>
            <a:pPr algn="ctr"/>
            <a:r>
              <a:rPr lang="fr-FR" sz="1600" b="1" dirty="0">
                <a:solidFill>
                  <a:schemeClr val="tx2"/>
                </a:solidFill>
                <a:latin typeface="Poppins" pitchFamily="2" charset="77"/>
                <a:ea typeface="League Spartan" charset="0"/>
                <a:cs typeface="Poppins" pitchFamily="2" charset="77"/>
              </a:rPr>
              <a:t> </a:t>
            </a:r>
          </a:p>
        </p:txBody>
      </p:sp>
      <p:sp>
        <p:nvSpPr>
          <p:cNvPr id="26" name="TextBox 24">
            <a:extLst>
              <a:ext uri="{FF2B5EF4-FFF2-40B4-BE49-F238E27FC236}">
                <a16:creationId xmlns:a16="http://schemas.microsoft.com/office/drawing/2014/main" id="{79D39AED-76BD-A387-6656-CFE2B7EC486D}"/>
              </a:ext>
            </a:extLst>
          </p:cNvPr>
          <p:cNvSpPr txBox="1"/>
          <p:nvPr/>
        </p:nvSpPr>
        <p:spPr>
          <a:xfrm>
            <a:off x="3200715" y="3127032"/>
            <a:ext cx="2260104" cy="338554"/>
          </a:xfrm>
          <a:prstGeom prst="rect">
            <a:avLst/>
          </a:prstGeom>
          <a:noFill/>
        </p:spPr>
        <p:txBody>
          <a:bodyPr wrap="square" rtlCol="0" anchor="b" anchorCtr="0">
            <a:spAutoFit/>
          </a:bodyPr>
          <a:lstStyle/>
          <a:p>
            <a:pPr algn="ctr"/>
            <a:r>
              <a:rPr lang="fr-FR" sz="1600" b="1" dirty="0">
                <a:solidFill>
                  <a:schemeClr val="tx2"/>
                </a:solidFill>
                <a:latin typeface="Poppins" pitchFamily="2" charset="77"/>
                <a:ea typeface="League Spartan" charset="0"/>
                <a:cs typeface="Poppins" pitchFamily="2" charset="77"/>
              </a:rPr>
              <a:t>QUALIFICATION </a:t>
            </a:r>
          </a:p>
        </p:txBody>
      </p:sp>
      <p:sp>
        <p:nvSpPr>
          <p:cNvPr id="33" name="Freeform 8">
            <a:extLst>
              <a:ext uri="{FF2B5EF4-FFF2-40B4-BE49-F238E27FC236}">
                <a16:creationId xmlns:a16="http://schemas.microsoft.com/office/drawing/2014/main" id="{72E2E087-4AB7-A9BB-2088-5C08A7B5A71C}"/>
              </a:ext>
            </a:extLst>
          </p:cNvPr>
          <p:cNvSpPr>
            <a:spLocks noChangeArrowheads="1"/>
          </p:cNvSpPr>
          <p:nvPr/>
        </p:nvSpPr>
        <p:spPr bwMode="auto">
          <a:xfrm>
            <a:off x="6989414" y="3433832"/>
            <a:ext cx="1268868" cy="1268868"/>
          </a:xfrm>
          <a:custGeom>
            <a:avLst/>
            <a:gdLst>
              <a:gd name="T0" fmla="*/ 1019 w 2039"/>
              <a:gd name="T1" fmla="*/ 0 h 2039"/>
              <a:gd name="T2" fmla="*/ 1019 w 2039"/>
              <a:gd name="T3" fmla="*/ 0 h 2039"/>
              <a:gd name="T4" fmla="*/ 2038 w 2039"/>
              <a:gd name="T5" fmla="*/ 1019 h 2039"/>
              <a:gd name="T6" fmla="*/ 2038 w 2039"/>
              <a:gd name="T7" fmla="*/ 1019 h 2039"/>
              <a:gd name="T8" fmla="*/ 1019 w 2039"/>
              <a:gd name="T9" fmla="*/ 2038 h 2039"/>
              <a:gd name="T10" fmla="*/ 1019 w 2039"/>
              <a:gd name="T11" fmla="*/ 2038 h 2039"/>
              <a:gd name="T12" fmla="*/ 0 w 2039"/>
              <a:gd name="T13" fmla="*/ 1019 h 2039"/>
              <a:gd name="T14" fmla="*/ 0 w 2039"/>
              <a:gd name="T15" fmla="*/ 1019 h 2039"/>
              <a:gd name="T16" fmla="*/ 1019 w 2039"/>
              <a:gd name="T17" fmla="*/ 0 h 20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39" h="2039">
                <a:moveTo>
                  <a:pt x="1019" y="0"/>
                </a:moveTo>
                <a:lnTo>
                  <a:pt x="1019" y="0"/>
                </a:lnTo>
                <a:cubicBezTo>
                  <a:pt x="1581" y="0"/>
                  <a:pt x="2038" y="456"/>
                  <a:pt x="2038" y="1019"/>
                </a:cubicBezTo>
                <a:lnTo>
                  <a:pt x="2038" y="1019"/>
                </a:lnTo>
                <a:cubicBezTo>
                  <a:pt x="2038" y="1581"/>
                  <a:pt x="1581" y="2038"/>
                  <a:pt x="1019" y="2038"/>
                </a:cubicBezTo>
                <a:lnTo>
                  <a:pt x="1019" y="2038"/>
                </a:lnTo>
                <a:cubicBezTo>
                  <a:pt x="456" y="2038"/>
                  <a:pt x="0" y="1581"/>
                  <a:pt x="0" y="1019"/>
                </a:cubicBezTo>
                <a:lnTo>
                  <a:pt x="0" y="1019"/>
                </a:lnTo>
                <a:cubicBezTo>
                  <a:pt x="0" y="456"/>
                  <a:pt x="456" y="0"/>
                  <a:pt x="1019" y="0"/>
                </a:cubicBezTo>
              </a:path>
            </a:pathLst>
          </a:custGeom>
          <a:solidFill>
            <a:schemeClr val="tx2"/>
          </a:solidFill>
          <a:ln>
            <a:noFill/>
          </a:ln>
          <a:effectLst/>
        </p:spPr>
        <p:txBody>
          <a:bodyPr wrap="none" anchor="ctr"/>
          <a:lstStyle/>
          <a:p>
            <a:endParaRPr lang="en-US" sz="3265"/>
          </a:p>
        </p:txBody>
      </p:sp>
      <p:sp>
        <p:nvSpPr>
          <p:cNvPr id="37" name="Freeform 8">
            <a:hlinkClick r:id="rId6"/>
            <a:extLst>
              <a:ext uri="{FF2B5EF4-FFF2-40B4-BE49-F238E27FC236}">
                <a16:creationId xmlns:a16="http://schemas.microsoft.com/office/drawing/2014/main" id="{05FA1AA5-93A9-1143-1035-F97966E186D9}"/>
              </a:ext>
            </a:extLst>
          </p:cNvPr>
          <p:cNvSpPr>
            <a:spLocks noChangeArrowheads="1"/>
          </p:cNvSpPr>
          <p:nvPr/>
        </p:nvSpPr>
        <p:spPr bwMode="auto">
          <a:xfrm>
            <a:off x="8615321" y="3453651"/>
            <a:ext cx="1268868" cy="1268868"/>
          </a:xfrm>
          <a:custGeom>
            <a:avLst/>
            <a:gdLst>
              <a:gd name="T0" fmla="*/ 1019 w 2039"/>
              <a:gd name="T1" fmla="*/ 0 h 2039"/>
              <a:gd name="T2" fmla="*/ 1019 w 2039"/>
              <a:gd name="T3" fmla="*/ 0 h 2039"/>
              <a:gd name="T4" fmla="*/ 2038 w 2039"/>
              <a:gd name="T5" fmla="*/ 1019 h 2039"/>
              <a:gd name="T6" fmla="*/ 2038 w 2039"/>
              <a:gd name="T7" fmla="*/ 1019 h 2039"/>
              <a:gd name="T8" fmla="*/ 1019 w 2039"/>
              <a:gd name="T9" fmla="*/ 2038 h 2039"/>
              <a:gd name="T10" fmla="*/ 1019 w 2039"/>
              <a:gd name="T11" fmla="*/ 2038 h 2039"/>
              <a:gd name="T12" fmla="*/ 0 w 2039"/>
              <a:gd name="T13" fmla="*/ 1019 h 2039"/>
              <a:gd name="T14" fmla="*/ 0 w 2039"/>
              <a:gd name="T15" fmla="*/ 1019 h 2039"/>
              <a:gd name="T16" fmla="*/ 1019 w 2039"/>
              <a:gd name="T17" fmla="*/ 0 h 20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39" h="2039">
                <a:moveTo>
                  <a:pt x="1019" y="0"/>
                </a:moveTo>
                <a:lnTo>
                  <a:pt x="1019" y="0"/>
                </a:lnTo>
                <a:cubicBezTo>
                  <a:pt x="1581" y="0"/>
                  <a:pt x="2038" y="456"/>
                  <a:pt x="2038" y="1019"/>
                </a:cubicBezTo>
                <a:lnTo>
                  <a:pt x="2038" y="1019"/>
                </a:lnTo>
                <a:cubicBezTo>
                  <a:pt x="2038" y="1581"/>
                  <a:pt x="1581" y="2038"/>
                  <a:pt x="1019" y="2038"/>
                </a:cubicBezTo>
                <a:lnTo>
                  <a:pt x="1019" y="2038"/>
                </a:lnTo>
                <a:cubicBezTo>
                  <a:pt x="456" y="2038"/>
                  <a:pt x="0" y="1581"/>
                  <a:pt x="0" y="1019"/>
                </a:cubicBezTo>
                <a:lnTo>
                  <a:pt x="0" y="1019"/>
                </a:lnTo>
                <a:cubicBezTo>
                  <a:pt x="0" y="456"/>
                  <a:pt x="456" y="0"/>
                  <a:pt x="1019" y="0"/>
                </a:cubicBezTo>
              </a:path>
            </a:pathLst>
          </a:custGeom>
          <a:solidFill>
            <a:srgbClr val="FFC228"/>
          </a:solidFill>
          <a:ln>
            <a:noFill/>
          </a:ln>
          <a:effectLst/>
        </p:spPr>
        <p:txBody>
          <a:bodyPr wrap="none" anchor="ctr"/>
          <a:lstStyle/>
          <a:p>
            <a:endParaRPr lang="en-US" sz="3265"/>
          </a:p>
        </p:txBody>
      </p:sp>
      <p:sp>
        <p:nvSpPr>
          <p:cNvPr id="46" name="Down Arrow 20">
            <a:extLst>
              <a:ext uri="{FF2B5EF4-FFF2-40B4-BE49-F238E27FC236}">
                <a16:creationId xmlns:a16="http://schemas.microsoft.com/office/drawing/2014/main" id="{C5A0FA85-AD58-CCA7-8888-6BE0ACF70412}"/>
              </a:ext>
            </a:extLst>
          </p:cNvPr>
          <p:cNvSpPr/>
          <p:nvPr/>
        </p:nvSpPr>
        <p:spPr>
          <a:xfrm rot="10800000">
            <a:off x="7474209" y="2534776"/>
            <a:ext cx="203990" cy="540342"/>
          </a:xfrm>
          <a:prstGeom prst="down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48" name="TextBox 24">
            <a:extLst>
              <a:ext uri="{FF2B5EF4-FFF2-40B4-BE49-F238E27FC236}">
                <a16:creationId xmlns:a16="http://schemas.microsoft.com/office/drawing/2014/main" id="{4A855AAE-75A6-2115-4E49-D859D58BE582}"/>
              </a:ext>
            </a:extLst>
          </p:cNvPr>
          <p:cNvSpPr txBox="1"/>
          <p:nvPr/>
        </p:nvSpPr>
        <p:spPr>
          <a:xfrm>
            <a:off x="6420723" y="3089193"/>
            <a:ext cx="2260104" cy="338554"/>
          </a:xfrm>
          <a:prstGeom prst="rect">
            <a:avLst/>
          </a:prstGeom>
          <a:noFill/>
        </p:spPr>
        <p:txBody>
          <a:bodyPr wrap="square" rtlCol="0" anchor="b" anchorCtr="0">
            <a:spAutoFit/>
          </a:bodyPr>
          <a:lstStyle/>
          <a:p>
            <a:pPr algn="ctr"/>
            <a:r>
              <a:rPr lang="fr-FR" sz="1600" b="1" dirty="0">
                <a:solidFill>
                  <a:schemeClr val="tx2"/>
                </a:solidFill>
                <a:latin typeface="Poppins" pitchFamily="2" charset="77"/>
                <a:ea typeface="League Spartan" charset="0"/>
                <a:cs typeface="Poppins" pitchFamily="2" charset="77"/>
              </a:rPr>
              <a:t>REALISATION </a:t>
            </a:r>
          </a:p>
        </p:txBody>
      </p:sp>
      <p:sp>
        <p:nvSpPr>
          <p:cNvPr id="49" name="Down Arrow 20">
            <a:extLst>
              <a:ext uri="{FF2B5EF4-FFF2-40B4-BE49-F238E27FC236}">
                <a16:creationId xmlns:a16="http://schemas.microsoft.com/office/drawing/2014/main" id="{390DB70D-2C34-316C-E74E-A1A1C6C8F9B5}"/>
              </a:ext>
            </a:extLst>
          </p:cNvPr>
          <p:cNvSpPr/>
          <p:nvPr/>
        </p:nvSpPr>
        <p:spPr>
          <a:xfrm>
            <a:off x="9145377" y="4735301"/>
            <a:ext cx="160639" cy="595020"/>
          </a:xfrm>
          <a:prstGeom prst="downArrow">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50" name="Subtitle 2">
            <a:extLst>
              <a:ext uri="{FF2B5EF4-FFF2-40B4-BE49-F238E27FC236}">
                <a16:creationId xmlns:a16="http://schemas.microsoft.com/office/drawing/2014/main" id="{55533590-7A51-C9BE-DA46-79A985726A22}"/>
              </a:ext>
            </a:extLst>
          </p:cNvPr>
          <p:cNvSpPr txBox="1">
            <a:spLocks/>
          </p:cNvSpPr>
          <p:nvPr/>
        </p:nvSpPr>
        <p:spPr>
          <a:xfrm>
            <a:off x="8206630" y="5953918"/>
            <a:ext cx="2150855" cy="252057"/>
          </a:xfrm>
          <a:prstGeom prst="rect">
            <a:avLst/>
          </a:prstGeom>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751"/>
              </a:lnSpc>
            </a:pPr>
            <a:r>
              <a:rPr lang="fr-FR" sz="1200" dirty="0" err="1">
                <a:solidFill>
                  <a:schemeClr val="tx1"/>
                </a:solidFill>
                <a:latin typeface="Lato Light" panose="020F0502020204030203" pitchFamily="34" charset="0"/>
                <a:ea typeface="Lato Light" panose="020F0502020204030203" pitchFamily="34" charset="0"/>
                <a:cs typeface="Mukta ExtraLight" panose="020B0000000000000000" pitchFamily="34" charset="77"/>
              </a:rPr>
              <a:t>Clotûres</a:t>
            </a:r>
            <a:r>
              <a:rPr lang="fr-FR" sz="1200"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 des interventions </a:t>
            </a:r>
          </a:p>
        </p:txBody>
      </p:sp>
      <p:sp>
        <p:nvSpPr>
          <p:cNvPr id="52" name="Freeform 45">
            <a:extLst>
              <a:ext uri="{FF2B5EF4-FFF2-40B4-BE49-F238E27FC236}">
                <a16:creationId xmlns:a16="http://schemas.microsoft.com/office/drawing/2014/main" id="{76557001-93F0-7B0E-F099-4ABF592B8A56}"/>
              </a:ext>
            </a:extLst>
          </p:cNvPr>
          <p:cNvSpPr>
            <a:spLocks noChangeAspect="1" noChangeArrowheads="1"/>
          </p:cNvSpPr>
          <p:nvPr/>
        </p:nvSpPr>
        <p:spPr bwMode="auto">
          <a:xfrm>
            <a:off x="2271369" y="4941034"/>
            <a:ext cx="267331" cy="291607"/>
          </a:xfrm>
          <a:custGeom>
            <a:avLst/>
            <a:gdLst>
              <a:gd name="T0" fmla="*/ 2147483646 w 811"/>
              <a:gd name="T1" fmla="*/ 2147483646 h 811"/>
              <a:gd name="T2" fmla="*/ 2147483646 w 811"/>
              <a:gd name="T3" fmla="*/ 2147483646 h 811"/>
              <a:gd name="T4" fmla="*/ 2147483646 w 811"/>
              <a:gd name="T5" fmla="*/ 2147483646 h 811"/>
              <a:gd name="T6" fmla="*/ 2147483646 w 811"/>
              <a:gd name="T7" fmla="*/ 2147483646 h 811"/>
              <a:gd name="T8" fmla="*/ 2147483646 w 811"/>
              <a:gd name="T9" fmla="*/ 2147483646 h 811"/>
              <a:gd name="T10" fmla="*/ 2147483646 w 811"/>
              <a:gd name="T11" fmla="*/ 2147483646 h 811"/>
              <a:gd name="T12" fmla="*/ 2147483646 w 811"/>
              <a:gd name="T13" fmla="*/ 2147483646 h 811"/>
              <a:gd name="T14" fmla="*/ 2147483646 w 811"/>
              <a:gd name="T15" fmla="*/ 2147483646 h 811"/>
              <a:gd name="T16" fmla="*/ 2147483646 w 811"/>
              <a:gd name="T17" fmla="*/ 2147483646 h 811"/>
              <a:gd name="T18" fmla="*/ 2147483646 w 811"/>
              <a:gd name="T19" fmla="*/ 2147483646 h 811"/>
              <a:gd name="T20" fmla="*/ 2147483646 w 811"/>
              <a:gd name="T21" fmla="*/ 2147483646 h 811"/>
              <a:gd name="T22" fmla="*/ 2147483646 w 811"/>
              <a:gd name="T23" fmla="*/ 2147483646 h 811"/>
              <a:gd name="T24" fmla="*/ 2147483646 w 811"/>
              <a:gd name="T25" fmla="*/ 2147483646 h 811"/>
              <a:gd name="T26" fmla="*/ 2147483646 w 811"/>
              <a:gd name="T27" fmla="*/ 2147483646 h 811"/>
              <a:gd name="T28" fmla="*/ 2147483646 w 811"/>
              <a:gd name="T29" fmla="*/ 2147483646 h 811"/>
              <a:gd name="T30" fmla="*/ 2147483646 w 811"/>
              <a:gd name="T31" fmla="*/ 2147483646 h 811"/>
              <a:gd name="T32" fmla="*/ 2147483646 w 811"/>
              <a:gd name="T33" fmla="*/ 2147483646 h 811"/>
              <a:gd name="T34" fmla="*/ 2147483646 w 811"/>
              <a:gd name="T35" fmla="*/ 2147483646 h 811"/>
              <a:gd name="T36" fmla="*/ 2147483646 w 811"/>
              <a:gd name="T37" fmla="*/ 2147483646 h 811"/>
              <a:gd name="T38" fmla="*/ 2147483646 w 811"/>
              <a:gd name="T39" fmla="*/ 2147483646 h 811"/>
              <a:gd name="T40" fmla="*/ 2147483646 w 811"/>
              <a:gd name="T41" fmla="*/ 2147483646 h 811"/>
              <a:gd name="T42" fmla="*/ 2147483646 w 811"/>
              <a:gd name="T43" fmla="*/ 2147483646 h 811"/>
              <a:gd name="T44" fmla="*/ 2147483646 w 811"/>
              <a:gd name="T45" fmla="*/ 2147483646 h 811"/>
              <a:gd name="T46" fmla="*/ 2147483646 w 811"/>
              <a:gd name="T47" fmla="*/ 2147483646 h 811"/>
              <a:gd name="T48" fmla="*/ 2147483646 w 811"/>
              <a:gd name="T49" fmla="*/ 2147483646 h 811"/>
              <a:gd name="T50" fmla="*/ 2147483646 w 811"/>
              <a:gd name="T51" fmla="*/ 2147483646 h 811"/>
              <a:gd name="T52" fmla="*/ 2147483646 w 811"/>
              <a:gd name="T53" fmla="*/ 2147483646 h 811"/>
              <a:gd name="T54" fmla="*/ 2147483646 w 811"/>
              <a:gd name="T55" fmla="*/ 2147483646 h 811"/>
              <a:gd name="T56" fmla="*/ 2147483646 w 811"/>
              <a:gd name="T57" fmla="*/ 2147483646 h 811"/>
              <a:gd name="T58" fmla="*/ 2147483646 w 811"/>
              <a:gd name="T59" fmla="*/ 2147483646 h 811"/>
              <a:gd name="T60" fmla="*/ 2147483646 w 811"/>
              <a:gd name="T61" fmla="*/ 2147483646 h 811"/>
              <a:gd name="T62" fmla="*/ 2147483646 w 811"/>
              <a:gd name="T63" fmla="*/ 2147483646 h 811"/>
              <a:gd name="T64" fmla="*/ 2147483646 w 811"/>
              <a:gd name="T65" fmla="*/ 2147483646 h 811"/>
              <a:gd name="T66" fmla="*/ 2147483646 w 811"/>
              <a:gd name="T67" fmla="*/ 2147483646 h 811"/>
              <a:gd name="T68" fmla="*/ 2147483646 w 811"/>
              <a:gd name="T69" fmla="*/ 2147483646 h 811"/>
              <a:gd name="T70" fmla="*/ 2147483646 w 811"/>
              <a:gd name="T71" fmla="*/ 2147483646 h 811"/>
              <a:gd name="T72" fmla="*/ 2147483646 w 811"/>
              <a:gd name="T73" fmla="*/ 2147483646 h 811"/>
              <a:gd name="T74" fmla="*/ 2147483646 w 811"/>
              <a:gd name="T75" fmla="*/ 2147483646 h 811"/>
              <a:gd name="T76" fmla="*/ 2147483646 w 811"/>
              <a:gd name="T77" fmla="*/ 2147483646 h 811"/>
              <a:gd name="T78" fmla="*/ 2147483646 w 811"/>
              <a:gd name="T79" fmla="*/ 2147483646 h 811"/>
              <a:gd name="T80" fmla="*/ 2147483646 w 811"/>
              <a:gd name="T81" fmla="*/ 2147483646 h 811"/>
              <a:gd name="T82" fmla="*/ 2147483646 w 811"/>
              <a:gd name="T83" fmla="*/ 2147483646 h 811"/>
              <a:gd name="T84" fmla="*/ 2147483646 w 811"/>
              <a:gd name="T85" fmla="*/ 2147483646 h 811"/>
              <a:gd name="T86" fmla="*/ 2147483646 w 811"/>
              <a:gd name="T87" fmla="*/ 2147483646 h 811"/>
              <a:gd name="T88" fmla="*/ 2147483646 w 811"/>
              <a:gd name="T89" fmla="*/ 2147483646 h 811"/>
              <a:gd name="T90" fmla="*/ 2147483646 w 811"/>
              <a:gd name="T91" fmla="*/ 2147483646 h 811"/>
              <a:gd name="T92" fmla="*/ 2147483646 w 811"/>
              <a:gd name="T93" fmla="*/ 2147483646 h 811"/>
              <a:gd name="T94" fmla="*/ 2147483646 w 811"/>
              <a:gd name="T95" fmla="*/ 2147483646 h 811"/>
              <a:gd name="T96" fmla="*/ 2147483646 w 811"/>
              <a:gd name="T97" fmla="*/ 2147483646 h 811"/>
              <a:gd name="T98" fmla="*/ 2147483646 w 811"/>
              <a:gd name="T99" fmla="*/ 2147483646 h 811"/>
              <a:gd name="T100" fmla="*/ 0 w 811"/>
              <a:gd name="T101" fmla="*/ 2147483646 h 811"/>
              <a:gd name="T102" fmla="*/ 2147483646 w 811"/>
              <a:gd name="T103" fmla="*/ 2147483646 h 811"/>
              <a:gd name="T104" fmla="*/ 2147483646 w 811"/>
              <a:gd name="T105" fmla="*/ 2147483646 h 811"/>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811" h="811">
                <a:moveTo>
                  <a:pt x="784" y="393"/>
                </a:moveTo>
                <a:lnTo>
                  <a:pt x="686" y="393"/>
                </a:lnTo>
                <a:cubicBezTo>
                  <a:pt x="684" y="342"/>
                  <a:pt x="668" y="295"/>
                  <a:pt x="642" y="254"/>
                </a:cubicBezTo>
                <a:lnTo>
                  <a:pt x="666" y="254"/>
                </a:lnTo>
                <a:cubicBezTo>
                  <a:pt x="669" y="254"/>
                  <a:pt x="673" y="253"/>
                  <a:pt x="675" y="251"/>
                </a:cubicBezTo>
                <a:lnTo>
                  <a:pt x="724" y="201"/>
                </a:lnTo>
                <a:cubicBezTo>
                  <a:pt x="760" y="257"/>
                  <a:pt x="782" y="323"/>
                  <a:pt x="784" y="393"/>
                </a:cubicBezTo>
                <a:close/>
                <a:moveTo>
                  <a:pt x="417" y="785"/>
                </a:moveTo>
                <a:lnTo>
                  <a:pt x="417" y="686"/>
                </a:lnTo>
                <a:cubicBezTo>
                  <a:pt x="563" y="681"/>
                  <a:pt x="680" y="563"/>
                  <a:pt x="686" y="418"/>
                </a:cubicBezTo>
                <a:lnTo>
                  <a:pt x="784" y="418"/>
                </a:lnTo>
                <a:cubicBezTo>
                  <a:pt x="778" y="618"/>
                  <a:pt x="617" y="779"/>
                  <a:pt x="417" y="785"/>
                </a:cubicBezTo>
                <a:close/>
                <a:moveTo>
                  <a:pt x="25" y="418"/>
                </a:moveTo>
                <a:lnTo>
                  <a:pt x="123" y="418"/>
                </a:lnTo>
                <a:cubicBezTo>
                  <a:pt x="130" y="563"/>
                  <a:pt x="247" y="681"/>
                  <a:pt x="393" y="686"/>
                </a:cubicBezTo>
                <a:lnTo>
                  <a:pt x="393" y="785"/>
                </a:lnTo>
                <a:cubicBezTo>
                  <a:pt x="193" y="779"/>
                  <a:pt x="31" y="618"/>
                  <a:pt x="25" y="418"/>
                </a:cubicBezTo>
                <a:close/>
                <a:moveTo>
                  <a:pt x="393" y="26"/>
                </a:moveTo>
                <a:lnTo>
                  <a:pt x="393" y="124"/>
                </a:lnTo>
                <a:cubicBezTo>
                  <a:pt x="247" y="131"/>
                  <a:pt x="130" y="248"/>
                  <a:pt x="123" y="393"/>
                </a:cubicBezTo>
                <a:lnTo>
                  <a:pt x="25" y="393"/>
                </a:lnTo>
                <a:cubicBezTo>
                  <a:pt x="31" y="194"/>
                  <a:pt x="193" y="32"/>
                  <a:pt x="393" y="26"/>
                </a:cubicBezTo>
                <a:close/>
                <a:moveTo>
                  <a:pt x="559" y="135"/>
                </a:moveTo>
                <a:lnTo>
                  <a:pt x="559" y="135"/>
                </a:lnTo>
                <a:cubicBezTo>
                  <a:pt x="557" y="138"/>
                  <a:pt x="556" y="141"/>
                  <a:pt x="556" y="144"/>
                </a:cubicBezTo>
                <a:lnTo>
                  <a:pt x="556" y="168"/>
                </a:lnTo>
                <a:cubicBezTo>
                  <a:pt x="515" y="143"/>
                  <a:pt x="468" y="126"/>
                  <a:pt x="417" y="124"/>
                </a:cubicBezTo>
                <a:lnTo>
                  <a:pt x="417" y="26"/>
                </a:lnTo>
                <a:cubicBezTo>
                  <a:pt x="488" y="29"/>
                  <a:pt x="553" y="50"/>
                  <a:pt x="609" y="85"/>
                </a:cubicBezTo>
                <a:lnTo>
                  <a:pt x="559" y="135"/>
                </a:lnTo>
                <a:close/>
                <a:moveTo>
                  <a:pt x="563" y="393"/>
                </a:moveTo>
                <a:lnTo>
                  <a:pt x="563" y="393"/>
                </a:lnTo>
                <a:cubicBezTo>
                  <a:pt x="560" y="359"/>
                  <a:pt x="547" y="327"/>
                  <a:pt x="525" y="302"/>
                </a:cubicBezTo>
                <a:lnTo>
                  <a:pt x="573" y="254"/>
                </a:lnTo>
                <a:lnTo>
                  <a:pt x="612" y="254"/>
                </a:lnTo>
                <a:cubicBezTo>
                  <a:pt x="641" y="294"/>
                  <a:pt x="659" y="342"/>
                  <a:pt x="661" y="393"/>
                </a:cubicBezTo>
                <a:lnTo>
                  <a:pt x="563" y="393"/>
                </a:lnTo>
                <a:close/>
                <a:moveTo>
                  <a:pt x="417" y="564"/>
                </a:moveTo>
                <a:lnTo>
                  <a:pt x="417" y="564"/>
                </a:lnTo>
                <a:cubicBezTo>
                  <a:pt x="495" y="558"/>
                  <a:pt x="558" y="496"/>
                  <a:pt x="563" y="418"/>
                </a:cubicBezTo>
                <a:lnTo>
                  <a:pt x="661" y="418"/>
                </a:lnTo>
                <a:cubicBezTo>
                  <a:pt x="655" y="550"/>
                  <a:pt x="549" y="656"/>
                  <a:pt x="417" y="662"/>
                </a:cubicBezTo>
                <a:lnTo>
                  <a:pt x="417" y="564"/>
                </a:lnTo>
                <a:close/>
                <a:moveTo>
                  <a:pt x="246" y="418"/>
                </a:moveTo>
                <a:lnTo>
                  <a:pt x="246" y="418"/>
                </a:lnTo>
                <a:cubicBezTo>
                  <a:pt x="252" y="496"/>
                  <a:pt x="314" y="558"/>
                  <a:pt x="393" y="564"/>
                </a:cubicBezTo>
                <a:lnTo>
                  <a:pt x="393" y="662"/>
                </a:lnTo>
                <a:cubicBezTo>
                  <a:pt x="260" y="656"/>
                  <a:pt x="154" y="550"/>
                  <a:pt x="148" y="418"/>
                </a:cubicBezTo>
                <a:lnTo>
                  <a:pt x="246" y="418"/>
                </a:lnTo>
                <a:close/>
                <a:moveTo>
                  <a:pt x="393" y="246"/>
                </a:moveTo>
                <a:lnTo>
                  <a:pt x="393" y="246"/>
                </a:lnTo>
                <a:cubicBezTo>
                  <a:pt x="314" y="253"/>
                  <a:pt x="252" y="315"/>
                  <a:pt x="246" y="393"/>
                </a:cubicBezTo>
                <a:lnTo>
                  <a:pt x="148" y="393"/>
                </a:lnTo>
                <a:cubicBezTo>
                  <a:pt x="154" y="261"/>
                  <a:pt x="260" y="155"/>
                  <a:pt x="393" y="149"/>
                </a:cubicBezTo>
                <a:lnTo>
                  <a:pt x="393" y="246"/>
                </a:lnTo>
                <a:close/>
                <a:moveTo>
                  <a:pt x="508" y="285"/>
                </a:moveTo>
                <a:lnTo>
                  <a:pt x="508" y="285"/>
                </a:lnTo>
                <a:cubicBezTo>
                  <a:pt x="483" y="263"/>
                  <a:pt x="452" y="249"/>
                  <a:pt x="417" y="246"/>
                </a:cubicBezTo>
                <a:lnTo>
                  <a:pt x="417" y="148"/>
                </a:lnTo>
                <a:cubicBezTo>
                  <a:pt x="469" y="151"/>
                  <a:pt x="516" y="169"/>
                  <a:pt x="556" y="198"/>
                </a:cubicBezTo>
                <a:lnTo>
                  <a:pt x="556" y="237"/>
                </a:lnTo>
                <a:lnTo>
                  <a:pt x="508" y="285"/>
                </a:lnTo>
                <a:close/>
                <a:moveTo>
                  <a:pt x="503" y="418"/>
                </a:moveTo>
                <a:lnTo>
                  <a:pt x="539" y="418"/>
                </a:lnTo>
                <a:cubicBezTo>
                  <a:pt x="533" y="482"/>
                  <a:pt x="481" y="534"/>
                  <a:pt x="417" y="540"/>
                </a:cubicBezTo>
                <a:lnTo>
                  <a:pt x="417" y="504"/>
                </a:lnTo>
                <a:cubicBezTo>
                  <a:pt x="417" y="497"/>
                  <a:pt x="411" y="491"/>
                  <a:pt x="405" y="491"/>
                </a:cubicBezTo>
                <a:cubicBezTo>
                  <a:pt x="398" y="491"/>
                  <a:pt x="393" y="497"/>
                  <a:pt x="393" y="504"/>
                </a:cubicBezTo>
                <a:lnTo>
                  <a:pt x="393" y="540"/>
                </a:lnTo>
                <a:cubicBezTo>
                  <a:pt x="328" y="534"/>
                  <a:pt x="276" y="482"/>
                  <a:pt x="270" y="418"/>
                </a:cubicBezTo>
                <a:lnTo>
                  <a:pt x="307" y="418"/>
                </a:lnTo>
                <a:cubicBezTo>
                  <a:pt x="313" y="418"/>
                  <a:pt x="319" y="412"/>
                  <a:pt x="319" y="406"/>
                </a:cubicBezTo>
                <a:cubicBezTo>
                  <a:pt x="319" y="399"/>
                  <a:pt x="313" y="393"/>
                  <a:pt x="307" y="393"/>
                </a:cubicBezTo>
                <a:lnTo>
                  <a:pt x="270" y="393"/>
                </a:lnTo>
                <a:cubicBezTo>
                  <a:pt x="276" y="329"/>
                  <a:pt x="328" y="277"/>
                  <a:pt x="393" y="271"/>
                </a:cubicBezTo>
                <a:lnTo>
                  <a:pt x="393" y="308"/>
                </a:lnTo>
                <a:cubicBezTo>
                  <a:pt x="393" y="314"/>
                  <a:pt x="398" y="320"/>
                  <a:pt x="405" y="320"/>
                </a:cubicBezTo>
                <a:cubicBezTo>
                  <a:pt x="411" y="320"/>
                  <a:pt x="417" y="314"/>
                  <a:pt x="417" y="308"/>
                </a:cubicBezTo>
                <a:lnTo>
                  <a:pt x="417" y="271"/>
                </a:lnTo>
                <a:cubicBezTo>
                  <a:pt x="445" y="274"/>
                  <a:pt x="471" y="285"/>
                  <a:pt x="490" y="302"/>
                </a:cubicBezTo>
                <a:lnTo>
                  <a:pt x="396" y="397"/>
                </a:lnTo>
                <a:cubicBezTo>
                  <a:pt x="391" y="401"/>
                  <a:pt x="391" y="409"/>
                  <a:pt x="396" y="414"/>
                </a:cubicBezTo>
                <a:cubicBezTo>
                  <a:pt x="398" y="416"/>
                  <a:pt x="401" y="418"/>
                  <a:pt x="405" y="418"/>
                </a:cubicBezTo>
                <a:cubicBezTo>
                  <a:pt x="408" y="418"/>
                  <a:pt x="411" y="416"/>
                  <a:pt x="413" y="414"/>
                </a:cubicBezTo>
                <a:lnTo>
                  <a:pt x="508" y="319"/>
                </a:lnTo>
                <a:cubicBezTo>
                  <a:pt x="525" y="340"/>
                  <a:pt x="536" y="365"/>
                  <a:pt x="539" y="393"/>
                </a:cubicBezTo>
                <a:lnTo>
                  <a:pt x="503" y="393"/>
                </a:lnTo>
                <a:cubicBezTo>
                  <a:pt x="496" y="393"/>
                  <a:pt x="490" y="399"/>
                  <a:pt x="490" y="406"/>
                </a:cubicBezTo>
                <a:cubicBezTo>
                  <a:pt x="490" y="412"/>
                  <a:pt x="496" y="418"/>
                  <a:pt x="503" y="418"/>
                </a:cubicBezTo>
                <a:close/>
                <a:moveTo>
                  <a:pt x="687" y="43"/>
                </a:moveTo>
                <a:lnTo>
                  <a:pt x="687" y="112"/>
                </a:lnTo>
                <a:cubicBezTo>
                  <a:pt x="687" y="118"/>
                  <a:pt x="692" y="124"/>
                  <a:pt x="699" y="124"/>
                </a:cubicBezTo>
                <a:lnTo>
                  <a:pt x="767" y="124"/>
                </a:lnTo>
                <a:lnTo>
                  <a:pt x="661" y="230"/>
                </a:lnTo>
                <a:lnTo>
                  <a:pt x="580" y="230"/>
                </a:lnTo>
                <a:lnTo>
                  <a:pt x="580" y="149"/>
                </a:lnTo>
                <a:lnTo>
                  <a:pt x="687" y="43"/>
                </a:lnTo>
                <a:close/>
                <a:moveTo>
                  <a:pt x="805" y="120"/>
                </a:moveTo>
                <a:lnTo>
                  <a:pt x="805" y="120"/>
                </a:lnTo>
                <a:cubicBezTo>
                  <a:pt x="809" y="117"/>
                  <a:pt x="810" y="112"/>
                  <a:pt x="808" y="107"/>
                </a:cubicBezTo>
                <a:cubicBezTo>
                  <a:pt x="806" y="102"/>
                  <a:pt x="802" y="99"/>
                  <a:pt x="797" y="99"/>
                </a:cubicBezTo>
                <a:lnTo>
                  <a:pt x="729" y="99"/>
                </a:lnTo>
                <a:lnTo>
                  <a:pt x="805" y="22"/>
                </a:lnTo>
                <a:cubicBezTo>
                  <a:pt x="810" y="17"/>
                  <a:pt x="810" y="9"/>
                  <a:pt x="805" y="4"/>
                </a:cubicBezTo>
                <a:cubicBezTo>
                  <a:pt x="801" y="0"/>
                  <a:pt x="793" y="0"/>
                  <a:pt x="788" y="4"/>
                </a:cubicBezTo>
                <a:lnTo>
                  <a:pt x="711" y="82"/>
                </a:lnTo>
                <a:lnTo>
                  <a:pt x="711" y="13"/>
                </a:lnTo>
                <a:cubicBezTo>
                  <a:pt x="711" y="9"/>
                  <a:pt x="708" y="4"/>
                  <a:pt x="703" y="2"/>
                </a:cubicBezTo>
                <a:cubicBezTo>
                  <a:pt x="699" y="0"/>
                  <a:pt x="694" y="1"/>
                  <a:pt x="690" y="4"/>
                </a:cubicBezTo>
                <a:lnTo>
                  <a:pt x="627" y="68"/>
                </a:lnTo>
                <a:cubicBezTo>
                  <a:pt x="563" y="26"/>
                  <a:pt x="486" y="1"/>
                  <a:pt x="405" y="1"/>
                </a:cubicBezTo>
                <a:cubicBezTo>
                  <a:pt x="182" y="1"/>
                  <a:pt x="0" y="183"/>
                  <a:pt x="0" y="406"/>
                </a:cubicBezTo>
                <a:cubicBezTo>
                  <a:pt x="0" y="628"/>
                  <a:pt x="182" y="810"/>
                  <a:pt x="405" y="810"/>
                </a:cubicBezTo>
                <a:cubicBezTo>
                  <a:pt x="627" y="810"/>
                  <a:pt x="809" y="628"/>
                  <a:pt x="809" y="406"/>
                </a:cubicBezTo>
                <a:cubicBezTo>
                  <a:pt x="809" y="323"/>
                  <a:pt x="784" y="247"/>
                  <a:pt x="742" y="184"/>
                </a:cubicBezTo>
                <a:lnTo>
                  <a:pt x="805" y="120"/>
                </a:lnTo>
                <a:close/>
              </a:path>
            </a:pathLst>
          </a:custGeom>
          <a:solidFill>
            <a:srgbClr val="1A171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2400"/>
          </a:p>
        </p:txBody>
      </p:sp>
      <p:sp>
        <p:nvSpPr>
          <p:cNvPr id="53" name="Subtitle 2">
            <a:extLst>
              <a:ext uri="{FF2B5EF4-FFF2-40B4-BE49-F238E27FC236}">
                <a16:creationId xmlns:a16="http://schemas.microsoft.com/office/drawing/2014/main" id="{CCC3EF8F-BBB1-C73B-E935-8780CEA2CC79}"/>
              </a:ext>
            </a:extLst>
          </p:cNvPr>
          <p:cNvSpPr txBox="1">
            <a:spLocks/>
          </p:cNvSpPr>
          <p:nvPr/>
        </p:nvSpPr>
        <p:spPr>
          <a:xfrm>
            <a:off x="2197393" y="883521"/>
            <a:ext cx="7609799" cy="252057"/>
          </a:xfrm>
          <a:prstGeom prst="rect">
            <a:avLst/>
          </a:prstGeom>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751"/>
              </a:lnSpc>
            </a:pPr>
            <a:r>
              <a:rPr lang="fr-FR" sz="1200">
                <a:solidFill>
                  <a:schemeClr val="tx1"/>
                </a:solidFill>
                <a:latin typeface="Lato Light" panose="020F0502020204030203" pitchFamily="34" charset="0"/>
                <a:ea typeface="Lato Light" panose="020F0502020204030203" pitchFamily="34" charset="0"/>
                <a:cs typeface="Mukta ExtraLight" panose="020B0000000000000000" pitchFamily="34" charset="77"/>
              </a:rPr>
              <a:t>Le pilotage du processus au travers de KPI et une automatisation partielle au travers  d'algorithmes </a:t>
            </a:r>
            <a:endParaRPr lang="fr-FR" sz="1200" dirty="0">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p:txBody>
      </p:sp>
      <p:sp>
        <p:nvSpPr>
          <p:cNvPr id="54" name="Freeform 45">
            <a:extLst>
              <a:ext uri="{FF2B5EF4-FFF2-40B4-BE49-F238E27FC236}">
                <a16:creationId xmlns:a16="http://schemas.microsoft.com/office/drawing/2014/main" id="{605D8E5D-14B6-6F4C-8623-DA8B6860447B}"/>
              </a:ext>
            </a:extLst>
          </p:cNvPr>
          <p:cNvSpPr>
            <a:spLocks noChangeAspect="1" noChangeArrowheads="1"/>
          </p:cNvSpPr>
          <p:nvPr/>
        </p:nvSpPr>
        <p:spPr bwMode="auto">
          <a:xfrm>
            <a:off x="3772769" y="2720610"/>
            <a:ext cx="267331" cy="291607"/>
          </a:xfrm>
          <a:custGeom>
            <a:avLst/>
            <a:gdLst>
              <a:gd name="T0" fmla="*/ 2147483646 w 811"/>
              <a:gd name="T1" fmla="*/ 2147483646 h 811"/>
              <a:gd name="T2" fmla="*/ 2147483646 w 811"/>
              <a:gd name="T3" fmla="*/ 2147483646 h 811"/>
              <a:gd name="T4" fmla="*/ 2147483646 w 811"/>
              <a:gd name="T5" fmla="*/ 2147483646 h 811"/>
              <a:gd name="T6" fmla="*/ 2147483646 w 811"/>
              <a:gd name="T7" fmla="*/ 2147483646 h 811"/>
              <a:gd name="T8" fmla="*/ 2147483646 w 811"/>
              <a:gd name="T9" fmla="*/ 2147483646 h 811"/>
              <a:gd name="T10" fmla="*/ 2147483646 w 811"/>
              <a:gd name="T11" fmla="*/ 2147483646 h 811"/>
              <a:gd name="T12" fmla="*/ 2147483646 w 811"/>
              <a:gd name="T13" fmla="*/ 2147483646 h 811"/>
              <a:gd name="T14" fmla="*/ 2147483646 w 811"/>
              <a:gd name="T15" fmla="*/ 2147483646 h 811"/>
              <a:gd name="T16" fmla="*/ 2147483646 w 811"/>
              <a:gd name="T17" fmla="*/ 2147483646 h 811"/>
              <a:gd name="T18" fmla="*/ 2147483646 w 811"/>
              <a:gd name="T19" fmla="*/ 2147483646 h 811"/>
              <a:gd name="T20" fmla="*/ 2147483646 w 811"/>
              <a:gd name="T21" fmla="*/ 2147483646 h 811"/>
              <a:gd name="T22" fmla="*/ 2147483646 w 811"/>
              <a:gd name="T23" fmla="*/ 2147483646 h 811"/>
              <a:gd name="T24" fmla="*/ 2147483646 w 811"/>
              <a:gd name="T25" fmla="*/ 2147483646 h 811"/>
              <a:gd name="T26" fmla="*/ 2147483646 w 811"/>
              <a:gd name="T27" fmla="*/ 2147483646 h 811"/>
              <a:gd name="T28" fmla="*/ 2147483646 w 811"/>
              <a:gd name="T29" fmla="*/ 2147483646 h 811"/>
              <a:gd name="T30" fmla="*/ 2147483646 w 811"/>
              <a:gd name="T31" fmla="*/ 2147483646 h 811"/>
              <a:gd name="T32" fmla="*/ 2147483646 w 811"/>
              <a:gd name="T33" fmla="*/ 2147483646 h 811"/>
              <a:gd name="T34" fmla="*/ 2147483646 w 811"/>
              <a:gd name="T35" fmla="*/ 2147483646 h 811"/>
              <a:gd name="T36" fmla="*/ 2147483646 w 811"/>
              <a:gd name="T37" fmla="*/ 2147483646 h 811"/>
              <a:gd name="T38" fmla="*/ 2147483646 w 811"/>
              <a:gd name="T39" fmla="*/ 2147483646 h 811"/>
              <a:gd name="T40" fmla="*/ 2147483646 w 811"/>
              <a:gd name="T41" fmla="*/ 2147483646 h 811"/>
              <a:gd name="T42" fmla="*/ 2147483646 w 811"/>
              <a:gd name="T43" fmla="*/ 2147483646 h 811"/>
              <a:gd name="T44" fmla="*/ 2147483646 w 811"/>
              <a:gd name="T45" fmla="*/ 2147483646 h 811"/>
              <a:gd name="T46" fmla="*/ 2147483646 w 811"/>
              <a:gd name="T47" fmla="*/ 2147483646 h 811"/>
              <a:gd name="T48" fmla="*/ 2147483646 w 811"/>
              <a:gd name="T49" fmla="*/ 2147483646 h 811"/>
              <a:gd name="T50" fmla="*/ 2147483646 w 811"/>
              <a:gd name="T51" fmla="*/ 2147483646 h 811"/>
              <a:gd name="T52" fmla="*/ 2147483646 w 811"/>
              <a:gd name="T53" fmla="*/ 2147483646 h 811"/>
              <a:gd name="T54" fmla="*/ 2147483646 w 811"/>
              <a:gd name="T55" fmla="*/ 2147483646 h 811"/>
              <a:gd name="T56" fmla="*/ 2147483646 w 811"/>
              <a:gd name="T57" fmla="*/ 2147483646 h 811"/>
              <a:gd name="T58" fmla="*/ 2147483646 w 811"/>
              <a:gd name="T59" fmla="*/ 2147483646 h 811"/>
              <a:gd name="T60" fmla="*/ 2147483646 w 811"/>
              <a:gd name="T61" fmla="*/ 2147483646 h 811"/>
              <a:gd name="T62" fmla="*/ 2147483646 w 811"/>
              <a:gd name="T63" fmla="*/ 2147483646 h 811"/>
              <a:gd name="T64" fmla="*/ 2147483646 w 811"/>
              <a:gd name="T65" fmla="*/ 2147483646 h 811"/>
              <a:gd name="T66" fmla="*/ 2147483646 w 811"/>
              <a:gd name="T67" fmla="*/ 2147483646 h 811"/>
              <a:gd name="T68" fmla="*/ 2147483646 w 811"/>
              <a:gd name="T69" fmla="*/ 2147483646 h 811"/>
              <a:gd name="T70" fmla="*/ 2147483646 w 811"/>
              <a:gd name="T71" fmla="*/ 2147483646 h 811"/>
              <a:gd name="T72" fmla="*/ 2147483646 w 811"/>
              <a:gd name="T73" fmla="*/ 2147483646 h 811"/>
              <a:gd name="T74" fmla="*/ 2147483646 w 811"/>
              <a:gd name="T75" fmla="*/ 2147483646 h 811"/>
              <a:gd name="T76" fmla="*/ 2147483646 w 811"/>
              <a:gd name="T77" fmla="*/ 2147483646 h 811"/>
              <a:gd name="T78" fmla="*/ 2147483646 w 811"/>
              <a:gd name="T79" fmla="*/ 2147483646 h 811"/>
              <a:gd name="T80" fmla="*/ 2147483646 w 811"/>
              <a:gd name="T81" fmla="*/ 2147483646 h 811"/>
              <a:gd name="T82" fmla="*/ 2147483646 w 811"/>
              <a:gd name="T83" fmla="*/ 2147483646 h 811"/>
              <a:gd name="T84" fmla="*/ 2147483646 w 811"/>
              <a:gd name="T85" fmla="*/ 2147483646 h 811"/>
              <a:gd name="T86" fmla="*/ 2147483646 w 811"/>
              <a:gd name="T87" fmla="*/ 2147483646 h 811"/>
              <a:gd name="T88" fmla="*/ 2147483646 w 811"/>
              <a:gd name="T89" fmla="*/ 2147483646 h 811"/>
              <a:gd name="T90" fmla="*/ 2147483646 w 811"/>
              <a:gd name="T91" fmla="*/ 2147483646 h 811"/>
              <a:gd name="T92" fmla="*/ 2147483646 w 811"/>
              <a:gd name="T93" fmla="*/ 2147483646 h 811"/>
              <a:gd name="T94" fmla="*/ 2147483646 w 811"/>
              <a:gd name="T95" fmla="*/ 2147483646 h 811"/>
              <a:gd name="T96" fmla="*/ 2147483646 w 811"/>
              <a:gd name="T97" fmla="*/ 2147483646 h 811"/>
              <a:gd name="T98" fmla="*/ 2147483646 w 811"/>
              <a:gd name="T99" fmla="*/ 2147483646 h 811"/>
              <a:gd name="T100" fmla="*/ 0 w 811"/>
              <a:gd name="T101" fmla="*/ 2147483646 h 811"/>
              <a:gd name="T102" fmla="*/ 2147483646 w 811"/>
              <a:gd name="T103" fmla="*/ 2147483646 h 811"/>
              <a:gd name="T104" fmla="*/ 2147483646 w 811"/>
              <a:gd name="T105" fmla="*/ 2147483646 h 811"/>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811" h="811">
                <a:moveTo>
                  <a:pt x="784" y="393"/>
                </a:moveTo>
                <a:lnTo>
                  <a:pt x="686" y="393"/>
                </a:lnTo>
                <a:cubicBezTo>
                  <a:pt x="684" y="342"/>
                  <a:pt x="668" y="295"/>
                  <a:pt x="642" y="254"/>
                </a:cubicBezTo>
                <a:lnTo>
                  <a:pt x="666" y="254"/>
                </a:lnTo>
                <a:cubicBezTo>
                  <a:pt x="669" y="254"/>
                  <a:pt x="673" y="253"/>
                  <a:pt x="675" y="251"/>
                </a:cubicBezTo>
                <a:lnTo>
                  <a:pt x="724" y="201"/>
                </a:lnTo>
                <a:cubicBezTo>
                  <a:pt x="760" y="257"/>
                  <a:pt x="782" y="323"/>
                  <a:pt x="784" y="393"/>
                </a:cubicBezTo>
                <a:close/>
                <a:moveTo>
                  <a:pt x="417" y="785"/>
                </a:moveTo>
                <a:lnTo>
                  <a:pt x="417" y="686"/>
                </a:lnTo>
                <a:cubicBezTo>
                  <a:pt x="563" y="681"/>
                  <a:pt x="680" y="563"/>
                  <a:pt x="686" y="418"/>
                </a:cubicBezTo>
                <a:lnTo>
                  <a:pt x="784" y="418"/>
                </a:lnTo>
                <a:cubicBezTo>
                  <a:pt x="778" y="618"/>
                  <a:pt x="617" y="779"/>
                  <a:pt x="417" y="785"/>
                </a:cubicBezTo>
                <a:close/>
                <a:moveTo>
                  <a:pt x="25" y="418"/>
                </a:moveTo>
                <a:lnTo>
                  <a:pt x="123" y="418"/>
                </a:lnTo>
                <a:cubicBezTo>
                  <a:pt x="130" y="563"/>
                  <a:pt x="247" y="681"/>
                  <a:pt x="393" y="686"/>
                </a:cubicBezTo>
                <a:lnTo>
                  <a:pt x="393" y="785"/>
                </a:lnTo>
                <a:cubicBezTo>
                  <a:pt x="193" y="779"/>
                  <a:pt x="31" y="618"/>
                  <a:pt x="25" y="418"/>
                </a:cubicBezTo>
                <a:close/>
                <a:moveTo>
                  <a:pt x="393" y="26"/>
                </a:moveTo>
                <a:lnTo>
                  <a:pt x="393" y="124"/>
                </a:lnTo>
                <a:cubicBezTo>
                  <a:pt x="247" y="131"/>
                  <a:pt x="130" y="248"/>
                  <a:pt x="123" y="393"/>
                </a:cubicBezTo>
                <a:lnTo>
                  <a:pt x="25" y="393"/>
                </a:lnTo>
                <a:cubicBezTo>
                  <a:pt x="31" y="194"/>
                  <a:pt x="193" y="32"/>
                  <a:pt x="393" y="26"/>
                </a:cubicBezTo>
                <a:close/>
                <a:moveTo>
                  <a:pt x="559" y="135"/>
                </a:moveTo>
                <a:lnTo>
                  <a:pt x="559" y="135"/>
                </a:lnTo>
                <a:cubicBezTo>
                  <a:pt x="557" y="138"/>
                  <a:pt x="556" y="141"/>
                  <a:pt x="556" y="144"/>
                </a:cubicBezTo>
                <a:lnTo>
                  <a:pt x="556" y="168"/>
                </a:lnTo>
                <a:cubicBezTo>
                  <a:pt x="515" y="143"/>
                  <a:pt x="468" y="126"/>
                  <a:pt x="417" y="124"/>
                </a:cubicBezTo>
                <a:lnTo>
                  <a:pt x="417" y="26"/>
                </a:lnTo>
                <a:cubicBezTo>
                  <a:pt x="488" y="29"/>
                  <a:pt x="553" y="50"/>
                  <a:pt x="609" y="85"/>
                </a:cubicBezTo>
                <a:lnTo>
                  <a:pt x="559" y="135"/>
                </a:lnTo>
                <a:close/>
                <a:moveTo>
                  <a:pt x="563" y="393"/>
                </a:moveTo>
                <a:lnTo>
                  <a:pt x="563" y="393"/>
                </a:lnTo>
                <a:cubicBezTo>
                  <a:pt x="560" y="359"/>
                  <a:pt x="547" y="327"/>
                  <a:pt x="525" y="302"/>
                </a:cubicBezTo>
                <a:lnTo>
                  <a:pt x="573" y="254"/>
                </a:lnTo>
                <a:lnTo>
                  <a:pt x="612" y="254"/>
                </a:lnTo>
                <a:cubicBezTo>
                  <a:pt x="641" y="294"/>
                  <a:pt x="659" y="342"/>
                  <a:pt x="661" y="393"/>
                </a:cubicBezTo>
                <a:lnTo>
                  <a:pt x="563" y="393"/>
                </a:lnTo>
                <a:close/>
                <a:moveTo>
                  <a:pt x="417" y="564"/>
                </a:moveTo>
                <a:lnTo>
                  <a:pt x="417" y="564"/>
                </a:lnTo>
                <a:cubicBezTo>
                  <a:pt x="495" y="558"/>
                  <a:pt x="558" y="496"/>
                  <a:pt x="563" y="418"/>
                </a:cubicBezTo>
                <a:lnTo>
                  <a:pt x="661" y="418"/>
                </a:lnTo>
                <a:cubicBezTo>
                  <a:pt x="655" y="550"/>
                  <a:pt x="549" y="656"/>
                  <a:pt x="417" y="662"/>
                </a:cubicBezTo>
                <a:lnTo>
                  <a:pt x="417" y="564"/>
                </a:lnTo>
                <a:close/>
                <a:moveTo>
                  <a:pt x="246" y="418"/>
                </a:moveTo>
                <a:lnTo>
                  <a:pt x="246" y="418"/>
                </a:lnTo>
                <a:cubicBezTo>
                  <a:pt x="252" y="496"/>
                  <a:pt x="314" y="558"/>
                  <a:pt x="393" y="564"/>
                </a:cubicBezTo>
                <a:lnTo>
                  <a:pt x="393" y="662"/>
                </a:lnTo>
                <a:cubicBezTo>
                  <a:pt x="260" y="656"/>
                  <a:pt x="154" y="550"/>
                  <a:pt x="148" y="418"/>
                </a:cubicBezTo>
                <a:lnTo>
                  <a:pt x="246" y="418"/>
                </a:lnTo>
                <a:close/>
                <a:moveTo>
                  <a:pt x="393" y="246"/>
                </a:moveTo>
                <a:lnTo>
                  <a:pt x="393" y="246"/>
                </a:lnTo>
                <a:cubicBezTo>
                  <a:pt x="314" y="253"/>
                  <a:pt x="252" y="315"/>
                  <a:pt x="246" y="393"/>
                </a:cubicBezTo>
                <a:lnTo>
                  <a:pt x="148" y="393"/>
                </a:lnTo>
                <a:cubicBezTo>
                  <a:pt x="154" y="261"/>
                  <a:pt x="260" y="155"/>
                  <a:pt x="393" y="149"/>
                </a:cubicBezTo>
                <a:lnTo>
                  <a:pt x="393" y="246"/>
                </a:lnTo>
                <a:close/>
                <a:moveTo>
                  <a:pt x="508" y="285"/>
                </a:moveTo>
                <a:lnTo>
                  <a:pt x="508" y="285"/>
                </a:lnTo>
                <a:cubicBezTo>
                  <a:pt x="483" y="263"/>
                  <a:pt x="452" y="249"/>
                  <a:pt x="417" y="246"/>
                </a:cubicBezTo>
                <a:lnTo>
                  <a:pt x="417" y="148"/>
                </a:lnTo>
                <a:cubicBezTo>
                  <a:pt x="469" y="151"/>
                  <a:pt x="516" y="169"/>
                  <a:pt x="556" y="198"/>
                </a:cubicBezTo>
                <a:lnTo>
                  <a:pt x="556" y="237"/>
                </a:lnTo>
                <a:lnTo>
                  <a:pt x="508" y="285"/>
                </a:lnTo>
                <a:close/>
                <a:moveTo>
                  <a:pt x="503" y="418"/>
                </a:moveTo>
                <a:lnTo>
                  <a:pt x="539" y="418"/>
                </a:lnTo>
                <a:cubicBezTo>
                  <a:pt x="533" y="482"/>
                  <a:pt x="481" y="534"/>
                  <a:pt x="417" y="540"/>
                </a:cubicBezTo>
                <a:lnTo>
                  <a:pt x="417" y="504"/>
                </a:lnTo>
                <a:cubicBezTo>
                  <a:pt x="417" y="497"/>
                  <a:pt x="411" y="491"/>
                  <a:pt x="405" y="491"/>
                </a:cubicBezTo>
                <a:cubicBezTo>
                  <a:pt x="398" y="491"/>
                  <a:pt x="393" y="497"/>
                  <a:pt x="393" y="504"/>
                </a:cubicBezTo>
                <a:lnTo>
                  <a:pt x="393" y="540"/>
                </a:lnTo>
                <a:cubicBezTo>
                  <a:pt x="328" y="534"/>
                  <a:pt x="276" y="482"/>
                  <a:pt x="270" y="418"/>
                </a:cubicBezTo>
                <a:lnTo>
                  <a:pt x="307" y="418"/>
                </a:lnTo>
                <a:cubicBezTo>
                  <a:pt x="313" y="418"/>
                  <a:pt x="319" y="412"/>
                  <a:pt x="319" y="406"/>
                </a:cubicBezTo>
                <a:cubicBezTo>
                  <a:pt x="319" y="399"/>
                  <a:pt x="313" y="393"/>
                  <a:pt x="307" y="393"/>
                </a:cubicBezTo>
                <a:lnTo>
                  <a:pt x="270" y="393"/>
                </a:lnTo>
                <a:cubicBezTo>
                  <a:pt x="276" y="329"/>
                  <a:pt x="328" y="277"/>
                  <a:pt x="393" y="271"/>
                </a:cubicBezTo>
                <a:lnTo>
                  <a:pt x="393" y="308"/>
                </a:lnTo>
                <a:cubicBezTo>
                  <a:pt x="393" y="314"/>
                  <a:pt x="398" y="320"/>
                  <a:pt x="405" y="320"/>
                </a:cubicBezTo>
                <a:cubicBezTo>
                  <a:pt x="411" y="320"/>
                  <a:pt x="417" y="314"/>
                  <a:pt x="417" y="308"/>
                </a:cubicBezTo>
                <a:lnTo>
                  <a:pt x="417" y="271"/>
                </a:lnTo>
                <a:cubicBezTo>
                  <a:pt x="445" y="274"/>
                  <a:pt x="471" y="285"/>
                  <a:pt x="490" y="302"/>
                </a:cubicBezTo>
                <a:lnTo>
                  <a:pt x="396" y="397"/>
                </a:lnTo>
                <a:cubicBezTo>
                  <a:pt x="391" y="401"/>
                  <a:pt x="391" y="409"/>
                  <a:pt x="396" y="414"/>
                </a:cubicBezTo>
                <a:cubicBezTo>
                  <a:pt x="398" y="416"/>
                  <a:pt x="401" y="418"/>
                  <a:pt x="405" y="418"/>
                </a:cubicBezTo>
                <a:cubicBezTo>
                  <a:pt x="408" y="418"/>
                  <a:pt x="411" y="416"/>
                  <a:pt x="413" y="414"/>
                </a:cubicBezTo>
                <a:lnTo>
                  <a:pt x="508" y="319"/>
                </a:lnTo>
                <a:cubicBezTo>
                  <a:pt x="525" y="340"/>
                  <a:pt x="536" y="365"/>
                  <a:pt x="539" y="393"/>
                </a:cubicBezTo>
                <a:lnTo>
                  <a:pt x="503" y="393"/>
                </a:lnTo>
                <a:cubicBezTo>
                  <a:pt x="496" y="393"/>
                  <a:pt x="490" y="399"/>
                  <a:pt x="490" y="406"/>
                </a:cubicBezTo>
                <a:cubicBezTo>
                  <a:pt x="490" y="412"/>
                  <a:pt x="496" y="418"/>
                  <a:pt x="503" y="418"/>
                </a:cubicBezTo>
                <a:close/>
                <a:moveTo>
                  <a:pt x="687" y="43"/>
                </a:moveTo>
                <a:lnTo>
                  <a:pt x="687" y="112"/>
                </a:lnTo>
                <a:cubicBezTo>
                  <a:pt x="687" y="118"/>
                  <a:pt x="692" y="124"/>
                  <a:pt x="699" y="124"/>
                </a:cubicBezTo>
                <a:lnTo>
                  <a:pt x="767" y="124"/>
                </a:lnTo>
                <a:lnTo>
                  <a:pt x="661" y="230"/>
                </a:lnTo>
                <a:lnTo>
                  <a:pt x="580" y="230"/>
                </a:lnTo>
                <a:lnTo>
                  <a:pt x="580" y="149"/>
                </a:lnTo>
                <a:lnTo>
                  <a:pt x="687" y="43"/>
                </a:lnTo>
                <a:close/>
                <a:moveTo>
                  <a:pt x="805" y="120"/>
                </a:moveTo>
                <a:lnTo>
                  <a:pt x="805" y="120"/>
                </a:lnTo>
                <a:cubicBezTo>
                  <a:pt x="809" y="117"/>
                  <a:pt x="810" y="112"/>
                  <a:pt x="808" y="107"/>
                </a:cubicBezTo>
                <a:cubicBezTo>
                  <a:pt x="806" y="102"/>
                  <a:pt x="802" y="99"/>
                  <a:pt x="797" y="99"/>
                </a:cubicBezTo>
                <a:lnTo>
                  <a:pt x="729" y="99"/>
                </a:lnTo>
                <a:lnTo>
                  <a:pt x="805" y="22"/>
                </a:lnTo>
                <a:cubicBezTo>
                  <a:pt x="810" y="17"/>
                  <a:pt x="810" y="9"/>
                  <a:pt x="805" y="4"/>
                </a:cubicBezTo>
                <a:cubicBezTo>
                  <a:pt x="801" y="0"/>
                  <a:pt x="793" y="0"/>
                  <a:pt x="788" y="4"/>
                </a:cubicBezTo>
                <a:lnTo>
                  <a:pt x="711" y="82"/>
                </a:lnTo>
                <a:lnTo>
                  <a:pt x="711" y="13"/>
                </a:lnTo>
                <a:cubicBezTo>
                  <a:pt x="711" y="9"/>
                  <a:pt x="708" y="4"/>
                  <a:pt x="703" y="2"/>
                </a:cubicBezTo>
                <a:cubicBezTo>
                  <a:pt x="699" y="0"/>
                  <a:pt x="694" y="1"/>
                  <a:pt x="690" y="4"/>
                </a:cubicBezTo>
                <a:lnTo>
                  <a:pt x="627" y="68"/>
                </a:lnTo>
                <a:cubicBezTo>
                  <a:pt x="563" y="26"/>
                  <a:pt x="486" y="1"/>
                  <a:pt x="405" y="1"/>
                </a:cubicBezTo>
                <a:cubicBezTo>
                  <a:pt x="182" y="1"/>
                  <a:pt x="0" y="183"/>
                  <a:pt x="0" y="406"/>
                </a:cubicBezTo>
                <a:cubicBezTo>
                  <a:pt x="0" y="628"/>
                  <a:pt x="182" y="810"/>
                  <a:pt x="405" y="810"/>
                </a:cubicBezTo>
                <a:cubicBezTo>
                  <a:pt x="627" y="810"/>
                  <a:pt x="809" y="628"/>
                  <a:pt x="809" y="406"/>
                </a:cubicBezTo>
                <a:cubicBezTo>
                  <a:pt x="809" y="323"/>
                  <a:pt x="784" y="247"/>
                  <a:pt x="742" y="184"/>
                </a:cubicBezTo>
                <a:lnTo>
                  <a:pt x="805" y="120"/>
                </a:lnTo>
                <a:close/>
              </a:path>
            </a:pathLst>
          </a:custGeom>
          <a:solidFill>
            <a:srgbClr val="1A171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2400"/>
          </a:p>
        </p:txBody>
      </p:sp>
      <p:sp>
        <p:nvSpPr>
          <p:cNvPr id="55" name="Freeform 45">
            <a:extLst>
              <a:ext uri="{FF2B5EF4-FFF2-40B4-BE49-F238E27FC236}">
                <a16:creationId xmlns:a16="http://schemas.microsoft.com/office/drawing/2014/main" id="{10C79092-E73C-2C26-020B-9CDE6CC7562A}"/>
              </a:ext>
            </a:extLst>
          </p:cNvPr>
          <p:cNvSpPr>
            <a:spLocks noChangeAspect="1" noChangeArrowheads="1"/>
          </p:cNvSpPr>
          <p:nvPr/>
        </p:nvSpPr>
        <p:spPr bwMode="auto">
          <a:xfrm>
            <a:off x="5526133" y="4916803"/>
            <a:ext cx="267331" cy="291607"/>
          </a:xfrm>
          <a:custGeom>
            <a:avLst/>
            <a:gdLst>
              <a:gd name="T0" fmla="*/ 2147483646 w 811"/>
              <a:gd name="T1" fmla="*/ 2147483646 h 811"/>
              <a:gd name="T2" fmla="*/ 2147483646 w 811"/>
              <a:gd name="T3" fmla="*/ 2147483646 h 811"/>
              <a:gd name="T4" fmla="*/ 2147483646 w 811"/>
              <a:gd name="T5" fmla="*/ 2147483646 h 811"/>
              <a:gd name="T6" fmla="*/ 2147483646 w 811"/>
              <a:gd name="T7" fmla="*/ 2147483646 h 811"/>
              <a:gd name="T8" fmla="*/ 2147483646 w 811"/>
              <a:gd name="T9" fmla="*/ 2147483646 h 811"/>
              <a:gd name="T10" fmla="*/ 2147483646 w 811"/>
              <a:gd name="T11" fmla="*/ 2147483646 h 811"/>
              <a:gd name="T12" fmla="*/ 2147483646 w 811"/>
              <a:gd name="T13" fmla="*/ 2147483646 h 811"/>
              <a:gd name="T14" fmla="*/ 2147483646 w 811"/>
              <a:gd name="T15" fmla="*/ 2147483646 h 811"/>
              <a:gd name="T16" fmla="*/ 2147483646 w 811"/>
              <a:gd name="T17" fmla="*/ 2147483646 h 811"/>
              <a:gd name="T18" fmla="*/ 2147483646 w 811"/>
              <a:gd name="T19" fmla="*/ 2147483646 h 811"/>
              <a:gd name="T20" fmla="*/ 2147483646 w 811"/>
              <a:gd name="T21" fmla="*/ 2147483646 h 811"/>
              <a:gd name="T22" fmla="*/ 2147483646 w 811"/>
              <a:gd name="T23" fmla="*/ 2147483646 h 811"/>
              <a:gd name="T24" fmla="*/ 2147483646 w 811"/>
              <a:gd name="T25" fmla="*/ 2147483646 h 811"/>
              <a:gd name="T26" fmla="*/ 2147483646 w 811"/>
              <a:gd name="T27" fmla="*/ 2147483646 h 811"/>
              <a:gd name="T28" fmla="*/ 2147483646 w 811"/>
              <a:gd name="T29" fmla="*/ 2147483646 h 811"/>
              <a:gd name="T30" fmla="*/ 2147483646 w 811"/>
              <a:gd name="T31" fmla="*/ 2147483646 h 811"/>
              <a:gd name="T32" fmla="*/ 2147483646 w 811"/>
              <a:gd name="T33" fmla="*/ 2147483646 h 811"/>
              <a:gd name="T34" fmla="*/ 2147483646 w 811"/>
              <a:gd name="T35" fmla="*/ 2147483646 h 811"/>
              <a:gd name="T36" fmla="*/ 2147483646 w 811"/>
              <a:gd name="T37" fmla="*/ 2147483646 h 811"/>
              <a:gd name="T38" fmla="*/ 2147483646 w 811"/>
              <a:gd name="T39" fmla="*/ 2147483646 h 811"/>
              <a:gd name="T40" fmla="*/ 2147483646 w 811"/>
              <a:gd name="T41" fmla="*/ 2147483646 h 811"/>
              <a:gd name="T42" fmla="*/ 2147483646 w 811"/>
              <a:gd name="T43" fmla="*/ 2147483646 h 811"/>
              <a:gd name="T44" fmla="*/ 2147483646 w 811"/>
              <a:gd name="T45" fmla="*/ 2147483646 h 811"/>
              <a:gd name="T46" fmla="*/ 2147483646 w 811"/>
              <a:gd name="T47" fmla="*/ 2147483646 h 811"/>
              <a:gd name="T48" fmla="*/ 2147483646 w 811"/>
              <a:gd name="T49" fmla="*/ 2147483646 h 811"/>
              <a:gd name="T50" fmla="*/ 2147483646 w 811"/>
              <a:gd name="T51" fmla="*/ 2147483646 h 811"/>
              <a:gd name="T52" fmla="*/ 2147483646 w 811"/>
              <a:gd name="T53" fmla="*/ 2147483646 h 811"/>
              <a:gd name="T54" fmla="*/ 2147483646 w 811"/>
              <a:gd name="T55" fmla="*/ 2147483646 h 811"/>
              <a:gd name="T56" fmla="*/ 2147483646 w 811"/>
              <a:gd name="T57" fmla="*/ 2147483646 h 811"/>
              <a:gd name="T58" fmla="*/ 2147483646 w 811"/>
              <a:gd name="T59" fmla="*/ 2147483646 h 811"/>
              <a:gd name="T60" fmla="*/ 2147483646 w 811"/>
              <a:gd name="T61" fmla="*/ 2147483646 h 811"/>
              <a:gd name="T62" fmla="*/ 2147483646 w 811"/>
              <a:gd name="T63" fmla="*/ 2147483646 h 811"/>
              <a:gd name="T64" fmla="*/ 2147483646 w 811"/>
              <a:gd name="T65" fmla="*/ 2147483646 h 811"/>
              <a:gd name="T66" fmla="*/ 2147483646 w 811"/>
              <a:gd name="T67" fmla="*/ 2147483646 h 811"/>
              <a:gd name="T68" fmla="*/ 2147483646 w 811"/>
              <a:gd name="T69" fmla="*/ 2147483646 h 811"/>
              <a:gd name="T70" fmla="*/ 2147483646 w 811"/>
              <a:gd name="T71" fmla="*/ 2147483646 h 811"/>
              <a:gd name="T72" fmla="*/ 2147483646 w 811"/>
              <a:gd name="T73" fmla="*/ 2147483646 h 811"/>
              <a:gd name="T74" fmla="*/ 2147483646 w 811"/>
              <a:gd name="T75" fmla="*/ 2147483646 h 811"/>
              <a:gd name="T76" fmla="*/ 2147483646 w 811"/>
              <a:gd name="T77" fmla="*/ 2147483646 h 811"/>
              <a:gd name="T78" fmla="*/ 2147483646 w 811"/>
              <a:gd name="T79" fmla="*/ 2147483646 h 811"/>
              <a:gd name="T80" fmla="*/ 2147483646 w 811"/>
              <a:gd name="T81" fmla="*/ 2147483646 h 811"/>
              <a:gd name="T82" fmla="*/ 2147483646 w 811"/>
              <a:gd name="T83" fmla="*/ 2147483646 h 811"/>
              <a:gd name="T84" fmla="*/ 2147483646 w 811"/>
              <a:gd name="T85" fmla="*/ 2147483646 h 811"/>
              <a:gd name="T86" fmla="*/ 2147483646 w 811"/>
              <a:gd name="T87" fmla="*/ 2147483646 h 811"/>
              <a:gd name="T88" fmla="*/ 2147483646 w 811"/>
              <a:gd name="T89" fmla="*/ 2147483646 h 811"/>
              <a:gd name="T90" fmla="*/ 2147483646 w 811"/>
              <a:gd name="T91" fmla="*/ 2147483646 h 811"/>
              <a:gd name="T92" fmla="*/ 2147483646 w 811"/>
              <a:gd name="T93" fmla="*/ 2147483646 h 811"/>
              <a:gd name="T94" fmla="*/ 2147483646 w 811"/>
              <a:gd name="T95" fmla="*/ 2147483646 h 811"/>
              <a:gd name="T96" fmla="*/ 2147483646 w 811"/>
              <a:gd name="T97" fmla="*/ 2147483646 h 811"/>
              <a:gd name="T98" fmla="*/ 2147483646 w 811"/>
              <a:gd name="T99" fmla="*/ 2147483646 h 811"/>
              <a:gd name="T100" fmla="*/ 0 w 811"/>
              <a:gd name="T101" fmla="*/ 2147483646 h 811"/>
              <a:gd name="T102" fmla="*/ 2147483646 w 811"/>
              <a:gd name="T103" fmla="*/ 2147483646 h 811"/>
              <a:gd name="T104" fmla="*/ 2147483646 w 811"/>
              <a:gd name="T105" fmla="*/ 2147483646 h 811"/>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811" h="811">
                <a:moveTo>
                  <a:pt x="784" y="393"/>
                </a:moveTo>
                <a:lnTo>
                  <a:pt x="686" y="393"/>
                </a:lnTo>
                <a:cubicBezTo>
                  <a:pt x="684" y="342"/>
                  <a:pt x="668" y="295"/>
                  <a:pt x="642" y="254"/>
                </a:cubicBezTo>
                <a:lnTo>
                  <a:pt x="666" y="254"/>
                </a:lnTo>
                <a:cubicBezTo>
                  <a:pt x="669" y="254"/>
                  <a:pt x="673" y="253"/>
                  <a:pt x="675" y="251"/>
                </a:cubicBezTo>
                <a:lnTo>
                  <a:pt x="724" y="201"/>
                </a:lnTo>
                <a:cubicBezTo>
                  <a:pt x="760" y="257"/>
                  <a:pt x="782" y="323"/>
                  <a:pt x="784" y="393"/>
                </a:cubicBezTo>
                <a:close/>
                <a:moveTo>
                  <a:pt x="417" y="785"/>
                </a:moveTo>
                <a:lnTo>
                  <a:pt x="417" y="686"/>
                </a:lnTo>
                <a:cubicBezTo>
                  <a:pt x="563" y="681"/>
                  <a:pt x="680" y="563"/>
                  <a:pt x="686" y="418"/>
                </a:cubicBezTo>
                <a:lnTo>
                  <a:pt x="784" y="418"/>
                </a:lnTo>
                <a:cubicBezTo>
                  <a:pt x="778" y="618"/>
                  <a:pt x="617" y="779"/>
                  <a:pt x="417" y="785"/>
                </a:cubicBezTo>
                <a:close/>
                <a:moveTo>
                  <a:pt x="25" y="418"/>
                </a:moveTo>
                <a:lnTo>
                  <a:pt x="123" y="418"/>
                </a:lnTo>
                <a:cubicBezTo>
                  <a:pt x="130" y="563"/>
                  <a:pt x="247" y="681"/>
                  <a:pt x="393" y="686"/>
                </a:cubicBezTo>
                <a:lnTo>
                  <a:pt x="393" y="785"/>
                </a:lnTo>
                <a:cubicBezTo>
                  <a:pt x="193" y="779"/>
                  <a:pt x="31" y="618"/>
                  <a:pt x="25" y="418"/>
                </a:cubicBezTo>
                <a:close/>
                <a:moveTo>
                  <a:pt x="393" y="26"/>
                </a:moveTo>
                <a:lnTo>
                  <a:pt x="393" y="124"/>
                </a:lnTo>
                <a:cubicBezTo>
                  <a:pt x="247" y="131"/>
                  <a:pt x="130" y="248"/>
                  <a:pt x="123" y="393"/>
                </a:cubicBezTo>
                <a:lnTo>
                  <a:pt x="25" y="393"/>
                </a:lnTo>
                <a:cubicBezTo>
                  <a:pt x="31" y="194"/>
                  <a:pt x="193" y="32"/>
                  <a:pt x="393" y="26"/>
                </a:cubicBezTo>
                <a:close/>
                <a:moveTo>
                  <a:pt x="559" y="135"/>
                </a:moveTo>
                <a:lnTo>
                  <a:pt x="559" y="135"/>
                </a:lnTo>
                <a:cubicBezTo>
                  <a:pt x="557" y="138"/>
                  <a:pt x="556" y="141"/>
                  <a:pt x="556" y="144"/>
                </a:cubicBezTo>
                <a:lnTo>
                  <a:pt x="556" y="168"/>
                </a:lnTo>
                <a:cubicBezTo>
                  <a:pt x="515" y="143"/>
                  <a:pt x="468" y="126"/>
                  <a:pt x="417" y="124"/>
                </a:cubicBezTo>
                <a:lnTo>
                  <a:pt x="417" y="26"/>
                </a:lnTo>
                <a:cubicBezTo>
                  <a:pt x="488" y="29"/>
                  <a:pt x="553" y="50"/>
                  <a:pt x="609" y="85"/>
                </a:cubicBezTo>
                <a:lnTo>
                  <a:pt x="559" y="135"/>
                </a:lnTo>
                <a:close/>
                <a:moveTo>
                  <a:pt x="563" y="393"/>
                </a:moveTo>
                <a:lnTo>
                  <a:pt x="563" y="393"/>
                </a:lnTo>
                <a:cubicBezTo>
                  <a:pt x="560" y="359"/>
                  <a:pt x="547" y="327"/>
                  <a:pt x="525" y="302"/>
                </a:cubicBezTo>
                <a:lnTo>
                  <a:pt x="573" y="254"/>
                </a:lnTo>
                <a:lnTo>
                  <a:pt x="612" y="254"/>
                </a:lnTo>
                <a:cubicBezTo>
                  <a:pt x="641" y="294"/>
                  <a:pt x="659" y="342"/>
                  <a:pt x="661" y="393"/>
                </a:cubicBezTo>
                <a:lnTo>
                  <a:pt x="563" y="393"/>
                </a:lnTo>
                <a:close/>
                <a:moveTo>
                  <a:pt x="417" y="564"/>
                </a:moveTo>
                <a:lnTo>
                  <a:pt x="417" y="564"/>
                </a:lnTo>
                <a:cubicBezTo>
                  <a:pt x="495" y="558"/>
                  <a:pt x="558" y="496"/>
                  <a:pt x="563" y="418"/>
                </a:cubicBezTo>
                <a:lnTo>
                  <a:pt x="661" y="418"/>
                </a:lnTo>
                <a:cubicBezTo>
                  <a:pt x="655" y="550"/>
                  <a:pt x="549" y="656"/>
                  <a:pt x="417" y="662"/>
                </a:cubicBezTo>
                <a:lnTo>
                  <a:pt x="417" y="564"/>
                </a:lnTo>
                <a:close/>
                <a:moveTo>
                  <a:pt x="246" y="418"/>
                </a:moveTo>
                <a:lnTo>
                  <a:pt x="246" y="418"/>
                </a:lnTo>
                <a:cubicBezTo>
                  <a:pt x="252" y="496"/>
                  <a:pt x="314" y="558"/>
                  <a:pt x="393" y="564"/>
                </a:cubicBezTo>
                <a:lnTo>
                  <a:pt x="393" y="662"/>
                </a:lnTo>
                <a:cubicBezTo>
                  <a:pt x="260" y="656"/>
                  <a:pt x="154" y="550"/>
                  <a:pt x="148" y="418"/>
                </a:cubicBezTo>
                <a:lnTo>
                  <a:pt x="246" y="418"/>
                </a:lnTo>
                <a:close/>
                <a:moveTo>
                  <a:pt x="393" y="246"/>
                </a:moveTo>
                <a:lnTo>
                  <a:pt x="393" y="246"/>
                </a:lnTo>
                <a:cubicBezTo>
                  <a:pt x="314" y="253"/>
                  <a:pt x="252" y="315"/>
                  <a:pt x="246" y="393"/>
                </a:cubicBezTo>
                <a:lnTo>
                  <a:pt x="148" y="393"/>
                </a:lnTo>
                <a:cubicBezTo>
                  <a:pt x="154" y="261"/>
                  <a:pt x="260" y="155"/>
                  <a:pt x="393" y="149"/>
                </a:cubicBezTo>
                <a:lnTo>
                  <a:pt x="393" y="246"/>
                </a:lnTo>
                <a:close/>
                <a:moveTo>
                  <a:pt x="508" y="285"/>
                </a:moveTo>
                <a:lnTo>
                  <a:pt x="508" y="285"/>
                </a:lnTo>
                <a:cubicBezTo>
                  <a:pt x="483" y="263"/>
                  <a:pt x="452" y="249"/>
                  <a:pt x="417" y="246"/>
                </a:cubicBezTo>
                <a:lnTo>
                  <a:pt x="417" y="148"/>
                </a:lnTo>
                <a:cubicBezTo>
                  <a:pt x="469" y="151"/>
                  <a:pt x="516" y="169"/>
                  <a:pt x="556" y="198"/>
                </a:cubicBezTo>
                <a:lnTo>
                  <a:pt x="556" y="237"/>
                </a:lnTo>
                <a:lnTo>
                  <a:pt x="508" y="285"/>
                </a:lnTo>
                <a:close/>
                <a:moveTo>
                  <a:pt x="503" y="418"/>
                </a:moveTo>
                <a:lnTo>
                  <a:pt x="539" y="418"/>
                </a:lnTo>
                <a:cubicBezTo>
                  <a:pt x="533" y="482"/>
                  <a:pt x="481" y="534"/>
                  <a:pt x="417" y="540"/>
                </a:cubicBezTo>
                <a:lnTo>
                  <a:pt x="417" y="504"/>
                </a:lnTo>
                <a:cubicBezTo>
                  <a:pt x="417" y="497"/>
                  <a:pt x="411" y="491"/>
                  <a:pt x="405" y="491"/>
                </a:cubicBezTo>
                <a:cubicBezTo>
                  <a:pt x="398" y="491"/>
                  <a:pt x="393" y="497"/>
                  <a:pt x="393" y="504"/>
                </a:cubicBezTo>
                <a:lnTo>
                  <a:pt x="393" y="540"/>
                </a:lnTo>
                <a:cubicBezTo>
                  <a:pt x="328" y="534"/>
                  <a:pt x="276" y="482"/>
                  <a:pt x="270" y="418"/>
                </a:cubicBezTo>
                <a:lnTo>
                  <a:pt x="307" y="418"/>
                </a:lnTo>
                <a:cubicBezTo>
                  <a:pt x="313" y="418"/>
                  <a:pt x="319" y="412"/>
                  <a:pt x="319" y="406"/>
                </a:cubicBezTo>
                <a:cubicBezTo>
                  <a:pt x="319" y="399"/>
                  <a:pt x="313" y="393"/>
                  <a:pt x="307" y="393"/>
                </a:cubicBezTo>
                <a:lnTo>
                  <a:pt x="270" y="393"/>
                </a:lnTo>
                <a:cubicBezTo>
                  <a:pt x="276" y="329"/>
                  <a:pt x="328" y="277"/>
                  <a:pt x="393" y="271"/>
                </a:cubicBezTo>
                <a:lnTo>
                  <a:pt x="393" y="308"/>
                </a:lnTo>
                <a:cubicBezTo>
                  <a:pt x="393" y="314"/>
                  <a:pt x="398" y="320"/>
                  <a:pt x="405" y="320"/>
                </a:cubicBezTo>
                <a:cubicBezTo>
                  <a:pt x="411" y="320"/>
                  <a:pt x="417" y="314"/>
                  <a:pt x="417" y="308"/>
                </a:cubicBezTo>
                <a:lnTo>
                  <a:pt x="417" y="271"/>
                </a:lnTo>
                <a:cubicBezTo>
                  <a:pt x="445" y="274"/>
                  <a:pt x="471" y="285"/>
                  <a:pt x="490" y="302"/>
                </a:cubicBezTo>
                <a:lnTo>
                  <a:pt x="396" y="397"/>
                </a:lnTo>
                <a:cubicBezTo>
                  <a:pt x="391" y="401"/>
                  <a:pt x="391" y="409"/>
                  <a:pt x="396" y="414"/>
                </a:cubicBezTo>
                <a:cubicBezTo>
                  <a:pt x="398" y="416"/>
                  <a:pt x="401" y="418"/>
                  <a:pt x="405" y="418"/>
                </a:cubicBezTo>
                <a:cubicBezTo>
                  <a:pt x="408" y="418"/>
                  <a:pt x="411" y="416"/>
                  <a:pt x="413" y="414"/>
                </a:cubicBezTo>
                <a:lnTo>
                  <a:pt x="508" y="319"/>
                </a:lnTo>
                <a:cubicBezTo>
                  <a:pt x="525" y="340"/>
                  <a:pt x="536" y="365"/>
                  <a:pt x="539" y="393"/>
                </a:cubicBezTo>
                <a:lnTo>
                  <a:pt x="503" y="393"/>
                </a:lnTo>
                <a:cubicBezTo>
                  <a:pt x="496" y="393"/>
                  <a:pt x="490" y="399"/>
                  <a:pt x="490" y="406"/>
                </a:cubicBezTo>
                <a:cubicBezTo>
                  <a:pt x="490" y="412"/>
                  <a:pt x="496" y="418"/>
                  <a:pt x="503" y="418"/>
                </a:cubicBezTo>
                <a:close/>
                <a:moveTo>
                  <a:pt x="687" y="43"/>
                </a:moveTo>
                <a:lnTo>
                  <a:pt x="687" y="112"/>
                </a:lnTo>
                <a:cubicBezTo>
                  <a:pt x="687" y="118"/>
                  <a:pt x="692" y="124"/>
                  <a:pt x="699" y="124"/>
                </a:cubicBezTo>
                <a:lnTo>
                  <a:pt x="767" y="124"/>
                </a:lnTo>
                <a:lnTo>
                  <a:pt x="661" y="230"/>
                </a:lnTo>
                <a:lnTo>
                  <a:pt x="580" y="230"/>
                </a:lnTo>
                <a:lnTo>
                  <a:pt x="580" y="149"/>
                </a:lnTo>
                <a:lnTo>
                  <a:pt x="687" y="43"/>
                </a:lnTo>
                <a:close/>
                <a:moveTo>
                  <a:pt x="805" y="120"/>
                </a:moveTo>
                <a:lnTo>
                  <a:pt x="805" y="120"/>
                </a:lnTo>
                <a:cubicBezTo>
                  <a:pt x="809" y="117"/>
                  <a:pt x="810" y="112"/>
                  <a:pt x="808" y="107"/>
                </a:cubicBezTo>
                <a:cubicBezTo>
                  <a:pt x="806" y="102"/>
                  <a:pt x="802" y="99"/>
                  <a:pt x="797" y="99"/>
                </a:cubicBezTo>
                <a:lnTo>
                  <a:pt x="729" y="99"/>
                </a:lnTo>
                <a:lnTo>
                  <a:pt x="805" y="22"/>
                </a:lnTo>
                <a:cubicBezTo>
                  <a:pt x="810" y="17"/>
                  <a:pt x="810" y="9"/>
                  <a:pt x="805" y="4"/>
                </a:cubicBezTo>
                <a:cubicBezTo>
                  <a:pt x="801" y="0"/>
                  <a:pt x="793" y="0"/>
                  <a:pt x="788" y="4"/>
                </a:cubicBezTo>
                <a:lnTo>
                  <a:pt x="711" y="82"/>
                </a:lnTo>
                <a:lnTo>
                  <a:pt x="711" y="13"/>
                </a:lnTo>
                <a:cubicBezTo>
                  <a:pt x="711" y="9"/>
                  <a:pt x="708" y="4"/>
                  <a:pt x="703" y="2"/>
                </a:cubicBezTo>
                <a:cubicBezTo>
                  <a:pt x="699" y="0"/>
                  <a:pt x="694" y="1"/>
                  <a:pt x="690" y="4"/>
                </a:cubicBezTo>
                <a:lnTo>
                  <a:pt x="627" y="68"/>
                </a:lnTo>
                <a:cubicBezTo>
                  <a:pt x="563" y="26"/>
                  <a:pt x="486" y="1"/>
                  <a:pt x="405" y="1"/>
                </a:cubicBezTo>
                <a:cubicBezTo>
                  <a:pt x="182" y="1"/>
                  <a:pt x="0" y="183"/>
                  <a:pt x="0" y="406"/>
                </a:cubicBezTo>
                <a:cubicBezTo>
                  <a:pt x="0" y="628"/>
                  <a:pt x="182" y="810"/>
                  <a:pt x="405" y="810"/>
                </a:cubicBezTo>
                <a:cubicBezTo>
                  <a:pt x="627" y="810"/>
                  <a:pt x="809" y="628"/>
                  <a:pt x="809" y="406"/>
                </a:cubicBezTo>
                <a:cubicBezTo>
                  <a:pt x="809" y="323"/>
                  <a:pt x="784" y="247"/>
                  <a:pt x="742" y="184"/>
                </a:cubicBezTo>
                <a:lnTo>
                  <a:pt x="805" y="120"/>
                </a:lnTo>
                <a:close/>
              </a:path>
            </a:pathLst>
          </a:custGeom>
          <a:solidFill>
            <a:srgbClr val="1A171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2400"/>
          </a:p>
        </p:txBody>
      </p:sp>
      <p:sp>
        <p:nvSpPr>
          <p:cNvPr id="56" name="Freeform 45">
            <a:extLst>
              <a:ext uri="{FF2B5EF4-FFF2-40B4-BE49-F238E27FC236}">
                <a16:creationId xmlns:a16="http://schemas.microsoft.com/office/drawing/2014/main" id="{67C65531-135D-9685-2282-9D634EDA1326}"/>
              </a:ext>
            </a:extLst>
          </p:cNvPr>
          <p:cNvSpPr>
            <a:spLocks noChangeAspect="1" noChangeArrowheads="1"/>
          </p:cNvSpPr>
          <p:nvPr/>
        </p:nvSpPr>
        <p:spPr bwMode="auto">
          <a:xfrm>
            <a:off x="8701586" y="4849240"/>
            <a:ext cx="267331" cy="291607"/>
          </a:xfrm>
          <a:custGeom>
            <a:avLst/>
            <a:gdLst>
              <a:gd name="T0" fmla="*/ 2147483646 w 811"/>
              <a:gd name="T1" fmla="*/ 2147483646 h 811"/>
              <a:gd name="T2" fmla="*/ 2147483646 w 811"/>
              <a:gd name="T3" fmla="*/ 2147483646 h 811"/>
              <a:gd name="T4" fmla="*/ 2147483646 w 811"/>
              <a:gd name="T5" fmla="*/ 2147483646 h 811"/>
              <a:gd name="T6" fmla="*/ 2147483646 w 811"/>
              <a:gd name="T7" fmla="*/ 2147483646 h 811"/>
              <a:gd name="T8" fmla="*/ 2147483646 w 811"/>
              <a:gd name="T9" fmla="*/ 2147483646 h 811"/>
              <a:gd name="T10" fmla="*/ 2147483646 w 811"/>
              <a:gd name="T11" fmla="*/ 2147483646 h 811"/>
              <a:gd name="T12" fmla="*/ 2147483646 w 811"/>
              <a:gd name="T13" fmla="*/ 2147483646 h 811"/>
              <a:gd name="T14" fmla="*/ 2147483646 w 811"/>
              <a:gd name="T15" fmla="*/ 2147483646 h 811"/>
              <a:gd name="T16" fmla="*/ 2147483646 w 811"/>
              <a:gd name="T17" fmla="*/ 2147483646 h 811"/>
              <a:gd name="T18" fmla="*/ 2147483646 w 811"/>
              <a:gd name="T19" fmla="*/ 2147483646 h 811"/>
              <a:gd name="T20" fmla="*/ 2147483646 w 811"/>
              <a:gd name="T21" fmla="*/ 2147483646 h 811"/>
              <a:gd name="T22" fmla="*/ 2147483646 w 811"/>
              <a:gd name="T23" fmla="*/ 2147483646 h 811"/>
              <a:gd name="T24" fmla="*/ 2147483646 w 811"/>
              <a:gd name="T25" fmla="*/ 2147483646 h 811"/>
              <a:gd name="T26" fmla="*/ 2147483646 w 811"/>
              <a:gd name="T27" fmla="*/ 2147483646 h 811"/>
              <a:gd name="T28" fmla="*/ 2147483646 w 811"/>
              <a:gd name="T29" fmla="*/ 2147483646 h 811"/>
              <a:gd name="T30" fmla="*/ 2147483646 w 811"/>
              <a:gd name="T31" fmla="*/ 2147483646 h 811"/>
              <a:gd name="T32" fmla="*/ 2147483646 w 811"/>
              <a:gd name="T33" fmla="*/ 2147483646 h 811"/>
              <a:gd name="T34" fmla="*/ 2147483646 w 811"/>
              <a:gd name="T35" fmla="*/ 2147483646 h 811"/>
              <a:gd name="T36" fmla="*/ 2147483646 w 811"/>
              <a:gd name="T37" fmla="*/ 2147483646 h 811"/>
              <a:gd name="T38" fmla="*/ 2147483646 w 811"/>
              <a:gd name="T39" fmla="*/ 2147483646 h 811"/>
              <a:gd name="T40" fmla="*/ 2147483646 w 811"/>
              <a:gd name="T41" fmla="*/ 2147483646 h 811"/>
              <a:gd name="T42" fmla="*/ 2147483646 w 811"/>
              <a:gd name="T43" fmla="*/ 2147483646 h 811"/>
              <a:gd name="T44" fmla="*/ 2147483646 w 811"/>
              <a:gd name="T45" fmla="*/ 2147483646 h 811"/>
              <a:gd name="T46" fmla="*/ 2147483646 w 811"/>
              <a:gd name="T47" fmla="*/ 2147483646 h 811"/>
              <a:gd name="T48" fmla="*/ 2147483646 w 811"/>
              <a:gd name="T49" fmla="*/ 2147483646 h 811"/>
              <a:gd name="T50" fmla="*/ 2147483646 w 811"/>
              <a:gd name="T51" fmla="*/ 2147483646 h 811"/>
              <a:gd name="T52" fmla="*/ 2147483646 w 811"/>
              <a:gd name="T53" fmla="*/ 2147483646 h 811"/>
              <a:gd name="T54" fmla="*/ 2147483646 w 811"/>
              <a:gd name="T55" fmla="*/ 2147483646 h 811"/>
              <a:gd name="T56" fmla="*/ 2147483646 w 811"/>
              <a:gd name="T57" fmla="*/ 2147483646 h 811"/>
              <a:gd name="T58" fmla="*/ 2147483646 w 811"/>
              <a:gd name="T59" fmla="*/ 2147483646 h 811"/>
              <a:gd name="T60" fmla="*/ 2147483646 w 811"/>
              <a:gd name="T61" fmla="*/ 2147483646 h 811"/>
              <a:gd name="T62" fmla="*/ 2147483646 w 811"/>
              <a:gd name="T63" fmla="*/ 2147483646 h 811"/>
              <a:gd name="T64" fmla="*/ 2147483646 w 811"/>
              <a:gd name="T65" fmla="*/ 2147483646 h 811"/>
              <a:gd name="T66" fmla="*/ 2147483646 w 811"/>
              <a:gd name="T67" fmla="*/ 2147483646 h 811"/>
              <a:gd name="T68" fmla="*/ 2147483646 w 811"/>
              <a:gd name="T69" fmla="*/ 2147483646 h 811"/>
              <a:gd name="T70" fmla="*/ 2147483646 w 811"/>
              <a:gd name="T71" fmla="*/ 2147483646 h 811"/>
              <a:gd name="T72" fmla="*/ 2147483646 w 811"/>
              <a:gd name="T73" fmla="*/ 2147483646 h 811"/>
              <a:gd name="T74" fmla="*/ 2147483646 w 811"/>
              <a:gd name="T75" fmla="*/ 2147483646 h 811"/>
              <a:gd name="T76" fmla="*/ 2147483646 w 811"/>
              <a:gd name="T77" fmla="*/ 2147483646 h 811"/>
              <a:gd name="T78" fmla="*/ 2147483646 w 811"/>
              <a:gd name="T79" fmla="*/ 2147483646 h 811"/>
              <a:gd name="T80" fmla="*/ 2147483646 w 811"/>
              <a:gd name="T81" fmla="*/ 2147483646 h 811"/>
              <a:gd name="T82" fmla="*/ 2147483646 w 811"/>
              <a:gd name="T83" fmla="*/ 2147483646 h 811"/>
              <a:gd name="T84" fmla="*/ 2147483646 w 811"/>
              <a:gd name="T85" fmla="*/ 2147483646 h 811"/>
              <a:gd name="T86" fmla="*/ 2147483646 w 811"/>
              <a:gd name="T87" fmla="*/ 2147483646 h 811"/>
              <a:gd name="T88" fmla="*/ 2147483646 w 811"/>
              <a:gd name="T89" fmla="*/ 2147483646 h 811"/>
              <a:gd name="T90" fmla="*/ 2147483646 w 811"/>
              <a:gd name="T91" fmla="*/ 2147483646 h 811"/>
              <a:gd name="T92" fmla="*/ 2147483646 w 811"/>
              <a:gd name="T93" fmla="*/ 2147483646 h 811"/>
              <a:gd name="T94" fmla="*/ 2147483646 w 811"/>
              <a:gd name="T95" fmla="*/ 2147483646 h 811"/>
              <a:gd name="T96" fmla="*/ 2147483646 w 811"/>
              <a:gd name="T97" fmla="*/ 2147483646 h 811"/>
              <a:gd name="T98" fmla="*/ 2147483646 w 811"/>
              <a:gd name="T99" fmla="*/ 2147483646 h 811"/>
              <a:gd name="T100" fmla="*/ 0 w 811"/>
              <a:gd name="T101" fmla="*/ 2147483646 h 811"/>
              <a:gd name="T102" fmla="*/ 2147483646 w 811"/>
              <a:gd name="T103" fmla="*/ 2147483646 h 811"/>
              <a:gd name="T104" fmla="*/ 2147483646 w 811"/>
              <a:gd name="T105" fmla="*/ 2147483646 h 811"/>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811" h="811">
                <a:moveTo>
                  <a:pt x="784" y="393"/>
                </a:moveTo>
                <a:lnTo>
                  <a:pt x="686" y="393"/>
                </a:lnTo>
                <a:cubicBezTo>
                  <a:pt x="684" y="342"/>
                  <a:pt x="668" y="295"/>
                  <a:pt x="642" y="254"/>
                </a:cubicBezTo>
                <a:lnTo>
                  <a:pt x="666" y="254"/>
                </a:lnTo>
                <a:cubicBezTo>
                  <a:pt x="669" y="254"/>
                  <a:pt x="673" y="253"/>
                  <a:pt x="675" y="251"/>
                </a:cubicBezTo>
                <a:lnTo>
                  <a:pt x="724" y="201"/>
                </a:lnTo>
                <a:cubicBezTo>
                  <a:pt x="760" y="257"/>
                  <a:pt x="782" y="323"/>
                  <a:pt x="784" y="393"/>
                </a:cubicBezTo>
                <a:close/>
                <a:moveTo>
                  <a:pt x="417" y="785"/>
                </a:moveTo>
                <a:lnTo>
                  <a:pt x="417" y="686"/>
                </a:lnTo>
                <a:cubicBezTo>
                  <a:pt x="563" y="681"/>
                  <a:pt x="680" y="563"/>
                  <a:pt x="686" y="418"/>
                </a:cubicBezTo>
                <a:lnTo>
                  <a:pt x="784" y="418"/>
                </a:lnTo>
                <a:cubicBezTo>
                  <a:pt x="778" y="618"/>
                  <a:pt x="617" y="779"/>
                  <a:pt x="417" y="785"/>
                </a:cubicBezTo>
                <a:close/>
                <a:moveTo>
                  <a:pt x="25" y="418"/>
                </a:moveTo>
                <a:lnTo>
                  <a:pt x="123" y="418"/>
                </a:lnTo>
                <a:cubicBezTo>
                  <a:pt x="130" y="563"/>
                  <a:pt x="247" y="681"/>
                  <a:pt x="393" y="686"/>
                </a:cubicBezTo>
                <a:lnTo>
                  <a:pt x="393" y="785"/>
                </a:lnTo>
                <a:cubicBezTo>
                  <a:pt x="193" y="779"/>
                  <a:pt x="31" y="618"/>
                  <a:pt x="25" y="418"/>
                </a:cubicBezTo>
                <a:close/>
                <a:moveTo>
                  <a:pt x="393" y="26"/>
                </a:moveTo>
                <a:lnTo>
                  <a:pt x="393" y="124"/>
                </a:lnTo>
                <a:cubicBezTo>
                  <a:pt x="247" y="131"/>
                  <a:pt x="130" y="248"/>
                  <a:pt x="123" y="393"/>
                </a:cubicBezTo>
                <a:lnTo>
                  <a:pt x="25" y="393"/>
                </a:lnTo>
                <a:cubicBezTo>
                  <a:pt x="31" y="194"/>
                  <a:pt x="193" y="32"/>
                  <a:pt x="393" y="26"/>
                </a:cubicBezTo>
                <a:close/>
                <a:moveTo>
                  <a:pt x="559" y="135"/>
                </a:moveTo>
                <a:lnTo>
                  <a:pt x="559" y="135"/>
                </a:lnTo>
                <a:cubicBezTo>
                  <a:pt x="557" y="138"/>
                  <a:pt x="556" y="141"/>
                  <a:pt x="556" y="144"/>
                </a:cubicBezTo>
                <a:lnTo>
                  <a:pt x="556" y="168"/>
                </a:lnTo>
                <a:cubicBezTo>
                  <a:pt x="515" y="143"/>
                  <a:pt x="468" y="126"/>
                  <a:pt x="417" y="124"/>
                </a:cubicBezTo>
                <a:lnTo>
                  <a:pt x="417" y="26"/>
                </a:lnTo>
                <a:cubicBezTo>
                  <a:pt x="488" y="29"/>
                  <a:pt x="553" y="50"/>
                  <a:pt x="609" y="85"/>
                </a:cubicBezTo>
                <a:lnTo>
                  <a:pt x="559" y="135"/>
                </a:lnTo>
                <a:close/>
                <a:moveTo>
                  <a:pt x="563" y="393"/>
                </a:moveTo>
                <a:lnTo>
                  <a:pt x="563" y="393"/>
                </a:lnTo>
                <a:cubicBezTo>
                  <a:pt x="560" y="359"/>
                  <a:pt x="547" y="327"/>
                  <a:pt x="525" y="302"/>
                </a:cubicBezTo>
                <a:lnTo>
                  <a:pt x="573" y="254"/>
                </a:lnTo>
                <a:lnTo>
                  <a:pt x="612" y="254"/>
                </a:lnTo>
                <a:cubicBezTo>
                  <a:pt x="641" y="294"/>
                  <a:pt x="659" y="342"/>
                  <a:pt x="661" y="393"/>
                </a:cubicBezTo>
                <a:lnTo>
                  <a:pt x="563" y="393"/>
                </a:lnTo>
                <a:close/>
                <a:moveTo>
                  <a:pt x="417" y="564"/>
                </a:moveTo>
                <a:lnTo>
                  <a:pt x="417" y="564"/>
                </a:lnTo>
                <a:cubicBezTo>
                  <a:pt x="495" y="558"/>
                  <a:pt x="558" y="496"/>
                  <a:pt x="563" y="418"/>
                </a:cubicBezTo>
                <a:lnTo>
                  <a:pt x="661" y="418"/>
                </a:lnTo>
                <a:cubicBezTo>
                  <a:pt x="655" y="550"/>
                  <a:pt x="549" y="656"/>
                  <a:pt x="417" y="662"/>
                </a:cubicBezTo>
                <a:lnTo>
                  <a:pt x="417" y="564"/>
                </a:lnTo>
                <a:close/>
                <a:moveTo>
                  <a:pt x="246" y="418"/>
                </a:moveTo>
                <a:lnTo>
                  <a:pt x="246" y="418"/>
                </a:lnTo>
                <a:cubicBezTo>
                  <a:pt x="252" y="496"/>
                  <a:pt x="314" y="558"/>
                  <a:pt x="393" y="564"/>
                </a:cubicBezTo>
                <a:lnTo>
                  <a:pt x="393" y="662"/>
                </a:lnTo>
                <a:cubicBezTo>
                  <a:pt x="260" y="656"/>
                  <a:pt x="154" y="550"/>
                  <a:pt x="148" y="418"/>
                </a:cubicBezTo>
                <a:lnTo>
                  <a:pt x="246" y="418"/>
                </a:lnTo>
                <a:close/>
                <a:moveTo>
                  <a:pt x="393" y="246"/>
                </a:moveTo>
                <a:lnTo>
                  <a:pt x="393" y="246"/>
                </a:lnTo>
                <a:cubicBezTo>
                  <a:pt x="314" y="253"/>
                  <a:pt x="252" y="315"/>
                  <a:pt x="246" y="393"/>
                </a:cubicBezTo>
                <a:lnTo>
                  <a:pt x="148" y="393"/>
                </a:lnTo>
                <a:cubicBezTo>
                  <a:pt x="154" y="261"/>
                  <a:pt x="260" y="155"/>
                  <a:pt x="393" y="149"/>
                </a:cubicBezTo>
                <a:lnTo>
                  <a:pt x="393" y="246"/>
                </a:lnTo>
                <a:close/>
                <a:moveTo>
                  <a:pt x="508" y="285"/>
                </a:moveTo>
                <a:lnTo>
                  <a:pt x="508" y="285"/>
                </a:lnTo>
                <a:cubicBezTo>
                  <a:pt x="483" y="263"/>
                  <a:pt x="452" y="249"/>
                  <a:pt x="417" y="246"/>
                </a:cubicBezTo>
                <a:lnTo>
                  <a:pt x="417" y="148"/>
                </a:lnTo>
                <a:cubicBezTo>
                  <a:pt x="469" y="151"/>
                  <a:pt x="516" y="169"/>
                  <a:pt x="556" y="198"/>
                </a:cubicBezTo>
                <a:lnTo>
                  <a:pt x="556" y="237"/>
                </a:lnTo>
                <a:lnTo>
                  <a:pt x="508" y="285"/>
                </a:lnTo>
                <a:close/>
                <a:moveTo>
                  <a:pt x="503" y="418"/>
                </a:moveTo>
                <a:lnTo>
                  <a:pt x="539" y="418"/>
                </a:lnTo>
                <a:cubicBezTo>
                  <a:pt x="533" y="482"/>
                  <a:pt x="481" y="534"/>
                  <a:pt x="417" y="540"/>
                </a:cubicBezTo>
                <a:lnTo>
                  <a:pt x="417" y="504"/>
                </a:lnTo>
                <a:cubicBezTo>
                  <a:pt x="417" y="497"/>
                  <a:pt x="411" y="491"/>
                  <a:pt x="405" y="491"/>
                </a:cubicBezTo>
                <a:cubicBezTo>
                  <a:pt x="398" y="491"/>
                  <a:pt x="393" y="497"/>
                  <a:pt x="393" y="504"/>
                </a:cubicBezTo>
                <a:lnTo>
                  <a:pt x="393" y="540"/>
                </a:lnTo>
                <a:cubicBezTo>
                  <a:pt x="328" y="534"/>
                  <a:pt x="276" y="482"/>
                  <a:pt x="270" y="418"/>
                </a:cubicBezTo>
                <a:lnTo>
                  <a:pt x="307" y="418"/>
                </a:lnTo>
                <a:cubicBezTo>
                  <a:pt x="313" y="418"/>
                  <a:pt x="319" y="412"/>
                  <a:pt x="319" y="406"/>
                </a:cubicBezTo>
                <a:cubicBezTo>
                  <a:pt x="319" y="399"/>
                  <a:pt x="313" y="393"/>
                  <a:pt x="307" y="393"/>
                </a:cubicBezTo>
                <a:lnTo>
                  <a:pt x="270" y="393"/>
                </a:lnTo>
                <a:cubicBezTo>
                  <a:pt x="276" y="329"/>
                  <a:pt x="328" y="277"/>
                  <a:pt x="393" y="271"/>
                </a:cubicBezTo>
                <a:lnTo>
                  <a:pt x="393" y="308"/>
                </a:lnTo>
                <a:cubicBezTo>
                  <a:pt x="393" y="314"/>
                  <a:pt x="398" y="320"/>
                  <a:pt x="405" y="320"/>
                </a:cubicBezTo>
                <a:cubicBezTo>
                  <a:pt x="411" y="320"/>
                  <a:pt x="417" y="314"/>
                  <a:pt x="417" y="308"/>
                </a:cubicBezTo>
                <a:lnTo>
                  <a:pt x="417" y="271"/>
                </a:lnTo>
                <a:cubicBezTo>
                  <a:pt x="445" y="274"/>
                  <a:pt x="471" y="285"/>
                  <a:pt x="490" y="302"/>
                </a:cubicBezTo>
                <a:lnTo>
                  <a:pt x="396" y="397"/>
                </a:lnTo>
                <a:cubicBezTo>
                  <a:pt x="391" y="401"/>
                  <a:pt x="391" y="409"/>
                  <a:pt x="396" y="414"/>
                </a:cubicBezTo>
                <a:cubicBezTo>
                  <a:pt x="398" y="416"/>
                  <a:pt x="401" y="418"/>
                  <a:pt x="405" y="418"/>
                </a:cubicBezTo>
                <a:cubicBezTo>
                  <a:pt x="408" y="418"/>
                  <a:pt x="411" y="416"/>
                  <a:pt x="413" y="414"/>
                </a:cubicBezTo>
                <a:lnTo>
                  <a:pt x="508" y="319"/>
                </a:lnTo>
                <a:cubicBezTo>
                  <a:pt x="525" y="340"/>
                  <a:pt x="536" y="365"/>
                  <a:pt x="539" y="393"/>
                </a:cubicBezTo>
                <a:lnTo>
                  <a:pt x="503" y="393"/>
                </a:lnTo>
                <a:cubicBezTo>
                  <a:pt x="496" y="393"/>
                  <a:pt x="490" y="399"/>
                  <a:pt x="490" y="406"/>
                </a:cubicBezTo>
                <a:cubicBezTo>
                  <a:pt x="490" y="412"/>
                  <a:pt x="496" y="418"/>
                  <a:pt x="503" y="418"/>
                </a:cubicBezTo>
                <a:close/>
                <a:moveTo>
                  <a:pt x="687" y="43"/>
                </a:moveTo>
                <a:lnTo>
                  <a:pt x="687" y="112"/>
                </a:lnTo>
                <a:cubicBezTo>
                  <a:pt x="687" y="118"/>
                  <a:pt x="692" y="124"/>
                  <a:pt x="699" y="124"/>
                </a:cubicBezTo>
                <a:lnTo>
                  <a:pt x="767" y="124"/>
                </a:lnTo>
                <a:lnTo>
                  <a:pt x="661" y="230"/>
                </a:lnTo>
                <a:lnTo>
                  <a:pt x="580" y="230"/>
                </a:lnTo>
                <a:lnTo>
                  <a:pt x="580" y="149"/>
                </a:lnTo>
                <a:lnTo>
                  <a:pt x="687" y="43"/>
                </a:lnTo>
                <a:close/>
                <a:moveTo>
                  <a:pt x="805" y="120"/>
                </a:moveTo>
                <a:lnTo>
                  <a:pt x="805" y="120"/>
                </a:lnTo>
                <a:cubicBezTo>
                  <a:pt x="809" y="117"/>
                  <a:pt x="810" y="112"/>
                  <a:pt x="808" y="107"/>
                </a:cubicBezTo>
                <a:cubicBezTo>
                  <a:pt x="806" y="102"/>
                  <a:pt x="802" y="99"/>
                  <a:pt x="797" y="99"/>
                </a:cubicBezTo>
                <a:lnTo>
                  <a:pt x="729" y="99"/>
                </a:lnTo>
                <a:lnTo>
                  <a:pt x="805" y="22"/>
                </a:lnTo>
                <a:cubicBezTo>
                  <a:pt x="810" y="17"/>
                  <a:pt x="810" y="9"/>
                  <a:pt x="805" y="4"/>
                </a:cubicBezTo>
                <a:cubicBezTo>
                  <a:pt x="801" y="0"/>
                  <a:pt x="793" y="0"/>
                  <a:pt x="788" y="4"/>
                </a:cubicBezTo>
                <a:lnTo>
                  <a:pt x="711" y="82"/>
                </a:lnTo>
                <a:lnTo>
                  <a:pt x="711" y="13"/>
                </a:lnTo>
                <a:cubicBezTo>
                  <a:pt x="711" y="9"/>
                  <a:pt x="708" y="4"/>
                  <a:pt x="703" y="2"/>
                </a:cubicBezTo>
                <a:cubicBezTo>
                  <a:pt x="699" y="0"/>
                  <a:pt x="694" y="1"/>
                  <a:pt x="690" y="4"/>
                </a:cubicBezTo>
                <a:lnTo>
                  <a:pt x="627" y="68"/>
                </a:lnTo>
                <a:cubicBezTo>
                  <a:pt x="563" y="26"/>
                  <a:pt x="486" y="1"/>
                  <a:pt x="405" y="1"/>
                </a:cubicBezTo>
                <a:cubicBezTo>
                  <a:pt x="182" y="1"/>
                  <a:pt x="0" y="183"/>
                  <a:pt x="0" y="406"/>
                </a:cubicBezTo>
                <a:cubicBezTo>
                  <a:pt x="0" y="628"/>
                  <a:pt x="182" y="810"/>
                  <a:pt x="405" y="810"/>
                </a:cubicBezTo>
                <a:cubicBezTo>
                  <a:pt x="627" y="810"/>
                  <a:pt x="809" y="628"/>
                  <a:pt x="809" y="406"/>
                </a:cubicBezTo>
                <a:cubicBezTo>
                  <a:pt x="809" y="323"/>
                  <a:pt x="784" y="247"/>
                  <a:pt x="742" y="184"/>
                </a:cubicBezTo>
                <a:lnTo>
                  <a:pt x="805" y="120"/>
                </a:lnTo>
                <a:close/>
              </a:path>
            </a:pathLst>
          </a:custGeom>
          <a:solidFill>
            <a:srgbClr val="1A171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2400"/>
          </a:p>
        </p:txBody>
      </p:sp>
      <p:pic>
        <p:nvPicPr>
          <p:cNvPr id="60" name="Image 59">
            <a:extLst>
              <a:ext uri="{FF2B5EF4-FFF2-40B4-BE49-F238E27FC236}">
                <a16:creationId xmlns:a16="http://schemas.microsoft.com/office/drawing/2014/main" id="{CA4F29AA-982C-A6C2-459F-029BF323398F}"/>
              </a:ext>
            </a:extLst>
          </p:cNvPr>
          <p:cNvPicPr>
            <a:picLocks noChangeAspect="1"/>
          </p:cNvPicPr>
          <p:nvPr/>
        </p:nvPicPr>
        <p:blipFill>
          <a:blip r:embed="rId7"/>
          <a:stretch>
            <a:fillRect/>
          </a:stretch>
        </p:blipFill>
        <p:spPr>
          <a:xfrm>
            <a:off x="2772046" y="4794488"/>
            <a:ext cx="563007" cy="571411"/>
          </a:xfrm>
          <a:prstGeom prst="rect">
            <a:avLst/>
          </a:prstGeom>
        </p:spPr>
      </p:pic>
      <p:pic>
        <p:nvPicPr>
          <p:cNvPr id="61" name="Image 60">
            <a:extLst>
              <a:ext uri="{FF2B5EF4-FFF2-40B4-BE49-F238E27FC236}">
                <a16:creationId xmlns:a16="http://schemas.microsoft.com/office/drawing/2014/main" id="{6AFB39F1-ED28-8583-4966-BD5EAFB210C9}"/>
              </a:ext>
            </a:extLst>
          </p:cNvPr>
          <p:cNvPicPr>
            <a:picLocks noChangeAspect="1"/>
          </p:cNvPicPr>
          <p:nvPr/>
        </p:nvPicPr>
        <p:blipFill>
          <a:blip r:embed="rId7"/>
          <a:stretch>
            <a:fillRect/>
          </a:stretch>
        </p:blipFill>
        <p:spPr>
          <a:xfrm>
            <a:off x="6178278" y="4801131"/>
            <a:ext cx="563007" cy="571411"/>
          </a:xfrm>
          <a:prstGeom prst="rect">
            <a:avLst/>
          </a:prstGeom>
        </p:spPr>
      </p:pic>
      <p:pic>
        <p:nvPicPr>
          <p:cNvPr id="62" name="Image 61">
            <a:extLst>
              <a:ext uri="{FF2B5EF4-FFF2-40B4-BE49-F238E27FC236}">
                <a16:creationId xmlns:a16="http://schemas.microsoft.com/office/drawing/2014/main" id="{294CD71C-AF35-64F2-A206-CCE6DB162E97}"/>
              </a:ext>
            </a:extLst>
          </p:cNvPr>
          <p:cNvPicPr>
            <a:picLocks noChangeAspect="1"/>
          </p:cNvPicPr>
          <p:nvPr/>
        </p:nvPicPr>
        <p:blipFill>
          <a:blip r:embed="rId7"/>
          <a:stretch>
            <a:fillRect/>
          </a:stretch>
        </p:blipFill>
        <p:spPr>
          <a:xfrm>
            <a:off x="9360258" y="4732077"/>
            <a:ext cx="563007" cy="571411"/>
          </a:xfrm>
          <a:prstGeom prst="rect">
            <a:avLst/>
          </a:prstGeom>
        </p:spPr>
      </p:pic>
      <p:sp>
        <p:nvSpPr>
          <p:cNvPr id="7" name="TextBox 39">
            <a:extLst>
              <a:ext uri="{FF2B5EF4-FFF2-40B4-BE49-F238E27FC236}">
                <a16:creationId xmlns:a16="http://schemas.microsoft.com/office/drawing/2014/main" id="{92A9B1EC-F2E6-85BF-BC30-785A4CD13493}"/>
              </a:ext>
            </a:extLst>
          </p:cNvPr>
          <p:cNvSpPr txBox="1"/>
          <p:nvPr/>
        </p:nvSpPr>
        <p:spPr>
          <a:xfrm>
            <a:off x="3750730" y="3796430"/>
            <a:ext cx="1372492" cy="646331"/>
          </a:xfrm>
          <a:prstGeom prst="rect">
            <a:avLst/>
          </a:prstGeom>
          <a:noFill/>
        </p:spPr>
        <p:txBody>
          <a:bodyPr wrap="square" rtlCol="0" anchor="ctr">
            <a:spAutoFit/>
          </a:bodyPr>
          <a:lstStyle/>
          <a:p>
            <a:pPr algn="ctr"/>
            <a:r>
              <a:rPr lang="fr-FR" sz="3600" b="1" dirty="0">
                <a:solidFill>
                  <a:schemeClr val="bg1"/>
                </a:solidFill>
                <a:latin typeface="Poppins" pitchFamily="2" charset="77"/>
                <a:cs typeface="Poppins" pitchFamily="2" charset="77"/>
              </a:rPr>
              <a:t>0%</a:t>
            </a:r>
          </a:p>
        </p:txBody>
      </p:sp>
      <p:sp>
        <p:nvSpPr>
          <p:cNvPr id="9" name="TextBox 39">
            <a:extLst>
              <a:ext uri="{FF2B5EF4-FFF2-40B4-BE49-F238E27FC236}">
                <a16:creationId xmlns:a16="http://schemas.microsoft.com/office/drawing/2014/main" id="{A701117B-CCC0-DBB5-3BB4-DAC2EEB9615A}"/>
              </a:ext>
            </a:extLst>
          </p:cNvPr>
          <p:cNvSpPr txBox="1"/>
          <p:nvPr/>
        </p:nvSpPr>
        <p:spPr>
          <a:xfrm>
            <a:off x="5350511" y="3796429"/>
            <a:ext cx="1372492" cy="646331"/>
          </a:xfrm>
          <a:prstGeom prst="rect">
            <a:avLst/>
          </a:prstGeom>
          <a:noFill/>
        </p:spPr>
        <p:txBody>
          <a:bodyPr wrap="square" rtlCol="0" anchor="ctr">
            <a:spAutoFit/>
          </a:bodyPr>
          <a:lstStyle/>
          <a:p>
            <a:pPr algn="ctr"/>
            <a:r>
              <a:rPr lang="fr-FR" sz="3600" b="1" dirty="0">
                <a:solidFill>
                  <a:schemeClr val="bg1"/>
                </a:solidFill>
                <a:latin typeface="Poppins" pitchFamily="2" charset="77"/>
                <a:cs typeface="Poppins" pitchFamily="2" charset="77"/>
              </a:rPr>
              <a:t>10%</a:t>
            </a:r>
          </a:p>
        </p:txBody>
      </p:sp>
      <p:sp>
        <p:nvSpPr>
          <p:cNvPr id="10" name="TextBox 39">
            <a:extLst>
              <a:ext uri="{FF2B5EF4-FFF2-40B4-BE49-F238E27FC236}">
                <a16:creationId xmlns:a16="http://schemas.microsoft.com/office/drawing/2014/main" id="{7739085C-AD62-9377-0493-FF5051033BE1}"/>
              </a:ext>
            </a:extLst>
          </p:cNvPr>
          <p:cNvSpPr txBox="1"/>
          <p:nvPr/>
        </p:nvSpPr>
        <p:spPr>
          <a:xfrm>
            <a:off x="8625735" y="3781010"/>
            <a:ext cx="1372492" cy="646331"/>
          </a:xfrm>
          <a:prstGeom prst="rect">
            <a:avLst/>
          </a:prstGeom>
          <a:noFill/>
        </p:spPr>
        <p:txBody>
          <a:bodyPr wrap="square" rtlCol="0" anchor="ctr">
            <a:spAutoFit/>
          </a:bodyPr>
          <a:lstStyle/>
          <a:p>
            <a:pPr algn="ctr"/>
            <a:r>
              <a:rPr lang="fr-FR" sz="3600" b="1" dirty="0">
                <a:solidFill>
                  <a:schemeClr val="bg1"/>
                </a:solidFill>
                <a:latin typeface="Poppins" pitchFamily="2" charset="77"/>
                <a:cs typeface="Poppins" pitchFamily="2" charset="77"/>
              </a:rPr>
              <a:t>60%</a:t>
            </a:r>
          </a:p>
        </p:txBody>
      </p:sp>
      <p:sp>
        <p:nvSpPr>
          <p:cNvPr id="43" name="TextBox 42">
            <a:extLst>
              <a:ext uri="{FF2B5EF4-FFF2-40B4-BE49-F238E27FC236}">
                <a16:creationId xmlns:a16="http://schemas.microsoft.com/office/drawing/2014/main" id="{B4B427F5-E51A-7F4A-8A54-390EAA594AA3}"/>
              </a:ext>
            </a:extLst>
          </p:cNvPr>
          <p:cNvSpPr txBox="1"/>
          <p:nvPr/>
        </p:nvSpPr>
        <p:spPr>
          <a:xfrm>
            <a:off x="7154873" y="3771309"/>
            <a:ext cx="888384" cy="646331"/>
          </a:xfrm>
          <a:prstGeom prst="rect">
            <a:avLst/>
          </a:prstGeom>
          <a:noFill/>
        </p:spPr>
        <p:txBody>
          <a:bodyPr wrap="none" rtlCol="0" anchor="ctr">
            <a:spAutoFit/>
          </a:bodyPr>
          <a:lstStyle/>
          <a:p>
            <a:pPr algn="ctr"/>
            <a:r>
              <a:rPr lang="fr-FR" sz="3600" b="1" dirty="0">
                <a:solidFill>
                  <a:schemeClr val="bg1"/>
                </a:solidFill>
                <a:latin typeface="Poppins" pitchFamily="2" charset="77"/>
                <a:cs typeface="Poppins" pitchFamily="2" charset="77"/>
              </a:rPr>
              <a:t>0%</a:t>
            </a:r>
          </a:p>
        </p:txBody>
      </p:sp>
    </p:spTree>
    <p:extLst>
      <p:ext uri="{BB962C8B-B14F-4D97-AF65-F5344CB8AC3E}">
        <p14:creationId xmlns:p14="http://schemas.microsoft.com/office/powerpoint/2010/main" val="554411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80">
                                          <p:stCondLst>
                                            <p:cond delay="0"/>
                                          </p:stCondLst>
                                        </p:cTn>
                                        <p:tgtEl>
                                          <p:spTgt spid="12"/>
                                        </p:tgtEl>
                                      </p:cBhvr>
                                    </p:animEffect>
                                    <p:anim calcmode="lin" valueType="num">
                                      <p:cBhvr>
                                        <p:cTn id="8" dur="1822" tmFilter="0,0; 0.14,0.36; 0.43,0.73; 0.71,0.91; 1.0,1.0">
                                          <p:stCondLst>
                                            <p:cond delay="0"/>
                                          </p:stCondLst>
                                        </p:cTn>
                                        <p:tgtEl>
                                          <p:spTgt spid="1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2"/>
                                        </p:tgtEl>
                                        <p:attrNameLst>
                                          <p:attrName>ppt_y</p:attrName>
                                        </p:attrNameLst>
                                      </p:cBhvr>
                                      <p:tavLst>
                                        <p:tav tm="0" fmla="#ppt_y-sin(pi*$)/81">
                                          <p:val>
                                            <p:fltVal val="0"/>
                                          </p:val>
                                        </p:tav>
                                        <p:tav tm="100000">
                                          <p:val>
                                            <p:fltVal val="1"/>
                                          </p:val>
                                        </p:tav>
                                      </p:tavLst>
                                    </p:anim>
                                    <p:animScale>
                                      <p:cBhvr>
                                        <p:cTn id="13" dur="26">
                                          <p:stCondLst>
                                            <p:cond delay="650"/>
                                          </p:stCondLst>
                                        </p:cTn>
                                        <p:tgtEl>
                                          <p:spTgt spid="12"/>
                                        </p:tgtEl>
                                      </p:cBhvr>
                                      <p:to x="100000" y="60000"/>
                                    </p:animScale>
                                    <p:animScale>
                                      <p:cBhvr>
                                        <p:cTn id="14" dur="166" decel="50000">
                                          <p:stCondLst>
                                            <p:cond delay="676"/>
                                          </p:stCondLst>
                                        </p:cTn>
                                        <p:tgtEl>
                                          <p:spTgt spid="12"/>
                                        </p:tgtEl>
                                      </p:cBhvr>
                                      <p:to x="100000" y="100000"/>
                                    </p:animScale>
                                    <p:animScale>
                                      <p:cBhvr>
                                        <p:cTn id="15" dur="26">
                                          <p:stCondLst>
                                            <p:cond delay="1312"/>
                                          </p:stCondLst>
                                        </p:cTn>
                                        <p:tgtEl>
                                          <p:spTgt spid="12"/>
                                        </p:tgtEl>
                                      </p:cBhvr>
                                      <p:to x="100000" y="80000"/>
                                    </p:animScale>
                                    <p:animScale>
                                      <p:cBhvr>
                                        <p:cTn id="16" dur="166" decel="50000">
                                          <p:stCondLst>
                                            <p:cond delay="1338"/>
                                          </p:stCondLst>
                                        </p:cTn>
                                        <p:tgtEl>
                                          <p:spTgt spid="12"/>
                                        </p:tgtEl>
                                      </p:cBhvr>
                                      <p:to x="100000" y="100000"/>
                                    </p:animScale>
                                    <p:animScale>
                                      <p:cBhvr>
                                        <p:cTn id="17" dur="26">
                                          <p:stCondLst>
                                            <p:cond delay="1642"/>
                                          </p:stCondLst>
                                        </p:cTn>
                                        <p:tgtEl>
                                          <p:spTgt spid="12"/>
                                        </p:tgtEl>
                                      </p:cBhvr>
                                      <p:to x="100000" y="90000"/>
                                    </p:animScale>
                                    <p:animScale>
                                      <p:cBhvr>
                                        <p:cTn id="18" dur="166" decel="50000">
                                          <p:stCondLst>
                                            <p:cond delay="1668"/>
                                          </p:stCondLst>
                                        </p:cTn>
                                        <p:tgtEl>
                                          <p:spTgt spid="12"/>
                                        </p:tgtEl>
                                      </p:cBhvr>
                                      <p:to x="100000" y="100000"/>
                                    </p:animScale>
                                    <p:animScale>
                                      <p:cBhvr>
                                        <p:cTn id="19" dur="26">
                                          <p:stCondLst>
                                            <p:cond delay="1808"/>
                                          </p:stCondLst>
                                        </p:cTn>
                                        <p:tgtEl>
                                          <p:spTgt spid="12"/>
                                        </p:tgtEl>
                                      </p:cBhvr>
                                      <p:to x="100000" y="95000"/>
                                    </p:animScale>
                                    <p:animScale>
                                      <p:cBhvr>
                                        <p:cTn id="20" dur="166" decel="50000">
                                          <p:stCondLst>
                                            <p:cond delay="1834"/>
                                          </p:stCondLst>
                                        </p:cTn>
                                        <p:tgtEl>
                                          <p:spTgt spid="12"/>
                                        </p:tgtEl>
                                      </p:cBhvr>
                                      <p:to x="100000" y="100000"/>
                                    </p:animScale>
                                  </p:childTnLst>
                                </p:cTn>
                              </p:par>
                              <p:par>
                                <p:cTn id="21" presetID="26"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down)">
                                      <p:cBhvr>
                                        <p:cTn id="23" dur="580">
                                          <p:stCondLst>
                                            <p:cond delay="0"/>
                                          </p:stCondLst>
                                        </p:cTn>
                                        <p:tgtEl>
                                          <p:spTgt spid="13"/>
                                        </p:tgtEl>
                                      </p:cBhvr>
                                    </p:animEffect>
                                    <p:anim calcmode="lin" valueType="num">
                                      <p:cBhvr>
                                        <p:cTn id="24" dur="1822" tmFilter="0,0; 0.14,0.36; 0.43,0.73; 0.71,0.91; 1.0,1.0">
                                          <p:stCondLst>
                                            <p:cond delay="0"/>
                                          </p:stCondLst>
                                        </p:cTn>
                                        <p:tgtEl>
                                          <p:spTgt spid="13"/>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13"/>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13"/>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13"/>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13"/>
                                        </p:tgtEl>
                                        <p:attrNameLst>
                                          <p:attrName>ppt_y</p:attrName>
                                        </p:attrNameLst>
                                      </p:cBhvr>
                                      <p:tavLst>
                                        <p:tav tm="0" fmla="#ppt_y-sin(pi*$)/81">
                                          <p:val>
                                            <p:fltVal val="0"/>
                                          </p:val>
                                        </p:tav>
                                        <p:tav tm="100000">
                                          <p:val>
                                            <p:fltVal val="1"/>
                                          </p:val>
                                        </p:tav>
                                      </p:tavLst>
                                    </p:anim>
                                    <p:animScale>
                                      <p:cBhvr>
                                        <p:cTn id="29" dur="26">
                                          <p:stCondLst>
                                            <p:cond delay="650"/>
                                          </p:stCondLst>
                                        </p:cTn>
                                        <p:tgtEl>
                                          <p:spTgt spid="13"/>
                                        </p:tgtEl>
                                      </p:cBhvr>
                                      <p:to x="100000" y="60000"/>
                                    </p:animScale>
                                    <p:animScale>
                                      <p:cBhvr>
                                        <p:cTn id="30" dur="166" decel="50000">
                                          <p:stCondLst>
                                            <p:cond delay="676"/>
                                          </p:stCondLst>
                                        </p:cTn>
                                        <p:tgtEl>
                                          <p:spTgt spid="13"/>
                                        </p:tgtEl>
                                      </p:cBhvr>
                                      <p:to x="100000" y="100000"/>
                                    </p:animScale>
                                    <p:animScale>
                                      <p:cBhvr>
                                        <p:cTn id="31" dur="26">
                                          <p:stCondLst>
                                            <p:cond delay="1312"/>
                                          </p:stCondLst>
                                        </p:cTn>
                                        <p:tgtEl>
                                          <p:spTgt spid="13"/>
                                        </p:tgtEl>
                                      </p:cBhvr>
                                      <p:to x="100000" y="80000"/>
                                    </p:animScale>
                                    <p:animScale>
                                      <p:cBhvr>
                                        <p:cTn id="32" dur="166" decel="50000">
                                          <p:stCondLst>
                                            <p:cond delay="1338"/>
                                          </p:stCondLst>
                                        </p:cTn>
                                        <p:tgtEl>
                                          <p:spTgt spid="13"/>
                                        </p:tgtEl>
                                      </p:cBhvr>
                                      <p:to x="100000" y="100000"/>
                                    </p:animScale>
                                    <p:animScale>
                                      <p:cBhvr>
                                        <p:cTn id="33" dur="26">
                                          <p:stCondLst>
                                            <p:cond delay="1642"/>
                                          </p:stCondLst>
                                        </p:cTn>
                                        <p:tgtEl>
                                          <p:spTgt spid="13"/>
                                        </p:tgtEl>
                                      </p:cBhvr>
                                      <p:to x="100000" y="90000"/>
                                    </p:animScale>
                                    <p:animScale>
                                      <p:cBhvr>
                                        <p:cTn id="34" dur="166" decel="50000">
                                          <p:stCondLst>
                                            <p:cond delay="1668"/>
                                          </p:stCondLst>
                                        </p:cTn>
                                        <p:tgtEl>
                                          <p:spTgt spid="13"/>
                                        </p:tgtEl>
                                      </p:cBhvr>
                                      <p:to x="100000" y="100000"/>
                                    </p:animScale>
                                    <p:animScale>
                                      <p:cBhvr>
                                        <p:cTn id="35" dur="26">
                                          <p:stCondLst>
                                            <p:cond delay="1808"/>
                                          </p:stCondLst>
                                        </p:cTn>
                                        <p:tgtEl>
                                          <p:spTgt spid="13"/>
                                        </p:tgtEl>
                                      </p:cBhvr>
                                      <p:to x="100000" y="95000"/>
                                    </p:animScale>
                                    <p:animScale>
                                      <p:cBhvr>
                                        <p:cTn id="36" dur="166" decel="50000">
                                          <p:stCondLst>
                                            <p:cond delay="1834"/>
                                          </p:stCondLst>
                                        </p:cTn>
                                        <p:tgtEl>
                                          <p:spTgt spid="13"/>
                                        </p:tgtEl>
                                      </p:cBhvr>
                                      <p:to x="100000" y="100000"/>
                                    </p:animScale>
                                  </p:childTnLst>
                                </p:cTn>
                              </p:par>
                              <p:par>
                                <p:cTn id="37" presetID="26"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wipe(down)">
                                      <p:cBhvr>
                                        <p:cTn id="39" dur="580">
                                          <p:stCondLst>
                                            <p:cond delay="0"/>
                                          </p:stCondLst>
                                        </p:cTn>
                                        <p:tgtEl>
                                          <p:spTgt spid="14"/>
                                        </p:tgtEl>
                                      </p:cBhvr>
                                    </p:animEffect>
                                    <p:anim calcmode="lin" valueType="num">
                                      <p:cBhvr>
                                        <p:cTn id="40" dur="1822" tmFilter="0,0; 0.14,0.36; 0.43,0.73; 0.71,0.91; 1.0,1.0">
                                          <p:stCondLst>
                                            <p:cond delay="0"/>
                                          </p:stCondLst>
                                        </p:cTn>
                                        <p:tgtEl>
                                          <p:spTgt spid="14"/>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14"/>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14"/>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14"/>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14"/>
                                        </p:tgtEl>
                                        <p:attrNameLst>
                                          <p:attrName>ppt_y</p:attrName>
                                        </p:attrNameLst>
                                      </p:cBhvr>
                                      <p:tavLst>
                                        <p:tav tm="0" fmla="#ppt_y-sin(pi*$)/81">
                                          <p:val>
                                            <p:fltVal val="0"/>
                                          </p:val>
                                        </p:tav>
                                        <p:tav tm="100000">
                                          <p:val>
                                            <p:fltVal val="1"/>
                                          </p:val>
                                        </p:tav>
                                      </p:tavLst>
                                    </p:anim>
                                    <p:animScale>
                                      <p:cBhvr>
                                        <p:cTn id="45" dur="26">
                                          <p:stCondLst>
                                            <p:cond delay="650"/>
                                          </p:stCondLst>
                                        </p:cTn>
                                        <p:tgtEl>
                                          <p:spTgt spid="14"/>
                                        </p:tgtEl>
                                      </p:cBhvr>
                                      <p:to x="100000" y="60000"/>
                                    </p:animScale>
                                    <p:animScale>
                                      <p:cBhvr>
                                        <p:cTn id="46" dur="166" decel="50000">
                                          <p:stCondLst>
                                            <p:cond delay="676"/>
                                          </p:stCondLst>
                                        </p:cTn>
                                        <p:tgtEl>
                                          <p:spTgt spid="14"/>
                                        </p:tgtEl>
                                      </p:cBhvr>
                                      <p:to x="100000" y="100000"/>
                                    </p:animScale>
                                    <p:animScale>
                                      <p:cBhvr>
                                        <p:cTn id="47" dur="26">
                                          <p:stCondLst>
                                            <p:cond delay="1312"/>
                                          </p:stCondLst>
                                        </p:cTn>
                                        <p:tgtEl>
                                          <p:spTgt spid="14"/>
                                        </p:tgtEl>
                                      </p:cBhvr>
                                      <p:to x="100000" y="80000"/>
                                    </p:animScale>
                                    <p:animScale>
                                      <p:cBhvr>
                                        <p:cTn id="48" dur="166" decel="50000">
                                          <p:stCondLst>
                                            <p:cond delay="1338"/>
                                          </p:stCondLst>
                                        </p:cTn>
                                        <p:tgtEl>
                                          <p:spTgt spid="14"/>
                                        </p:tgtEl>
                                      </p:cBhvr>
                                      <p:to x="100000" y="100000"/>
                                    </p:animScale>
                                    <p:animScale>
                                      <p:cBhvr>
                                        <p:cTn id="49" dur="26">
                                          <p:stCondLst>
                                            <p:cond delay="1642"/>
                                          </p:stCondLst>
                                        </p:cTn>
                                        <p:tgtEl>
                                          <p:spTgt spid="14"/>
                                        </p:tgtEl>
                                      </p:cBhvr>
                                      <p:to x="100000" y="90000"/>
                                    </p:animScale>
                                    <p:animScale>
                                      <p:cBhvr>
                                        <p:cTn id="50" dur="166" decel="50000">
                                          <p:stCondLst>
                                            <p:cond delay="1668"/>
                                          </p:stCondLst>
                                        </p:cTn>
                                        <p:tgtEl>
                                          <p:spTgt spid="14"/>
                                        </p:tgtEl>
                                      </p:cBhvr>
                                      <p:to x="100000" y="100000"/>
                                    </p:animScale>
                                    <p:animScale>
                                      <p:cBhvr>
                                        <p:cTn id="51" dur="26">
                                          <p:stCondLst>
                                            <p:cond delay="1808"/>
                                          </p:stCondLst>
                                        </p:cTn>
                                        <p:tgtEl>
                                          <p:spTgt spid="14"/>
                                        </p:tgtEl>
                                      </p:cBhvr>
                                      <p:to x="100000" y="95000"/>
                                    </p:animScale>
                                    <p:animScale>
                                      <p:cBhvr>
                                        <p:cTn id="52" dur="166" decel="50000">
                                          <p:stCondLst>
                                            <p:cond delay="1834"/>
                                          </p:stCondLst>
                                        </p:cTn>
                                        <p:tgtEl>
                                          <p:spTgt spid="14"/>
                                        </p:tgtEl>
                                      </p:cBhvr>
                                      <p:to x="100000" y="100000"/>
                                    </p:animScale>
                                  </p:childTnLst>
                                </p:cTn>
                              </p:par>
                              <p:par>
                                <p:cTn id="53" presetID="26" presetClass="entr" presetSubtype="0" fill="hold" grpId="0" nodeType="with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wipe(down)">
                                      <p:cBhvr>
                                        <p:cTn id="55" dur="580">
                                          <p:stCondLst>
                                            <p:cond delay="0"/>
                                          </p:stCondLst>
                                        </p:cTn>
                                        <p:tgtEl>
                                          <p:spTgt spid="15"/>
                                        </p:tgtEl>
                                      </p:cBhvr>
                                    </p:animEffect>
                                    <p:anim calcmode="lin" valueType="num">
                                      <p:cBhvr>
                                        <p:cTn id="56" dur="1822" tmFilter="0,0; 0.14,0.36; 0.43,0.73; 0.71,0.91; 1.0,1.0">
                                          <p:stCondLst>
                                            <p:cond delay="0"/>
                                          </p:stCondLst>
                                        </p:cTn>
                                        <p:tgtEl>
                                          <p:spTgt spid="15"/>
                                        </p:tgtEl>
                                        <p:attrNameLst>
                                          <p:attrName>ppt_x</p:attrName>
                                        </p:attrNameLst>
                                      </p:cBhvr>
                                      <p:tavLst>
                                        <p:tav tm="0">
                                          <p:val>
                                            <p:strVal val="#ppt_x-0.25"/>
                                          </p:val>
                                        </p:tav>
                                        <p:tav tm="100000">
                                          <p:val>
                                            <p:strVal val="#ppt_x"/>
                                          </p:val>
                                        </p:tav>
                                      </p:tavLst>
                                    </p:anim>
                                    <p:anim calcmode="lin" valueType="num">
                                      <p:cBhvr>
                                        <p:cTn id="57" dur="664" tmFilter="0.0,0.0; 0.25,0.07; 0.50,0.2; 0.75,0.467; 1.0,1.0">
                                          <p:stCondLst>
                                            <p:cond delay="0"/>
                                          </p:stCondLst>
                                        </p:cTn>
                                        <p:tgtEl>
                                          <p:spTgt spid="15"/>
                                        </p:tgtEl>
                                        <p:attrNameLst>
                                          <p:attrName>ppt_y</p:attrName>
                                        </p:attrNameLst>
                                      </p:cBhvr>
                                      <p:tavLst>
                                        <p:tav tm="0" fmla="#ppt_y-sin(pi*$)/3">
                                          <p:val>
                                            <p:fltVal val="0.5"/>
                                          </p:val>
                                        </p:tav>
                                        <p:tav tm="100000">
                                          <p:val>
                                            <p:fltVal val="1"/>
                                          </p:val>
                                        </p:tav>
                                      </p:tavLst>
                                    </p:anim>
                                    <p:anim calcmode="lin" valueType="num">
                                      <p:cBhvr>
                                        <p:cTn id="58" dur="664" tmFilter="0, 0; 0.125,0.2665; 0.25,0.4; 0.375,0.465; 0.5,0.5;  0.625,0.535; 0.75,0.6; 0.875,0.7335; 1,1">
                                          <p:stCondLst>
                                            <p:cond delay="664"/>
                                          </p:stCondLst>
                                        </p:cTn>
                                        <p:tgtEl>
                                          <p:spTgt spid="15"/>
                                        </p:tgtEl>
                                        <p:attrNameLst>
                                          <p:attrName>ppt_y</p:attrName>
                                        </p:attrNameLst>
                                      </p:cBhvr>
                                      <p:tavLst>
                                        <p:tav tm="0" fmla="#ppt_y-sin(pi*$)/9">
                                          <p:val>
                                            <p:fltVal val="0"/>
                                          </p:val>
                                        </p:tav>
                                        <p:tav tm="100000">
                                          <p:val>
                                            <p:fltVal val="1"/>
                                          </p:val>
                                        </p:tav>
                                      </p:tavLst>
                                    </p:anim>
                                    <p:anim calcmode="lin" valueType="num">
                                      <p:cBhvr>
                                        <p:cTn id="59" dur="332" tmFilter="0, 0; 0.125,0.2665; 0.25,0.4; 0.375,0.465; 0.5,0.5;  0.625,0.535; 0.75,0.6; 0.875,0.7335; 1,1">
                                          <p:stCondLst>
                                            <p:cond delay="1324"/>
                                          </p:stCondLst>
                                        </p:cTn>
                                        <p:tgtEl>
                                          <p:spTgt spid="15"/>
                                        </p:tgtEl>
                                        <p:attrNameLst>
                                          <p:attrName>ppt_y</p:attrName>
                                        </p:attrNameLst>
                                      </p:cBhvr>
                                      <p:tavLst>
                                        <p:tav tm="0" fmla="#ppt_y-sin(pi*$)/27">
                                          <p:val>
                                            <p:fltVal val="0"/>
                                          </p:val>
                                        </p:tav>
                                        <p:tav tm="100000">
                                          <p:val>
                                            <p:fltVal val="1"/>
                                          </p:val>
                                        </p:tav>
                                      </p:tavLst>
                                    </p:anim>
                                    <p:anim calcmode="lin" valueType="num">
                                      <p:cBhvr>
                                        <p:cTn id="60" dur="164" tmFilter="0, 0; 0.125,0.2665; 0.25,0.4; 0.375,0.465; 0.5,0.5;  0.625,0.535; 0.75,0.6; 0.875,0.7335; 1,1">
                                          <p:stCondLst>
                                            <p:cond delay="1656"/>
                                          </p:stCondLst>
                                        </p:cTn>
                                        <p:tgtEl>
                                          <p:spTgt spid="15"/>
                                        </p:tgtEl>
                                        <p:attrNameLst>
                                          <p:attrName>ppt_y</p:attrName>
                                        </p:attrNameLst>
                                      </p:cBhvr>
                                      <p:tavLst>
                                        <p:tav tm="0" fmla="#ppt_y-sin(pi*$)/81">
                                          <p:val>
                                            <p:fltVal val="0"/>
                                          </p:val>
                                        </p:tav>
                                        <p:tav tm="100000">
                                          <p:val>
                                            <p:fltVal val="1"/>
                                          </p:val>
                                        </p:tav>
                                      </p:tavLst>
                                    </p:anim>
                                    <p:animScale>
                                      <p:cBhvr>
                                        <p:cTn id="61" dur="26">
                                          <p:stCondLst>
                                            <p:cond delay="650"/>
                                          </p:stCondLst>
                                        </p:cTn>
                                        <p:tgtEl>
                                          <p:spTgt spid="15"/>
                                        </p:tgtEl>
                                      </p:cBhvr>
                                      <p:to x="100000" y="60000"/>
                                    </p:animScale>
                                    <p:animScale>
                                      <p:cBhvr>
                                        <p:cTn id="62" dur="166" decel="50000">
                                          <p:stCondLst>
                                            <p:cond delay="676"/>
                                          </p:stCondLst>
                                        </p:cTn>
                                        <p:tgtEl>
                                          <p:spTgt spid="15"/>
                                        </p:tgtEl>
                                      </p:cBhvr>
                                      <p:to x="100000" y="100000"/>
                                    </p:animScale>
                                    <p:animScale>
                                      <p:cBhvr>
                                        <p:cTn id="63" dur="26">
                                          <p:stCondLst>
                                            <p:cond delay="1312"/>
                                          </p:stCondLst>
                                        </p:cTn>
                                        <p:tgtEl>
                                          <p:spTgt spid="15"/>
                                        </p:tgtEl>
                                      </p:cBhvr>
                                      <p:to x="100000" y="80000"/>
                                    </p:animScale>
                                    <p:animScale>
                                      <p:cBhvr>
                                        <p:cTn id="64" dur="166" decel="50000">
                                          <p:stCondLst>
                                            <p:cond delay="1338"/>
                                          </p:stCondLst>
                                        </p:cTn>
                                        <p:tgtEl>
                                          <p:spTgt spid="15"/>
                                        </p:tgtEl>
                                      </p:cBhvr>
                                      <p:to x="100000" y="100000"/>
                                    </p:animScale>
                                    <p:animScale>
                                      <p:cBhvr>
                                        <p:cTn id="65" dur="26">
                                          <p:stCondLst>
                                            <p:cond delay="1642"/>
                                          </p:stCondLst>
                                        </p:cTn>
                                        <p:tgtEl>
                                          <p:spTgt spid="15"/>
                                        </p:tgtEl>
                                      </p:cBhvr>
                                      <p:to x="100000" y="90000"/>
                                    </p:animScale>
                                    <p:animScale>
                                      <p:cBhvr>
                                        <p:cTn id="66" dur="166" decel="50000">
                                          <p:stCondLst>
                                            <p:cond delay="1668"/>
                                          </p:stCondLst>
                                        </p:cTn>
                                        <p:tgtEl>
                                          <p:spTgt spid="15"/>
                                        </p:tgtEl>
                                      </p:cBhvr>
                                      <p:to x="100000" y="100000"/>
                                    </p:animScale>
                                    <p:animScale>
                                      <p:cBhvr>
                                        <p:cTn id="67" dur="26">
                                          <p:stCondLst>
                                            <p:cond delay="1808"/>
                                          </p:stCondLst>
                                        </p:cTn>
                                        <p:tgtEl>
                                          <p:spTgt spid="15"/>
                                        </p:tgtEl>
                                      </p:cBhvr>
                                      <p:to x="100000" y="95000"/>
                                    </p:animScale>
                                    <p:animScale>
                                      <p:cBhvr>
                                        <p:cTn id="68" dur="166" decel="50000">
                                          <p:stCondLst>
                                            <p:cond delay="1834"/>
                                          </p:stCondLst>
                                        </p:cTn>
                                        <p:tgtEl>
                                          <p:spTgt spid="15"/>
                                        </p:tgtEl>
                                      </p:cBhvr>
                                      <p:to x="100000" y="100000"/>
                                    </p:animScale>
                                  </p:childTnLst>
                                </p:cTn>
                              </p:par>
                              <p:par>
                                <p:cTn id="69" presetID="26" presetClass="entr" presetSubtype="0" fill="hold" grpId="0" nodeType="withEffect">
                                  <p:stCondLst>
                                    <p:cond delay="0"/>
                                  </p:stCondLst>
                                  <p:childTnLst>
                                    <p:set>
                                      <p:cBhvr>
                                        <p:cTn id="70" dur="1" fill="hold">
                                          <p:stCondLst>
                                            <p:cond delay="0"/>
                                          </p:stCondLst>
                                        </p:cTn>
                                        <p:tgtEl>
                                          <p:spTgt spid="16"/>
                                        </p:tgtEl>
                                        <p:attrNameLst>
                                          <p:attrName>style.visibility</p:attrName>
                                        </p:attrNameLst>
                                      </p:cBhvr>
                                      <p:to>
                                        <p:strVal val="visible"/>
                                      </p:to>
                                    </p:set>
                                    <p:animEffect transition="in" filter="wipe(down)">
                                      <p:cBhvr>
                                        <p:cTn id="71" dur="580">
                                          <p:stCondLst>
                                            <p:cond delay="0"/>
                                          </p:stCondLst>
                                        </p:cTn>
                                        <p:tgtEl>
                                          <p:spTgt spid="16"/>
                                        </p:tgtEl>
                                      </p:cBhvr>
                                    </p:animEffect>
                                    <p:anim calcmode="lin" valueType="num">
                                      <p:cBhvr>
                                        <p:cTn id="72" dur="1822" tmFilter="0,0; 0.14,0.36; 0.43,0.73; 0.71,0.91; 1.0,1.0">
                                          <p:stCondLst>
                                            <p:cond delay="0"/>
                                          </p:stCondLst>
                                        </p:cTn>
                                        <p:tgtEl>
                                          <p:spTgt spid="16"/>
                                        </p:tgtEl>
                                        <p:attrNameLst>
                                          <p:attrName>ppt_x</p:attrName>
                                        </p:attrNameLst>
                                      </p:cBhvr>
                                      <p:tavLst>
                                        <p:tav tm="0">
                                          <p:val>
                                            <p:strVal val="#ppt_x-0.25"/>
                                          </p:val>
                                        </p:tav>
                                        <p:tav tm="100000">
                                          <p:val>
                                            <p:strVal val="#ppt_x"/>
                                          </p:val>
                                        </p:tav>
                                      </p:tavLst>
                                    </p:anim>
                                    <p:anim calcmode="lin" valueType="num">
                                      <p:cBhvr>
                                        <p:cTn id="73" dur="664" tmFilter="0.0,0.0; 0.25,0.07; 0.50,0.2; 0.75,0.467; 1.0,1.0">
                                          <p:stCondLst>
                                            <p:cond delay="0"/>
                                          </p:stCondLst>
                                        </p:cTn>
                                        <p:tgtEl>
                                          <p:spTgt spid="16"/>
                                        </p:tgtEl>
                                        <p:attrNameLst>
                                          <p:attrName>ppt_y</p:attrName>
                                        </p:attrNameLst>
                                      </p:cBhvr>
                                      <p:tavLst>
                                        <p:tav tm="0" fmla="#ppt_y-sin(pi*$)/3">
                                          <p:val>
                                            <p:fltVal val="0.5"/>
                                          </p:val>
                                        </p:tav>
                                        <p:tav tm="100000">
                                          <p:val>
                                            <p:fltVal val="1"/>
                                          </p:val>
                                        </p:tav>
                                      </p:tavLst>
                                    </p:anim>
                                    <p:anim calcmode="lin" valueType="num">
                                      <p:cBhvr>
                                        <p:cTn id="74" dur="664" tmFilter="0, 0; 0.125,0.2665; 0.25,0.4; 0.375,0.465; 0.5,0.5;  0.625,0.535; 0.75,0.6; 0.875,0.7335; 1,1">
                                          <p:stCondLst>
                                            <p:cond delay="664"/>
                                          </p:stCondLst>
                                        </p:cTn>
                                        <p:tgtEl>
                                          <p:spTgt spid="16"/>
                                        </p:tgtEl>
                                        <p:attrNameLst>
                                          <p:attrName>ppt_y</p:attrName>
                                        </p:attrNameLst>
                                      </p:cBhvr>
                                      <p:tavLst>
                                        <p:tav tm="0" fmla="#ppt_y-sin(pi*$)/9">
                                          <p:val>
                                            <p:fltVal val="0"/>
                                          </p:val>
                                        </p:tav>
                                        <p:tav tm="100000">
                                          <p:val>
                                            <p:fltVal val="1"/>
                                          </p:val>
                                        </p:tav>
                                      </p:tavLst>
                                    </p:anim>
                                    <p:anim calcmode="lin" valueType="num">
                                      <p:cBhvr>
                                        <p:cTn id="75" dur="332" tmFilter="0, 0; 0.125,0.2665; 0.25,0.4; 0.375,0.465; 0.5,0.5;  0.625,0.535; 0.75,0.6; 0.875,0.7335; 1,1">
                                          <p:stCondLst>
                                            <p:cond delay="1324"/>
                                          </p:stCondLst>
                                        </p:cTn>
                                        <p:tgtEl>
                                          <p:spTgt spid="16"/>
                                        </p:tgtEl>
                                        <p:attrNameLst>
                                          <p:attrName>ppt_y</p:attrName>
                                        </p:attrNameLst>
                                      </p:cBhvr>
                                      <p:tavLst>
                                        <p:tav tm="0" fmla="#ppt_y-sin(pi*$)/27">
                                          <p:val>
                                            <p:fltVal val="0"/>
                                          </p:val>
                                        </p:tav>
                                        <p:tav tm="100000">
                                          <p:val>
                                            <p:fltVal val="1"/>
                                          </p:val>
                                        </p:tav>
                                      </p:tavLst>
                                    </p:anim>
                                    <p:anim calcmode="lin" valueType="num">
                                      <p:cBhvr>
                                        <p:cTn id="76" dur="164" tmFilter="0, 0; 0.125,0.2665; 0.25,0.4; 0.375,0.465; 0.5,0.5;  0.625,0.535; 0.75,0.6; 0.875,0.7335; 1,1">
                                          <p:stCondLst>
                                            <p:cond delay="1656"/>
                                          </p:stCondLst>
                                        </p:cTn>
                                        <p:tgtEl>
                                          <p:spTgt spid="16"/>
                                        </p:tgtEl>
                                        <p:attrNameLst>
                                          <p:attrName>ppt_y</p:attrName>
                                        </p:attrNameLst>
                                      </p:cBhvr>
                                      <p:tavLst>
                                        <p:tav tm="0" fmla="#ppt_y-sin(pi*$)/81">
                                          <p:val>
                                            <p:fltVal val="0"/>
                                          </p:val>
                                        </p:tav>
                                        <p:tav tm="100000">
                                          <p:val>
                                            <p:fltVal val="1"/>
                                          </p:val>
                                        </p:tav>
                                      </p:tavLst>
                                    </p:anim>
                                    <p:animScale>
                                      <p:cBhvr>
                                        <p:cTn id="77" dur="26">
                                          <p:stCondLst>
                                            <p:cond delay="650"/>
                                          </p:stCondLst>
                                        </p:cTn>
                                        <p:tgtEl>
                                          <p:spTgt spid="16"/>
                                        </p:tgtEl>
                                      </p:cBhvr>
                                      <p:to x="100000" y="60000"/>
                                    </p:animScale>
                                    <p:animScale>
                                      <p:cBhvr>
                                        <p:cTn id="78" dur="166" decel="50000">
                                          <p:stCondLst>
                                            <p:cond delay="676"/>
                                          </p:stCondLst>
                                        </p:cTn>
                                        <p:tgtEl>
                                          <p:spTgt spid="16"/>
                                        </p:tgtEl>
                                      </p:cBhvr>
                                      <p:to x="100000" y="100000"/>
                                    </p:animScale>
                                    <p:animScale>
                                      <p:cBhvr>
                                        <p:cTn id="79" dur="26">
                                          <p:stCondLst>
                                            <p:cond delay="1312"/>
                                          </p:stCondLst>
                                        </p:cTn>
                                        <p:tgtEl>
                                          <p:spTgt spid="16"/>
                                        </p:tgtEl>
                                      </p:cBhvr>
                                      <p:to x="100000" y="80000"/>
                                    </p:animScale>
                                    <p:animScale>
                                      <p:cBhvr>
                                        <p:cTn id="80" dur="166" decel="50000">
                                          <p:stCondLst>
                                            <p:cond delay="1338"/>
                                          </p:stCondLst>
                                        </p:cTn>
                                        <p:tgtEl>
                                          <p:spTgt spid="16"/>
                                        </p:tgtEl>
                                      </p:cBhvr>
                                      <p:to x="100000" y="100000"/>
                                    </p:animScale>
                                    <p:animScale>
                                      <p:cBhvr>
                                        <p:cTn id="81" dur="26">
                                          <p:stCondLst>
                                            <p:cond delay="1642"/>
                                          </p:stCondLst>
                                        </p:cTn>
                                        <p:tgtEl>
                                          <p:spTgt spid="16"/>
                                        </p:tgtEl>
                                      </p:cBhvr>
                                      <p:to x="100000" y="90000"/>
                                    </p:animScale>
                                    <p:animScale>
                                      <p:cBhvr>
                                        <p:cTn id="82" dur="166" decel="50000">
                                          <p:stCondLst>
                                            <p:cond delay="1668"/>
                                          </p:stCondLst>
                                        </p:cTn>
                                        <p:tgtEl>
                                          <p:spTgt spid="16"/>
                                        </p:tgtEl>
                                      </p:cBhvr>
                                      <p:to x="100000" y="100000"/>
                                    </p:animScale>
                                    <p:animScale>
                                      <p:cBhvr>
                                        <p:cTn id="83" dur="26">
                                          <p:stCondLst>
                                            <p:cond delay="1808"/>
                                          </p:stCondLst>
                                        </p:cTn>
                                        <p:tgtEl>
                                          <p:spTgt spid="16"/>
                                        </p:tgtEl>
                                      </p:cBhvr>
                                      <p:to x="100000" y="95000"/>
                                    </p:animScale>
                                    <p:animScale>
                                      <p:cBhvr>
                                        <p:cTn id="84" dur="166" decel="50000">
                                          <p:stCondLst>
                                            <p:cond delay="1834"/>
                                          </p:stCondLst>
                                        </p:cTn>
                                        <p:tgtEl>
                                          <p:spTgt spid="16"/>
                                        </p:tgtEl>
                                      </p:cBhvr>
                                      <p:to x="100000" y="100000"/>
                                    </p:animScale>
                                  </p:childTnLst>
                                </p:cTn>
                              </p:par>
                            </p:childTnLst>
                          </p:cTn>
                        </p:par>
                      </p:childTnLst>
                    </p:cTn>
                  </p:par>
                  <p:par>
                    <p:cTn id="85" fill="hold">
                      <p:stCondLst>
                        <p:cond delay="indefinite"/>
                      </p:stCondLst>
                      <p:childTnLst>
                        <p:par>
                          <p:cTn id="86" fill="hold">
                            <p:stCondLst>
                              <p:cond delay="0"/>
                            </p:stCondLst>
                            <p:childTnLst>
                              <p:par>
                                <p:cTn id="87" presetID="31" presetClass="entr" presetSubtype="0" fill="hold" grpId="0" nodeType="clickEffect">
                                  <p:stCondLst>
                                    <p:cond delay="0"/>
                                  </p:stCondLst>
                                  <p:childTnLst>
                                    <p:set>
                                      <p:cBhvr>
                                        <p:cTn id="88" dur="1" fill="hold">
                                          <p:stCondLst>
                                            <p:cond delay="0"/>
                                          </p:stCondLst>
                                        </p:cTn>
                                        <p:tgtEl>
                                          <p:spTgt spid="8"/>
                                        </p:tgtEl>
                                        <p:attrNameLst>
                                          <p:attrName>style.visibility</p:attrName>
                                        </p:attrNameLst>
                                      </p:cBhvr>
                                      <p:to>
                                        <p:strVal val="visible"/>
                                      </p:to>
                                    </p:set>
                                    <p:anim calcmode="lin" valueType="num">
                                      <p:cBhvr>
                                        <p:cTn id="89" dur="1000" fill="hold"/>
                                        <p:tgtEl>
                                          <p:spTgt spid="8"/>
                                        </p:tgtEl>
                                        <p:attrNameLst>
                                          <p:attrName>ppt_w</p:attrName>
                                        </p:attrNameLst>
                                      </p:cBhvr>
                                      <p:tavLst>
                                        <p:tav tm="0">
                                          <p:val>
                                            <p:fltVal val="0"/>
                                          </p:val>
                                        </p:tav>
                                        <p:tav tm="100000">
                                          <p:val>
                                            <p:strVal val="#ppt_w"/>
                                          </p:val>
                                        </p:tav>
                                      </p:tavLst>
                                    </p:anim>
                                    <p:anim calcmode="lin" valueType="num">
                                      <p:cBhvr>
                                        <p:cTn id="90" dur="1000" fill="hold"/>
                                        <p:tgtEl>
                                          <p:spTgt spid="8"/>
                                        </p:tgtEl>
                                        <p:attrNameLst>
                                          <p:attrName>ppt_h</p:attrName>
                                        </p:attrNameLst>
                                      </p:cBhvr>
                                      <p:tavLst>
                                        <p:tav tm="0">
                                          <p:val>
                                            <p:fltVal val="0"/>
                                          </p:val>
                                        </p:tav>
                                        <p:tav tm="100000">
                                          <p:val>
                                            <p:strVal val="#ppt_h"/>
                                          </p:val>
                                        </p:tav>
                                      </p:tavLst>
                                    </p:anim>
                                    <p:anim calcmode="lin" valueType="num">
                                      <p:cBhvr>
                                        <p:cTn id="91" dur="1000" fill="hold"/>
                                        <p:tgtEl>
                                          <p:spTgt spid="8"/>
                                        </p:tgtEl>
                                        <p:attrNameLst>
                                          <p:attrName>style.rotation</p:attrName>
                                        </p:attrNameLst>
                                      </p:cBhvr>
                                      <p:tavLst>
                                        <p:tav tm="0">
                                          <p:val>
                                            <p:fltVal val="90"/>
                                          </p:val>
                                        </p:tav>
                                        <p:tav tm="100000">
                                          <p:val>
                                            <p:fltVal val="0"/>
                                          </p:val>
                                        </p:tav>
                                      </p:tavLst>
                                    </p:anim>
                                    <p:animEffect transition="in" filter="fade">
                                      <p:cBhvr>
                                        <p:cTn id="92" dur="1000"/>
                                        <p:tgtEl>
                                          <p:spTgt spid="8"/>
                                        </p:tgtEl>
                                      </p:cBhvr>
                                    </p:animEffect>
                                  </p:childTnLst>
                                </p:cTn>
                              </p:par>
                              <p:par>
                                <p:cTn id="93" presetID="31" presetClass="entr" presetSubtype="0" fill="hold" grpId="0" nodeType="withEffect">
                                  <p:stCondLst>
                                    <p:cond delay="0"/>
                                  </p:stCondLst>
                                  <p:childTnLst>
                                    <p:set>
                                      <p:cBhvr>
                                        <p:cTn id="94" dur="1" fill="hold">
                                          <p:stCondLst>
                                            <p:cond delay="0"/>
                                          </p:stCondLst>
                                        </p:cTn>
                                        <p:tgtEl>
                                          <p:spTgt spid="40"/>
                                        </p:tgtEl>
                                        <p:attrNameLst>
                                          <p:attrName>style.visibility</p:attrName>
                                        </p:attrNameLst>
                                      </p:cBhvr>
                                      <p:to>
                                        <p:strVal val="visible"/>
                                      </p:to>
                                    </p:set>
                                    <p:anim calcmode="lin" valueType="num">
                                      <p:cBhvr>
                                        <p:cTn id="95" dur="1000" fill="hold"/>
                                        <p:tgtEl>
                                          <p:spTgt spid="40"/>
                                        </p:tgtEl>
                                        <p:attrNameLst>
                                          <p:attrName>ppt_w</p:attrName>
                                        </p:attrNameLst>
                                      </p:cBhvr>
                                      <p:tavLst>
                                        <p:tav tm="0">
                                          <p:val>
                                            <p:fltVal val="0"/>
                                          </p:val>
                                        </p:tav>
                                        <p:tav tm="100000">
                                          <p:val>
                                            <p:strVal val="#ppt_w"/>
                                          </p:val>
                                        </p:tav>
                                      </p:tavLst>
                                    </p:anim>
                                    <p:anim calcmode="lin" valueType="num">
                                      <p:cBhvr>
                                        <p:cTn id="96" dur="1000" fill="hold"/>
                                        <p:tgtEl>
                                          <p:spTgt spid="40"/>
                                        </p:tgtEl>
                                        <p:attrNameLst>
                                          <p:attrName>ppt_h</p:attrName>
                                        </p:attrNameLst>
                                      </p:cBhvr>
                                      <p:tavLst>
                                        <p:tav tm="0">
                                          <p:val>
                                            <p:fltVal val="0"/>
                                          </p:val>
                                        </p:tav>
                                        <p:tav tm="100000">
                                          <p:val>
                                            <p:strVal val="#ppt_h"/>
                                          </p:val>
                                        </p:tav>
                                      </p:tavLst>
                                    </p:anim>
                                    <p:anim calcmode="lin" valueType="num">
                                      <p:cBhvr>
                                        <p:cTn id="97" dur="1000" fill="hold"/>
                                        <p:tgtEl>
                                          <p:spTgt spid="40"/>
                                        </p:tgtEl>
                                        <p:attrNameLst>
                                          <p:attrName>style.rotation</p:attrName>
                                        </p:attrNameLst>
                                      </p:cBhvr>
                                      <p:tavLst>
                                        <p:tav tm="0">
                                          <p:val>
                                            <p:fltVal val="90"/>
                                          </p:val>
                                        </p:tav>
                                        <p:tav tm="100000">
                                          <p:val>
                                            <p:fltVal val="0"/>
                                          </p:val>
                                        </p:tav>
                                      </p:tavLst>
                                    </p:anim>
                                    <p:animEffect transition="in" filter="fade">
                                      <p:cBhvr>
                                        <p:cTn id="98" dur="1000"/>
                                        <p:tgtEl>
                                          <p:spTgt spid="40"/>
                                        </p:tgtEl>
                                      </p:cBhvr>
                                    </p:animEffect>
                                  </p:childTnLst>
                                </p:cTn>
                              </p:par>
                              <p:par>
                                <p:cTn id="99" presetID="31" presetClass="entr" presetSubtype="0" fill="hold" grpId="0" nodeType="withEffect">
                                  <p:stCondLst>
                                    <p:cond delay="0"/>
                                  </p:stCondLst>
                                  <p:childTnLst>
                                    <p:set>
                                      <p:cBhvr>
                                        <p:cTn id="100" dur="1" fill="hold">
                                          <p:stCondLst>
                                            <p:cond delay="0"/>
                                          </p:stCondLst>
                                        </p:cTn>
                                        <p:tgtEl>
                                          <p:spTgt spid="2"/>
                                        </p:tgtEl>
                                        <p:attrNameLst>
                                          <p:attrName>style.visibility</p:attrName>
                                        </p:attrNameLst>
                                      </p:cBhvr>
                                      <p:to>
                                        <p:strVal val="visible"/>
                                      </p:to>
                                    </p:set>
                                    <p:anim calcmode="lin" valueType="num">
                                      <p:cBhvr>
                                        <p:cTn id="101" dur="1000" fill="hold"/>
                                        <p:tgtEl>
                                          <p:spTgt spid="2"/>
                                        </p:tgtEl>
                                        <p:attrNameLst>
                                          <p:attrName>ppt_w</p:attrName>
                                        </p:attrNameLst>
                                      </p:cBhvr>
                                      <p:tavLst>
                                        <p:tav tm="0">
                                          <p:val>
                                            <p:fltVal val="0"/>
                                          </p:val>
                                        </p:tav>
                                        <p:tav tm="100000">
                                          <p:val>
                                            <p:strVal val="#ppt_w"/>
                                          </p:val>
                                        </p:tav>
                                      </p:tavLst>
                                    </p:anim>
                                    <p:anim calcmode="lin" valueType="num">
                                      <p:cBhvr>
                                        <p:cTn id="102" dur="1000" fill="hold"/>
                                        <p:tgtEl>
                                          <p:spTgt spid="2"/>
                                        </p:tgtEl>
                                        <p:attrNameLst>
                                          <p:attrName>ppt_h</p:attrName>
                                        </p:attrNameLst>
                                      </p:cBhvr>
                                      <p:tavLst>
                                        <p:tav tm="0">
                                          <p:val>
                                            <p:fltVal val="0"/>
                                          </p:val>
                                        </p:tav>
                                        <p:tav tm="100000">
                                          <p:val>
                                            <p:strVal val="#ppt_h"/>
                                          </p:val>
                                        </p:tav>
                                      </p:tavLst>
                                    </p:anim>
                                    <p:anim calcmode="lin" valueType="num">
                                      <p:cBhvr>
                                        <p:cTn id="103" dur="1000" fill="hold"/>
                                        <p:tgtEl>
                                          <p:spTgt spid="2"/>
                                        </p:tgtEl>
                                        <p:attrNameLst>
                                          <p:attrName>style.rotation</p:attrName>
                                        </p:attrNameLst>
                                      </p:cBhvr>
                                      <p:tavLst>
                                        <p:tav tm="0">
                                          <p:val>
                                            <p:fltVal val="90"/>
                                          </p:val>
                                        </p:tav>
                                        <p:tav tm="100000">
                                          <p:val>
                                            <p:fltVal val="0"/>
                                          </p:val>
                                        </p:tav>
                                      </p:tavLst>
                                    </p:anim>
                                    <p:animEffect transition="in" filter="fade">
                                      <p:cBhvr>
                                        <p:cTn id="104" dur="1000"/>
                                        <p:tgtEl>
                                          <p:spTgt spid="2"/>
                                        </p:tgtEl>
                                      </p:cBhvr>
                                    </p:animEffect>
                                  </p:childTnLst>
                                </p:cTn>
                              </p:par>
                              <p:par>
                                <p:cTn id="105" presetID="31" presetClass="entr" presetSubtype="0" fill="hold" grpId="0" nodeType="withEffect">
                                  <p:stCondLst>
                                    <p:cond delay="0"/>
                                  </p:stCondLst>
                                  <p:childTnLst>
                                    <p:set>
                                      <p:cBhvr>
                                        <p:cTn id="106" dur="1" fill="hold">
                                          <p:stCondLst>
                                            <p:cond delay="0"/>
                                          </p:stCondLst>
                                        </p:cTn>
                                        <p:tgtEl>
                                          <p:spTgt spid="19"/>
                                        </p:tgtEl>
                                        <p:attrNameLst>
                                          <p:attrName>style.visibility</p:attrName>
                                        </p:attrNameLst>
                                      </p:cBhvr>
                                      <p:to>
                                        <p:strVal val="visible"/>
                                      </p:to>
                                    </p:set>
                                    <p:anim calcmode="lin" valueType="num">
                                      <p:cBhvr>
                                        <p:cTn id="107" dur="1000" fill="hold"/>
                                        <p:tgtEl>
                                          <p:spTgt spid="19"/>
                                        </p:tgtEl>
                                        <p:attrNameLst>
                                          <p:attrName>ppt_w</p:attrName>
                                        </p:attrNameLst>
                                      </p:cBhvr>
                                      <p:tavLst>
                                        <p:tav tm="0">
                                          <p:val>
                                            <p:fltVal val="0"/>
                                          </p:val>
                                        </p:tav>
                                        <p:tav tm="100000">
                                          <p:val>
                                            <p:strVal val="#ppt_w"/>
                                          </p:val>
                                        </p:tav>
                                      </p:tavLst>
                                    </p:anim>
                                    <p:anim calcmode="lin" valueType="num">
                                      <p:cBhvr>
                                        <p:cTn id="108" dur="1000" fill="hold"/>
                                        <p:tgtEl>
                                          <p:spTgt spid="19"/>
                                        </p:tgtEl>
                                        <p:attrNameLst>
                                          <p:attrName>ppt_h</p:attrName>
                                        </p:attrNameLst>
                                      </p:cBhvr>
                                      <p:tavLst>
                                        <p:tav tm="0">
                                          <p:val>
                                            <p:fltVal val="0"/>
                                          </p:val>
                                        </p:tav>
                                        <p:tav tm="100000">
                                          <p:val>
                                            <p:strVal val="#ppt_h"/>
                                          </p:val>
                                        </p:tav>
                                      </p:tavLst>
                                    </p:anim>
                                    <p:anim calcmode="lin" valueType="num">
                                      <p:cBhvr>
                                        <p:cTn id="109" dur="1000" fill="hold"/>
                                        <p:tgtEl>
                                          <p:spTgt spid="19"/>
                                        </p:tgtEl>
                                        <p:attrNameLst>
                                          <p:attrName>style.rotation</p:attrName>
                                        </p:attrNameLst>
                                      </p:cBhvr>
                                      <p:tavLst>
                                        <p:tav tm="0">
                                          <p:val>
                                            <p:fltVal val="90"/>
                                          </p:val>
                                        </p:tav>
                                        <p:tav tm="100000">
                                          <p:val>
                                            <p:fltVal val="0"/>
                                          </p:val>
                                        </p:tav>
                                      </p:tavLst>
                                    </p:anim>
                                    <p:animEffect transition="in" filter="fade">
                                      <p:cBhvr>
                                        <p:cTn id="110" dur="1000"/>
                                        <p:tgtEl>
                                          <p:spTgt spid="19"/>
                                        </p:tgtEl>
                                      </p:cBhvr>
                                    </p:animEffect>
                                  </p:childTnLst>
                                </p:cTn>
                              </p:par>
                              <p:par>
                                <p:cTn id="111" presetID="31" presetClass="entr" presetSubtype="0" fill="hold" nodeType="withEffect">
                                  <p:stCondLst>
                                    <p:cond delay="0"/>
                                  </p:stCondLst>
                                  <p:childTnLst>
                                    <p:set>
                                      <p:cBhvr>
                                        <p:cTn id="112" dur="1" fill="hold">
                                          <p:stCondLst>
                                            <p:cond delay="0"/>
                                          </p:stCondLst>
                                        </p:cTn>
                                        <p:tgtEl>
                                          <p:spTgt spid="60"/>
                                        </p:tgtEl>
                                        <p:attrNameLst>
                                          <p:attrName>style.visibility</p:attrName>
                                        </p:attrNameLst>
                                      </p:cBhvr>
                                      <p:to>
                                        <p:strVal val="visible"/>
                                      </p:to>
                                    </p:set>
                                    <p:anim calcmode="lin" valueType="num">
                                      <p:cBhvr>
                                        <p:cTn id="113" dur="1000" fill="hold"/>
                                        <p:tgtEl>
                                          <p:spTgt spid="60"/>
                                        </p:tgtEl>
                                        <p:attrNameLst>
                                          <p:attrName>ppt_w</p:attrName>
                                        </p:attrNameLst>
                                      </p:cBhvr>
                                      <p:tavLst>
                                        <p:tav tm="0">
                                          <p:val>
                                            <p:fltVal val="0"/>
                                          </p:val>
                                        </p:tav>
                                        <p:tav tm="100000">
                                          <p:val>
                                            <p:strVal val="#ppt_w"/>
                                          </p:val>
                                        </p:tav>
                                      </p:tavLst>
                                    </p:anim>
                                    <p:anim calcmode="lin" valueType="num">
                                      <p:cBhvr>
                                        <p:cTn id="114" dur="1000" fill="hold"/>
                                        <p:tgtEl>
                                          <p:spTgt spid="60"/>
                                        </p:tgtEl>
                                        <p:attrNameLst>
                                          <p:attrName>ppt_h</p:attrName>
                                        </p:attrNameLst>
                                      </p:cBhvr>
                                      <p:tavLst>
                                        <p:tav tm="0">
                                          <p:val>
                                            <p:fltVal val="0"/>
                                          </p:val>
                                        </p:tav>
                                        <p:tav tm="100000">
                                          <p:val>
                                            <p:strVal val="#ppt_h"/>
                                          </p:val>
                                        </p:tav>
                                      </p:tavLst>
                                    </p:anim>
                                    <p:anim calcmode="lin" valueType="num">
                                      <p:cBhvr>
                                        <p:cTn id="115" dur="1000" fill="hold"/>
                                        <p:tgtEl>
                                          <p:spTgt spid="60"/>
                                        </p:tgtEl>
                                        <p:attrNameLst>
                                          <p:attrName>style.rotation</p:attrName>
                                        </p:attrNameLst>
                                      </p:cBhvr>
                                      <p:tavLst>
                                        <p:tav tm="0">
                                          <p:val>
                                            <p:fltVal val="90"/>
                                          </p:val>
                                        </p:tav>
                                        <p:tav tm="100000">
                                          <p:val>
                                            <p:fltVal val="0"/>
                                          </p:val>
                                        </p:tav>
                                      </p:tavLst>
                                    </p:anim>
                                    <p:animEffect transition="in" filter="fade">
                                      <p:cBhvr>
                                        <p:cTn id="116" dur="1000"/>
                                        <p:tgtEl>
                                          <p:spTgt spid="60"/>
                                        </p:tgtEl>
                                      </p:cBhvr>
                                    </p:animEffect>
                                  </p:childTnLst>
                                </p:cTn>
                              </p:par>
                              <p:par>
                                <p:cTn id="117" presetID="31" presetClass="entr" presetSubtype="0" fill="hold" grpId="0" nodeType="withEffect">
                                  <p:stCondLst>
                                    <p:cond delay="0"/>
                                  </p:stCondLst>
                                  <p:childTnLst>
                                    <p:set>
                                      <p:cBhvr>
                                        <p:cTn id="118" dur="1" fill="hold">
                                          <p:stCondLst>
                                            <p:cond delay="0"/>
                                          </p:stCondLst>
                                        </p:cTn>
                                        <p:tgtEl>
                                          <p:spTgt spid="25"/>
                                        </p:tgtEl>
                                        <p:attrNameLst>
                                          <p:attrName>style.visibility</p:attrName>
                                        </p:attrNameLst>
                                      </p:cBhvr>
                                      <p:to>
                                        <p:strVal val="visible"/>
                                      </p:to>
                                    </p:set>
                                    <p:anim calcmode="lin" valueType="num">
                                      <p:cBhvr>
                                        <p:cTn id="119" dur="1000" fill="hold"/>
                                        <p:tgtEl>
                                          <p:spTgt spid="25"/>
                                        </p:tgtEl>
                                        <p:attrNameLst>
                                          <p:attrName>ppt_w</p:attrName>
                                        </p:attrNameLst>
                                      </p:cBhvr>
                                      <p:tavLst>
                                        <p:tav tm="0">
                                          <p:val>
                                            <p:fltVal val="0"/>
                                          </p:val>
                                        </p:tav>
                                        <p:tav tm="100000">
                                          <p:val>
                                            <p:strVal val="#ppt_w"/>
                                          </p:val>
                                        </p:tav>
                                      </p:tavLst>
                                    </p:anim>
                                    <p:anim calcmode="lin" valueType="num">
                                      <p:cBhvr>
                                        <p:cTn id="120" dur="1000" fill="hold"/>
                                        <p:tgtEl>
                                          <p:spTgt spid="25"/>
                                        </p:tgtEl>
                                        <p:attrNameLst>
                                          <p:attrName>ppt_h</p:attrName>
                                        </p:attrNameLst>
                                      </p:cBhvr>
                                      <p:tavLst>
                                        <p:tav tm="0">
                                          <p:val>
                                            <p:fltVal val="0"/>
                                          </p:val>
                                        </p:tav>
                                        <p:tav tm="100000">
                                          <p:val>
                                            <p:strVal val="#ppt_h"/>
                                          </p:val>
                                        </p:tav>
                                      </p:tavLst>
                                    </p:anim>
                                    <p:anim calcmode="lin" valueType="num">
                                      <p:cBhvr>
                                        <p:cTn id="121" dur="1000" fill="hold"/>
                                        <p:tgtEl>
                                          <p:spTgt spid="25"/>
                                        </p:tgtEl>
                                        <p:attrNameLst>
                                          <p:attrName>style.rotation</p:attrName>
                                        </p:attrNameLst>
                                      </p:cBhvr>
                                      <p:tavLst>
                                        <p:tav tm="0">
                                          <p:val>
                                            <p:fltVal val="90"/>
                                          </p:val>
                                        </p:tav>
                                        <p:tav tm="100000">
                                          <p:val>
                                            <p:fltVal val="0"/>
                                          </p:val>
                                        </p:tav>
                                      </p:tavLst>
                                    </p:anim>
                                    <p:animEffect transition="in" filter="fade">
                                      <p:cBhvr>
                                        <p:cTn id="122" dur="1000"/>
                                        <p:tgtEl>
                                          <p:spTgt spid="25"/>
                                        </p:tgtEl>
                                      </p:cBhvr>
                                    </p:animEffect>
                                  </p:childTnLst>
                                </p:cTn>
                              </p:par>
                              <p:par>
                                <p:cTn id="123" presetID="31" presetClass="entr" presetSubtype="0" fill="hold" grpId="0" nodeType="withEffect">
                                  <p:stCondLst>
                                    <p:cond delay="0"/>
                                  </p:stCondLst>
                                  <p:childTnLst>
                                    <p:set>
                                      <p:cBhvr>
                                        <p:cTn id="124" dur="1" fill="hold">
                                          <p:stCondLst>
                                            <p:cond delay="0"/>
                                          </p:stCondLst>
                                        </p:cTn>
                                        <p:tgtEl>
                                          <p:spTgt spid="24"/>
                                        </p:tgtEl>
                                        <p:attrNameLst>
                                          <p:attrName>style.visibility</p:attrName>
                                        </p:attrNameLst>
                                      </p:cBhvr>
                                      <p:to>
                                        <p:strVal val="visible"/>
                                      </p:to>
                                    </p:set>
                                    <p:anim calcmode="lin" valueType="num">
                                      <p:cBhvr>
                                        <p:cTn id="125" dur="1000" fill="hold"/>
                                        <p:tgtEl>
                                          <p:spTgt spid="24"/>
                                        </p:tgtEl>
                                        <p:attrNameLst>
                                          <p:attrName>ppt_w</p:attrName>
                                        </p:attrNameLst>
                                      </p:cBhvr>
                                      <p:tavLst>
                                        <p:tav tm="0">
                                          <p:val>
                                            <p:fltVal val="0"/>
                                          </p:val>
                                        </p:tav>
                                        <p:tav tm="100000">
                                          <p:val>
                                            <p:strVal val="#ppt_w"/>
                                          </p:val>
                                        </p:tav>
                                      </p:tavLst>
                                    </p:anim>
                                    <p:anim calcmode="lin" valueType="num">
                                      <p:cBhvr>
                                        <p:cTn id="126" dur="1000" fill="hold"/>
                                        <p:tgtEl>
                                          <p:spTgt spid="24"/>
                                        </p:tgtEl>
                                        <p:attrNameLst>
                                          <p:attrName>ppt_h</p:attrName>
                                        </p:attrNameLst>
                                      </p:cBhvr>
                                      <p:tavLst>
                                        <p:tav tm="0">
                                          <p:val>
                                            <p:fltVal val="0"/>
                                          </p:val>
                                        </p:tav>
                                        <p:tav tm="100000">
                                          <p:val>
                                            <p:strVal val="#ppt_h"/>
                                          </p:val>
                                        </p:tav>
                                      </p:tavLst>
                                    </p:anim>
                                    <p:anim calcmode="lin" valueType="num">
                                      <p:cBhvr>
                                        <p:cTn id="127" dur="1000" fill="hold"/>
                                        <p:tgtEl>
                                          <p:spTgt spid="24"/>
                                        </p:tgtEl>
                                        <p:attrNameLst>
                                          <p:attrName>style.rotation</p:attrName>
                                        </p:attrNameLst>
                                      </p:cBhvr>
                                      <p:tavLst>
                                        <p:tav tm="0">
                                          <p:val>
                                            <p:fltVal val="90"/>
                                          </p:val>
                                        </p:tav>
                                        <p:tav tm="100000">
                                          <p:val>
                                            <p:fltVal val="0"/>
                                          </p:val>
                                        </p:tav>
                                      </p:tavLst>
                                    </p:anim>
                                    <p:animEffect transition="in" filter="fade">
                                      <p:cBhvr>
                                        <p:cTn id="128" dur="1000"/>
                                        <p:tgtEl>
                                          <p:spTgt spid="24"/>
                                        </p:tgtEl>
                                      </p:cBhvr>
                                    </p:animEffect>
                                  </p:childTnLst>
                                </p:cTn>
                              </p:par>
                              <p:par>
                                <p:cTn id="129" presetID="31" presetClass="entr" presetSubtype="0" fill="hold" grpId="0" nodeType="withEffect">
                                  <p:stCondLst>
                                    <p:cond delay="0"/>
                                  </p:stCondLst>
                                  <p:childTnLst>
                                    <p:set>
                                      <p:cBhvr>
                                        <p:cTn id="130" dur="1" fill="hold">
                                          <p:stCondLst>
                                            <p:cond delay="0"/>
                                          </p:stCondLst>
                                        </p:cTn>
                                        <p:tgtEl>
                                          <p:spTgt spid="52"/>
                                        </p:tgtEl>
                                        <p:attrNameLst>
                                          <p:attrName>style.visibility</p:attrName>
                                        </p:attrNameLst>
                                      </p:cBhvr>
                                      <p:to>
                                        <p:strVal val="visible"/>
                                      </p:to>
                                    </p:set>
                                    <p:anim calcmode="lin" valueType="num">
                                      <p:cBhvr>
                                        <p:cTn id="131" dur="1000" fill="hold"/>
                                        <p:tgtEl>
                                          <p:spTgt spid="52"/>
                                        </p:tgtEl>
                                        <p:attrNameLst>
                                          <p:attrName>ppt_w</p:attrName>
                                        </p:attrNameLst>
                                      </p:cBhvr>
                                      <p:tavLst>
                                        <p:tav tm="0">
                                          <p:val>
                                            <p:fltVal val="0"/>
                                          </p:val>
                                        </p:tav>
                                        <p:tav tm="100000">
                                          <p:val>
                                            <p:strVal val="#ppt_w"/>
                                          </p:val>
                                        </p:tav>
                                      </p:tavLst>
                                    </p:anim>
                                    <p:anim calcmode="lin" valueType="num">
                                      <p:cBhvr>
                                        <p:cTn id="132" dur="1000" fill="hold"/>
                                        <p:tgtEl>
                                          <p:spTgt spid="52"/>
                                        </p:tgtEl>
                                        <p:attrNameLst>
                                          <p:attrName>ppt_h</p:attrName>
                                        </p:attrNameLst>
                                      </p:cBhvr>
                                      <p:tavLst>
                                        <p:tav tm="0">
                                          <p:val>
                                            <p:fltVal val="0"/>
                                          </p:val>
                                        </p:tav>
                                        <p:tav tm="100000">
                                          <p:val>
                                            <p:strVal val="#ppt_h"/>
                                          </p:val>
                                        </p:tav>
                                      </p:tavLst>
                                    </p:anim>
                                    <p:anim calcmode="lin" valueType="num">
                                      <p:cBhvr>
                                        <p:cTn id="133" dur="1000" fill="hold"/>
                                        <p:tgtEl>
                                          <p:spTgt spid="52"/>
                                        </p:tgtEl>
                                        <p:attrNameLst>
                                          <p:attrName>style.rotation</p:attrName>
                                        </p:attrNameLst>
                                      </p:cBhvr>
                                      <p:tavLst>
                                        <p:tav tm="0">
                                          <p:val>
                                            <p:fltVal val="90"/>
                                          </p:val>
                                        </p:tav>
                                        <p:tav tm="100000">
                                          <p:val>
                                            <p:fltVal val="0"/>
                                          </p:val>
                                        </p:tav>
                                      </p:tavLst>
                                    </p:anim>
                                    <p:animEffect transition="in" filter="fade">
                                      <p:cBhvr>
                                        <p:cTn id="134" dur="1000"/>
                                        <p:tgtEl>
                                          <p:spTgt spid="52"/>
                                        </p:tgtEl>
                                      </p:cBhvr>
                                    </p:animEffect>
                                  </p:childTnLst>
                                </p:cTn>
                              </p:par>
                            </p:childTnLst>
                          </p:cTn>
                        </p:par>
                      </p:childTnLst>
                    </p:cTn>
                  </p:par>
                  <p:par>
                    <p:cTn id="135" fill="hold">
                      <p:stCondLst>
                        <p:cond delay="indefinite"/>
                      </p:stCondLst>
                      <p:childTnLst>
                        <p:par>
                          <p:cTn id="136" fill="hold">
                            <p:stCondLst>
                              <p:cond delay="0"/>
                            </p:stCondLst>
                            <p:childTnLst>
                              <p:par>
                                <p:cTn id="137" presetID="31" presetClass="entr" presetSubtype="0" fill="hold" grpId="0" nodeType="clickEffect">
                                  <p:stCondLst>
                                    <p:cond delay="0"/>
                                  </p:stCondLst>
                                  <p:childTnLst>
                                    <p:set>
                                      <p:cBhvr>
                                        <p:cTn id="138" dur="1" fill="hold">
                                          <p:stCondLst>
                                            <p:cond delay="0"/>
                                          </p:stCondLst>
                                        </p:cTn>
                                        <p:tgtEl>
                                          <p:spTgt spid="3"/>
                                        </p:tgtEl>
                                        <p:attrNameLst>
                                          <p:attrName>style.visibility</p:attrName>
                                        </p:attrNameLst>
                                      </p:cBhvr>
                                      <p:to>
                                        <p:strVal val="visible"/>
                                      </p:to>
                                    </p:set>
                                    <p:anim calcmode="lin" valueType="num">
                                      <p:cBhvr>
                                        <p:cTn id="139" dur="1000" fill="hold"/>
                                        <p:tgtEl>
                                          <p:spTgt spid="3"/>
                                        </p:tgtEl>
                                        <p:attrNameLst>
                                          <p:attrName>ppt_w</p:attrName>
                                        </p:attrNameLst>
                                      </p:cBhvr>
                                      <p:tavLst>
                                        <p:tav tm="0">
                                          <p:val>
                                            <p:fltVal val="0"/>
                                          </p:val>
                                        </p:tav>
                                        <p:tav tm="100000">
                                          <p:val>
                                            <p:strVal val="#ppt_w"/>
                                          </p:val>
                                        </p:tav>
                                      </p:tavLst>
                                    </p:anim>
                                    <p:anim calcmode="lin" valueType="num">
                                      <p:cBhvr>
                                        <p:cTn id="140" dur="1000" fill="hold"/>
                                        <p:tgtEl>
                                          <p:spTgt spid="3"/>
                                        </p:tgtEl>
                                        <p:attrNameLst>
                                          <p:attrName>ppt_h</p:attrName>
                                        </p:attrNameLst>
                                      </p:cBhvr>
                                      <p:tavLst>
                                        <p:tav tm="0">
                                          <p:val>
                                            <p:fltVal val="0"/>
                                          </p:val>
                                        </p:tav>
                                        <p:tav tm="100000">
                                          <p:val>
                                            <p:strVal val="#ppt_h"/>
                                          </p:val>
                                        </p:tav>
                                      </p:tavLst>
                                    </p:anim>
                                    <p:anim calcmode="lin" valueType="num">
                                      <p:cBhvr>
                                        <p:cTn id="141" dur="1000" fill="hold"/>
                                        <p:tgtEl>
                                          <p:spTgt spid="3"/>
                                        </p:tgtEl>
                                        <p:attrNameLst>
                                          <p:attrName>style.rotation</p:attrName>
                                        </p:attrNameLst>
                                      </p:cBhvr>
                                      <p:tavLst>
                                        <p:tav tm="0">
                                          <p:val>
                                            <p:fltVal val="90"/>
                                          </p:val>
                                        </p:tav>
                                        <p:tav tm="100000">
                                          <p:val>
                                            <p:fltVal val="0"/>
                                          </p:val>
                                        </p:tav>
                                      </p:tavLst>
                                    </p:anim>
                                    <p:animEffect transition="in" filter="fade">
                                      <p:cBhvr>
                                        <p:cTn id="142" dur="1000"/>
                                        <p:tgtEl>
                                          <p:spTgt spid="3"/>
                                        </p:tgtEl>
                                      </p:cBhvr>
                                    </p:animEffect>
                                  </p:childTnLst>
                                </p:cTn>
                              </p:par>
                              <p:par>
                                <p:cTn id="143" presetID="31" presetClass="entr" presetSubtype="0" fill="hold" grpId="0" nodeType="withEffect">
                                  <p:stCondLst>
                                    <p:cond delay="0"/>
                                  </p:stCondLst>
                                  <p:childTnLst>
                                    <p:set>
                                      <p:cBhvr>
                                        <p:cTn id="144" dur="1" fill="hold">
                                          <p:stCondLst>
                                            <p:cond delay="0"/>
                                          </p:stCondLst>
                                        </p:cTn>
                                        <p:tgtEl>
                                          <p:spTgt spid="7"/>
                                        </p:tgtEl>
                                        <p:attrNameLst>
                                          <p:attrName>style.visibility</p:attrName>
                                        </p:attrNameLst>
                                      </p:cBhvr>
                                      <p:to>
                                        <p:strVal val="visible"/>
                                      </p:to>
                                    </p:set>
                                    <p:anim calcmode="lin" valueType="num">
                                      <p:cBhvr>
                                        <p:cTn id="145" dur="1000" fill="hold"/>
                                        <p:tgtEl>
                                          <p:spTgt spid="7"/>
                                        </p:tgtEl>
                                        <p:attrNameLst>
                                          <p:attrName>ppt_w</p:attrName>
                                        </p:attrNameLst>
                                      </p:cBhvr>
                                      <p:tavLst>
                                        <p:tav tm="0">
                                          <p:val>
                                            <p:fltVal val="0"/>
                                          </p:val>
                                        </p:tav>
                                        <p:tav tm="100000">
                                          <p:val>
                                            <p:strVal val="#ppt_w"/>
                                          </p:val>
                                        </p:tav>
                                      </p:tavLst>
                                    </p:anim>
                                    <p:anim calcmode="lin" valueType="num">
                                      <p:cBhvr>
                                        <p:cTn id="146" dur="1000" fill="hold"/>
                                        <p:tgtEl>
                                          <p:spTgt spid="7"/>
                                        </p:tgtEl>
                                        <p:attrNameLst>
                                          <p:attrName>ppt_h</p:attrName>
                                        </p:attrNameLst>
                                      </p:cBhvr>
                                      <p:tavLst>
                                        <p:tav tm="0">
                                          <p:val>
                                            <p:fltVal val="0"/>
                                          </p:val>
                                        </p:tav>
                                        <p:tav tm="100000">
                                          <p:val>
                                            <p:strVal val="#ppt_h"/>
                                          </p:val>
                                        </p:tav>
                                      </p:tavLst>
                                    </p:anim>
                                    <p:anim calcmode="lin" valueType="num">
                                      <p:cBhvr>
                                        <p:cTn id="147" dur="1000" fill="hold"/>
                                        <p:tgtEl>
                                          <p:spTgt spid="7"/>
                                        </p:tgtEl>
                                        <p:attrNameLst>
                                          <p:attrName>style.rotation</p:attrName>
                                        </p:attrNameLst>
                                      </p:cBhvr>
                                      <p:tavLst>
                                        <p:tav tm="0">
                                          <p:val>
                                            <p:fltVal val="90"/>
                                          </p:val>
                                        </p:tav>
                                        <p:tav tm="100000">
                                          <p:val>
                                            <p:fltVal val="0"/>
                                          </p:val>
                                        </p:tav>
                                      </p:tavLst>
                                    </p:anim>
                                    <p:animEffect transition="in" filter="fade">
                                      <p:cBhvr>
                                        <p:cTn id="148" dur="1000"/>
                                        <p:tgtEl>
                                          <p:spTgt spid="7"/>
                                        </p:tgtEl>
                                      </p:cBhvr>
                                    </p:animEffect>
                                  </p:childTnLst>
                                </p:cTn>
                              </p:par>
                              <p:par>
                                <p:cTn id="149" presetID="31" presetClass="entr" presetSubtype="0" fill="hold" grpId="0" nodeType="withEffect">
                                  <p:stCondLst>
                                    <p:cond delay="0"/>
                                  </p:stCondLst>
                                  <p:childTnLst>
                                    <p:set>
                                      <p:cBhvr>
                                        <p:cTn id="150" dur="1" fill="hold">
                                          <p:stCondLst>
                                            <p:cond delay="0"/>
                                          </p:stCondLst>
                                        </p:cTn>
                                        <p:tgtEl>
                                          <p:spTgt spid="54"/>
                                        </p:tgtEl>
                                        <p:attrNameLst>
                                          <p:attrName>style.visibility</p:attrName>
                                        </p:attrNameLst>
                                      </p:cBhvr>
                                      <p:to>
                                        <p:strVal val="visible"/>
                                      </p:to>
                                    </p:set>
                                    <p:anim calcmode="lin" valueType="num">
                                      <p:cBhvr>
                                        <p:cTn id="151" dur="1000" fill="hold"/>
                                        <p:tgtEl>
                                          <p:spTgt spid="54"/>
                                        </p:tgtEl>
                                        <p:attrNameLst>
                                          <p:attrName>ppt_w</p:attrName>
                                        </p:attrNameLst>
                                      </p:cBhvr>
                                      <p:tavLst>
                                        <p:tav tm="0">
                                          <p:val>
                                            <p:fltVal val="0"/>
                                          </p:val>
                                        </p:tav>
                                        <p:tav tm="100000">
                                          <p:val>
                                            <p:strVal val="#ppt_w"/>
                                          </p:val>
                                        </p:tav>
                                      </p:tavLst>
                                    </p:anim>
                                    <p:anim calcmode="lin" valueType="num">
                                      <p:cBhvr>
                                        <p:cTn id="152" dur="1000" fill="hold"/>
                                        <p:tgtEl>
                                          <p:spTgt spid="54"/>
                                        </p:tgtEl>
                                        <p:attrNameLst>
                                          <p:attrName>ppt_h</p:attrName>
                                        </p:attrNameLst>
                                      </p:cBhvr>
                                      <p:tavLst>
                                        <p:tav tm="0">
                                          <p:val>
                                            <p:fltVal val="0"/>
                                          </p:val>
                                        </p:tav>
                                        <p:tav tm="100000">
                                          <p:val>
                                            <p:strVal val="#ppt_h"/>
                                          </p:val>
                                        </p:tav>
                                      </p:tavLst>
                                    </p:anim>
                                    <p:anim calcmode="lin" valueType="num">
                                      <p:cBhvr>
                                        <p:cTn id="153" dur="1000" fill="hold"/>
                                        <p:tgtEl>
                                          <p:spTgt spid="54"/>
                                        </p:tgtEl>
                                        <p:attrNameLst>
                                          <p:attrName>style.rotation</p:attrName>
                                        </p:attrNameLst>
                                      </p:cBhvr>
                                      <p:tavLst>
                                        <p:tav tm="0">
                                          <p:val>
                                            <p:fltVal val="90"/>
                                          </p:val>
                                        </p:tav>
                                        <p:tav tm="100000">
                                          <p:val>
                                            <p:fltVal val="0"/>
                                          </p:val>
                                        </p:tav>
                                      </p:tavLst>
                                    </p:anim>
                                    <p:animEffect transition="in" filter="fade">
                                      <p:cBhvr>
                                        <p:cTn id="154" dur="1000"/>
                                        <p:tgtEl>
                                          <p:spTgt spid="54"/>
                                        </p:tgtEl>
                                      </p:cBhvr>
                                    </p:animEffect>
                                  </p:childTnLst>
                                </p:cTn>
                              </p:par>
                              <p:par>
                                <p:cTn id="155" presetID="31" presetClass="entr" presetSubtype="0" fill="hold" grpId="0" nodeType="withEffect">
                                  <p:stCondLst>
                                    <p:cond delay="0"/>
                                  </p:stCondLst>
                                  <p:childTnLst>
                                    <p:set>
                                      <p:cBhvr>
                                        <p:cTn id="156" dur="1" fill="hold">
                                          <p:stCondLst>
                                            <p:cond delay="0"/>
                                          </p:stCondLst>
                                        </p:cTn>
                                        <p:tgtEl>
                                          <p:spTgt spid="20"/>
                                        </p:tgtEl>
                                        <p:attrNameLst>
                                          <p:attrName>style.visibility</p:attrName>
                                        </p:attrNameLst>
                                      </p:cBhvr>
                                      <p:to>
                                        <p:strVal val="visible"/>
                                      </p:to>
                                    </p:set>
                                    <p:anim calcmode="lin" valueType="num">
                                      <p:cBhvr>
                                        <p:cTn id="157" dur="1000" fill="hold"/>
                                        <p:tgtEl>
                                          <p:spTgt spid="20"/>
                                        </p:tgtEl>
                                        <p:attrNameLst>
                                          <p:attrName>ppt_w</p:attrName>
                                        </p:attrNameLst>
                                      </p:cBhvr>
                                      <p:tavLst>
                                        <p:tav tm="0">
                                          <p:val>
                                            <p:fltVal val="0"/>
                                          </p:val>
                                        </p:tav>
                                        <p:tav tm="100000">
                                          <p:val>
                                            <p:strVal val="#ppt_w"/>
                                          </p:val>
                                        </p:tav>
                                      </p:tavLst>
                                    </p:anim>
                                    <p:anim calcmode="lin" valueType="num">
                                      <p:cBhvr>
                                        <p:cTn id="158" dur="1000" fill="hold"/>
                                        <p:tgtEl>
                                          <p:spTgt spid="20"/>
                                        </p:tgtEl>
                                        <p:attrNameLst>
                                          <p:attrName>ppt_h</p:attrName>
                                        </p:attrNameLst>
                                      </p:cBhvr>
                                      <p:tavLst>
                                        <p:tav tm="0">
                                          <p:val>
                                            <p:fltVal val="0"/>
                                          </p:val>
                                        </p:tav>
                                        <p:tav tm="100000">
                                          <p:val>
                                            <p:strVal val="#ppt_h"/>
                                          </p:val>
                                        </p:tav>
                                      </p:tavLst>
                                    </p:anim>
                                    <p:anim calcmode="lin" valueType="num">
                                      <p:cBhvr>
                                        <p:cTn id="159" dur="1000" fill="hold"/>
                                        <p:tgtEl>
                                          <p:spTgt spid="20"/>
                                        </p:tgtEl>
                                        <p:attrNameLst>
                                          <p:attrName>style.rotation</p:attrName>
                                        </p:attrNameLst>
                                      </p:cBhvr>
                                      <p:tavLst>
                                        <p:tav tm="0">
                                          <p:val>
                                            <p:fltVal val="90"/>
                                          </p:val>
                                        </p:tav>
                                        <p:tav tm="100000">
                                          <p:val>
                                            <p:fltVal val="0"/>
                                          </p:val>
                                        </p:tav>
                                      </p:tavLst>
                                    </p:anim>
                                    <p:animEffect transition="in" filter="fade">
                                      <p:cBhvr>
                                        <p:cTn id="160" dur="1000"/>
                                        <p:tgtEl>
                                          <p:spTgt spid="20"/>
                                        </p:tgtEl>
                                      </p:cBhvr>
                                    </p:animEffect>
                                  </p:childTnLst>
                                </p:cTn>
                              </p:par>
                              <p:par>
                                <p:cTn id="161" presetID="31" presetClass="entr" presetSubtype="0" fill="hold" grpId="0" nodeType="withEffect">
                                  <p:stCondLst>
                                    <p:cond delay="0"/>
                                  </p:stCondLst>
                                  <p:childTnLst>
                                    <p:set>
                                      <p:cBhvr>
                                        <p:cTn id="162" dur="1" fill="hold">
                                          <p:stCondLst>
                                            <p:cond delay="0"/>
                                          </p:stCondLst>
                                        </p:cTn>
                                        <p:tgtEl>
                                          <p:spTgt spid="35"/>
                                        </p:tgtEl>
                                        <p:attrNameLst>
                                          <p:attrName>style.visibility</p:attrName>
                                        </p:attrNameLst>
                                      </p:cBhvr>
                                      <p:to>
                                        <p:strVal val="visible"/>
                                      </p:to>
                                    </p:set>
                                    <p:anim calcmode="lin" valueType="num">
                                      <p:cBhvr>
                                        <p:cTn id="163" dur="1000" fill="hold"/>
                                        <p:tgtEl>
                                          <p:spTgt spid="35"/>
                                        </p:tgtEl>
                                        <p:attrNameLst>
                                          <p:attrName>ppt_w</p:attrName>
                                        </p:attrNameLst>
                                      </p:cBhvr>
                                      <p:tavLst>
                                        <p:tav tm="0">
                                          <p:val>
                                            <p:fltVal val="0"/>
                                          </p:val>
                                        </p:tav>
                                        <p:tav tm="100000">
                                          <p:val>
                                            <p:strVal val="#ppt_w"/>
                                          </p:val>
                                        </p:tav>
                                      </p:tavLst>
                                    </p:anim>
                                    <p:anim calcmode="lin" valueType="num">
                                      <p:cBhvr>
                                        <p:cTn id="164" dur="1000" fill="hold"/>
                                        <p:tgtEl>
                                          <p:spTgt spid="35"/>
                                        </p:tgtEl>
                                        <p:attrNameLst>
                                          <p:attrName>ppt_h</p:attrName>
                                        </p:attrNameLst>
                                      </p:cBhvr>
                                      <p:tavLst>
                                        <p:tav tm="0">
                                          <p:val>
                                            <p:fltVal val="0"/>
                                          </p:val>
                                        </p:tav>
                                        <p:tav tm="100000">
                                          <p:val>
                                            <p:strVal val="#ppt_h"/>
                                          </p:val>
                                        </p:tav>
                                      </p:tavLst>
                                    </p:anim>
                                    <p:anim calcmode="lin" valueType="num">
                                      <p:cBhvr>
                                        <p:cTn id="165" dur="1000" fill="hold"/>
                                        <p:tgtEl>
                                          <p:spTgt spid="35"/>
                                        </p:tgtEl>
                                        <p:attrNameLst>
                                          <p:attrName>style.rotation</p:attrName>
                                        </p:attrNameLst>
                                      </p:cBhvr>
                                      <p:tavLst>
                                        <p:tav tm="0">
                                          <p:val>
                                            <p:fltVal val="90"/>
                                          </p:val>
                                        </p:tav>
                                        <p:tav tm="100000">
                                          <p:val>
                                            <p:fltVal val="0"/>
                                          </p:val>
                                        </p:tav>
                                      </p:tavLst>
                                    </p:anim>
                                    <p:animEffect transition="in" filter="fade">
                                      <p:cBhvr>
                                        <p:cTn id="166" dur="1000"/>
                                        <p:tgtEl>
                                          <p:spTgt spid="35"/>
                                        </p:tgtEl>
                                      </p:cBhvr>
                                    </p:animEffect>
                                  </p:childTnLst>
                                </p:cTn>
                              </p:par>
                              <p:par>
                                <p:cTn id="167" presetID="31" presetClass="entr" presetSubtype="0" fill="hold" grpId="0" nodeType="withEffect">
                                  <p:stCondLst>
                                    <p:cond delay="0"/>
                                  </p:stCondLst>
                                  <p:childTnLst>
                                    <p:set>
                                      <p:cBhvr>
                                        <p:cTn id="168" dur="1" fill="hold">
                                          <p:stCondLst>
                                            <p:cond delay="0"/>
                                          </p:stCondLst>
                                        </p:cTn>
                                        <p:tgtEl>
                                          <p:spTgt spid="26"/>
                                        </p:tgtEl>
                                        <p:attrNameLst>
                                          <p:attrName>style.visibility</p:attrName>
                                        </p:attrNameLst>
                                      </p:cBhvr>
                                      <p:to>
                                        <p:strVal val="visible"/>
                                      </p:to>
                                    </p:set>
                                    <p:anim calcmode="lin" valueType="num">
                                      <p:cBhvr>
                                        <p:cTn id="169" dur="1000" fill="hold"/>
                                        <p:tgtEl>
                                          <p:spTgt spid="26"/>
                                        </p:tgtEl>
                                        <p:attrNameLst>
                                          <p:attrName>ppt_w</p:attrName>
                                        </p:attrNameLst>
                                      </p:cBhvr>
                                      <p:tavLst>
                                        <p:tav tm="0">
                                          <p:val>
                                            <p:fltVal val="0"/>
                                          </p:val>
                                        </p:tav>
                                        <p:tav tm="100000">
                                          <p:val>
                                            <p:strVal val="#ppt_w"/>
                                          </p:val>
                                        </p:tav>
                                      </p:tavLst>
                                    </p:anim>
                                    <p:anim calcmode="lin" valueType="num">
                                      <p:cBhvr>
                                        <p:cTn id="170" dur="1000" fill="hold"/>
                                        <p:tgtEl>
                                          <p:spTgt spid="26"/>
                                        </p:tgtEl>
                                        <p:attrNameLst>
                                          <p:attrName>ppt_h</p:attrName>
                                        </p:attrNameLst>
                                      </p:cBhvr>
                                      <p:tavLst>
                                        <p:tav tm="0">
                                          <p:val>
                                            <p:fltVal val="0"/>
                                          </p:val>
                                        </p:tav>
                                        <p:tav tm="100000">
                                          <p:val>
                                            <p:strVal val="#ppt_h"/>
                                          </p:val>
                                        </p:tav>
                                      </p:tavLst>
                                    </p:anim>
                                    <p:anim calcmode="lin" valueType="num">
                                      <p:cBhvr>
                                        <p:cTn id="171" dur="1000" fill="hold"/>
                                        <p:tgtEl>
                                          <p:spTgt spid="26"/>
                                        </p:tgtEl>
                                        <p:attrNameLst>
                                          <p:attrName>style.rotation</p:attrName>
                                        </p:attrNameLst>
                                      </p:cBhvr>
                                      <p:tavLst>
                                        <p:tav tm="0">
                                          <p:val>
                                            <p:fltVal val="90"/>
                                          </p:val>
                                        </p:tav>
                                        <p:tav tm="100000">
                                          <p:val>
                                            <p:fltVal val="0"/>
                                          </p:val>
                                        </p:tav>
                                      </p:tavLst>
                                    </p:anim>
                                    <p:animEffect transition="in" filter="fade">
                                      <p:cBhvr>
                                        <p:cTn id="172" dur="1000"/>
                                        <p:tgtEl>
                                          <p:spTgt spid="26"/>
                                        </p:tgtEl>
                                      </p:cBhvr>
                                    </p:animEffect>
                                  </p:childTnLst>
                                </p:cTn>
                              </p:par>
                            </p:childTnLst>
                          </p:cTn>
                        </p:par>
                      </p:childTnLst>
                    </p:cTn>
                  </p:par>
                  <p:par>
                    <p:cTn id="173" fill="hold">
                      <p:stCondLst>
                        <p:cond delay="indefinite"/>
                      </p:stCondLst>
                      <p:childTnLst>
                        <p:par>
                          <p:cTn id="174" fill="hold">
                            <p:stCondLst>
                              <p:cond delay="0"/>
                            </p:stCondLst>
                            <p:childTnLst>
                              <p:par>
                                <p:cTn id="175" presetID="31" presetClass="entr" presetSubtype="0" fill="hold" grpId="0" nodeType="clickEffect">
                                  <p:stCondLst>
                                    <p:cond delay="0"/>
                                  </p:stCondLst>
                                  <p:childTnLst>
                                    <p:set>
                                      <p:cBhvr>
                                        <p:cTn id="176" dur="1" fill="hold">
                                          <p:stCondLst>
                                            <p:cond delay="0"/>
                                          </p:stCondLst>
                                        </p:cTn>
                                        <p:tgtEl>
                                          <p:spTgt spid="4"/>
                                        </p:tgtEl>
                                        <p:attrNameLst>
                                          <p:attrName>style.visibility</p:attrName>
                                        </p:attrNameLst>
                                      </p:cBhvr>
                                      <p:to>
                                        <p:strVal val="visible"/>
                                      </p:to>
                                    </p:set>
                                    <p:anim calcmode="lin" valueType="num">
                                      <p:cBhvr>
                                        <p:cTn id="177" dur="1000" fill="hold"/>
                                        <p:tgtEl>
                                          <p:spTgt spid="4"/>
                                        </p:tgtEl>
                                        <p:attrNameLst>
                                          <p:attrName>ppt_w</p:attrName>
                                        </p:attrNameLst>
                                      </p:cBhvr>
                                      <p:tavLst>
                                        <p:tav tm="0">
                                          <p:val>
                                            <p:fltVal val="0"/>
                                          </p:val>
                                        </p:tav>
                                        <p:tav tm="100000">
                                          <p:val>
                                            <p:strVal val="#ppt_w"/>
                                          </p:val>
                                        </p:tav>
                                      </p:tavLst>
                                    </p:anim>
                                    <p:anim calcmode="lin" valueType="num">
                                      <p:cBhvr>
                                        <p:cTn id="178" dur="1000" fill="hold"/>
                                        <p:tgtEl>
                                          <p:spTgt spid="4"/>
                                        </p:tgtEl>
                                        <p:attrNameLst>
                                          <p:attrName>ppt_h</p:attrName>
                                        </p:attrNameLst>
                                      </p:cBhvr>
                                      <p:tavLst>
                                        <p:tav tm="0">
                                          <p:val>
                                            <p:fltVal val="0"/>
                                          </p:val>
                                        </p:tav>
                                        <p:tav tm="100000">
                                          <p:val>
                                            <p:strVal val="#ppt_h"/>
                                          </p:val>
                                        </p:tav>
                                      </p:tavLst>
                                    </p:anim>
                                    <p:anim calcmode="lin" valueType="num">
                                      <p:cBhvr>
                                        <p:cTn id="179" dur="1000" fill="hold"/>
                                        <p:tgtEl>
                                          <p:spTgt spid="4"/>
                                        </p:tgtEl>
                                        <p:attrNameLst>
                                          <p:attrName>style.rotation</p:attrName>
                                        </p:attrNameLst>
                                      </p:cBhvr>
                                      <p:tavLst>
                                        <p:tav tm="0">
                                          <p:val>
                                            <p:fltVal val="90"/>
                                          </p:val>
                                        </p:tav>
                                        <p:tav tm="100000">
                                          <p:val>
                                            <p:fltVal val="0"/>
                                          </p:val>
                                        </p:tav>
                                      </p:tavLst>
                                    </p:anim>
                                    <p:animEffect transition="in" filter="fade">
                                      <p:cBhvr>
                                        <p:cTn id="180" dur="1000"/>
                                        <p:tgtEl>
                                          <p:spTgt spid="4"/>
                                        </p:tgtEl>
                                      </p:cBhvr>
                                    </p:animEffect>
                                  </p:childTnLst>
                                </p:cTn>
                              </p:par>
                              <p:par>
                                <p:cTn id="181" presetID="31" presetClass="entr" presetSubtype="0" fill="hold" grpId="0" nodeType="withEffect">
                                  <p:stCondLst>
                                    <p:cond delay="0"/>
                                  </p:stCondLst>
                                  <p:childTnLst>
                                    <p:set>
                                      <p:cBhvr>
                                        <p:cTn id="182" dur="1" fill="hold">
                                          <p:stCondLst>
                                            <p:cond delay="0"/>
                                          </p:stCondLst>
                                        </p:cTn>
                                        <p:tgtEl>
                                          <p:spTgt spid="9"/>
                                        </p:tgtEl>
                                        <p:attrNameLst>
                                          <p:attrName>style.visibility</p:attrName>
                                        </p:attrNameLst>
                                      </p:cBhvr>
                                      <p:to>
                                        <p:strVal val="visible"/>
                                      </p:to>
                                    </p:set>
                                    <p:anim calcmode="lin" valueType="num">
                                      <p:cBhvr>
                                        <p:cTn id="183" dur="1000" fill="hold"/>
                                        <p:tgtEl>
                                          <p:spTgt spid="9"/>
                                        </p:tgtEl>
                                        <p:attrNameLst>
                                          <p:attrName>ppt_w</p:attrName>
                                        </p:attrNameLst>
                                      </p:cBhvr>
                                      <p:tavLst>
                                        <p:tav tm="0">
                                          <p:val>
                                            <p:fltVal val="0"/>
                                          </p:val>
                                        </p:tav>
                                        <p:tav tm="100000">
                                          <p:val>
                                            <p:strVal val="#ppt_w"/>
                                          </p:val>
                                        </p:tav>
                                      </p:tavLst>
                                    </p:anim>
                                    <p:anim calcmode="lin" valueType="num">
                                      <p:cBhvr>
                                        <p:cTn id="184" dur="1000" fill="hold"/>
                                        <p:tgtEl>
                                          <p:spTgt spid="9"/>
                                        </p:tgtEl>
                                        <p:attrNameLst>
                                          <p:attrName>ppt_h</p:attrName>
                                        </p:attrNameLst>
                                      </p:cBhvr>
                                      <p:tavLst>
                                        <p:tav tm="0">
                                          <p:val>
                                            <p:fltVal val="0"/>
                                          </p:val>
                                        </p:tav>
                                        <p:tav tm="100000">
                                          <p:val>
                                            <p:strVal val="#ppt_h"/>
                                          </p:val>
                                        </p:tav>
                                      </p:tavLst>
                                    </p:anim>
                                    <p:anim calcmode="lin" valueType="num">
                                      <p:cBhvr>
                                        <p:cTn id="185" dur="1000" fill="hold"/>
                                        <p:tgtEl>
                                          <p:spTgt spid="9"/>
                                        </p:tgtEl>
                                        <p:attrNameLst>
                                          <p:attrName>style.rotation</p:attrName>
                                        </p:attrNameLst>
                                      </p:cBhvr>
                                      <p:tavLst>
                                        <p:tav tm="0">
                                          <p:val>
                                            <p:fltVal val="90"/>
                                          </p:val>
                                        </p:tav>
                                        <p:tav tm="100000">
                                          <p:val>
                                            <p:fltVal val="0"/>
                                          </p:val>
                                        </p:tav>
                                      </p:tavLst>
                                    </p:anim>
                                    <p:animEffect transition="in" filter="fade">
                                      <p:cBhvr>
                                        <p:cTn id="186" dur="1000"/>
                                        <p:tgtEl>
                                          <p:spTgt spid="9"/>
                                        </p:tgtEl>
                                      </p:cBhvr>
                                    </p:animEffect>
                                  </p:childTnLst>
                                </p:cTn>
                              </p:par>
                              <p:par>
                                <p:cTn id="187" presetID="31" presetClass="entr" presetSubtype="0" fill="hold" grpId="0" nodeType="withEffect">
                                  <p:stCondLst>
                                    <p:cond delay="0"/>
                                  </p:stCondLst>
                                  <p:childTnLst>
                                    <p:set>
                                      <p:cBhvr>
                                        <p:cTn id="188" dur="1" fill="hold">
                                          <p:stCondLst>
                                            <p:cond delay="0"/>
                                          </p:stCondLst>
                                        </p:cTn>
                                        <p:tgtEl>
                                          <p:spTgt spid="21"/>
                                        </p:tgtEl>
                                        <p:attrNameLst>
                                          <p:attrName>style.visibility</p:attrName>
                                        </p:attrNameLst>
                                      </p:cBhvr>
                                      <p:to>
                                        <p:strVal val="visible"/>
                                      </p:to>
                                    </p:set>
                                    <p:anim calcmode="lin" valueType="num">
                                      <p:cBhvr>
                                        <p:cTn id="189" dur="1000" fill="hold"/>
                                        <p:tgtEl>
                                          <p:spTgt spid="21"/>
                                        </p:tgtEl>
                                        <p:attrNameLst>
                                          <p:attrName>ppt_w</p:attrName>
                                        </p:attrNameLst>
                                      </p:cBhvr>
                                      <p:tavLst>
                                        <p:tav tm="0">
                                          <p:val>
                                            <p:fltVal val="0"/>
                                          </p:val>
                                        </p:tav>
                                        <p:tav tm="100000">
                                          <p:val>
                                            <p:strVal val="#ppt_w"/>
                                          </p:val>
                                        </p:tav>
                                      </p:tavLst>
                                    </p:anim>
                                    <p:anim calcmode="lin" valueType="num">
                                      <p:cBhvr>
                                        <p:cTn id="190" dur="1000" fill="hold"/>
                                        <p:tgtEl>
                                          <p:spTgt spid="21"/>
                                        </p:tgtEl>
                                        <p:attrNameLst>
                                          <p:attrName>ppt_h</p:attrName>
                                        </p:attrNameLst>
                                      </p:cBhvr>
                                      <p:tavLst>
                                        <p:tav tm="0">
                                          <p:val>
                                            <p:fltVal val="0"/>
                                          </p:val>
                                        </p:tav>
                                        <p:tav tm="100000">
                                          <p:val>
                                            <p:strVal val="#ppt_h"/>
                                          </p:val>
                                        </p:tav>
                                      </p:tavLst>
                                    </p:anim>
                                    <p:anim calcmode="lin" valueType="num">
                                      <p:cBhvr>
                                        <p:cTn id="191" dur="1000" fill="hold"/>
                                        <p:tgtEl>
                                          <p:spTgt spid="21"/>
                                        </p:tgtEl>
                                        <p:attrNameLst>
                                          <p:attrName>style.rotation</p:attrName>
                                        </p:attrNameLst>
                                      </p:cBhvr>
                                      <p:tavLst>
                                        <p:tav tm="0">
                                          <p:val>
                                            <p:fltVal val="90"/>
                                          </p:val>
                                        </p:tav>
                                        <p:tav tm="100000">
                                          <p:val>
                                            <p:fltVal val="0"/>
                                          </p:val>
                                        </p:tav>
                                      </p:tavLst>
                                    </p:anim>
                                    <p:animEffect transition="in" filter="fade">
                                      <p:cBhvr>
                                        <p:cTn id="192" dur="1000"/>
                                        <p:tgtEl>
                                          <p:spTgt spid="21"/>
                                        </p:tgtEl>
                                      </p:cBhvr>
                                    </p:animEffect>
                                  </p:childTnLst>
                                </p:cTn>
                              </p:par>
                              <p:par>
                                <p:cTn id="193" presetID="31" presetClass="entr" presetSubtype="0" fill="hold" grpId="0" nodeType="withEffect">
                                  <p:stCondLst>
                                    <p:cond delay="0"/>
                                  </p:stCondLst>
                                  <p:childTnLst>
                                    <p:set>
                                      <p:cBhvr>
                                        <p:cTn id="194" dur="1" fill="hold">
                                          <p:stCondLst>
                                            <p:cond delay="0"/>
                                          </p:stCondLst>
                                        </p:cTn>
                                        <p:tgtEl>
                                          <p:spTgt spid="55"/>
                                        </p:tgtEl>
                                        <p:attrNameLst>
                                          <p:attrName>style.visibility</p:attrName>
                                        </p:attrNameLst>
                                      </p:cBhvr>
                                      <p:to>
                                        <p:strVal val="visible"/>
                                      </p:to>
                                    </p:set>
                                    <p:anim calcmode="lin" valueType="num">
                                      <p:cBhvr>
                                        <p:cTn id="195" dur="1000" fill="hold"/>
                                        <p:tgtEl>
                                          <p:spTgt spid="55"/>
                                        </p:tgtEl>
                                        <p:attrNameLst>
                                          <p:attrName>ppt_w</p:attrName>
                                        </p:attrNameLst>
                                      </p:cBhvr>
                                      <p:tavLst>
                                        <p:tav tm="0">
                                          <p:val>
                                            <p:fltVal val="0"/>
                                          </p:val>
                                        </p:tav>
                                        <p:tav tm="100000">
                                          <p:val>
                                            <p:strVal val="#ppt_w"/>
                                          </p:val>
                                        </p:tav>
                                      </p:tavLst>
                                    </p:anim>
                                    <p:anim calcmode="lin" valueType="num">
                                      <p:cBhvr>
                                        <p:cTn id="196" dur="1000" fill="hold"/>
                                        <p:tgtEl>
                                          <p:spTgt spid="55"/>
                                        </p:tgtEl>
                                        <p:attrNameLst>
                                          <p:attrName>ppt_h</p:attrName>
                                        </p:attrNameLst>
                                      </p:cBhvr>
                                      <p:tavLst>
                                        <p:tav tm="0">
                                          <p:val>
                                            <p:fltVal val="0"/>
                                          </p:val>
                                        </p:tav>
                                        <p:tav tm="100000">
                                          <p:val>
                                            <p:strVal val="#ppt_h"/>
                                          </p:val>
                                        </p:tav>
                                      </p:tavLst>
                                    </p:anim>
                                    <p:anim calcmode="lin" valueType="num">
                                      <p:cBhvr>
                                        <p:cTn id="197" dur="1000" fill="hold"/>
                                        <p:tgtEl>
                                          <p:spTgt spid="55"/>
                                        </p:tgtEl>
                                        <p:attrNameLst>
                                          <p:attrName>style.rotation</p:attrName>
                                        </p:attrNameLst>
                                      </p:cBhvr>
                                      <p:tavLst>
                                        <p:tav tm="0">
                                          <p:val>
                                            <p:fltVal val="90"/>
                                          </p:val>
                                        </p:tav>
                                        <p:tav tm="100000">
                                          <p:val>
                                            <p:fltVal val="0"/>
                                          </p:val>
                                        </p:tav>
                                      </p:tavLst>
                                    </p:anim>
                                    <p:animEffect transition="in" filter="fade">
                                      <p:cBhvr>
                                        <p:cTn id="198" dur="1000"/>
                                        <p:tgtEl>
                                          <p:spTgt spid="55"/>
                                        </p:tgtEl>
                                      </p:cBhvr>
                                    </p:animEffect>
                                  </p:childTnLst>
                                </p:cTn>
                              </p:par>
                              <p:par>
                                <p:cTn id="199" presetID="31" presetClass="entr" presetSubtype="0" fill="hold" nodeType="withEffect">
                                  <p:stCondLst>
                                    <p:cond delay="0"/>
                                  </p:stCondLst>
                                  <p:childTnLst>
                                    <p:set>
                                      <p:cBhvr>
                                        <p:cTn id="200" dur="1" fill="hold">
                                          <p:stCondLst>
                                            <p:cond delay="0"/>
                                          </p:stCondLst>
                                        </p:cTn>
                                        <p:tgtEl>
                                          <p:spTgt spid="61"/>
                                        </p:tgtEl>
                                        <p:attrNameLst>
                                          <p:attrName>style.visibility</p:attrName>
                                        </p:attrNameLst>
                                      </p:cBhvr>
                                      <p:to>
                                        <p:strVal val="visible"/>
                                      </p:to>
                                    </p:set>
                                    <p:anim calcmode="lin" valueType="num">
                                      <p:cBhvr>
                                        <p:cTn id="201" dur="1000" fill="hold"/>
                                        <p:tgtEl>
                                          <p:spTgt spid="61"/>
                                        </p:tgtEl>
                                        <p:attrNameLst>
                                          <p:attrName>ppt_w</p:attrName>
                                        </p:attrNameLst>
                                      </p:cBhvr>
                                      <p:tavLst>
                                        <p:tav tm="0">
                                          <p:val>
                                            <p:fltVal val="0"/>
                                          </p:val>
                                        </p:tav>
                                        <p:tav tm="100000">
                                          <p:val>
                                            <p:strVal val="#ppt_w"/>
                                          </p:val>
                                        </p:tav>
                                      </p:tavLst>
                                    </p:anim>
                                    <p:anim calcmode="lin" valueType="num">
                                      <p:cBhvr>
                                        <p:cTn id="202" dur="1000" fill="hold"/>
                                        <p:tgtEl>
                                          <p:spTgt spid="61"/>
                                        </p:tgtEl>
                                        <p:attrNameLst>
                                          <p:attrName>ppt_h</p:attrName>
                                        </p:attrNameLst>
                                      </p:cBhvr>
                                      <p:tavLst>
                                        <p:tav tm="0">
                                          <p:val>
                                            <p:fltVal val="0"/>
                                          </p:val>
                                        </p:tav>
                                        <p:tav tm="100000">
                                          <p:val>
                                            <p:strVal val="#ppt_h"/>
                                          </p:val>
                                        </p:tav>
                                      </p:tavLst>
                                    </p:anim>
                                    <p:anim calcmode="lin" valueType="num">
                                      <p:cBhvr>
                                        <p:cTn id="203" dur="1000" fill="hold"/>
                                        <p:tgtEl>
                                          <p:spTgt spid="61"/>
                                        </p:tgtEl>
                                        <p:attrNameLst>
                                          <p:attrName>style.rotation</p:attrName>
                                        </p:attrNameLst>
                                      </p:cBhvr>
                                      <p:tavLst>
                                        <p:tav tm="0">
                                          <p:val>
                                            <p:fltVal val="90"/>
                                          </p:val>
                                        </p:tav>
                                        <p:tav tm="100000">
                                          <p:val>
                                            <p:fltVal val="0"/>
                                          </p:val>
                                        </p:tav>
                                      </p:tavLst>
                                    </p:anim>
                                    <p:animEffect transition="in" filter="fade">
                                      <p:cBhvr>
                                        <p:cTn id="204" dur="1000"/>
                                        <p:tgtEl>
                                          <p:spTgt spid="61"/>
                                        </p:tgtEl>
                                      </p:cBhvr>
                                    </p:animEffect>
                                  </p:childTnLst>
                                </p:cTn>
                              </p:par>
                              <p:par>
                                <p:cTn id="205" presetID="31" presetClass="entr" presetSubtype="0" fill="hold" grpId="0" nodeType="withEffect">
                                  <p:stCondLst>
                                    <p:cond delay="0"/>
                                  </p:stCondLst>
                                  <p:childTnLst>
                                    <p:set>
                                      <p:cBhvr>
                                        <p:cTn id="206" dur="1" fill="hold">
                                          <p:stCondLst>
                                            <p:cond delay="0"/>
                                          </p:stCondLst>
                                        </p:cTn>
                                        <p:tgtEl>
                                          <p:spTgt spid="28"/>
                                        </p:tgtEl>
                                        <p:attrNameLst>
                                          <p:attrName>style.visibility</p:attrName>
                                        </p:attrNameLst>
                                      </p:cBhvr>
                                      <p:to>
                                        <p:strVal val="visible"/>
                                      </p:to>
                                    </p:set>
                                    <p:anim calcmode="lin" valueType="num">
                                      <p:cBhvr>
                                        <p:cTn id="207" dur="1000" fill="hold"/>
                                        <p:tgtEl>
                                          <p:spTgt spid="28"/>
                                        </p:tgtEl>
                                        <p:attrNameLst>
                                          <p:attrName>ppt_w</p:attrName>
                                        </p:attrNameLst>
                                      </p:cBhvr>
                                      <p:tavLst>
                                        <p:tav tm="0">
                                          <p:val>
                                            <p:fltVal val="0"/>
                                          </p:val>
                                        </p:tav>
                                        <p:tav tm="100000">
                                          <p:val>
                                            <p:strVal val="#ppt_w"/>
                                          </p:val>
                                        </p:tav>
                                      </p:tavLst>
                                    </p:anim>
                                    <p:anim calcmode="lin" valueType="num">
                                      <p:cBhvr>
                                        <p:cTn id="208" dur="1000" fill="hold"/>
                                        <p:tgtEl>
                                          <p:spTgt spid="28"/>
                                        </p:tgtEl>
                                        <p:attrNameLst>
                                          <p:attrName>ppt_h</p:attrName>
                                        </p:attrNameLst>
                                      </p:cBhvr>
                                      <p:tavLst>
                                        <p:tav tm="0">
                                          <p:val>
                                            <p:fltVal val="0"/>
                                          </p:val>
                                        </p:tav>
                                        <p:tav tm="100000">
                                          <p:val>
                                            <p:strVal val="#ppt_h"/>
                                          </p:val>
                                        </p:tav>
                                      </p:tavLst>
                                    </p:anim>
                                    <p:anim calcmode="lin" valueType="num">
                                      <p:cBhvr>
                                        <p:cTn id="209" dur="1000" fill="hold"/>
                                        <p:tgtEl>
                                          <p:spTgt spid="28"/>
                                        </p:tgtEl>
                                        <p:attrNameLst>
                                          <p:attrName>style.rotation</p:attrName>
                                        </p:attrNameLst>
                                      </p:cBhvr>
                                      <p:tavLst>
                                        <p:tav tm="0">
                                          <p:val>
                                            <p:fltVal val="90"/>
                                          </p:val>
                                        </p:tav>
                                        <p:tav tm="100000">
                                          <p:val>
                                            <p:fltVal val="0"/>
                                          </p:val>
                                        </p:tav>
                                      </p:tavLst>
                                    </p:anim>
                                    <p:animEffect transition="in" filter="fade">
                                      <p:cBhvr>
                                        <p:cTn id="210" dur="1000"/>
                                        <p:tgtEl>
                                          <p:spTgt spid="28"/>
                                        </p:tgtEl>
                                      </p:cBhvr>
                                    </p:animEffect>
                                  </p:childTnLst>
                                </p:cTn>
                              </p:par>
                              <p:par>
                                <p:cTn id="211" presetID="31" presetClass="entr" presetSubtype="0" fill="hold" grpId="0" nodeType="withEffect">
                                  <p:stCondLst>
                                    <p:cond delay="0"/>
                                  </p:stCondLst>
                                  <p:childTnLst>
                                    <p:set>
                                      <p:cBhvr>
                                        <p:cTn id="212" dur="1" fill="hold">
                                          <p:stCondLst>
                                            <p:cond delay="0"/>
                                          </p:stCondLst>
                                        </p:cTn>
                                        <p:tgtEl>
                                          <p:spTgt spid="29"/>
                                        </p:tgtEl>
                                        <p:attrNameLst>
                                          <p:attrName>style.visibility</p:attrName>
                                        </p:attrNameLst>
                                      </p:cBhvr>
                                      <p:to>
                                        <p:strVal val="visible"/>
                                      </p:to>
                                    </p:set>
                                    <p:anim calcmode="lin" valueType="num">
                                      <p:cBhvr>
                                        <p:cTn id="213" dur="1000" fill="hold"/>
                                        <p:tgtEl>
                                          <p:spTgt spid="29"/>
                                        </p:tgtEl>
                                        <p:attrNameLst>
                                          <p:attrName>ppt_w</p:attrName>
                                        </p:attrNameLst>
                                      </p:cBhvr>
                                      <p:tavLst>
                                        <p:tav tm="0">
                                          <p:val>
                                            <p:fltVal val="0"/>
                                          </p:val>
                                        </p:tav>
                                        <p:tav tm="100000">
                                          <p:val>
                                            <p:strVal val="#ppt_w"/>
                                          </p:val>
                                        </p:tav>
                                      </p:tavLst>
                                    </p:anim>
                                    <p:anim calcmode="lin" valueType="num">
                                      <p:cBhvr>
                                        <p:cTn id="214" dur="1000" fill="hold"/>
                                        <p:tgtEl>
                                          <p:spTgt spid="29"/>
                                        </p:tgtEl>
                                        <p:attrNameLst>
                                          <p:attrName>ppt_h</p:attrName>
                                        </p:attrNameLst>
                                      </p:cBhvr>
                                      <p:tavLst>
                                        <p:tav tm="0">
                                          <p:val>
                                            <p:fltVal val="0"/>
                                          </p:val>
                                        </p:tav>
                                        <p:tav tm="100000">
                                          <p:val>
                                            <p:strVal val="#ppt_h"/>
                                          </p:val>
                                        </p:tav>
                                      </p:tavLst>
                                    </p:anim>
                                    <p:anim calcmode="lin" valueType="num">
                                      <p:cBhvr>
                                        <p:cTn id="215" dur="1000" fill="hold"/>
                                        <p:tgtEl>
                                          <p:spTgt spid="29"/>
                                        </p:tgtEl>
                                        <p:attrNameLst>
                                          <p:attrName>style.rotation</p:attrName>
                                        </p:attrNameLst>
                                      </p:cBhvr>
                                      <p:tavLst>
                                        <p:tav tm="0">
                                          <p:val>
                                            <p:fltVal val="90"/>
                                          </p:val>
                                        </p:tav>
                                        <p:tav tm="100000">
                                          <p:val>
                                            <p:fltVal val="0"/>
                                          </p:val>
                                        </p:tav>
                                      </p:tavLst>
                                    </p:anim>
                                    <p:animEffect transition="in" filter="fade">
                                      <p:cBhvr>
                                        <p:cTn id="216" dur="1000"/>
                                        <p:tgtEl>
                                          <p:spTgt spid="29"/>
                                        </p:tgtEl>
                                      </p:cBhvr>
                                    </p:animEffect>
                                  </p:childTnLst>
                                </p:cTn>
                              </p:par>
                            </p:childTnLst>
                          </p:cTn>
                        </p:par>
                      </p:childTnLst>
                    </p:cTn>
                  </p:par>
                  <p:par>
                    <p:cTn id="217" fill="hold">
                      <p:stCondLst>
                        <p:cond delay="indefinite"/>
                      </p:stCondLst>
                      <p:childTnLst>
                        <p:par>
                          <p:cTn id="218" fill="hold">
                            <p:stCondLst>
                              <p:cond delay="0"/>
                            </p:stCondLst>
                            <p:childTnLst>
                              <p:par>
                                <p:cTn id="219" presetID="31" presetClass="entr" presetSubtype="0" fill="hold" grpId="0" nodeType="clickEffect">
                                  <p:stCondLst>
                                    <p:cond delay="0"/>
                                  </p:stCondLst>
                                  <p:childTnLst>
                                    <p:set>
                                      <p:cBhvr>
                                        <p:cTn id="220" dur="1" fill="hold">
                                          <p:stCondLst>
                                            <p:cond delay="0"/>
                                          </p:stCondLst>
                                        </p:cTn>
                                        <p:tgtEl>
                                          <p:spTgt spid="38"/>
                                        </p:tgtEl>
                                        <p:attrNameLst>
                                          <p:attrName>style.visibility</p:attrName>
                                        </p:attrNameLst>
                                      </p:cBhvr>
                                      <p:to>
                                        <p:strVal val="visible"/>
                                      </p:to>
                                    </p:set>
                                    <p:anim calcmode="lin" valueType="num">
                                      <p:cBhvr>
                                        <p:cTn id="221" dur="1000" fill="hold"/>
                                        <p:tgtEl>
                                          <p:spTgt spid="38"/>
                                        </p:tgtEl>
                                        <p:attrNameLst>
                                          <p:attrName>ppt_w</p:attrName>
                                        </p:attrNameLst>
                                      </p:cBhvr>
                                      <p:tavLst>
                                        <p:tav tm="0">
                                          <p:val>
                                            <p:fltVal val="0"/>
                                          </p:val>
                                        </p:tav>
                                        <p:tav tm="100000">
                                          <p:val>
                                            <p:strVal val="#ppt_w"/>
                                          </p:val>
                                        </p:tav>
                                      </p:tavLst>
                                    </p:anim>
                                    <p:anim calcmode="lin" valueType="num">
                                      <p:cBhvr>
                                        <p:cTn id="222" dur="1000" fill="hold"/>
                                        <p:tgtEl>
                                          <p:spTgt spid="38"/>
                                        </p:tgtEl>
                                        <p:attrNameLst>
                                          <p:attrName>ppt_h</p:attrName>
                                        </p:attrNameLst>
                                      </p:cBhvr>
                                      <p:tavLst>
                                        <p:tav tm="0">
                                          <p:val>
                                            <p:fltVal val="0"/>
                                          </p:val>
                                        </p:tav>
                                        <p:tav tm="100000">
                                          <p:val>
                                            <p:strVal val="#ppt_h"/>
                                          </p:val>
                                        </p:tav>
                                      </p:tavLst>
                                    </p:anim>
                                    <p:anim calcmode="lin" valueType="num">
                                      <p:cBhvr>
                                        <p:cTn id="223" dur="1000" fill="hold"/>
                                        <p:tgtEl>
                                          <p:spTgt spid="38"/>
                                        </p:tgtEl>
                                        <p:attrNameLst>
                                          <p:attrName>style.rotation</p:attrName>
                                        </p:attrNameLst>
                                      </p:cBhvr>
                                      <p:tavLst>
                                        <p:tav tm="0">
                                          <p:val>
                                            <p:fltVal val="90"/>
                                          </p:val>
                                        </p:tav>
                                        <p:tav tm="100000">
                                          <p:val>
                                            <p:fltVal val="0"/>
                                          </p:val>
                                        </p:tav>
                                      </p:tavLst>
                                    </p:anim>
                                    <p:animEffect transition="in" filter="fade">
                                      <p:cBhvr>
                                        <p:cTn id="224" dur="1000"/>
                                        <p:tgtEl>
                                          <p:spTgt spid="38"/>
                                        </p:tgtEl>
                                      </p:cBhvr>
                                    </p:animEffect>
                                  </p:childTnLst>
                                </p:cTn>
                              </p:par>
                              <p:par>
                                <p:cTn id="225" presetID="31" presetClass="entr" presetSubtype="0" fill="hold" grpId="0" nodeType="withEffect">
                                  <p:stCondLst>
                                    <p:cond delay="0"/>
                                  </p:stCondLst>
                                  <p:childTnLst>
                                    <p:set>
                                      <p:cBhvr>
                                        <p:cTn id="226" dur="1" fill="hold">
                                          <p:stCondLst>
                                            <p:cond delay="0"/>
                                          </p:stCondLst>
                                        </p:cTn>
                                        <p:tgtEl>
                                          <p:spTgt spid="46"/>
                                        </p:tgtEl>
                                        <p:attrNameLst>
                                          <p:attrName>style.visibility</p:attrName>
                                        </p:attrNameLst>
                                      </p:cBhvr>
                                      <p:to>
                                        <p:strVal val="visible"/>
                                      </p:to>
                                    </p:set>
                                    <p:anim calcmode="lin" valueType="num">
                                      <p:cBhvr>
                                        <p:cTn id="227" dur="1000" fill="hold"/>
                                        <p:tgtEl>
                                          <p:spTgt spid="46"/>
                                        </p:tgtEl>
                                        <p:attrNameLst>
                                          <p:attrName>ppt_w</p:attrName>
                                        </p:attrNameLst>
                                      </p:cBhvr>
                                      <p:tavLst>
                                        <p:tav tm="0">
                                          <p:val>
                                            <p:fltVal val="0"/>
                                          </p:val>
                                        </p:tav>
                                        <p:tav tm="100000">
                                          <p:val>
                                            <p:strVal val="#ppt_w"/>
                                          </p:val>
                                        </p:tav>
                                      </p:tavLst>
                                    </p:anim>
                                    <p:anim calcmode="lin" valueType="num">
                                      <p:cBhvr>
                                        <p:cTn id="228" dur="1000" fill="hold"/>
                                        <p:tgtEl>
                                          <p:spTgt spid="46"/>
                                        </p:tgtEl>
                                        <p:attrNameLst>
                                          <p:attrName>ppt_h</p:attrName>
                                        </p:attrNameLst>
                                      </p:cBhvr>
                                      <p:tavLst>
                                        <p:tav tm="0">
                                          <p:val>
                                            <p:fltVal val="0"/>
                                          </p:val>
                                        </p:tav>
                                        <p:tav tm="100000">
                                          <p:val>
                                            <p:strVal val="#ppt_h"/>
                                          </p:val>
                                        </p:tav>
                                      </p:tavLst>
                                    </p:anim>
                                    <p:anim calcmode="lin" valueType="num">
                                      <p:cBhvr>
                                        <p:cTn id="229" dur="1000" fill="hold"/>
                                        <p:tgtEl>
                                          <p:spTgt spid="46"/>
                                        </p:tgtEl>
                                        <p:attrNameLst>
                                          <p:attrName>style.rotation</p:attrName>
                                        </p:attrNameLst>
                                      </p:cBhvr>
                                      <p:tavLst>
                                        <p:tav tm="0">
                                          <p:val>
                                            <p:fltVal val="90"/>
                                          </p:val>
                                        </p:tav>
                                        <p:tav tm="100000">
                                          <p:val>
                                            <p:fltVal val="0"/>
                                          </p:val>
                                        </p:tav>
                                      </p:tavLst>
                                    </p:anim>
                                    <p:animEffect transition="in" filter="fade">
                                      <p:cBhvr>
                                        <p:cTn id="230" dur="1000"/>
                                        <p:tgtEl>
                                          <p:spTgt spid="46"/>
                                        </p:tgtEl>
                                      </p:cBhvr>
                                    </p:animEffect>
                                  </p:childTnLst>
                                </p:cTn>
                              </p:par>
                              <p:par>
                                <p:cTn id="231" presetID="31" presetClass="entr" presetSubtype="0" fill="hold" grpId="0" nodeType="withEffect">
                                  <p:stCondLst>
                                    <p:cond delay="0"/>
                                  </p:stCondLst>
                                  <p:childTnLst>
                                    <p:set>
                                      <p:cBhvr>
                                        <p:cTn id="232" dur="1" fill="hold">
                                          <p:stCondLst>
                                            <p:cond delay="0"/>
                                          </p:stCondLst>
                                        </p:cTn>
                                        <p:tgtEl>
                                          <p:spTgt spid="48"/>
                                        </p:tgtEl>
                                        <p:attrNameLst>
                                          <p:attrName>style.visibility</p:attrName>
                                        </p:attrNameLst>
                                      </p:cBhvr>
                                      <p:to>
                                        <p:strVal val="visible"/>
                                      </p:to>
                                    </p:set>
                                    <p:anim calcmode="lin" valueType="num">
                                      <p:cBhvr>
                                        <p:cTn id="233" dur="1000" fill="hold"/>
                                        <p:tgtEl>
                                          <p:spTgt spid="48"/>
                                        </p:tgtEl>
                                        <p:attrNameLst>
                                          <p:attrName>ppt_w</p:attrName>
                                        </p:attrNameLst>
                                      </p:cBhvr>
                                      <p:tavLst>
                                        <p:tav tm="0">
                                          <p:val>
                                            <p:fltVal val="0"/>
                                          </p:val>
                                        </p:tav>
                                        <p:tav tm="100000">
                                          <p:val>
                                            <p:strVal val="#ppt_w"/>
                                          </p:val>
                                        </p:tav>
                                      </p:tavLst>
                                    </p:anim>
                                    <p:anim calcmode="lin" valueType="num">
                                      <p:cBhvr>
                                        <p:cTn id="234" dur="1000" fill="hold"/>
                                        <p:tgtEl>
                                          <p:spTgt spid="48"/>
                                        </p:tgtEl>
                                        <p:attrNameLst>
                                          <p:attrName>ppt_h</p:attrName>
                                        </p:attrNameLst>
                                      </p:cBhvr>
                                      <p:tavLst>
                                        <p:tav tm="0">
                                          <p:val>
                                            <p:fltVal val="0"/>
                                          </p:val>
                                        </p:tav>
                                        <p:tav tm="100000">
                                          <p:val>
                                            <p:strVal val="#ppt_h"/>
                                          </p:val>
                                        </p:tav>
                                      </p:tavLst>
                                    </p:anim>
                                    <p:anim calcmode="lin" valueType="num">
                                      <p:cBhvr>
                                        <p:cTn id="235" dur="1000" fill="hold"/>
                                        <p:tgtEl>
                                          <p:spTgt spid="48"/>
                                        </p:tgtEl>
                                        <p:attrNameLst>
                                          <p:attrName>style.rotation</p:attrName>
                                        </p:attrNameLst>
                                      </p:cBhvr>
                                      <p:tavLst>
                                        <p:tav tm="0">
                                          <p:val>
                                            <p:fltVal val="90"/>
                                          </p:val>
                                        </p:tav>
                                        <p:tav tm="100000">
                                          <p:val>
                                            <p:fltVal val="0"/>
                                          </p:val>
                                        </p:tav>
                                      </p:tavLst>
                                    </p:anim>
                                    <p:animEffect transition="in" filter="fade">
                                      <p:cBhvr>
                                        <p:cTn id="236" dur="1000"/>
                                        <p:tgtEl>
                                          <p:spTgt spid="48"/>
                                        </p:tgtEl>
                                      </p:cBhvr>
                                    </p:animEffect>
                                  </p:childTnLst>
                                </p:cTn>
                              </p:par>
                              <p:par>
                                <p:cTn id="237" presetID="31" presetClass="entr" presetSubtype="0" fill="hold" grpId="0" nodeType="withEffect">
                                  <p:stCondLst>
                                    <p:cond delay="0"/>
                                  </p:stCondLst>
                                  <p:childTnLst>
                                    <p:set>
                                      <p:cBhvr>
                                        <p:cTn id="238" dur="1" fill="hold">
                                          <p:stCondLst>
                                            <p:cond delay="0"/>
                                          </p:stCondLst>
                                        </p:cTn>
                                        <p:tgtEl>
                                          <p:spTgt spid="33"/>
                                        </p:tgtEl>
                                        <p:attrNameLst>
                                          <p:attrName>style.visibility</p:attrName>
                                        </p:attrNameLst>
                                      </p:cBhvr>
                                      <p:to>
                                        <p:strVal val="visible"/>
                                      </p:to>
                                    </p:set>
                                    <p:anim calcmode="lin" valueType="num">
                                      <p:cBhvr>
                                        <p:cTn id="239" dur="1000" fill="hold"/>
                                        <p:tgtEl>
                                          <p:spTgt spid="33"/>
                                        </p:tgtEl>
                                        <p:attrNameLst>
                                          <p:attrName>ppt_w</p:attrName>
                                        </p:attrNameLst>
                                      </p:cBhvr>
                                      <p:tavLst>
                                        <p:tav tm="0">
                                          <p:val>
                                            <p:fltVal val="0"/>
                                          </p:val>
                                        </p:tav>
                                        <p:tav tm="100000">
                                          <p:val>
                                            <p:strVal val="#ppt_w"/>
                                          </p:val>
                                        </p:tav>
                                      </p:tavLst>
                                    </p:anim>
                                    <p:anim calcmode="lin" valueType="num">
                                      <p:cBhvr>
                                        <p:cTn id="240" dur="1000" fill="hold"/>
                                        <p:tgtEl>
                                          <p:spTgt spid="33"/>
                                        </p:tgtEl>
                                        <p:attrNameLst>
                                          <p:attrName>ppt_h</p:attrName>
                                        </p:attrNameLst>
                                      </p:cBhvr>
                                      <p:tavLst>
                                        <p:tav tm="0">
                                          <p:val>
                                            <p:fltVal val="0"/>
                                          </p:val>
                                        </p:tav>
                                        <p:tav tm="100000">
                                          <p:val>
                                            <p:strVal val="#ppt_h"/>
                                          </p:val>
                                        </p:tav>
                                      </p:tavLst>
                                    </p:anim>
                                    <p:anim calcmode="lin" valueType="num">
                                      <p:cBhvr>
                                        <p:cTn id="241" dur="1000" fill="hold"/>
                                        <p:tgtEl>
                                          <p:spTgt spid="33"/>
                                        </p:tgtEl>
                                        <p:attrNameLst>
                                          <p:attrName>style.rotation</p:attrName>
                                        </p:attrNameLst>
                                      </p:cBhvr>
                                      <p:tavLst>
                                        <p:tav tm="0">
                                          <p:val>
                                            <p:fltVal val="90"/>
                                          </p:val>
                                        </p:tav>
                                        <p:tav tm="100000">
                                          <p:val>
                                            <p:fltVal val="0"/>
                                          </p:val>
                                        </p:tav>
                                      </p:tavLst>
                                    </p:anim>
                                    <p:animEffect transition="in" filter="fade">
                                      <p:cBhvr>
                                        <p:cTn id="242" dur="1000"/>
                                        <p:tgtEl>
                                          <p:spTgt spid="33"/>
                                        </p:tgtEl>
                                      </p:cBhvr>
                                    </p:animEffect>
                                  </p:childTnLst>
                                </p:cTn>
                              </p:par>
                              <p:par>
                                <p:cTn id="243" presetID="31" presetClass="entr" presetSubtype="0" fill="hold" grpId="0" nodeType="withEffect">
                                  <p:stCondLst>
                                    <p:cond delay="0"/>
                                  </p:stCondLst>
                                  <p:childTnLst>
                                    <p:set>
                                      <p:cBhvr>
                                        <p:cTn id="244" dur="1" fill="hold">
                                          <p:stCondLst>
                                            <p:cond delay="0"/>
                                          </p:stCondLst>
                                        </p:cTn>
                                        <p:tgtEl>
                                          <p:spTgt spid="43"/>
                                        </p:tgtEl>
                                        <p:attrNameLst>
                                          <p:attrName>style.visibility</p:attrName>
                                        </p:attrNameLst>
                                      </p:cBhvr>
                                      <p:to>
                                        <p:strVal val="visible"/>
                                      </p:to>
                                    </p:set>
                                    <p:anim calcmode="lin" valueType="num">
                                      <p:cBhvr>
                                        <p:cTn id="245" dur="1000" fill="hold"/>
                                        <p:tgtEl>
                                          <p:spTgt spid="43"/>
                                        </p:tgtEl>
                                        <p:attrNameLst>
                                          <p:attrName>ppt_w</p:attrName>
                                        </p:attrNameLst>
                                      </p:cBhvr>
                                      <p:tavLst>
                                        <p:tav tm="0">
                                          <p:val>
                                            <p:fltVal val="0"/>
                                          </p:val>
                                        </p:tav>
                                        <p:tav tm="100000">
                                          <p:val>
                                            <p:strVal val="#ppt_w"/>
                                          </p:val>
                                        </p:tav>
                                      </p:tavLst>
                                    </p:anim>
                                    <p:anim calcmode="lin" valueType="num">
                                      <p:cBhvr>
                                        <p:cTn id="246" dur="1000" fill="hold"/>
                                        <p:tgtEl>
                                          <p:spTgt spid="43"/>
                                        </p:tgtEl>
                                        <p:attrNameLst>
                                          <p:attrName>ppt_h</p:attrName>
                                        </p:attrNameLst>
                                      </p:cBhvr>
                                      <p:tavLst>
                                        <p:tav tm="0">
                                          <p:val>
                                            <p:fltVal val="0"/>
                                          </p:val>
                                        </p:tav>
                                        <p:tav tm="100000">
                                          <p:val>
                                            <p:strVal val="#ppt_h"/>
                                          </p:val>
                                        </p:tav>
                                      </p:tavLst>
                                    </p:anim>
                                    <p:anim calcmode="lin" valueType="num">
                                      <p:cBhvr>
                                        <p:cTn id="247" dur="1000" fill="hold"/>
                                        <p:tgtEl>
                                          <p:spTgt spid="43"/>
                                        </p:tgtEl>
                                        <p:attrNameLst>
                                          <p:attrName>style.rotation</p:attrName>
                                        </p:attrNameLst>
                                      </p:cBhvr>
                                      <p:tavLst>
                                        <p:tav tm="0">
                                          <p:val>
                                            <p:fltVal val="90"/>
                                          </p:val>
                                        </p:tav>
                                        <p:tav tm="100000">
                                          <p:val>
                                            <p:fltVal val="0"/>
                                          </p:val>
                                        </p:tav>
                                      </p:tavLst>
                                    </p:anim>
                                    <p:animEffect transition="in" filter="fade">
                                      <p:cBhvr>
                                        <p:cTn id="248" dur="1000"/>
                                        <p:tgtEl>
                                          <p:spTgt spid="43"/>
                                        </p:tgtEl>
                                      </p:cBhvr>
                                    </p:animEffect>
                                  </p:childTnLst>
                                </p:cTn>
                              </p:par>
                            </p:childTnLst>
                          </p:cTn>
                        </p:par>
                      </p:childTnLst>
                    </p:cTn>
                  </p:par>
                  <p:par>
                    <p:cTn id="249" fill="hold">
                      <p:stCondLst>
                        <p:cond delay="indefinite"/>
                      </p:stCondLst>
                      <p:childTnLst>
                        <p:par>
                          <p:cTn id="250" fill="hold">
                            <p:stCondLst>
                              <p:cond delay="0"/>
                            </p:stCondLst>
                            <p:childTnLst>
                              <p:par>
                                <p:cTn id="251" presetID="31" presetClass="entr" presetSubtype="0" fill="hold" grpId="0" nodeType="clickEffect">
                                  <p:stCondLst>
                                    <p:cond delay="0"/>
                                  </p:stCondLst>
                                  <p:childTnLst>
                                    <p:set>
                                      <p:cBhvr>
                                        <p:cTn id="252" dur="1" fill="hold">
                                          <p:stCondLst>
                                            <p:cond delay="0"/>
                                          </p:stCondLst>
                                        </p:cTn>
                                        <p:tgtEl>
                                          <p:spTgt spid="10"/>
                                        </p:tgtEl>
                                        <p:attrNameLst>
                                          <p:attrName>style.visibility</p:attrName>
                                        </p:attrNameLst>
                                      </p:cBhvr>
                                      <p:to>
                                        <p:strVal val="visible"/>
                                      </p:to>
                                    </p:set>
                                    <p:anim calcmode="lin" valueType="num">
                                      <p:cBhvr>
                                        <p:cTn id="253" dur="1000" fill="hold"/>
                                        <p:tgtEl>
                                          <p:spTgt spid="10"/>
                                        </p:tgtEl>
                                        <p:attrNameLst>
                                          <p:attrName>ppt_w</p:attrName>
                                        </p:attrNameLst>
                                      </p:cBhvr>
                                      <p:tavLst>
                                        <p:tav tm="0">
                                          <p:val>
                                            <p:fltVal val="0"/>
                                          </p:val>
                                        </p:tav>
                                        <p:tav tm="100000">
                                          <p:val>
                                            <p:strVal val="#ppt_w"/>
                                          </p:val>
                                        </p:tav>
                                      </p:tavLst>
                                    </p:anim>
                                    <p:anim calcmode="lin" valueType="num">
                                      <p:cBhvr>
                                        <p:cTn id="254" dur="1000" fill="hold"/>
                                        <p:tgtEl>
                                          <p:spTgt spid="10"/>
                                        </p:tgtEl>
                                        <p:attrNameLst>
                                          <p:attrName>ppt_h</p:attrName>
                                        </p:attrNameLst>
                                      </p:cBhvr>
                                      <p:tavLst>
                                        <p:tav tm="0">
                                          <p:val>
                                            <p:fltVal val="0"/>
                                          </p:val>
                                        </p:tav>
                                        <p:tav tm="100000">
                                          <p:val>
                                            <p:strVal val="#ppt_h"/>
                                          </p:val>
                                        </p:tav>
                                      </p:tavLst>
                                    </p:anim>
                                    <p:anim calcmode="lin" valueType="num">
                                      <p:cBhvr>
                                        <p:cTn id="255" dur="1000" fill="hold"/>
                                        <p:tgtEl>
                                          <p:spTgt spid="10"/>
                                        </p:tgtEl>
                                        <p:attrNameLst>
                                          <p:attrName>style.rotation</p:attrName>
                                        </p:attrNameLst>
                                      </p:cBhvr>
                                      <p:tavLst>
                                        <p:tav tm="0">
                                          <p:val>
                                            <p:fltVal val="90"/>
                                          </p:val>
                                        </p:tav>
                                        <p:tav tm="100000">
                                          <p:val>
                                            <p:fltVal val="0"/>
                                          </p:val>
                                        </p:tav>
                                      </p:tavLst>
                                    </p:anim>
                                    <p:animEffect transition="in" filter="fade">
                                      <p:cBhvr>
                                        <p:cTn id="256" dur="1000"/>
                                        <p:tgtEl>
                                          <p:spTgt spid="10"/>
                                        </p:tgtEl>
                                      </p:cBhvr>
                                    </p:animEffect>
                                  </p:childTnLst>
                                </p:cTn>
                              </p:par>
                              <p:par>
                                <p:cTn id="257" presetID="31" presetClass="entr" presetSubtype="0" fill="hold" grpId="0" nodeType="withEffect">
                                  <p:stCondLst>
                                    <p:cond delay="0"/>
                                  </p:stCondLst>
                                  <p:childTnLst>
                                    <p:set>
                                      <p:cBhvr>
                                        <p:cTn id="258" dur="1" fill="hold">
                                          <p:stCondLst>
                                            <p:cond delay="0"/>
                                          </p:stCondLst>
                                        </p:cTn>
                                        <p:tgtEl>
                                          <p:spTgt spid="37"/>
                                        </p:tgtEl>
                                        <p:attrNameLst>
                                          <p:attrName>style.visibility</p:attrName>
                                        </p:attrNameLst>
                                      </p:cBhvr>
                                      <p:to>
                                        <p:strVal val="visible"/>
                                      </p:to>
                                    </p:set>
                                    <p:anim calcmode="lin" valueType="num">
                                      <p:cBhvr>
                                        <p:cTn id="259" dur="1000" fill="hold"/>
                                        <p:tgtEl>
                                          <p:spTgt spid="37"/>
                                        </p:tgtEl>
                                        <p:attrNameLst>
                                          <p:attrName>ppt_w</p:attrName>
                                        </p:attrNameLst>
                                      </p:cBhvr>
                                      <p:tavLst>
                                        <p:tav tm="0">
                                          <p:val>
                                            <p:fltVal val="0"/>
                                          </p:val>
                                        </p:tav>
                                        <p:tav tm="100000">
                                          <p:val>
                                            <p:strVal val="#ppt_w"/>
                                          </p:val>
                                        </p:tav>
                                      </p:tavLst>
                                    </p:anim>
                                    <p:anim calcmode="lin" valueType="num">
                                      <p:cBhvr>
                                        <p:cTn id="260" dur="1000" fill="hold"/>
                                        <p:tgtEl>
                                          <p:spTgt spid="37"/>
                                        </p:tgtEl>
                                        <p:attrNameLst>
                                          <p:attrName>ppt_h</p:attrName>
                                        </p:attrNameLst>
                                      </p:cBhvr>
                                      <p:tavLst>
                                        <p:tav tm="0">
                                          <p:val>
                                            <p:fltVal val="0"/>
                                          </p:val>
                                        </p:tav>
                                        <p:tav tm="100000">
                                          <p:val>
                                            <p:strVal val="#ppt_h"/>
                                          </p:val>
                                        </p:tav>
                                      </p:tavLst>
                                    </p:anim>
                                    <p:anim calcmode="lin" valueType="num">
                                      <p:cBhvr>
                                        <p:cTn id="261" dur="1000" fill="hold"/>
                                        <p:tgtEl>
                                          <p:spTgt spid="37"/>
                                        </p:tgtEl>
                                        <p:attrNameLst>
                                          <p:attrName>style.rotation</p:attrName>
                                        </p:attrNameLst>
                                      </p:cBhvr>
                                      <p:tavLst>
                                        <p:tav tm="0">
                                          <p:val>
                                            <p:fltVal val="90"/>
                                          </p:val>
                                        </p:tav>
                                        <p:tav tm="100000">
                                          <p:val>
                                            <p:fltVal val="0"/>
                                          </p:val>
                                        </p:tav>
                                      </p:tavLst>
                                    </p:anim>
                                    <p:animEffect transition="in" filter="fade">
                                      <p:cBhvr>
                                        <p:cTn id="262" dur="1000"/>
                                        <p:tgtEl>
                                          <p:spTgt spid="37"/>
                                        </p:tgtEl>
                                      </p:cBhvr>
                                    </p:animEffect>
                                  </p:childTnLst>
                                </p:cTn>
                              </p:par>
                              <p:par>
                                <p:cTn id="263" presetID="31" presetClass="entr" presetSubtype="0" fill="hold" grpId="0" nodeType="withEffect">
                                  <p:stCondLst>
                                    <p:cond delay="0"/>
                                  </p:stCondLst>
                                  <p:childTnLst>
                                    <p:set>
                                      <p:cBhvr>
                                        <p:cTn id="264" dur="1" fill="hold">
                                          <p:stCondLst>
                                            <p:cond delay="0"/>
                                          </p:stCondLst>
                                        </p:cTn>
                                        <p:tgtEl>
                                          <p:spTgt spid="56"/>
                                        </p:tgtEl>
                                        <p:attrNameLst>
                                          <p:attrName>style.visibility</p:attrName>
                                        </p:attrNameLst>
                                      </p:cBhvr>
                                      <p:to>
                                        <p:strVal val="visible"/>
                                      </p:to>
                                    </p:set>
                                    <p:anim calcmode="lin" valueType="num">
                                      <p:cBhvr>
                                        <p:cTn id="265" dur="1000" fill="hold"/>
                                        <p:tgtEl>
                                          <p:spTgt spid="56"/>
                                        </p:tgtEl>
                                        <p:attrNameLst>
                                          <p:attrName>ppt_w</p:attrName>
                                        </p:attrNameLst>
                                      </p:cBhvr>
                                      <p:tavLst>
                                        <p:tav tm="0">
                                          <p:val>
                                            <p:fltVal val="0"/>
                                          </p:val>
                                        </p:tav>
                                        <p:tav tm="100000">
                                          <p:val>
                                            <p:strVal val="#ppt_w"/>
                                          </p:val>
                                        </p:tav>
                                      </p:tavLst>
                                    </p:anim>
                                    <p:anim calcmode="lin" valueType="num">
                                      <p:cBhvr>
                                        <p:cTn id="266" dur="1000" fill="hold"/>
                                        <p:tgtEl>
                                          <p:spTgt spid="56"/>
                                        </p:tgtEl>
                                        <p:attrNameLst>
                                          <p:attrName>ppt_h</p:attrName>
                                        </p:attrNameLst>
                                      </p:cBhvr>
                                      <p:tavLst>
                                        <p:tav tm="0">
                                          <p:val>
                                            <p:fltVal val="0"/>
                                          </p:val>
                                        </p:tav>
                                        <p:tav tm="100000">
                                          <p:val>
                                            <p:strVal val="#ppt_h"/>
                                          </p:val>
                                        </p:tav>
                                      </p:tavLst>
                                    </p:anim>
                                    <p:anim calcmode="lin" valueType="num">
                                      <p:cBhvr>
                                        <p:cTn id="267" dur="1000" fill="hold"/>
                                        <p:tgtEl>
                                          <p:spTgt spid="56"/>
                                        </p:tgtEl>
                                        <p:attrNameLst>
                                          <p:attrName>style.rotation</p:attrName>
                                        </p:attrNameLst>
                                      </p:cBhvr>
                                      <p:tavLst>
                                        <p:tav tm="0">
                                          <p:val>
                                            <p:fltVal val="90"/>
                                          </p:val>
                                        </p:tav>
                                        <p:tav tm="100000">
                                          <p:val>
                                            <p:fltVal val="0"/>
                                          </p:val>
                                        </p:tav>
                                      </p:tavLst>
                                    </p:anim>
                                    <p:animEffect transition="in" filter="fade">
                                      <p:cBhvr>
                                        <p:cTn id="268" dur="1000"/>
                                        <p:tgtEl>
                                          <p:spTgt spid="56"/>
                                        </p:tgtEl>
                                      </p:cBhvr>
                                    </p:animEffect>
                                  </p:childTnLst>
                                </p:cTn>
                              </p:par>
                              <p:par>
                                <p:cTn id="269" presetID="31" presetClass="entr" presetSubtype="0" fill="hold" grpId="0" nodeType="withEffect">
                                  <p:stCondLst>
                                    <p:cond delay="0"/>
                                  </p:stCondLst>
                                  <p:childTnLst>
                                    <p:set>
                                      <p:cBhvr>
                                        <p:cTn id="270" dur="1" fill="hold">
                                          <p:stCondLst>
                                            <p:cond delay="0"/>
                                          </p:stCondLst>
                                        </p:cTn>
                                        <p:tgtEl>
                                          <p:spTgt spid="49"/>
                                        </p:tgtEl>
                                        <p:attrNameLst>
                                          <p:attrName>style.visibility</p:attrName>
                                        </p:attrNameLst>
                                      </p:cBhvr>
                                      <p:to>
                                        <p:strVal val="visible"/>
                                      </p:to>
                                    </p:set>
                                    <p:anim calcmode="lin" valueType="num">
                                      <p:cBhvr>
                                        <p:cTn id="271" dur="1000" fill="hold"/>
                                        <p:tgtEl>
                                          <p:spTgt spid="49"/>
                                        </p:tgtEl>
                                        <p:attrNameLst>
                                          <p:attrName>ppt_w</p:attrName>
                                        </p:attrNameLst>
                                      </p:cBhvr>
                                      <p:tavLst>
                                        <p:tav tm="0">
                                          <p:val>
                                            <p:fltVal val="0"/>
                                          </p:val>
                                        </p:tav>
                                        <p:tav tm="100000">
                                          <p:val>
                                            <p:strVal val="#ppt_w"/>
                                          </p:val>
                                        </p:tav>
                                      </p:tavLst>
                                    </p:anim>
                                    <p:anim calcmode="lin" valueType="num">
                                      <p:cBhvr>
                                        <p:cTn id="272" dur="1000" fill="hold"/>
                                        <p:tgtEl>
                                          <p:spTgt spid="49"/>
                                        </p:tgtEl>
                                        <p:attrNameLst>
                                          <p:attrName>ppt_h</p:attrName>
                                        </p:attrNameLst>
                                      </p:cBhvr>
                                      <p:tavLst>
                                        <p:tav tm="0">
                                          <p:val>
                                            <p:fltVal val="0"/>
                                          </p:val>
                                        </p:tav>
                                        <p:tav tm="100000">
                                          <p:val>
                                            <p:strVal val="#ppt_h"/>
                                          </p:val>
                                        </p:tav>
                                      </p:tavLst>
                                    </p:anim>
                                    <p:anim calcmode="lin" valueType="num">
                                      <p:cBhvr>
                                        <p:cTn id="273" dur="1000" fill="hold"/>
                                        <p:tgtEl>
                                          <p:spTgt spid="49"/>
                                        </p:tgtEl>
                                        <p:attrNameLst>
                                          <p:attrName>style.rotation</p:attrName>
                                        </p:attrNameLst>
                                      </p:cBhvr>
                                      <p:tavLst>
                                        <p:tav tm="0">
                                          <p:val>
                                            <p:fltVal val="90"/>
                                          </p:val>
                                        </p:tav>
                                        <p:tav tm="100000">
                                          <p:val>
                                            <p:fltVal val="0"/>
                                          </p:val>
                                        </p:tav>
                                      </p:tavLst>
                                    </p:anim>
                                    <p:animEffect transition="in" filter="fade">
                                      <p:cBhvr>
                                        <p:cTn id="274" dur="1000"/>
                                        <p:tgtEl>
                                          <p:spTgt spid="49"/>
                                        </p:tgtEl>
                                      </p:cBhvr>
                                    </p:animEffect>
                                  </p:childTnLst>
                                </p:cTn>
                              </p:par>
                              <p:par>
                                <p:cTn id="275" presetID="31" presetClass="entr" presetSubtype="0" fill="hold" nodeType="withEffect">
                                  <p:stCondLst>
                                    <p:cond delay="0"/>
                                  </p:stCondLst>
                                  <p:childTnLst>
                                    <p:set>
                                      <p:cBhvr>
                                        <p:cTn id="276" dur="1" fill="hold">
                                          <p:stCondLst>
                                            <p:cond delay="0"/>
                                          </p:stCondLst>
                                        </p:cTn>
                                        <p:tgtEl>
                                          <p:spTgt spid="62"/>
                                        </p:tgtEl>
                                        <p:attrNameLst>
                                          <p:attrName>style.visibility</p:attrName>
                                        </p:attrNameLst>
                                      </p:cBhvr>
                                      <p:to>
                                        <p:strVal val="visible"/>
                                      </p:to>
                                    </p:set>
                                    <p:anim calcmode="lin" valueType="num">
                                      <p:cBhvr>
                                        <p:cTn id="277" dur="1000" fill="hold"/>
                                        <p:tgtEl>
                                          <p:spTgt spid="62"/>
                                        </p:tgtEl>
                                        <p:attrNameLst>
                                          <p:attrName>ppt_w</p:attrName>
                                        </p:attrNameLst>
                                      </p:cBhvr>
                                      <p:tavLst>
                                        <p:tav tm="0">
                                          <p:val>
                                            <p:fltVal val="0"/>
                                          </p:val>
                                        </p:tav>
                                        <p:tav tm="100000">
                                          <p:val>
                                            <p:strVal val="#ppt_w"/>
                                          </p:val>
                                        </p:tav>
                                      </p:tavLst>
                                    </p:anim>
                                    <p:anim calcmode="lin" valueType="num">
                                      <p:cBhvr>
                                        <p:cTn id="278" dur="1000" fill="hold"/>
                                        <p:tgtEl>
                                          <p:spTgt spid="62"/>
                                        </p:tgtEl>
                                        <p:attrNameLst>
                                          <p:attrName>ppt_h</p:attrName>
                                        </p:attrNameLst>
                                      </p:cBhvr>
                                      <p:tavLst>
                                        <p:tav tm="0">
                                          <p:val>
                                            <p:fltVal val="0"/>
                                          </p:val>
                                        </p:tav>
                                        <p:tav tm="100000">
                                          <p:val>
                                            <p:strVal val="#ppt_h"/>
                                          </p:val>
                                        </p:tav>
                                      </p:tavLst>
                                    </p:anim>
                                    <p:anim calcmode="lin" valueType="num">
                                      <p:cBhvr>
                                        <p:cTn id="279" dur="1000" fill="hold"/>
                                        <p:tgtEl>
                                          <p:spTgt spid="62"/>
                                        </p:tgtEl>
                                        <p:attrNameLst>
                                          <p:attrName>style.rotation</p:attrName>
                                        </p:attrNameLst>
                                      </p:cBhvr>
                                      <p:tavLst>
                                        <p:tav tm="0">
                                          <p:val>
                                            <p:fltVal val="90"/>
                                          </p:val>
                                        </p:tav>
                                        <p:tav tm="100000">
                                          <p:val>
                                            <p:fltVal val="0"/>
                                          </p:val>
                                        </p:tav>
                                      </p:tavLst>
                                    </p:anim>
                                    <p:animEffect transition="in" filter="fade">
                                      <p:cBhvr>
                                        <p:cTn id="280" dur="1000"/>
                                        <p:tgtEl>
                                          <p:spTgt spid="62"/>
                                        </p:tgtEl>
                                      </p:cBhvr>
                                    </p:animEffect>
                                  </p:childTnLst>
                                </p:cTn>
                              </p:par>
                              <p:par>
                                <p:cTn id="281" presetID="31" presetClass="entr" presetSubtype="0" fill="hold" grpId="0" nodeType="withEffect">
                                  <p:stCondLst>
                                    <p:cond delay="0"/>
                                  </p:stCondLst>
                                  <p:childTnLst>
                                    <p:set>
                                      <p:cBhvr>
                                        <p:cTn id="282" dur="1" fill="hold">
                                          <p:stCondLst>
                                            <p:cond delay="0"/>
                                          </p:stCondLst>
                                        </p:cTn>
                                        <p:tgtEl>
                                          <p:spTgt spid="32"/>
                                        </p:tgtEl>
                                        <p:attrNameLst>
                                          <p:attrName>style.visibility</p:attrName>
                                        </p:attrNameLst>
                                      </p:cBhvr>
                                      <p:to>
                                        <p:strVal val="visible"/>
                                      </p:to>
                                    </p:set>
                                    <p:anim calcmode="lin" valueType="num">
                                      <p:cBhvr>
                                        <p:cTn id="283" dur="1000" fill="hold"/>
                                        <p:tgtEl>
                                          <p:spTgt spid="32"/>
                                        </p:tgtEl>
                                        <p:attrNameLst>
                                          <p:attrName>ppt_w</p:attrName>
                                        </p:attrNameLst>
                                      </p:cBhvr>
                                      <p:tavLst>
                                        <p:tav tm="0">
                                          <p:val>
                                            <p:fltVal val="0"/>
                                          </p:val>
                                        </p:tav>
                                        <p:tav tm="100000">
                                          <p:val>
                                            <p:strVal val="#ppt_w"/>
                                          </p:val>
                                        </p:tav>
                                      </p:tavLst>
                                    </p:anim>
                                    <p:anim calcmode="lin" valueType="num">
                                      <p:cBhvr>
                                        <p:cTn id="284" dur="1000" fill="hold"/>
                                        <p:tgtEl>
                                          <p:spTgt spid="32"/>
                                        </p:tgtEl>
                                        <p:attrNameLst>
                                          <p:attrName>ppt_h</p:attrName>
                                        </p:attrNameLst>
                                      </p:cBhvr>
                                      <p:tavLst>
                                        <p:tav tm="0">
                                          <p:val>
                                            <p:fltVal val="0"/>
                                          </p:val>
                                        </p:tav>
                                        <p:tav tm="100000">
                                          <p:val>
                                            <p:strVal val="#ppt_h"/>
                                          </p:val>
                                        </p:tav>
                                      </p:tavLst>
                                    </p:anim>
                                    <p:anim calcmode="lin" valueType="num">
                                      <p:cBhvr>
                                        <p:cTn id="285" dur="1000" fill="hold"/>
                                        <p:tgtEl>
                                          <p:spTgt spid="32"/>
                                        </p:tgtEl>
                                        <p:attrNameLst>
                                          <p:attrName>style.rotation</p:attrName>
                                        </p:attrNameLst>
                                      </p:cBhvr>
                                      <p:tavLst>
                                        <p:tav tm="0">
                                          <p:val>
                                            <p:fltVal val="90"/>
                                          </p:val>
                                        </p:tav>
                                        <p:tav tm="100000">
                                          <p:val>
                                            <p:fltVal val="0"/>
                                          </p:val>
                                        </p:tav>
                                      </p:tavLst>
                                    </p:anim>
                                    <p:animEffect transition="in" filter="fade">
                                      <p:cBhvr>
                                        <p:cTn id="286" dur="1000"/>
                                        <p:tgtEl>
                                          <p:spTgt spid="32"/>
                                        </p:tgtEl>
                                      </p:cBhvr>
                                    </p:animEffect>
                                  </p:childTnLst>
                                </p:cTn>
                              </p:par>
                              <p:par>
                                <p:cTn id="287" presetID="31" presetClass="entr" presetSubtype="0" fill="hold" grpId="0" nodeType="withEffect">
                                  <p:stCondLst>
                                    <p:cond delay="0"/>
                                  </p:stCondLst>
                                  <p:childTnLst>
                                    <p:set>
                                      <p:cBhvr>
                                        <p:cTn id="288" dur="1" fill="hold">
                                          <p:stCondLst>
                                            <p:cond delay="0"/>
                                          </p:stCondLst>
                                        </p:cTn>
                                        <p:tgtEl>
                                          <p:spTgt spid="50"/>
                                        </p:tgtEl>
                                        <p:attrNameLst>
                                          <p:attrName>style.visibility</p:attrName>
                                        </p:attrNameLst>
                                      </p:cBhvr>
                                      <p:to>
                                        <p:strVal val="visible"/>
                                      </p:to>
                                    </p:set>
                                    <p:anim calcmode="lin" valueType="num">
                                      <p:cBhvr>
                                        <p:cTn id="289" dur="1000" fill="hold"/>
                                        <p:tgtEl>
                                          <p:spTgt spid="50"/>
                                        </p:tgtEl>
                                        <p:attrNameLst>
                                          <p:attrName>ppt_w</p:attrName>
                                        </p:attrNameLst>
                                      </p:cBhvr>
                                      <p:tavLst>
                                        <p:tav tm="0">
                                          <p:val>
                                            <p:fltVal val="0"/>
                                          </p:val>
                                        </p:tav>
                                        <p:tav tm="100000">
                                          <p:val>
                                            <p:strVal val="#ppt_w"/>
                                          </p:val>
                                        </p:tav>
                                      </p:tavLst>
                                    </p:anim>
                                    <p:anim calcmode="lin" valueType="num">
                                      <p:cBhvr>
                                        <p:cTn id="290" dur="1000" fill="hold"/>
                                        <p:tgtEl>
                                          <p:spTgt spid="50"/>
                                        </p:tgtEl>
                                        <p:attrNameLst>
                                          <p:attrName>ppt_h</p:attrName>
                                        </p:attrNameLst>
                                      </p:cBhvr>
                                      <p:tavLst>
                                        <p:tav tm="0">
                                          <p:val>
                                            <p:fltVal val="0"/>
                                          </p:val>
                                        </p:tav>
                                        <p:tav tm="100000">
                                          <p:val>
                                            <p:strVal val="#ppt_h"/>
                                          </p:val>
                                        </p:tav>
                                      </p:tavLst>
                                    </p:anim>
                                    <p:anim calcmode="lin" valueType="num">
                                      <p:cBhvr>
                                        <p:cTn id="291" dur="1000" fill="hold"/>
                                        <p:tgtEl>
                                          <p:spTgt spid="50"/>
                                        </p:tgtEl>
                                        <p:attrNameLst>
                                          <p:attrName>style.rotation</p:attrName>
                                        </p:attrNameLst>
                                      </p:cBhvr>
                                      <p:tavLst>
                                        <p:tav tm="0">
                                          <p:val>
                                            <p:fltVal val="90"/>
                                          </p:val>
                                        </p:tav>
                                        <p:tav tm="100000">
                                          <p:val>
                                            <p:fltVal val="0"/>
                                          </p:val>
                                        </p:tav>
                                      </p:tavLst>
                                    </p:anim>
                                    <p:animEffect transition="in" filter="fade">
                                      <p:cBhvr>
                                        <p:cTn id="292" dur="10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 grpId="0" animBg="1"/>
      <p:bldP spid="3" grpId="0" animBg="1"/>
      <p:bldP spid="4" grpId="0" animBg="1"/>
      <p:bldP spid="12" grpId="0" animBg="1"/>
      <p:bldP spid="13" grpId="0" animBg="1"/>
      <p:bldP spid="14" grpId="0" animBg="1"/>
      <p:bldP spid="15" grpId="0" animBg="1"/>
      <p:bldP spid="19" grpId="0" animBg="1"/>
      <p:bldP spid="20" grpId="0" animBg="1"/>
      <p:bldP spid="21" grpId="0" animBg="1"/>
      <p:bldP spid="24" grpId="0"/>
      <p:bldP spid="25" grpId="0"/>
      <p:bldP spid="28" grpId="0"/>
      <p:bldP spid="29" grpId="0"/>
      <p:bldP spid="32" grpId="0"/>
      <p:bldP spid="35" grpId="0"/>
      <p:bldP spid="38" grpId="0"/>
      <p:bldP spid="40" grpId="0"/>
      <p:bldP spid="8" grpId="0"/>
      <p:bldP spid="26" grpId="0"/>
      <p:bldP spid="33" grpId="0" animBg="1"/>
      <p:bldP spid="37" grpId="0" animBg="1"/>
      <p:bldP spid="46" grpId="0" animBg="1"/>
      <p:bldP spid="48" grpId="0"/>
      <p:bldP spid="49" grpId="0" animBg="1"/>
      <p:bldP spid="50" grpId="0"/>
      <p:bldP spid="52" grpId="0" animBg="1"/>
      <p:bldP spid="54" grpId="0" animBg="1"/>
      <p:bldP spid="55" grpId="0" animBg="1"/>
      <p:bldP spid="56" grpId="0" animBg="1"/>
      <p:bldP spid="7" grpId="0"/>
      <p:bldP spid="9" grpId="0"/>
      <p:bldP spid="10" grpId="0"/>
      <p:bldP spid="43" grpId="0"/>
    </p:bldLst>
  </p:timing>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5" name="TextBox 54">
            <a:extLst>
              <a:ext uri="{FF2B5EF4-FFF2-40B4-BE49-F238E27FC236}">
                <a16:creationId xmlns:a16="http://schemas.microsoft.com/office/drawing/2014/main" id="{CBC8DACD-5E18-294B-89E0-C53C6F868B8A}"/>
              </a:ext>
            </a:extLst>
          </p:cNvPr>
          <p:cNvSpPr txBox="1"/>
          <p:nvPr/>
        </p:nvSpPr>
        <p:spPr>
          <a:xfrm>
            <a:off x="3995120" y="306186"/>
            <a:ext cx="4201792" cy="553998"/>
          </a:xfrm>
          <a:prstGeom prst="rect">
            <a:avLst/>
          </a:prstGeom>
          <a:noFill/>
        </p:spPr>
        <p:txBody>
          <a:bodyPr wrap="none" rtlCol="0">
            <a:spAutoFit/>
          </a:bodyPr>
          <a:lstStyle/>
          <a:p>
            <a:pPr algn="ctr"/>
            <a:r>
              <a:rPr lang="fr-FR" sz="3000" b="1">
                <a:solidFill>
                  <a:schemeClr val="tx2"/>
                </a:solidFill>
                <a:latin typeface="Poppins" pitchFamily="2" charset="77"/>
                <a:cs typeface="Poppins" pitchFamily="2" charset="77"/>
              </a:rPr>
              <a:t>PROJET E-VOLUTION </a:t>
            </a:r>
            <a:endParaRPr lang="fr-FR" sz="3000" b="1" dirty="0">
              <a:solidFill>
                <a:schemeClr val="tx2"/>
              </a:solidFill>
              <a:latin typeface="Poppins" pitchFamily="2" charset="77"/>
              <a:cs typeface="Poppins" pitchFamily="2" charset="77"/>
            </a:endParaRPr>
          </a:p>
        </p:txBody>
      </p:sp>
      <p:sp>
        <p:nvSpPr>
          <p:cNvPr id="56" name="TextBox 55">
            <a:extLst>
              <a:ext uri="{FF2B5EF4-FFF2-40B4-BE49-F238E27FC236}">
                <a16:creationId xmlns:a16="http://schemas.microsoft.com/office/drawing/2014/main" id="{64D1BE8D-0231-9247-B71D-195C6003FBFE}"/>
              </a:ext>
            </a:extLst>
          </p:cNvPr>
          <p:cNvSpPr txBox="1"/>
          <p:nvPr/>
        </p:nvSpPr>
        <p:spPr>
          <a:xfrm>
            <a:off x="2664718" y="839698"/>
            <a:ext cx="6125395" cy="461665"/>
          </a:xfrm>
          <a:prstGeom prst="rect">
            <a:avLst/>
          </a:prstGeom>
          <a:noFill/>
        </p:spPr>
        <p:txBody>
          <a:bodyPr wrap="none" rtlCol="0">
            <a:spAutoFit/>
          </a:bodyPr>
          <a:lstStyle/>
          <a:p>
            <a:pPr algn="ctr"/>
            <a:r>
              <a:rPr lang="fr-FR" sz="2400" b="1" spc="150">
                <a:solidFill>
                  <a:schemeClr val="bg1">
                    <a:lumMod val="65000"/>
                  </a:schemeClr>
                </a:solidFill>
                <a:latin typeface="Poppins Light" pitchFamily="2" charset="77"/>
                <a:cs typeface="Poppins Light" pitchFamily="2" charset="77"/>
              </a:rPr>
              <a:t>Déclinaison de la politique digitale</a:t>
            </a:r>
            <a:endParaRPr lang="fr-FR" sz="2400" b="1" spc="150" dirty="0">
              <a:solidFill>
                <a:schemeClr val="bg1">
                  <a:lumMod val="65000"/>
                </a:schemeClr>
              </a:solidFill>
              <a:latin typeface="Poppins Light" pitchFamily="2" charset="77"/>
              <a:cs typeface="Poppins Light" pitchFamily="2" charset="77"/>
            </a:endParaRPr>
          </a:p>
        </p:txBody>
      </p:sp>
      <p:sp>
        <p:nvSpPr>
          <p:cNvPr id="17" name="TextBox 16">
            <a:extLst>
              <a:ext uri="{FF2B5EF4-FFF2-40B4-BE49-F238E27FC236}">
                <a16:creationId xmlns:a16="http://schemas.microsoft.com/office/drawing/2014/main" id="{D239EDAE-0F5C-5646-A07E-24223453D03E}"/>
              </a:ext>
            </a:extLst>
          </p:cNvPr>
          <p:cNvSpPr txBox="1"/>
          <p:nvPr/>
        </p:nvSpPr>
        <p:spPr>
          <a:xfrm>
            <a:off x="3147410" y="1338155"/>
            <a:ext cx="6293848" cy="584775"/>
          </a:xfrm>
          <a:prstGeom prst="rect">
            <a:avLst/>
          </a:prstGeom>
          <a:noFill/>
        </p:spPr>
        <p:txBody>
          <a:bodyPr wrap="square" rtlCol="0" anchor="b" anchorCtr="0">
            <a:spAutoFit/>
          </a:bodyPr>
          <a:lstStyle/>
          <a:p>
            <a:r>
              <a:rPr lang="fr-FR" sz="1600" b="1">
                <a:solidFill>
                  <a:schemeClr val="tx2"/>
                </a:solidFill>
                <a:latin typeface="Poppins" pitchFamily="2" charset="77"/>
                <a:ea typeface="League Spartan" charset="0"/>
                <a:cs typeface="Poppins" pitchFamily="2" charset="77"/>
              </a:rPr>
              <a:t>Une politique digitale pour mettre en oeuvre de l’AI à toutes les étapes du processus </a:t>
            </a:r>
            <a:endParaRPr lang="fr-FR" sz="1600" b="1" dirty="0">
              <a:solidFill>
                <a:schemeClr val="tx2"/>
              </a:solidFill>
              <a:latin typeface="Poppins" pitchFamily="2" charset="77"/>
              <a:ea typeface="League Spartan" charset="0"/>
              <a:cs typeface="Poppins" pitchFamily="2" charset="77"/>
            </a:endParaRPr>
          </a:p>
        </p:txBody>
      </p:sp>
      <p:sp>
        <p:nvSpPr>
          <p:cNvPr id="23" name="Freeform 5">
            <a:extLst>
              <a:ext uri="{FF2B5EF4-FFF2-40B4-BE49-F238E27FC236}">
                <a16:creationId xmlns:a16="http://schemas.microsoft.com/office/drawing/2014/main" id="{8D03D583-4840-E148-8D5C-5553119036F5}"/>
              </a:ext>
            </a:extLst>
          </p:cNvPr>
          <p:cNvSpPr>
            <a:spLocks noChangeArrowheads="1"/>
          </p:cNvSpPr>
          <p:nvPr/>
        </p:nvSpPr>
        <p:spPr bwMode="auto">
          <a:xfrm>
            <a:off x="820539" y="1076336"/>
            <a:ext cx="1863092" cy="1167111"/>
          </a:xfrm>
          <a:custGeom>
            <a:avLst/>
            <a:gdLst>
              <a:gd name="T0" fmla="*/ 0 w 2300"/>
              <a:gd name="T1" fmla="*/ 1117 h 1441"/>
              <a:gd name="T2" fmla="*/ 0 w 2300"/>
              <a:gd name="T3" fmla="*/ 326 h 1441"/>
              <a:gd name="T4" fmla="*/ 0 w 2300"/>
              <a:gd name="T5" fmla="*/ 326 h 1441"/>
              <a:gd name="T6" fmla="*/ 71 w 2300"/>
              <a:gd name="T7" fmla="*/ 254 h 1441"/>
              <a:gd name="T8" fmla="*/ 1152 w 2300"/>
              <a:gd name="T9" fmla="*/ 254 h 1441"/>
              <a:gd name="T10" fmla="*/ 1152 w 2300"/>
              <a:gd name="T11" fmla="*/ 254 h 1441"/>
              <a:gd name="T12" fmla="*/ 1223 w 2300"/>
              <a:gd name="T13" fmla="*/ 183 h 1441"/>
              <a:gd name="T14" fmla="*/ 1223 w 2300"/>
              <a:gd name="T15" fmla="*/ 91 h 1441"/>
              <a:gd name="T16" fmla="*/ 1223 w 2300"/>
              <a:gd name="T17" fmla="*/ 91 h 1441"/>
              <a:gd name="T18" fmla="*/ 1335 w 2300"/>
              <a:gd name="T19" fmla="*/ 32 h 1441"/>
              <a:gd name="T20" fmla="*/ 2258 w 2300"/>
              <a:gd name="T21" fmla="*/ 662 h 1441"/>
              <a:gd name="T22" fmla="*/ 2258 w 2300"/>
              <a:gd name="T23" fmla="*/ 662 h 1441"/>
              <a:gd name="T24" fmla="*/ 2258 w 2300"/>
              <a:gd name="T25" fmla="*/ 779 h 1441"/>
              <a:gd name="T26" fmla="*/ 1335 w 2300"/>
              <a:gd name="T27" fmla="*/ 1408 h 1441"/>
              <a:gd name="T28" fmla="*/ 1335 w 2300"/>
              <a:gd name="T29" fmla="*/ 1408 h 1441"/>
              <a:gd name="T30" fmla="*/ 1223 w 2300"/>
              <a:gd name="T31" fmla="*/ 1349 h 1441"/>
              <a:gd name="T32" fmla="*/ 1223 w 2300"/>
              <a:gd name="T33" fmla="*/ 1260 h 1441"/>
              <a:gd name="T34" fmla="*/ 1223 w 2300"/>
              <a:gd name="T35" fmla="*/ 1260 h 1441"/>
              <a:gd name="T36" fmla="*/ 1152 w 2300"/>
              <a:gd name="T37" fmla="*/ 1189 h 1441"/>
              <a:gd name="T38" fmla="*/ 71 w 2300"/>
              <a:gd name="T39" fmla="*/ 1189 h 1441"/>
              <a:gd name="T40" fmla="*/ 71 w 2300"/>
              <a:gd name="T41" fmla="*/ 1189 h 1441"/>
              <a:gd name="T42" fmla="*/ 0 w 2300"/>
              <a:gd name="T43" fmla="*/ 1117 h 1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00" h="1441">
                <a:moveTo>
                  <a:pt x="0" y="1117"/>
                </a:moveTo>
                <a:lnTo>
                  <a:pt x="0" y="326"/>
                </a:lnTo>
                <a:lnTo>
                  <a:pt x="0" y="326"/>
                </a:lnTo>
                <a:cubicBezTo>
                  <a:pt x="0" y="286"/>
                  <a:pt x="31" y="254"/>
                  <a:pt x="71" y="254"/>
                </a:cubicBezTo>
                <a:lnTo>
                  <a:pt x="1152" y="254"/>
                </a:lnTo>
                <a:lnTo>
                  <a:pt x="1152" y="254"/>
                </a:lnTo>
                <a:cubicBezTo>
                  <a:pt x="1191" y="254"/>
                  <a:pt x="1223" y="223"/>
                  <a:pt x="1223" y="183"/>
                </a:cubicBezTo>
                <a:lnTo>
                  <a:pt x="1223" y="91"/>
                </a:lnTo>
                <a:lnTo>
                  <a:pt x="1223" y="91"/>
                </a:lnTo>
                <a:cubicBezTo>
                  <a:pt x="1223" y="34"/>
                  <a:pt x="1287" y="0"/>
                  <a:pt x="1335" y="32"/>
                </a:cubicBezTo>
                <a:lnTo>
                  <a:pt x="2258" y="662"/>
                </a:lnTo>
                <a:lnTo>
                  <a:pt x="2258" y="662"/>
                </a:lnTo>
                <a:cubicBezTo>
                  <a:pt x="2299" y="690"/>
                  <a:pt x="2299" y="751"/>
                  <a:pt x="2258" y="779"/>
                </a:cubicBezTo>
                <a:lnTo>
                  <a:pt x="1335" y="1408"/>
                </a:lnTo>
                <a:lnTo>
                  <a:pt x="1335" y="1408"/>
                </a:lnTo>
                <a:cubicBezTo>
                  <a:pt x="1287" y="1440"/>
                  <a:pt x="1223" y="1406"/>
                  <a:pt x="1223" y="1349"/>
                </a:cubicBezTo>
                <a:lnTo>
                  <a:pt x="1223" y="1260"/>
                </a:lnTo>
                <a:lnTo>
                  <a:pt x="1223" y="1260"/>
                </a:lnTo>
                <a:cubicBezTo>
                  <a:pt x="1223" y="1221"/>
                  <a:pt x="1191" y="1189"/>
                  <a:pt x="1152" y="1189"/>
                </a:cubicBezTo>
                <a:lnTo>
                  <a:pt x="71" y="1189"/>
                </a:lnTo>
                <a:lnTo>
                  <a:pt x="71" y="1189"/>
                </a:lnTo>
                <a:cubicBezTo>
                  <a:pt x="31" y="1189"/>
                  <a:pt x="0" y="1157"/>
                  <a:pt x="0" y="1117"/>
                </a:cubicBezTo>
              </a:path>
            </a:pathLst>
          </a:custGeom>
          <a:solidFill>
            <a:schemeClr val="accent2"/>
          </a:solidFill>
          <a:ln>
            <a:noFill/>
          </a:ln>
          <a:effectLst/>
        </p:spPr>
        <p:txBody>
          <a:bodyPr wrap="none" anchor="ctr"/>
          <a:lstStyle/>
          <a:p>
            <a:endParaRPr lang="en-US" sz="3266"/>
          </a:p>
        </p:txBody>
      </p:sp>
      <p:sp>
        <p:nvSpPr>
          <p:cNvPr id="39" name="TextBox 38">
            <a:extLst>
              <a:ext uri="{FF2B5EF4-FFF2-40B4-BE49-F238E27FC236}">
                <a16:creationId xmlns:a16="http://schemas.microsoft.com/office/drawing/2014/main" id="{E0D9AD38-A339-3543-BB3E-3490E91ED80C}"/>
              </a:ext>
            </a:extLst>
          </p:cNvPr>
          <p:cNvSpPr txBox="1"/>
          <p:nvPr/>
        </p:nvSpPr>
        <p:spPr>
          <a:xfrm>
            <a:off x="1664442" y="1382892"/>
            <a:ext cx="654346" cy="553998"/>
          </a:xfrm>
          <a:prstGeom prst="rect">
            <a:avLst/>
          </a:prstGeom>
          <a:noFill/>
        </p:spPr>
        <p:txBody>
          <a:bodyPr wrap="none" rtlCol="0" anchor="ctr">
            <a:spAutoFit/>
          </a:bodyPr>
          <a:lstStyle/>
          <a:p>
            <a:pPr algn="r"/>
            <a:r>
              <a:rPr lang="fr-FR" sz="3000" b="1">
                <a:solidFill>
                  <a:schemeClr val="bg1"/>
                </a:solidFill>
                <a:latin typeface="Poppins" pitchFamily="2" charset="77"/>
                <a:cs typeface="Poppins" pitchFamily="2" charset="77"/>
              </a:rPr>
              <a:t>02</a:t>
            </a:r>
            <a:endParaRPr lang="fr-FR" sz="3000" b="1" dirty="0">
              <a:solidFill>
                <a:schemeClr val="bg1"/>
              </a:solidFill>
              <a:latin typeface="Poppins" pitchFamily="2" charset="77"/>
              <a:cs typeface="Poppins" pitchFamily="2" charset="77"/>
            </a:endParaRPr>
          </a:p>
        </p:txBody>
      </p:sp>
      <p:sp>
        <p:nvSpPr>
          <p:cNvPr id="40" name="TextBox 39">
            <a:extLst>
              <a:ext uri="{FF2B5EF4-FFF2-40B4-BE49-F238E27FC236}">
                <a16:creationId xmlns:a16="http://schemas.microsoft.com/office/drawing/2014/main" id="{EE33AF07-9AFA-FB44-859C-9473A5992ED8}"/>
              </a:ext>
            </a:extLst>
          </p:cNvPr>
          <p:cNvSpPr txBox="1"/>
          <p:nvPr/>
        </p:nvSpPr>
        <p:spPr>
          <a:xfrm>
            <a:off x="2029285" y="3424582"/>
            <a:ext cx="654346" cy="553998"/>
          </a:xfrm>
          <a:prstGeom prst="rect">
            <a:avLst/>
          </a:prstGeom>
          <a:noFill/>
        </p:spPr>
        <p:txBody>
          <a:bodyPr wrap="none" rtlCol="0" anchor="ctr">
            <a:spAutoFit/>
          </a:bodyPr>
          <a:lstStyle/>
          <a:p>
            <a:pPr algn="r"/>
            <a:r>
              <a:rPr lang="fr-FR" sz="3000" b="1">
                <a:solidFill>
                  <a:schemeClr val="bg1"/>
                </a:solidFill>
                <a:latin typeface="Poppins" pitchFamily="2" charset="77"/>
                <a:cs typeface="Poppins" pitchFamily="2" charset="77"/>
              </a:rPr>
              <a:t>02</a:t>
            </a:r>
            <a:endParaRPr lang="fr-FR" sz="3000" b="1" dirty="0">
              <a:solidFill>
                <a:schemeClr val="bg1"/>
              </a:solidFill>
              <a:latin typeface="Poppins" pitchFamily="2" charset="77"/>
              <a:cs typeface="Poppins" pitchFamily="2" charset="77"/>
            </a:endParaRPr>
          </a:p>
        </p:txBody>
      </p:sp>
      <p:sp>
        <p:nvSpPr>
          <p:cNvPr id="41" name="TextBox 40">
            <a:extLst>
              <a:ext uri="{FF2B5EF4-FFF2-40B4-BE49-F238E27FC236}">
                <a16:creationId xmlns:a16="http://schemas.microsoft.com/office/drawing/2014/main" id="{866DED9F-819C-904C-8058-D1463A190AA4}"/>
              </a:ext>
            </a:extLst>
          </p:cNvPr>
          <p:cNvSpPr txBox="1"/>
          <p:nvPr/>
        </p:nvSpPr>
        <p:spPr>
          <a:xfrm>
            <a:off x="2683631" y="5337999"/>
            <a:ext cx="667170" cy="553998"/>
          </a:xfrm>
          <a:prstGeom prst="rect">
            <a:avLst/>
          </a:prstGeom>
          <a:noFill/>
        </p:spPr>
        <p:txBody>
          <a:bodyPr wrap="none" rtlCol="0" anchor="ctr">
            <a:spAutoFit/>
          </a:bodyPr>
          <a:lstStyle/>
          <a:p>
            <a:pPr algn="r"/>
            <a:r>
              <a:rPr lang="fr-FR" sz="3000" b="1">
                <a:solidFill>
                  <a:schemeClr val="bg1"/>
                </a:solidFill>
                <a:latin typeface="Poppins" pitchFamily="2" charset="77"/>
                <a:cs typeface="Poppins" pitchFamily="2" charset="77"/>
              </a:rPr>
              <a:t>03</a:t>
            </a:r>
            <a:endParaRPr lang="fr-FR" sz="3000" b="1" dirty="0">
              <a:solidFill>
                <a:schemeClr val="bg1"/>
              </a:solidFill>
              <a:latin typeface="Poppins" pitchFamily="2" charset="77"/>
              <a:cs typeface="Poppins" pitchFamily="2" charset="77"/>
            </a:endParaRPr>
          </a:p>
        </p:txBody>
      </p:sp>
      <p:sp>
        <p:nvSpPr>
          <p:cNvPr id="2" name="Subtitle 2">
            <a:extLst>
              <a:ext uri="{FF2B5EF4-FFF2-40B4-BE49-F238E27FC236}">
                <a16:creationId xmlns:a16="http://schemas.microsoft.com/office/drawing/2014/main" id="{753064CE-4109-93B2-41BE-D7136095338D}"/>
              </a:ext>
            </a:extLst>
          </p:cNvPr>
          <p:cNvSpPr txBox="1">
            <a:spLocks/>
          </p:cNvSpPr>
          <p:nvPr/>
        </p:nvSpPr>
        <p:spPr>
          <a:xfrm>
            <a:off x="2029285" y="2894474"/>
            <a:ext cx="7940253" cy="2113014"/>
          </a:xfrm>
          <a:prstGeom prst="rect">
            <a:avLst/>
          </a:prstGeom>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342900" indent="-342900" algn="l">
              <a:lnSpc>
                <a:spcPts val="1750"/>
              </a:lnSpc>
              <a:buFont typeface="Arial" panose="020B0604020202020204" pitchFamily="34" charset="0"/>
              <a:buChar char="•"/>
            </a:pPr>
            <a:r>
              <a:rPr lang="fr-FR">
                <a:solidFill>
                  <a:schemeClr val="tx1"/>
                </a:solidFill>
                <a:latin typeface="Lato Light" panose="020F0502020204030203" pitchFamily="34" charset="0"/>
                <a:ea typeface="Lato Light" panose="020F0502020204030203" pitchFamily="34" charset="0"/>
                <a:cs typeface="Mukta ExtraLight" panose="020B0000000000000000" pitchFamily="34" charset="77"/>
              </a:rPr>
              <a:t>Un processus en 5 étapes</a:t>
            </a:r>
          </a:p>
          <a:p>
            <a:pPr algn="l">
              <a:lnSpc>
                <a:spcPts val="1750"/>
              </a:lnSpc>
            </a:pPr>
            <a:endParaRPr lang="fr-FR">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a:p>
            <a:pPr marL="342900" indent="-342900" algn="l">
              <a:lnSpc>
                <a:spcPts val="1750"/>
              </a:lnSpc>
              <a:buFont typeface="Arial" panose="020B0604020202020204" pitchFamily="34" charset="0"/>
              <a:buChar char="•"/>
            </a:pPr>
            <a:r>
              <a:rPr lang="fr-FR">
                <a:solidFill>
                  <a:schemeClr val="tx1"/>
                </a:solidFill>
                <a:latin typeface="Lato Light" panose="020F0502020204030203" pitchFamily="34" charset="0"/>
                <a:ea typeface="Lato Light" panose="020F0502020204030203" pitchFamily="34" charset="0"/>
                <a:cs typeface="Mukta ExtraLight" panose="020B0000000000000000" pitchFamily="34" charset="77"/>
              </a:rPr>
              <a:t>De premiers algorithmes </a:t>
            </a:r>
            <a:r>
              <a:rPr lang="fr-FR" dirty="0">
                <a:solidFill>
                  <a:schemeClr val="tx1"/>
                </a:solidFill>
                <a:latin typeface="Lato Light" panose="020F0502020204030203" pitchFamily="34" charset="0"/>
                <a:ea typeface="Lato Light" panose="020F0502020204030203" pitchFamily="34" charset="0"/>
                <a:cs typeface="Mukta ExtraLight" panose="020B0000000000000000" pitchFamily="34" charset="77"/>
              </a:rPr>
              <a:t>déjà mis en </a:t>
            </a:r>
            <a:r>
              <a:rPr lang="fr-FR">
                <a:solidFill>
                  <a:schemeClr val="tx1"/>
                </a:solidFill>
                <a:latin typeface="Lato Light" panose="020F0502020204030203" pitchFamily="34" charset="0"/>
                <a:ea typeface="Lato Light" panose="020F0502020204030203" pitchFamily="34" charset="0"/>
                <a:cs typeface="Mukta ExtraLight" panose="020B0000000000000000" pitchFamily="34" charset="77"/>
              </a:rPr>
              <a:t>œuvre  </a:t>
            </a:r>
          </a:p>
          <a:p>
            <a:pPr algn="l">
              <a:lnSpc>
                <a:spcPts val="1750"/>
              </a:lnSpc>
            </a:pPr>
            <a:endParaRPr lang="fr-FR">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a:p>
            <a:pPr marL="342900" indent="-342900" algn="l">
              <a:lnSpc>
                <a:spcPts val="1750"/>
              </a:lnSpc>
              <a:buFont typeface="Arial" panose="020B0604020202020204" pitchFamily="34" charset="0"/>
              <a:buChar char="•"/>
            </a:pPr>
            <a:r>
              <a:rPr lang="fr-FR">
                <a:solidFill>
                  <a:schemeClr val="tx1"/>
                </a:solidFill>
                <a:latin typeface="Lato Light" panose="020F0502020204030203" pitchFamily="34" charset="0"/>
                <a:ea typeface="Lato Light" panose="020F0502020204030203" pitchFamily="34" charset="0"/>
                <a:cs typeface="Mukta ExtraLight" panose="020B0000000000000000" pitchFamily="34" charset="77"/>
              </a:rPr>
              <a:t>Une marge de progression importante</a:t>
            </a:r>
          </a:p>
          <a:p>
            <a:pPr algn="l">
              <a:lnSpc>
                <a:spcPts val="1750"/>
              </a:lnSpc>
            </a:pPr>
            <a:endParaRPr lang="fr-FR">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a:p>
            <a:pPr algn="l">
              <a:lnSpc>
                <a:spcPts val="1750"/>
              </a:lnSpc>
            </a:pPr>
            <a:endParaRPr lang="fr-FR" dirty="0">
              <a:solidFill>
                <a:schemeClr val="tx1"/>
              </a:solidFill>
              <a:latin typeface="Lato Light" panose="020F0502020204030203" pitchFamily="34" charset="0"/>
              <a:ea typeface="Lato Light" panose="020F0502020204030203" pitchFamily="34" charset="0"/>
              <a:cs typeface="Mukta ExtraLight" panose="020B0000000000000000" pitchFamily="34" charset="77"/>
            </a:endParaRPr>
          </a:p>
        </p:txBody>
      </p:sp>
    </p:spTree>
    <p:extLst>
      <p:ext uri="{BB962C8B-B14F-4D97-AF65-F5344CB8AC3E}">
        <p14:creationId xmlns:p14="http://schemas.microsoft.com/office/powerpoint/2010/main" val="29328003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Espace réservé pour une image  3">
            <a:extLst>
              <a:ext uri="{FF2B5EF4-FFF2-40B4-BE49-F238E27FC236}">
                <a16:creationId xmlns:a16="http://schemas.microsoft.com/office/drawing/2014/main" id="{FBED939C-8476-9976-F5F5-2D4C4CE5BD72}"/>
              </a:ext>
            </a:extLst>
          </p:cNvPr>
          <p:cNvSpPr>
            <a:spLocks noGrp="1"/>
          </p:cNvSpPr>
          <p:nvPr>
            <p:ph type="pic" sz="quarter" idx="4294967295"/>
          </p:nvPr>
        </p:nvSpPr>
        <p:spPr>
          <a:xfrm>
            <a:off x="7777234" y="1"/>
            <a:ext cx="4414767" cy="6344211"/>
          </a:xfrm>
          <a:custGeom>
            <a:avLst/>
            <a:gdLst>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2377780 w 3529139"/>
              <a:gd name="connsiteY10" fmla="*/ 0 h 4768732"/>
              <a:gd name="connsiteX11" fmla="*/ 2984988 w 3529139"/>
              <a:gd name="connsiteY11" fmla="*/ 0 h 4768732"/>
              <a:gd name="connsiteX12" fmla="*/ 3059466 w 3529139"/>
              <a:gd name="connsiteY12" fmla="*/ 203489 h 4768732"/>
              <a:gd name="connsiteX13" fmla="*/ 3177784 w 3529139"/>
              <a:gd name="connsiteY13" fmla="*/ 986092 h 4768732"/>
              <a:gd name="connsiteX14" fmla="*/ 546032 w 3529139"/>
              <a:gd name="connsiteY14" fmla="*/ 3617844 h 4768732"/>
              <a:gd name="connsiteX15" fmla="*/ 15642 w 3529139"/>
              <a:gd name="connsiteY15" fmla="*/ 3564376 h 4768732"/>
              <a:gd name="connsiteX16" fmla="*/ 0 w 3529139"/>
              <a:gd name="connsiteY16" fmla="*/ 3560354 h 4768732"/>
              <a:gd name="connsiteX17" fmla="*/ 0 w 3529139"/>
              <a:gd name="connsiteY17" fmla="*/ 3011964 h 4768732"/>
              <a:gd name="connsiteX18" fmla="*/ 49662 w 3529139"/>
              <a:gd name="connsiteY18" fmla="*/ 3024734 h 4768732"/>
              <a:gd name="connsiteX19" fmla="*/ 477654 w 3529139"/>
              <a:gd name="connsiteY19" fmla="*/ 3067879 h 4768732"/>
              <a:gd name="connsiteX20" fmla="*/ 2601315 w 3529139"/>
              <a:gd name="connsiteY20" fmla="*/ 944218 h 4768732"/>
              <a:gd name="connsiteX21" fmla="*/ 2434428 w 3529139"/>
              <a:gd name="connsiteY21" fmla="*/ 117593 h 4768732"/>
              <a:gd name="connsiteX22" fmla="*/ 722152 w 3529139"/>
              <a:gd name="connsiteY22" fmla="*/ 0 h 4768732"/>
              <a:gd name="connsiteX23" fmla="*/ 1745086 w 3529139"/>
              <a:gd name="connsiteY23" fmla="*/ 0 h 4768732"/>
              <a:gd name="connsiteX24" fmla="*/ 1802783 w 3529139"/>
              <a:gd name="connsiteY24" fmla="*/ 77157 h 4768732"/>
              <a:gd name="connsiteX25" fmla="*/ 2071681 w 3529139"/>
              <a:gd name="connsiteY25" fmla="*/ 957470 h 4768732"/>
              <a:gd name="connsiteX26" fmla="*/ 497189 w 3529139"/>
              <a:gd name="connsiteY26" fmla="*/ 2531962 h 4768732"/>
              <a:gd name="connsiteX27" fmla="*/ 28984 w 3529139"/>
              <a:gd name="connsiteY27" fmla="*/ 2461176 h 4768732"/>
              <a:gd name="connsiteX28" fmla="*/ 0 w 3529139"/>
              <a:gd name="connsiteY28" fmla="*/ 2450568 h 4768732"/>
              <a:gd name="connsiteX29" fmla="*/ 0 w 3529139"/>
              <a:gd name="connsiteY29" fmla="*/ 1815994 h 4768732"/>
              <a:gd name="connsiteX30" fmla="*/ 112118 w 3529139"/>
              <a:gd name="connsiteY30" fmla="*/ 1876850 h 4768732"/>
              <a:gd name="connsiteX31" fmla="*/ 497704 w 3529139"/>
              <a:gd name="connsiteY31" fmla="*/ 1954696 h 4768732"/>
              <a:gd name="connsiteX32" fmla="*/ 1488304 w 3529139"/>
              <a:gd name="connsiteY32" fmla="*/ 964096 h 4768732"/>
              <a:gd name="connsiteX33" fmla="*/ 792278 w 3529139"/>
              <a:gd name="connsiteY33" fmla="*/ 18032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15642 w 3529139"/>
              <a:gd name="connsiteY16" fmla="*/ 3564376 h 4768732"/>
              <a:gd name="connsiteX17" fmla="*/ 0 w 3529139"/>
              <a:gd name="connsiteY17" fmla="*/ 3560354 h 4768732"/>
              <a:gd name="connsiteX18" fmla="*/ 0 w 3529139"/>
              <a:gd name="connsiteY18" fmla="*/ 3011964 h 4768732"/>
              <a:gd name="connsiteX19" fmla="*/ 49662 w 3529139"/>
              <a:gd name="connsiteY19" fmla="*/ 3024734 h 4768732"/>
              <a:gd name="connsiteX20" fmla="*/ 477654 w 3529139"/>
              <a:gd name="connsiteY20" fmla="*/ 3067879 h 4768732"/>
              <a:gd name="connsiteX21" fmla="*/ 2601315 w 3529139"/>
              <a:gd name="connsiteY21" fmla="*/ 944218 h 4768732"/>
              <a:gd name="connsiteX22" fmla="*/ 2434428 w 3529139"/>
              <a:gd name="connsiteY22" fmla="*/ 117593 h 4768732"/>
              <a:gd name="connsiteX23" fmla="*/ 2377780 w 3529139"/>
              <a:gd name="connsiteY23" fmla="*/ 0 h 4768732"/>
              <a:gd name="connsiteX24" fmla="*/ 722152 w 3529139"/>
              <a:gd name="connsiteY24" fmla="*/ 0 h 4768732"/>
              <a:gd name="connsiteX25" fmla="*/ 1745086 w 3529139"/>
              <a:gd name="connsiteY25" fmla="*/ 0 h 4768732"/>
              <a:gd name="connsiteX26" fmla="*/ 1802783 w 3529139"/>
              <a:gd name="connsiteY26" fmla="*/ 77157 h 4768732"/>
              <a:gd name="connsiteX27" fmla="*/ 2071681 w 3529139"/>
              <a:gd name="connsiteY27" fmla="*/ 957470 h 4768732"/>
              <a:gd name="connsiteX28" fmla="*/ 497189 w 3529139"/>
              <a:gd name="connsiteY28" fmla="*/ 2531962 h 4768732"/>
              <a:gd name="connsiteX29" fmla="*/ 28984 w 3529139"/>
              <a:gd name="connsiteY29" fmla="*/ 2461176 h 4768732"/>
              <a:gd name="connsiteX30" fmla="*/ 0 w 3529139"/>
              <a:gd name="connsiteY30" fmla="*/ 2450568 h 4768732"/>
              <a:gd name="connsiteX31" fmla="*/ 112118 w 3529139"/>
              <a:gd name="connsiteY31" fmla="*/ 1876850 h 4768732"/>
              <a:gd name="connsiteX32" fmla="*/ 497704 w 3529139"/>
              <a:gd name="connsiteY32" fmla="*/ 1954696 h 4768732"/>
              <a:gd name="connsiteX33" fmla="*/ 1488304 w 3529139"/>
              <a:gd name="connsiteY33" fmla="*/ 964096 h 4768732"/>
              <a:gd name="connsiteX34" fmla="*/ 792278 w 3529139"/>
              <a:gd name="connsiteY34" fmla="*/ 18032 h 4768732"/>
              <a:gd name="connsiteX35" fmla="*/ 722152 w 3529139"/>
              <a:gd name="connsiteY35"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15642 w 3529139"/>
              <a:gd name="connsiteY16" fmla="*/ 3564376 h 4768732"/>
              <a:gd name="connsiteX17" fmla="*/ 0 w 3529139"/>
              <a:gd name="connsiteY17" fmla="*/ 3560354 h 4768732"/>
              <a:gd name="connsiteX18" fmla="*/ 0 w 3529139"/>
              <a:gd name="connsiteY18" fmla="*/ 3011964 h 4768732"/>
              <a:gd name="connsiteX19" fmla="*/ 49662 w 3529139"/>
              <a:gd name="connsiteY19" fmla="*/ 3024734 h 4768732"/>
              <a:gd name="connsiteX20" fmla="*/ 477654 w 3529139"/>
              <a:gd name="connsiteY20" fmla="*/ 3067879 h 4768732"/>
              <a:gd name="connsiteX21" fmla="*/ 2601315 w 3529139"/>
              <a:gd name="connsiteY21" fmla="*/ 944218 h 4768732"/>
              <a:gd name="connsiteX22" fmla="*/ 2434428 w 3529139"/>
              <a:gd name="connsiteY22" fmla="*/ 117593 h 4768732"/>
              <a:gd name="connsiteX23" fmla="*/ 2377780 w 3529139"/>
              <a:gd name="connsiteY23" fmla="*/ 0 h 4768732"/>
              <a:gd name="connsiteX24" fmla="*/ 722152 w 3529139"/>
              <a:gd name="connsiteY24" fmla="*/ 0 h 4768732"/>
              <a:gd name="connsiteX25" fmla="*/ 1745086 w 3529139"/>
              <a:gd name="connsiteY25" fmla="*/ 0 h 4768732"/>
              <a:gd name="connsiteX26" fmla="*/ 1802783 w 3529139"/>
              <a:gd name="connsiteY26" fmla="*/ 77157 h 4768732"/>
              <a:gd name="connsiteX27" fmla="*/ 2071681 w 3529139"/>
              <a:gd name="connsiteY27" fmla="*/ 957470 h 4768732"/>
              <a:gd name="connsiteX28" fmla="*/ 497189 w 3529139"/>
              <a:gd name="connsiteY28" fmla="*/ 2531962 h 4768732"/>
              <a:gd name="connsiteX29" fmla="*/ 28984 w 3529139"/>
              <a:gd name="connsiteY29" fmla="*/ 2461176 h 4768732"/>
              <a:gd name="connsiteX30" fmla="*/ 112118 w 3529139"/>
              <a:gd name="connsiteY30" fmla="*/ 1876850 h 4768732"/>
              <a:gd name="connsiteX31" fmla="*/ 497704 w 3529139"/>
              <a:gd name="connsiteY31" fmla="*/ 1954696 h 4768732"/>
              <a:gd name="connsiteX32" fmla="*/ 1488304 w 3529139"/>
              <a:gd name="connsiteY32" fmla="*/ 964096 h 4768732"/>
              <a:gd name="connsiteX33" fmla="*/ 792278 w 3529139"/>
              <a:gd name="connsiteY33" fmla="*/ 18032 h 4768732"/>
              <a:gd name="connsiteX34" fmla="*/ 722152 w 3529139"/>
              <a:gd name="connsiteY34"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15642 w 3529139"/>
              <a:gd name="connsiteY16" fmla="*/ 3564376 h 4768732"/>
              <a:gd name="connsiteX17" fmla="*/ 0 w 3529139"/>
              <a:gd name="connsiteY17" fmla="*/ 3560354 h 4768732"/>
              <a:gd name="connsiteX18" fmla="*/ 0 w 3529139"/>
              <a:gd name="connsiteY18" fmla="*/ 3011964 h 4768732"/>
              <a:gd name="connsiteX19" fmla="*/ 49662 w 3529139"/>
              <a:gd name="connsiteY19" fmla="*/ 3024734 h 4768732"/>
              <a:gd name="connsiteX20" fmla="*/ 477654 w 3529139"/>
              <a:gd name="connsiteY20" fmla="*/ 3067879 h 4768732"/>
              <a:gd name="connsiteX21" fmla="*/ 2601315 w 3529139"/>
              <a:gd name="connsiteY21" fmla="*/ 944218 h 4768732"/>
              <a:gd name="connsiteX22" fmla="*/ 2434428 w 3529139"/>
              <a:gd name="connsiteY22" fmla="*/ 117593 h 4768732"/>
              <a:gd name="connsiteX23" fmla="*/ 2377780 w 3529139"/>
              <a:gd name="connsiteY23" fmla="*/ 0 h 4768732"/>
              <a:gd name="connsiteX24" fmla="*/ 722152 w 3529139"/>
              <a:gd name="connsiteY24" fmla="*/ 0 h 4768732"/>
              <a:gd name="connsiteX25" fmla="*/ 1745086 w 3529139"/>
              <a:gd name="connsiteY25" fmla="*/ 0 h 4768732"/>
              <a:gd name="connsiteX26" fmla="*/ 1802783 w 3529139"/>
              <a:gd name="connsiteY26" fmla="*/ 77157 h 4768732"/>
              <a:gd name="connsiteX27" fmla="*/ 2071681 w 3529139"/>
              <a:gd name="connsiteY27" fmla="*/ 957470 h 4768732"/>
              <a:gd name="connsiteX28" fmla="*/ 497189 w 3529139"/>
              <a:gd name="connsiteY28" fmla="*/ 2531962 h 4768732"/>
              <a:gd name="connsiteX29" fmla="*/ 28984 w 3529139"/>
              <a:gd name="connsiteY29" fmla="*/ 2461176 h 4768732"/>
              <a:gd name="connsiteX30" fmla="*/ 220068 w 3529139"/>
              <a:gd name="connsiteY30" fmla="*/ 2194350 h 4768732"/>
              <a:gd name="connsiteX31" fmla="*/ 497704 w 3529139"/>
              <a:gd name="connsiteY31" fmla="*/ 1954696 h 4768732"/>
              <a:gd name="connsiteX32" fmla="*/ 1488304 w 3529139"/>
              <a:gd name="connsiteY32" fmla="*/ 964096 h 4768732"/>
              <a:gd name="connsiteX33" fmla="*/ 792278 w 3529139"/>
              <a:gd name="connsiteY33" fmla="*/ 18032 h 4768732"/>
              <a:gd name="connsiteX34" fmla="*/ 722152 w 3529139"/>
              <a:gd name="connsiteY34"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15642 w 3529139"/>
              <a:gd name="connsiteY16" fmla="*/ 3564376 h 4768732"/>
              <a:gd name="connsiteX17" fmla="*/ 0 w 3529139"/>
              <a:gd name="connsiteY17" fmla="*/ 3560354 h 4768732"/>
              <a:gd name="connsiteX18" fmla="*/ 0 w 3529139"/>
              <a:gd name="connsiteY18" fmla="*/ 3011964 h 4768732"/>
              <a:gd name="connsiteX19" fmla="*/ 49662 w 3529139"/>
              <a:gd name="connsiteY19" fmla="*/ 3024734 h 4768732"/>
              <a:gd name="connsiteX20" fmla="*/ 477654 w 3529139"/>
              <a:gd name="connsiteY20" fmla="*/ 3067879 h 4768732"/>
              <a:gd name="connsiteX21" fmla="*/ 2601315 w 3529139"/>
              <a:gd name="connsiteY21" fmla="*/ 944218 h 4768732"/>
              <a:gd name="connsiteX22" fmla="*/ 2434428 w 3529139"/>
              <a:gd name="connsiteY22" fmla="*/ 117593 h 4768732"/>
              <a:gd name="connsiteX23" fmla="*/ 2377780 w 3529139"/>
              <a:gd name="connsiteY23" fmla="*/ 0 h 4768732"/>
              <a:gd name="connsiteX24" fmla="*/ 722152 w 3529139"/>
              <a:gd name="connsiteY24" fmla="*/ 0 h 4768732"/>
              <a:gd name="connsiteX25" fmla="*/ 1745086 w 3529139"/>
              <a:gd name="connsiteY25" fmla="*/ 0 h 4768732"/>
              <a:gd name="connsiteX26" fmla="*/ 1802783 w 3529139"/>
              <a:gd name="connsiteY26" fmla="*/ 77157 h 4768732"/>
              <a:gd name="connsiteX27" fmla="*/ 2071681 w 3529139"/>
              <a:gd name="connsiteY27" fmla="*/ 957470 h 4768732"/>
              <a:gd name="connsiteX28" fmla="*/ 497189 w 3529139"/>
              <a:gd name="connsiteY28" fmla="*/ 2531962 h 4768732"/>
              <a:gd name="connsiteX29" fmla="*/ 220068 w 3529139"/>
              <a:gd name="connsiteY29" fmla="*/ 2194350 h 4768732"/>
              <a:gd name="connsiteX30" fmla="*/ 497704 w 3529139"/>
              <a:gd name="connsiteY30" fmla="*/ 1954696 h 4768732"/>
              <a:gd name="connsiteX31" fmla="*/ 1488304 w 3529139"/>
              <a:gd name="connsiteY31" fmla="*/ 964096 h 4768732"/>
              <a:gd name="connsiteX32" fmla="*/ 792278 w 3529139"/>
              <a:gd name="connsiteY32" fmla="*/ 18032 h 4768732"/>
              <a:gd name="connsiteX33" fmla="*/ 722152 w 3529139"/>
              <a:gd name="connsiteY33"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15642 w 3529139"/>
              <a:gd name="connsiteY16" fmla="*/ 3564376 h 4768732"/>
              <a:gd name="connsiteX17" fmla="*/ 0 w 3529139"/>
              <a:gd name="connsiteY17" fmla="*/ 3560354 h 4768732"/>
              <a:gd name="connsiteX18" fmla="*/ 0 w 3529139"/>
              <a:gd name="connsiteY18" fmla="*/ 3011964 h 4768732"/>
              <a:gd name="connsiteX19" fmla="*/ 49662 w 3529139"/>
              <a:gd name="connsiteY19" fmla="*/ 3024734 h 4768732"/>
              <a:gd name="connsiteX20" fmla="*/ 477654 w 3529139"/>
              <a:gd name="connsiteY20" fmla="*/ 3067879 h 4768732"/>
              <a:gd name="connsiteX21" fmla="*/ 2601315 w 3529139"/>
              <a:gd name="connsiteY21" fmla="*/ 944218 h 4768732"/>
              <a:gd name="connsiteX22" fmla="*/ 2434428 w 3529139"/>
              <a:gd name="connsiteY22" fmla="*/ 117593 h 4768732"/>
              <a:gd name="connsiteX23" fmla="*/ 2377780 w 3529139"/>
              <a:gd name="connsiteY23" fmla="*/ 0 h 4768732"/>
              <a:gd name="connsiteX24" fmla="*/ 722152 w 3529139"/>
              <a:gd name="connsiteY24" fmla="*/ 0 h 4768732"/>
              <a:gd name="connsiteX25" fmla="*/ 1745086 w 3529139"/>
              <a:gd name="connsiteY25" fmla="*/ 0 h 4768732"/>
              <a:gd name="connsiteX26" fmla="*/ 1802783 w 3529139"/>
              <a:gd name="connsiteY26" fmla="*/ 77157 h 4768732"/>
              <a:gd name="connsiteX27" fmla="*/ 2071681 w 3529139"/>
              <a:gd name="connsiteY27" fmla="*/ 957470 h 4768732"/>
              <a:gd name="connsiteX28" fmla="*/ 497189 w 3529139"/>
              <a:gd name="connsiteY28" fmla="*/ 2531962 h 4768732"/>
              <a:gd name="connsiteX29" fmla="*/ 220068 w 3529139"/>
              <a:gd name="connsiteY29" fmla="*/ 2194350 h 4768732"/>
              <a:gd name="connsiteX30" fmla="*/ 497704 w 3529139"/>
              <a:gd name="connsiteY30" fmla="*/ 1954696 h 4768732"/>
              <a:gd name="connsiteX31" fmla="*/ 1488304 w 3529139"/>
              <a:gd name="connsiteY31" fmla="*/ 964096 h 4768732"/>
              <a:gd name="connsiteX32" fmla="*/ 792278 w 3529139"/>
              <a:gd name="connsiteY32" fmla="*/ 18032 h 4768732"/>
              <a:gd name="connsiteX33" fmla="*/ 722152 w 3529139"/>
              <a:gd name="connsiteY33"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15642 w 3529139"/>
              <a:gd name="connsiteY16" fmla="*/ 3564376 h 4768732"/>
              <a:gd name="connsiteX17" fmla="*/ 0 w 3529139"/>
              <a:gd name="connsiteY17" fmla="*/ 3560354 h 4768732"/>
              <a:gd name="connsiteX18" fmla="*/ 0 w 3529139"/>
              <a:gd name="connsiteY18" fmla="*/ 3011964 h 4768732"/>
              <a:gd name="connsiteX19" fmla="*/ 49662 w 3529139"/>
              <a:gd name="connsiteY19" fmla="*/ 3024734 h 4768732"/>
              <a:gd name="connsiteX20" fmla="*/ 477654 w 3529139"/>
              <a:gd name="connsiteY20" fmla="*/ 3067879 h 4768732"/>
              <a:gd name="connsiteX21" fmla="*/ 2601315 w 3529139"/>
              <a:gd name="connsiteY21" fmla="*/ 944218 h 4768732"/>
              <a:gd name="connsiteX22" fmla="*/ 2434428 w 3529139"/>
              <a:gd name="connsiteY22" fmla="*/ 117593 h 4768732"/>
              <a:gd name="connsiteX23" fmla="*/ 2377780 w 3529139"/>
              <a:gd name="connsiteY23" fmla="*/ 0 h 4768732"/>
              <a:gd name="connsiteX24" fmla="*/ 722152 w 3529139"/>
              <a:gd name="connsiteY24" fmla="*/ 0 h 4768732"/>
              <a:gd name="connsiteX25" fmla="*/ 1745086 w 3529139"/>
              <a:gd name="connsiteY25" fmla="*/ 0 h 4768732"/>
              <a:gd name="connsiteX26" fmla="*/ 1802783 w 3529139"/>
              <a:gd name="connsiteY26" fmla="*/ 77157 h 4768732"/>
              <a:gd name="connsiteX27" fmla="*/ 2071681 w 3529139"/>
              <a:gd name="connsiteY27" fmla="*/ 957470 h 4768732"/>
              <a:gd name="connsiteX28" fmla="*/ 497189 w 3529139"/>
              <a:gd name="connsiteY28" fmla="*/ 2531962 h 4768732"/>
              <a:gd name="connsiteX29" fmla="*/ 220068 w 3529139"/>
              <a:gd name="connsiteY29" fmla="*/ 2194350 h 4768732"/>
              <a:gd name="connsiteX30" fmla="*/ 497704 w 3529139"/>
              <a:gd name="connsiteY30" fmla="*/ 1954696 h 4768732"/>
              <a:gd name="connsiteX31" fmla="*/ 1488304 w 3529139"/>
              <a:gd name="connsiteY31" fmla="*/ 964096 h 4768732"/>
              <a:gd name="connsiteX32" fmla="*/ 792278 w 3529139"/>
              <a:gd name="connsiteY32" fmla="*/ 18032 h 4768732"/>
              <a:gd name="connsiteX33" fmla="*/ 722152 w 3529139"/>
              <a:gd name="connsiteY33"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15642 w 3529139"/>
              <a:gd name="connsiteY16" fmla="*/ 3564376 h 4768732"/>
              <a:gd name="connsiteX17" fmla="*/ 0 w 3529139"/>
              <a:gd name="connsiteY17" fmla="*/ 3560354 h 4768732"/>
              <a:gd name="connsiteX18" fmla="*/ 0 w 3529139"/>
              <a:gd name="connsiteY18" fmla="*/ 3011964 h 4768732"/>
              <a:gd name="connsiteX19" fmla="*/ 49662 w 3529139"/>
              <a:gd name="connsiteY19" fmla="*/ 3024734 h 4768732"/>
              <a:gd name="connsiteX20" fmla="*/ 477654 w 3529139"/>
              <a:gd name="connsiteY20" fmla="*/ 3067879 h 4768732"/>
              <a:gd name="connsiteX21" fmla="*/ 2601315 w 3529139"/>
              <a:gd name="connsiteY21" fmla="*/ 944218 h 4768732"/>
              <a:gd name="connsiteX22" fmla="*/ 2434428 w 3529139"/>
              <a:gd name="connsiteY22" fmla="*/ 117593 h 4768732"/>
              <a:gd name="connsiteX23" fmla="*/ 2377780 w 3529139"/>
              <a:gd name="connsiteY23" fmla="*/ 0 h 4768732"/>
              <a:gd name="connsiteX24" fmla="*/ 722152 w 3529139"/>
              <a:gd name="connsiteY24" fmla="*/ 0 h 4768732"/>
              <a:gd name="connsiteX25" fmla="*/ 1745086 w 3529139"/>
              <a:gd name="connsiteY25" fmla="*/ 0 h 4768732"/>
              <a:gd name="connsiteX26" fmla="*/ 1802783 w 3529139"/>
              <a:gd name="connsiteY26" fmla="*/ 77157 h 4768732"/>
              <a:gd name="connsiteX27" fmla="*/ 2071681 w 3529139"/>
              <a:gd name="connsiteY27" fmla="*/ 957470 h 4768732"/>
              <a:gd name="connsiteX28" fmla="*/ 497189 w 3529139"/>
              <a:gd name="connsiteY28" fmla="*/ 2531962 h 4768732"/>
              <a:gd name="connsiteX29" fmla="*/ 220068 w 3529139"/>
              <a:gd name="connsiteY29" fmla="*/ 2245150 h 4768732"/>
              <a:gd name="connsiteX30" fmla="*/ 497704 w 3529139"/>
              <a:gd name="connsiteY30" fmla="*/ 1954696 h 4768732"/>
              <a:gd name="connsiteX31" fmla="*/ 1488304 w 3529139"/>
              <a:gd name="connsiteY31" fmla="*/ 964096 h 4768732"/>
              <a:gd name="connsiteX32" fmla="*/ 792278 w 3529139"/>
              <a:gd name="connsiteY32" fmla="*/ 18032 h 4768732"/>
              <a:gd name="connsiteX33" fmla="*/ 722152 w 3529139"/>
              <a:gd name="connsiteY33"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15642 w 3529139"/>
              <a:gd name="connsiteY16" fmla="*/ 3564376 h 4768732"/>
              <a:gd name="connsiteX17" fmla="*/ 0 w 3529139"/>
              <a:gd name="connsiteY17" fmla="*/ 3560354 h 4768732"/>
              <a:gd name="connsiteX18" fmla="*/ 0 w 3529139"/>
              <a:gd name="connsiteY18" fmla="*/ 3011964 h 4768732"/>
              <a:gd name="connsiteX19" fmla="*/ 49662 w 3529139"/>
              <a:gd name="connsiteY19" fmla="*/ 3024734 h 4768732"/>
              <a:gd name="connsiteX20" fmla="*/ 477654 w 3529139"/>
              <a:gd name="connsiteY20" fmla="*/ 3067879 h 4768732"/>
              <a:gd name="connsiteX21" fmla="*/ 2601315 w 3529139"/>
              <a:gd name="connsiteY21" fmla="*/ 944218 h 4768732"/>
              <a:gd name="connsiteX22" fmla="*/ 2434428 w 3529139"/>
              <a:gd name="connsiteY22" fmla="*/ 117593 h 4768732"/>
              <a:gd name="connsiteX23" fmla="*/ 2377780 w 3529139"/>
              <a:gd name="connsiteY23" fmla="*/ 0 h 4768732"/>
              <a:gd name="connsiteX24" fmla="*/ 722152 w 3529139"/>
              <a:gd name="connsiteY24" fmla="*/ 0 h 4768732"/>
              <a:gd name="connsiteX25" fmla="*/ 1745086 w 3529139"/>
              <a:gd name="connsiteY25" fmla="*/ 0 h 4768732"/>
              <a:gd name="connsiteX26" fmla="*/ 1802783 w 3529139"/>
              <a:gd name="connsiteY26" fmla="*/ 77157 h 4768732"/>
              <a:gd name="connsiteX27" fmla="*/ 2071681 w 3529139"/>
              <a:gd name="connsiteY27" fmla="*/ 957470 h 4768732"/>
              <a:gd name="connsiteX28" fmla="*/ 497189 w 3529139"/>
              <a:gd name="connsiteY28" fmla="*/ 2531962 h 4768732"/>
              <a:gd name="connsiteX29" fmla="*/ 220068 w 3529139"/>
              <a:gd name="connsiteY29" fmla="*/ 2245150 h 4768732"/>
              <a:gd name="connsiteX30" fmla="*/ 497704 w 3529139"/>
              <a:gd name="connsiteY30" fmla="*/ 1954696 h 4768732"/>
              <a:gd name="connsiteX31" fmla="*/ 1488304 w 3529139"/>
              <a:gd name="connsiteY31" fmla="*/ 964096 h 4768732"/>
              <a:gd name="connsiteX32" fmla="*/ 792278 w 3529139"/>
              <a:gd name="connsiteY32" fmla="*/ 18032 h 4768732"/>
              <a:gd name="connsiteX33" fmla="*/ 722152 w 3529139"/>
              <a:gd name="connsiteY33"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15642 w 3529139"/>
              <a:gd name="connsiteY16" fmla="*/ 3564376 h 4768732"/>
              <a:gd name="connsiteX17" fmla="*/ 0 w 3529139"/>
              <a:gd name="connsiteY17" fmla="*/ 3560354 h 4768732"/>
              <a:gd name="connsiteX18" fmla="*/ 0 w 3529139"/>
              <a:gd name="connsiteY18" fmla="*/ 3011964 h 4768732"/>
              <a:gd name="connsiteX19" fmla="*/ 49662 w 3529139"/>
              <a:gd name="connsiteY19" fmla="*/ 3024734 h 4768732"/>
              <a:gd name="connsiteX20" fmla="*/ 477654 w 3529139"/>
              <a:gd name="connsiteY20" fmla="*/ 3067879 h 4768732"/>
              <a:gd name="connsiteX21" fmla="*/ 2601315 w 3529139"/>
              <a:gd name="connsiteY21" fmla="*/ 944218 h 4768732"/>
              <a:gd name="connsiteX22" fmla="*/ 2434428 w 3529139"/>
              <a:gd name="connsiteY22" fmla="*/ 117593 h 4768732"/>
              <a:gd name="connsiteX23" fmla="*/ 2377780 w 3529139"/>
              <a:gd name="connsiteY23" fmla="*/ 0 h 4768732"/>
              <a:gd name="connsiteX24" fmla="*/ 722152 w 3529139"/>
              <a:gd name="connsiteY24" fmla="*/ 0 h 4768732"/>
              <a:gd name="connsiteX25" fmla="*/ 1745086 w 3529139"/>
              <a:gd name="connsiteY25" fmla="*/ 0 h 4768732"/>
              <a:gd name="connsiteX26" fmla="*/ 1802783 w 3529139"/>
              <a:gd name="connsiteY26" fmla="*/ 77157 h 4768732"/>
              <a:gd name="connsiteX27" fmla="*/ 2071681 w 3529139"/>
              <a:gd name="connsiteY27" fmla="*/ 957470 h 4768732"/>
              <a:gd name="connsiteX28" fmla="*/ 497189 w 3529139"/>
              <a:gd name="connsiteY28" fmla="*/ 2531962 h 4768732"/>
              <a:gd name="connsiteX29" fmla="*/ 220068 w 3529139"/>
              <a:gd name="connsiteY29" fmla="*/ 2245150 h 4768732"/>
              <a:gd name="connsiteX30" fmla="*/ 497704 w 3529139"/>
              <a:gd name="connsiteY30" fmla="*/ 1954696 h 4768732"/>
              <a:gd name="connsiteX31" fmla="*/ 1488304 w 3529139"/>
              <a:gd name="connsiteY31" fmla="*/ 964096 h 4768732"/>
              <a:gd name="connsiteX32" fmla="*/ 792278 w 3529139"/>
              <a:gd name="connsiteY32" fmla="*/ 18032 h 4768732"/>
              <a:gd name="connsiteX33" fmla="*/ 722152 w 3529139"/>
              <a:gd name="connsiteY33"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15642 w 3529139"/>
              <a:gd name="connsiteY16" fmla="*/ 3564376 h 4768732"/>
              <a:gd name="connsiteX17" fmla="*/ 0 w 3529139"/>
              <a:gd name="connsiteY17" fmla="*/ 3560354 h 4768732"/>
              <a:gd name="connsiteX18" fmla="*/ 0 w 3529139"/>
              <a:gd name="connsiteY18" fmla="*/ 3011964 h 4768732"/>
              <a:gd name="connsiteX19" fmla="*/ 49662 w 3529139"/>
              <a:gd name="connsiteY19" fmla="*/ 3024734 h 4768732"/>
              <a:gd name="connsiteX20" fmla="*/ 477654 w 3529139"/>
              <a:gd name="connsiteY20" fmla="*/ 3067879 h 4768732"/>
              <a:gd name="connsiteX21" fmla="*/ 2601315 w 3529139"/>
              <a:gd name="connsiteY21" fmla="*/ 944218 h 4768732"/>
              <a:gd name="connsiteX22" fmla="*/ 2434428 w 3529139"/>
              <a:gd name="connsiteY22" fmla="*/ 117593 h 4768732"/>
              <a:gd name="connsiteX23" fmla="*/ 2377780 w 3529139"/>
              <a:gd name="connsiteY23" fmla="*/ 0 h 4768732"/>
              <a:gd name="connsiteX24" fmla="*/ 722152 w 3529139"/>
              <a:gd name="connsiteY24" fmla="*/ 0 h 4768732"/>
              <a:gd name="connsiteX25" fmla="*/ 1745086 w 3529139"/>
              <a:gd name="connsiteY25" fmla="*/ 0 h 4768732"/>
              <a:gd name="connsiteX26" fmla="*/ 1802783 w 3529139"/>
              <a:gd name="connsiteY26" fmla="*/ 77157 h 4768732"/>
              <a:gd name="connsiteX27" fmla="*/ 2071681 w 3529139"/>
              <a:gd name="connsiteY27" fmla="*/ 957470 h 4768732"/>
              <a:gd name="connsiteX28" fmla="*/ 497189 w 3529139"/>
              <a:gd name="connsiteY28" fmla="*/ 2531962 h 4768732"/>
              <a:gd name="connsiteX29" fmla="*/ 220068 w 3529139"/>
              <a:gd name="connsiteY29" fmla="*/ 2245150 h 4768732"/>
              <a:gd name="connsiteX30" fmla="*/ 497704 w 3529139"/>
              <a:gd name="connsiteY30" fmla="*/ 1954696 h 4768732"/>
              <a:gd name="connsiteX31" fmla="*/ 1488304 w 3529139"/>
              <a:gd name="connsiteY31" fmla="*/ 964096 h 4768732"/>
              <a:gd name="connsiteX32" fmla="*/ 792278 w 3529139"/>
              <a:gd name="connsiteY32" fmla="*/ 18032 h 4768732"/>
              <a:gd name="connsiteX33" fmla="*/ 722152 w 3529139"/>
              <a:gd name="connsiteY33"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15642 w 3529139"/>
              <a:gd name="connsiteY16" fmla="*/ 3564376 h 4768732"/>
              <a:gd name="connsiteX17" fmla="*/ 0 w 3529139"/>
              <a:gd name="connsiteY17" fmla="*/ 3560354 h 4768732"/>
              <a:gd name="connsiteX18" fmla="*/ 0 w 3529139"/>
              <a:gd name="connsiteY18" fmla="*/ 3011964 h 4768732"/>
              <a:gd name="connsiteX19" fmla="*/ 49662 w 3529139"/>
              <a:gd name="connsiteY19" fmla="*/ 3024734 h 4768732"/>
              <a:gd name="connsiteX20" fmla="*/ 477654 w 3529139"/>
              <a:gd name="connsiteY20" fmla="*/ 3067879 h 4768732"/>
              <a:gd name="connsiteX21" fmla="*/ 2601315 w 3529139"/>
              <a:gd name="connsiteY21" fmla="*/ 944218 h 4768732"/>
              <a:gd name="connsiteX22" fmla="*/ 2434428 w 3529139"/>
              <a:gd name="connsiteY22" fmla="*/ 117593 h 4768732"/>
              <a:gd name="connsiteX23" fmla="*/ 2377780 w 3529139"/>
              <a:gd name="connsiteY23" fmla="*/ 0 h 4768732"/>
              <a:gd name="connsiteX24" fmla="*/ 722152 w 3529139"/>
              <a:gd name="connsiteY24" fmla="*/ 0 h 4768732"/>
              <a:gd name="connsiteX25" fmla="*/ 1745086 w 3529139"/>
              <a:gd name="connsiteY25" fmla="*/ 0 h 4768732"/>
              <a:gd name="connsiteX26" fmla="*/ 1802783 w 3529139"/>
              <a:gd name="connsiteY26" fmla="*/ 77157 h 4768732"/>
              <a:gd name="connsiteX27" fmla="*/ 2071681 w 3529139"/>
              <a:gd name="connsiteY27" fmla="*/ 957470 h 4768732"/>
              <a:gd name="connsiteX28" fmla="*/ 497189 w 3529139"/>
              <a:gd name="connsiteY28" fmla="*/ 2531962 h 4768732"/>
              <a:gd name="connsiteX29" fmla="*/ 220068 w 3529139"/>
              <a:gd name="connsiteY29" fmla="*/ 2245150 h 4768732"/>
              <a:gd name="connsiteX30" fmla="*/ 497704 w 3529139"/>
              <a:gd name="connsiteY30" fmla="*/ 1954696 h 4768732"/>
              <a:gd name="connsiteX31" fmla="*/ 1488304 w 3529139"/>
              <a:gd name="connsiteY31" fmla="*/ 964096 h 4768732"/>
              <a:gd name="connsiteX32" fmla="*/ 792278 w 3529139"/>
              <a:gd name="connsiteY32" fmla="*/ 18032 h 4768732"/>
              <a:gd name="connsiteX33" fmla="*/ 722152 w 3529139"/>
              <a:gd name="connsiteY33"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15642 w 3529139"/>
              <a:gd name="connsiteY16" fmla="*/ 3564376 h 4768732"/>
              <a:gd name="connsiteX17" fmla="*/ 0 w 3529139"/>
              <a:gd name="connsiteY17" fmla="*/ 3560354 h 4768732"/>
              <a:gd name="connsiteX18" fmla="*/ 49662 w 3529139"/>
              <a:gd name="connsiteY18" fmla="*/ 3024734 h 4768732"/>
              <a:gd name="connsiteX19" fmla="*/ 477654 w 3529139"/>
              <a:gd name="connsiteY19" fmla="*/ 3067879 h 4768732"/>
              <a:gd name="connsiteX20" fmla="*/ 2601315 w 3529139"/>
              <a:gd name="connsiteY20" fmla="*/ 944218 h 4768732"/>
              <a:gd name="connsiteX21" fmla="*/ 2434428 w 3529139"/>
              <a:gd name="connsiteY21" fmla="*/ 117593 h 4768732"/>
              <a:gd name="connsiteX22" fmla="*/ 2377780 w 3529139"/>
              <a:gd name="connsiteY22" fmla="*/ 0 h 4768732"/>
              <a:gd name="connsiteX23" fmla="*/ 722152 w 3529139"/>
              <a:gd name="connsiteY23" fmla="*/ 0 h 4768732"/>
              <a:gd name="connsiteX24" fmla="*/ 1745086 w 3529139"/>
              <a:gd name="connsiteY24" fmla="*/ 0 h 4768732"/>
              <a:gd name="connsiteX25" fmla="*/ 1802783 w 3529139"/>
              <a:gd name="connsiteY25" fmla="*/ 77157 h 4768732"/>
              <a:gd name="connsiteX26" fmla="*/ 2071681 w 3529139"/>
              <a:gd name="connsiteY26" fmla="*/ 957470 h 4768732"/>
              <a:gd name="connsiteX27" fmla="*/ 497189 w 3529139"/>
              <a:gd name="connsiteY27" fmla="*/ 2531962 h 4768732"/>
              <a:gd name="connsiteX28" fmla="*/ 220068 w 3529139"/>
              <a:gd name="connsiteY28" fmla="*/ 2245150 h 4768732"/>
              <a:gd name="connsiteX29" fmla="*/ 497704 w 3529139"/>
              <a:gd name="connsiteY29" fmla="*/ 1954696 h 4768732"/>
              <a:gd name="connsiteX30" fmla="*/ 1488304 w 3529139"/>
              <a:gd name="connsiteY30" fmla="*/ 964096 h 4768732"/>
              <a:gd name="connsiteX31" fmla="*/ 792278 w 3529139"/>
              <a:gd name="connsiteY31" fmla="*/ 18032 h 4768732"/>
              <a:gd name="connsiteX32" fmla="*/ 722152 w 3529139"/>
              <a:gd name="connsiteY32"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15642 w 3529139"/>
              <a:gd name="connsiteY16" fmla="*/ 3564376 h 4768732"/>
              <a:gd name="connsiteX17" fmla="*/ 49662 w 3529139"/>
              <a:gd name="connsiteY17" fmla="*/ 3024734 h 4768732"/>
              <a:gd name="connsiteX18" fmla="*/ 477654 w 3529139"/>
              <a:gd name="connsiteY18" fmla="*/ 3067879 h 4768732"/>
              <a:gd name="connsiteX19" fmla="*/ 2601315 w 3529139"/>
              <a:gd name="connsiteY19" fmla="*/ 944218 h 4768732"/>
              <a:gd name="connsiteX20" fmla="*/ 2434428 w 3529139"/>
              <a:gd name="connsiteY20" fmla="*/ 117593 h 4768732"/>
              <a:gd name="connsiteX21" fmla="*/ 2377780 w 3529139"/>
              <a:gd name="connsiteY21" fmla="*/ 0 h 4768732"/>
              <a:gd name="connsiteX22" fmla="*/ 722152 w 3529139"/>
              <a:gd name="connsiteY22" fmla="*/ 0 h 4768732"/>
              <a:gd name="connsiteX23" fmla="*/ 1745086 w 3529139"/>
              <a:gd name="connsiteY23" fmla="*/ 0 h 4768732"/>
              <a:gd name="connsiteX24" fmla="*/ 1802783 w 3529139"/>
              <a:gd name="connsiteY24" fmla="*/ 77157 h 4768732"/>
              <a:gd name="connsiteX25" fmla="*/ 2071681 w 3529139"/>
              <a:gd name="connsiteY25" fmla="*/ 957470 h 4768732"/>
              <a:gd name="connsiteX26" fmla="*/ 497189 w 3529139"/>
              <a:gd name="connsiteY26" fmla="*/ 2531962 h 4768732"/>
              <a:gd name="connsiteX27" fmla="*/ 220068 w 3529139"/>
              <a:gd name="connsiteY27" fmla="*/ 2245150 h 4768732"/>
              <a:gd name="connsiteX28" fmla="*/ 497704 w 3529139"/>
              <a:gd name="connsiteY28" fmla="*/ 1954696 h 4768732"/>
              <a:gd name="connsiteX29" fmla="*/ 1488304 w 3529139"/>
              <a:gd name="connsiteY29" fmla="*/ 964096 h 4768732"/>
              <a:gd name="connsiteX30" fmla="*/ 792278 w 3529139"/>
              <a:gd name="connsiteY30" fmla="*/ 18032 h 4768732"/>
              <a:gd name="connsiteX31" fmla="*/ 722152 w 3529139"/>
              <a:gd name="connsiteY31"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49662 w 3529139"/>
              <a:gd name="connsiteY16" fmla="*/ 3024734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6032 w 3529139"/>
              <a:gd name="connsiteY15" fmla="*/ 361784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2174 w 3529139"/>
              <a:gd name="connsiteY15" fmla="*/ 364099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2174 w 3529139"/>
              <a:gd name="connsiteY15" fmla="*/ 364099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2174 w 3529139"/>
              <a:gd name="connsiteY15" fmla="*/ 364099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59466 w 3529139"/>
              <a:gd name="connsiteY13" fmla="*/ 203489 h 4768732"/>
              <a:gd name="connsiteX14" fmla="*/ 3177784 w 3529139"/>
              <a:gd name="connsiteY14" fmla="*/ 986092 h 4768732"/>
              <a:gd name="connsiteX15" fmla="*/ 542174 w 3529139"/>
              <a:gd name="connsiteY15" fmla="*/ 364099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80982 w 3529139"/>
              <a:gd name="connsiteY13" fmla="*/ 225005 h 4768732"/>
              <a:gd name="connsiteX14" fmla="*/ 3177784 w 3529139"/>
              <a:gd name="connsiteY14" fmla="*/ 986092 h 4768732"/>
              <a:gd name="connsiteX15" fmla="*/ 542174 w 3529139"/>
              <a:gd name="connsiteY15" fmla="*/ 364099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80982 w 3529139"/>
              <a:gd name="connsiteY13" fmla="*/ 225005 h 4768732"/>
              <a:gd name="connsiteX14" fmla="*/ 3177784 w 3529139"/>
              <a:gd name="connsiteY14" fmla="*/ 986092 h 4768732"/>
              <a:gd name="connsiteX15" fmla="*/ 542174 w 3529139"/>
              <a:gd name="connsiteY15" fmla="*/ 364099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80982 w 3529139"/>
              <a:gd name="connsiteY13" fmla="*/ 225005 h 4768732"/>
              <a:gd name="connsiteX14" fmla="*/ 3177784 w 3529139"/>
              <a:gd name="connsiteY14" fmla="*/ 986092 h 4768732"/>
              <a:gd name="connsiteX15" fmla="*/ 542174 w 3529139"/>
              <a:gd name="connsiteY15" fmla="*/ 364099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80982 w 3529139"/>
              <a:gd name="connsiteY13" fmla="*/ 225005 h 4768732"/>
              <a:gd name="connsiteX14" fmla="*/ 3177784 w 3529139"/>
              <a:gd name="connsiteY14" fmla="*/ 986092 h 4768732"/>
              <a:gd name="connsiteX15" fmla="*/ 542174 w 3529139"/>
              <a:gd name="connsiteY15" fmla="*/ 364099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80982 w 3529139"/>
              <a:gd name="connsiteY13" fmla="*/ 225005 h 4768732"/>
              <a:gd name="connsiteX14" fmla="*/ 3177784 w 3529139"/>
              <a:gd name="connsiteY14" fmla="*/ 986092 h 4768732"/>
              <a:gd name="connsiteX15" fmla="*/ 542174 w 3529139"/>
              <a:gd name="connsiteY15" fmla="*/ 364099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80982 w 3529139"/>
              <a:gd name="connsiteY13" fmla="*/ 225005 h 4768732"/>
              <a:gd name="connsiteX14" fmla="*/ 3177784 w 3529139"/>
              <a:gd name="connsiteY14" fmla="*/ 986092 h 4768732"/>
              <a:gd name="connsiteX15" fmla="*/ 542174 w 3529139"/>
              <a:gd name="connsiteY15" fmla="*/ 364099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80982 w 3529139"/>
              <a:gd name="connsiteY13" fmla="*/ 225005 h 4768732"/>
              <a:gd name="connsiteX14" fmla="*/ 3177784 w 3529139"/>
              <a:gd name="connsiteY14" fmla="*/ 986092 h 4768732"/>
              <a:gd name="connsiteX15" fmla="*/ 542174 w 3529139"/>
              <a:gd name="connsiteY15" fmla="*/ 364099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080982 w 3529139"/>
              <a:gd name="connsiteY13" fmla="*/ 225005 h 4768732"/>
              <a:gd name="connsiteX14" fmla="*/ 3177784 w 3529139"/>
              <a:gd name="connsiteY14" fmla="*/ 986092 h 4768732"/>
              <a:gd name="connsiteX15" fmla="*/ 542174 w 3529139"/>
              <a:gd name="connsiteY15" fmla="*/ 3640994 h 4768732"/>
              <a:gd name="connsiteX16" fmla="*/ 219424 w 3529139"/>
              <a:gd name="connsiteY16" fmla="*/ 3371975 h 4768732"/>
              <a:gd name="connsiteX17" fmla="*/ 477654 w 3529139"/>
              <a:gd name="connsiteY17" fmla="*/ 3067879 h 4768732"/>
              <a:gd name="connsiteX18" fmla="*/ 2601315 w 3529139"/>
              <a:gd name="connsiteY18" fmla="*/ 944218 h 4768732"/>
              <a:gd name="connsiteX19" fmla="*/ 2434428 w 3529139"/>
              <a:gd name="connsiteY19" fmla="*/ 117593 h 4768732"/>
              <a:gd name="connsiteX20" fmla="*/ 2377780 w 3529139"/>
              <a:gd name="connsiteY20" fmla="*/ 0 h 4768732"/>
              <a:gd name="connsiteX21" fmla="*/ 722152 w 3529139"/>
              <a:gd name="connsiteY21" fmla="*/ 0 h 4768732"/>
              <a:gd name="connsiteX22" fmla="*/ 1745086 w 3529139"/>
              <a:gd name="connsiteY22" fmla="*/ 0 h 4768732"/>
              <a:gd name="connsiteX23" fmla="*/ 1802783 w 3529139"/>
              <a:gd name="connsiteY23" fmla="*/ 77157 h 4768732"/>
              <a:gd name="connsiteX24" fmla="*/ 2071681 w 3529139"/>
              <a:gd name="connsiteY24" fmla="*/ 957470 h 4768732"/>
              <a:gd name="connsiteX25" fmla="*/ 497189 w 3529139"/>
              <a:gd name="connsiteY25" fmla="*/ 2531962 h 4768732"/>
              <a:gd name="connsiteX26" fmla="*/ 220068 w 3529139"/>
              <a:gd name="connsiteY26" fmla="*/ 2245150 h 4768732"/>
              <a:gd name="connsiteX27" fmla="*/ 497704 w 3529139"/>
              <a:gd name="connsiteY27" fmla="*/ 1954696 h 4768732"/>
              <a:gd name="connsiteX28" fmla="*/ 1488304 w 3529139"/>
              <a:gd name="connsiteY28" fmla="*/ 964096 h 4768732"/>
              <a:gd name="connsiteX29" fmla="*/ 792278 w 3529139"/>
              <a:gd name="connsiteY29" fmla="*/ 18032 h 4768732"/>
              <a:gd name="connsiteX30" fmla="*/ 722152 w 3529139"/>
              <a:gd name="connsiteY30"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177784 w 3529139"/>
              <a:gd name="connsiteY13" fmla="*/ 986092 h 4768732"/>
              <a:gd name="connsiteX14" fmla="*/ 542174 w 3529139"/>
              <a:gd name="connsiteY14" fmla="*/ 3640994 h 4768732"/>
              <a:gd name="connsiteX15" fmla="*/ 219424 w 3529139"/>
              <a:gd name="connsiteY15" fmla="*/ 3371975 h 4768732"/>
              <a:gd name="connsiteX16" fmla="*/ 477654 w 3529139"/>
              <a:gd name="connsiteY16" fmla="*/ 3067879 h 4768732"/>
              <a:gd name="connsiteX17" fmla="*/ 2601315 w 3529139"/>
              <a:gd name="connsiteY17" fmla="*/ 944218 h 4768732"/>
              <a:gd name="connsiteX18" fmla="*/ 2434428 w 3529139"/>
              <a:gd name="connsiteY18" fmla="*/ 117593 h 4768732"/>
              <a:gd name="connsiteX19" fmla="*/ 2377780 w 3529139"/>
              <a:gd name="connsiteY19" fmla="*/ 0 h 4768732"/>
              <a:gd name="connsiteX20" fmla="*/ 722152 w 3529139"/>
              <a:gd name="connsiteY20" fmla="*/ 0 h 4768732"/>
              <a:gd name="connsiteX21" fmla="*/ 1745086 w 3529139"/>
              <a:gd name="connsiteY21" fmla="*/ 0 h 4768732"/>
              <a:gd name="connsiteX22" fmla="*/ 1802783 w 3529139"/>
              <a:gd name="connsiteY22" fmla="*/ 77157 h 4768732"/>
              <a:gd name="connsiteX23" fmla="*/ 2071681 w 3529139"/>
              <a:gd name="connsiteY23" fmla="*/ 957470 h 4768732"/>
              <a:gd name="connsiteX24" fmla="*/ 497189 w 3529139"/>
              <a:gd name="connsiteY24" fmla="*/ 2531962 h 4768732"/>
              <a:gd name="connsiteX25" fmla="*/ 220068 w 3529139"/>
              <a:gd name="connsiteY25" fmla="*/ 2245150 h 4768732"/>
              <a:gd name="connsiteX26" fmla="*/ 497704 w 3529139"/>
              <a:gd name="connsiteY26" fmla="*/ 1954696 h 4768732"/>
              <a:gd name="connsiteX27" fmla="*/ 1488304 w 3529139"/>
              <a:gd name="connsiteY27" fmla="*/ 964096 h 4768732"/>
              <a:gd name="connsiteX28" fmla="*/ 792278 w 3529139"/>
              <a:gd name="connsiteY28" fmla="*/ 18032 h 4768732"/>
              <a:gd name="connsiteX29" fmla="*/ 722152 w 3529139"/>
              <a:gd name="connsiteY29"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177784 w 3529139"/>
              <a:gd name="connsiteY13" fmla="*/ 986092 h 4768732"/>
              <a:gd name="connsiteX14" fmla="*/ 542174 w 3529139"/>
              <a:gd name="connsiteY14" fmla="*/ 3640994 h 4768732"/>
              <a:gd name="connsiteX15" fmla="*/ 219424 w 3529139"/>
              <a:gd name="connsiteY15" fmla="*/ 3371975 h 4768732"/>
              <a:gd name="connsiteX16" fmla="*/ 477654 w 3529139"/>
              <a:gd name="connsiteY16" fmla="*/ 3067879 h 4768732"/>
              <a:gd name="connsiteX17" fmla="*/ 2601315 w 3529139"/>
              <a:gd name="connsiteY17" fmla="*/ 944218 h 4768732"/>
              <a:gd name="connsiteX18" fmla="*/ 2434428 w 3529139"/>
              <a:gd name="connsiteY18" fmla="*/ 117593 h 4768732"/>
              <a:gd name="connsiteX19" fmla="*/ 2377780 w 3529139"/>
              <a:gd name="connsiteY19" fmla="*/ 0 h 4768732"/>
              <a:gd name="connsiteX20" fmla="*/ 722152 w 3529139"/>
              <a:gd name="connsiteY20" fmla="*/ 0 h 4768732"/>
              <a:gd name="connsiteX21" fmla="*/ 1745086 w 3529139"/>
              <a:gd name="connsiteY21" fmla="*/ 0 h 4768732"/>
              <a:gd name="connsiteX22" fmla="*/ 1802783 w 3529139"/>
              <a:gd name="connsiteY22" fmla="*/ 77157 h 4768732"/>
              <a:gd name="connsiteX23" fmla="*/ 2071681 w 3529139"/>
              <a:gd name="connsiteY23" fmla="*/ 957470 h 4768732"/>
              <a:gd name="connsiteX24" fmla="*/ 497189 w 3529139"/>
              <a:gd name="connsiteY24" fmla="*/ 2531962 h 4768732"/>
              <a:gd name="connsiteX25" fmla="*/ 220068 w 3529139"/>
              <a:gd name="connsiteY25" fmla="*/ 2245150 h 4768732"/>
              <a:gd name="connsiteX26" fmla="*/ 497704 w 3529139"/>
              <a:gd name="connsiteY26" fmla="*/ 1954696 h 4768732"/>
              <a:gd name="connsiteX27" fmla="*/ 1488304 w 3529139"/>
              <a:gd name="connsiteY27" fmla="*/ 964096 h 4768732"/>
              <a:gd name="connsiteX28" fmla="*/ 792278 w 3529139"/>
              <a:gd name="connsiteY28" fmla="*/ 18032 h 4768732"/>
              <a:gd name="connsiteX29" fmla="*/ 722152 w 3529139"/>
              <a:gd name="connsiteY29"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177784 w 3529139"/>
              <a:gd name="connsiteY13" fmla="*/ 986092 h 4768732"/>
              <a:gd name="connsiteX14" fmla="*/ 542174 w 3529139"/>
              <a:gd name="connsiteY14" fmla="*/ 3640994 h 4768732"/>
              <a:gd name="connsiteX15" fmla="*/ 219424 w 3529139"/>
              <a:gd name="connsiteY15" fmla="*/ 3371975 h 4768732"/>
              <a:gd name="connsiteX16" fmla="*/ 477654 w 3529139"/>
              <a:gd name="connsiteY16" fmla="*/ 3067879 h 4768732"/>
              <a:gd name="connsiteX17" fmla="*/ 2601315 w 3529139"/>
              <a:gd name="connsiteY17" fmla="*/ 944218 h 4768732"/>
              <a:gd name="connsiteX18" fmla="*/ 2434428 w 3529139"/>
              <a:gd name="connsiteY18" fmla="*/ 117593 h 4768732"/>
              <a:gd name="connsiteX19" fmla="*/ 2377780 w 3529139"/>
              <a:gd name="connsiteY19" fmla="*/ 0 h 4768732"/>
              <a:gd name="connsiteX20" fmla="*/ 722152 w 3529139"/>
              <a:gd name="connsiteY20" fmla="*/ 0 h 4768732"/>
              <a:gd name="connsiteX21" fmla="*/ 1745086 w 3529139"/>
              <a:gd name="connsiteY21" fmla="*/ 0 h 4768732"/>
              <a:gd name="connsiteX22" fmla="*/ 1802783 w 3529139"/>
              <a:gd name="connsiteY22" fmla="*/ 77157 h 4768732"/>
              <a:gd name="connsiteX23" fmla="*/ 2071681 w 3529139"/>
              <a:gd name="connsiteY23" fmla="*/ 957470 h 4768732"/>
              <a:gd name="connsiteX24" fmla="*/ 497189 w 3529139"/>
              <a:gd name="connsiteY24" fmla="*/ 2531962 h 4768732"/>
              <a:gd name="connsiteX25" fmla="*/ 220068 w 3529139"/>
              <a:gd name="connsiteY25" fmla="*/ 2245150 h 4768732"/>
              <a:gd name="connsiteX26" fmla="*/ 497704 w 3529139"/>
              <a:gd name="connsiteY26" fmla="*/ 1954696 h 4768732"/>
              <a:gd name="connsiteX27" fmla="*/ 1488304 w 3529139"/>
              <a:gd name="connsiteY27" fmla="*/ 964096 h 4768732"/>
              <a:gd name="connsiteX28" fmla="*/ 792278 w 3529139"/>
              <a:gd name="connsiteY28" fmla="*/ 18032 h 4768732"/>
              <a:gd name="connsiteX29" fmla="*/ 722152 w 3529139"/>
              <a:gd name="connsiteY29"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177784 w 3529139"/>
              <a:gd name="connsiteY13" fmla="*/ 986092 h 4768732"/>
              <a:gd name="connsiteX14" fmla="*/ 542174 w 3529139"/>
              <a:gd name="connsiteY14" fmla="*/ 3640994 h 4768732"/>
              <a:gd name="connsiteX15" fmla="*/ 219424 w 3529139"/>
              <a:gd name="connsiteY15" fmla="*/ 3371975 h 4768732"/>
              <a:gd name="connsiteX16" fmla="*/ 477654 w 3529139"/>
              <a:gd name="connsiteY16" fmla="*/ 3067879 h 4768732"/>
              <a:gd name="connsiteX17" fmla="*/ 2601315 w 3529139"/>
              <a:gd name="connsiteY17" fmla="*/ 944218 h 4768732"/>
              <a:gd name="connsiteX18" fmla="*/ 2434428 w 3529139"/>
              <a:gd name="connsiteY18" fmla="*/ 117593 h 4768732"/>
              <a:gd name="connsiteX19" fmla="*/ 2377780 w 3529139"/>
              <a:gd name="connsiteY19" fmla="*/ 0 h 4768732"/>
              <a:gd name="connsiteX20" fmla="*/ 722152 w 3529139"/>
              <a:gd name="connsiteY20" fmla="*/ 0 h 4768732"/>
              <a:gd name="connsiteX21" fmla="*/ 1745086 w 3529139"/>
              <a:gd name="connsiteY21" fmla="*/ 0 h 4768732"/>
              <a:gd name="connsiteX22" fmla="*/ 1802783 w 3529139"/>
              <a:gd name="connsiteY22" fmla="*/ 77157 h 4768732"/>
              <a:gd name="connsiteX23" fmla="*/ 2071681 w 3529139"/>
              <a:gd name="connsiteY23" fmla="*/ 957470 h 4768732"/>
              <a:gd name="connsiteX24" fmla="*/ 497189 w 3529139"/>
              <a:gd name="connsiteY24" fmla="*/ 2531962 h 4768732"/>
              <a:gd name="connsiteX25" fmla="*/ 220068 w 3529139"/>
              <a:gd name="connsiteY25" fmla="*/ 2245150 h 4768732"/>
              <a:gd name="connsiteX26" fmla="*/ 497704 w 3529139"/>
              <a:gd name="connsiteY26" fmla="*/ 1954696 h 4768732"/>
              <a:gd name="connsiteX27" fmla="*/ 1488304 w 3529139"/>
              <a:gd name="connsiteY27" fmla="*/ 964096 h 4768732"/>
              <a:gd name="connsiteX28" fmla="*/ 792278 w 3529139"/>
              <a:gd name="connsiteY28" fmla="*/ 18032 h 4768732"/>
              <a:gd name="connsiteX29" fmla="*/ 722152 w 3529139"/>
              <a:gd name="connsiteY29"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0 w 3529139"/>
              <a:gd name="connsiteY6" fmla="*/ 4112374 h 4768732"/>
              <a:gd name="connsiteX7" fmla="*/ 257447 w 3529139"/>
              <a:gd name="connsiteY7" fmla="*/ 4151665 h 4768732"/>
              <a:gd name="connsiteX8" fmla="*/ 573821 w 3529139"/>
              <a:gd name="connsiteY8" fmla="*/ 4167640 h 4768732"/>
              <a:gd name="connsiteX9" fmla="*/ 3529005 w 3529139"/>
              <a:gd name="connsiteY9" fmla="*/ 1993493 h 4768732"/>
              <a:gd name="connsiteX10" fmla="*/ 3529139 w 3529139"/>
              <a:gd name="connsiteY10" fmla="*/ 1992970 h 4768732"/>
              <a:gd name="connsiteX11" fmla="*/ 2377780 w 3529139"/>
              <a:gd name="connsiteY11" fmla="*/ 0 h 4768732"/>
              <a:gd name="connsiteX12" fmla="*/ 2984988 w 3529139"/>
              <a:gd name="connsiteY12" fmla="*/ 0 h 4768732"/>
              <a:gd name="connsiteX13" fmla="*/ 3177784 w 3529139"/>
              <a:gd name="connsiteY13" fmla="*/ 986092 h 4768732"/>
              <a:gd name="connsiteX14" fmla="*/ 542174 w 3529139"/>
              <a:gd name="connsiteY14" fmla="*/ 3640994 h 4768732"/>
              <a:gd name="connsiteX15" fmla="*/ 219424 w 3529139"/>
              <a:gd name="connsiteY15" fmla="*/ 3371975 h 4768732"/>
              <a:gd name="connsiteX16" fmla="*/ 477654 w 3529139"/>
              <a:gd name="connsiteY16" fmla="*/ 3067879 h 4768732"/>
              <a:gd name="connsiteX17" fmla="*/ 2601315 w 3529139"/>
              <a:gd name="connsiteY17" fmla="*/ 944218 h 4768732"/>
              <a:gd name="connsiteX18" fmla="*/ 2434428 w 3529139"/>
              <a:gd name="connsiteY18" fmla="*/ 117593 h 4768732"/>
              <a:gd name="connsiteX19" fmla="*/ 2377780 w 3529139"/>
              <a:gd name="connsiteY19" fmla="*/ 0 h 4768732"/>
              <a:gd name="connsiteX20" fmla="*/ 722152 w 3529139"/>
              <a:gd name="connsiteY20" fmla="*/ 0 h 4768732"/>
              <a:gd name="connsiteX21" fmla="*/ 1745086 w 3529139"/>
              <a:gd name="connsiteY21" fmla="*/ 0 h 4768732"/>
              <a:gd name="connsiteX22" fmla="*/ 1802783 w 3529139"/>
              <a:gd name="connsiteY22" fmla="*/ 77157 h 4768732"/>
              <a:gd name="connsiteX23" fmla="*/ 2071681 w 3529139"/>
              <a:gd name="connsiteY23" fmla="*/ 957470 h 4768732"/>
              <a:gd name="connsiteX24" fmla="*/ 497189 w 3529139"/>
              <a:gd name="connsiteY24" fmla="*/ 2531962 h 4768732"/>
              <a:gd name="connsiteX25" fmla="*/ 220068 w 3529139"/>
              <a:gd name="connsiteY25" fmla="*/ 2245150 h 4768732"/>
              <a:gd name="connsiteX26" fmla="*/ 497704 w 3529139"/>
              <a:gd name="connsiteY26" fmla="*/ 1954696 h 4768732"/>
              <a:gd name="connsiteX27" fmla="*/ 1488304 w 3529139"/>
              <a:gd name="connsiteY27" fmla="*/ 964096 h 4768732"/>
              <a:gd name="connsiteX28" fmla="*/ 792278 w 3529139"/>
              <a:gd name="connsiteY28" fmla="*/ 18032 h 4768732"/>
              <a:gd name="connsiteX29" fmla="*/ 722152 w 3529139"/>
              <a:gd name="connsiteY29" fmla="*/ 0 h 4768732"/>
              <a:gd name="connsiteX0" fmla="*/ 3529139 w 3529139"/>
              <a:gd name="connsiteY0" fmla="*/ 1992970 h 4768732"/>
              <a:gd name="connsiteX1" fmla="*/ 3529139 w 3529139"/>
              <a:gd name="connsiteY1" fmla="*/ 3300726 h 4768732"/>
              <a:gd name="connsiteX2" fmla="*/ 3447723 w 3529139"/>
              <a:gd name="connsiteY2" fmla="*/ 3409602 h 4768732"/>
              <a:gd name="connsiteX3" fmla="*/ 565748 w 3529139"/>
              <a:gd name="connsiteY3" fmla="*/ 4768732 h 4768732"/>
              <a:gd name="connsiteX4" fmla="*/ 183884 w 3529139"/>
              <a:gd name="connsiteY4" fmla="*/ 4749450 h 4768732"/>
              <a:gd name="connsiteX5" fmla="*/ 0 w 3529139"/>
              <a:gd name="connsiteY5" fmla="*/ 4726084 h 4768732"/>
              <a:gd name="connsiteX6" fmla="*/ 257447 w 3529139"/>
              <a:gd name="connsiteY6" fmla="*/ 4151665 h 4768732"/>
              <a:gd name="connsiteX7" fmla="*/ 573821 w 3529139"/>
              <a:gd name="connsiteY7" fmla="*/ 4167640 h 4768732"/>
              <a:gd name="connsiteX8" fmla="*/ 3529005 w 3529139"/>
              <a:gd name="connsiteY8" fmla="*/ 1993493 h 4768732"/>
              <a:gd name="connsiteX9" fmla="*/ 3529139 w 3529139"/>
              <a:gd name="connsiteY9" fmla="*/ 1992970 h 4768732"/>
              <a:gd name="connsiteX10" fmla="*/ 2377780 w 3529139"/>
              <a:gd name="connsiteY10" fmla="*/ 0 h 4768732"/>
              <a:gd name="connsiteX11" fmla="*/ 2984988 w 3529139"/>
              <a:gd name="connsiteY11" fmla="*/ 0 h 4768732"/>
              <a:gd name="connsiteX12" fmla="*/ 3177784 w 3529139"/>
              <a:gd name="connsiteY12" fmla="*/ 986092 h 4768732"/>
              <a:gd name="connsiteX13" fmla="*/ 542174 w 3529139"/>
              <a:gd name="connsiteY13" fmla="*/ 3640994 h 4768732"/>
              <a:gd name="connsiteX14" fmla="*/ 219424 w 3529139"/>
              <a:gd name="connsiteY14" fmla="*/ 3371975 h 4768732"/>
              <a:gd name="connsiteX15" fmla="*/ 477654 w 3529139"/>
              <a:gd name="connsiteY15" fmla="*/ 3067879 h 4768732"/>
              <a:gd name="connsiteX16" fmla="*/ 2601315 w 3529139"/>
              <a:gd name="connsiteY16" fmla="*/ 944218 h 4768732"/>
              <a:gd name="connsiteX17" fmla="*/ 2434428 w 3529139"/>
              <a:gd name="connsiteY17" fmla="*/ 117593 h 4768732"/>
              <a:gd name="connsiteX18" fmla="*/ 2377780 w 3529139"/>
              <a:gd name="connsiteY18" fmla="*/ 0 h 4768732"/>
              <a:gd name="connsiteX19" fmla="*/ 722152 w 3529139"/>
              <a:gd name="connsiteY19" fmla="*/ 0 h 4768732"/>
              <a:gd name="connsiteX20" fmla="*/ 1745086 w 3529139"/>
              <a:gd name="connsiteY20" fmla="*/ 0 h 4768732"/>
              <a:gd name="connsiteX21" fmla="*/ 1802783 w 3529139"/>
              <a:gd name="connsiteY21" fmla="*/ 77157 h 4768732"/>
              <a:gd name="connsiteX22" fmla="*/ 2071681 w 3529139"/>
              <a:gd name="connsiteY22" fmla="*/ 957470 h 4768732"/>
              <a:gd name="connsiteX23" fmla="*/ 497189 w 3529139"/>
              <a:gd name="connsiteY23" fmla="*/ 2531962 h 4768732"/>
              <a:gd name="connsiteX24" fmla="*/ 220068 w 3529139"/>
              <a:gd name="connsiteY24" fmla="*/ 2245150 h 4768732"/>
              <a:gd name="connsiteX25" fmla="*/ 497704 w 3529139"/>
              <a:gd name="connsiteY25" fmla="*/ 1954696 h 4768732"/>
              <a:gd name="connsiteX26" fmla="*/ 1488304 w 3529139"/>
              <a:gd name="connsiteY26" fmla="*/ 964096 h 4768732"/>
              <a:gd name="connsiteX27" fmla="*/ 792278 w 3529139"/>
              <a:gd name="connsiteY27" fmla="*/ 18032 h 4768732"/>
              <a:gd name="connsiteX28" fmla="*/ 722152 w 3529139"/>
              <a:gd name="connsiteY28" fmla="*/ 0 h 4768732"/>
              <a:gd name="connsiteX0" fmla="*/ 3551389 w 3551389"/>
              <a:gd name="connsiteY0" fmla="*/ 1992970 h 4768732"/>
              <a:gd name="connsiteX1" fmla="*/ 3551389 w 3551389"/>
              <a:gd name="connsiteY1" fmla="*/ 3300726 h 4768732"/>
              <a:gd name="connsiteX2" fmla="*/ 3469973 w 3551389"/>
              <a:gd name="connsiteY2" fmla="*/ 3409602 h 4768732"/>
              <a:gd name="connsiteX3" fmla="*/ 587998 w 3551389"/>
              <a:gd name="connsiteY3" fmla="*/ 4768732 h 4768732"/>
              <a:gd name="connsiteX4" fmla="*/ 206134 w 3551389"/>
              <a:gd name="connsiteY4" fmla="*/ 4749450 h 4768732"/>
              <a:gd name="connsiteX5" fmla="*/ 22250 w 3551389"/>
              <a:gd name="connsiteY5" fmla="*/ 4726084 h 4768732"/>
              <a:gd name="connsiteX6" fmla="*/ 279697 w 3551389"/>
              <a:gd name="connsiteY6" fmla="*/ 4151665 h 4768732"/>
              <a:gd name="connsiteX7" fmla="*/ 596071 w 3551389"/>
              <a:gd name="connsiteY7" fmla="*/ 4167640 h 4768732"/>
              <a:gd name="connsiteX8" fmla="*/ 3551255 w 3551389"/>
              <a:gd name="connsiteY8" fmla="*/ 1993493 h 4768732"/>
              <a:gd name="connsiteX9" fmla="*/ 3551389 w 3551389"/>
              <a:gd name="connsiteY9" fmla="*/ 1992970 h 4768732"/>
              <a:gd name="connsiteX10" fmla="*/ 2400030 w 3551389"/>
              <a:gd name="connsiteY10" fmla="*/ 0 h 4768732"/>
              <a:gd name="connsiteX11" fmla="*/ 3007238 w 3551389"/>
              <a:gd name="connsiteY11" fmla="*/ 0 h 4768732"/>
              <a:gd name="connsiteX12" fmla="*/ 3200034 w 3551389"/>
              <a:gd name="connsiteY12" fmla="*/ 986092 h 4768732"/>
              <a:gd name="connsiteX13" fmla="*/ 564424 w 3551389"/>
              <a:gd name="connsiteY13" fmla="*/ 3640994 h 4768732"/>
              <a:gd name="connsiteX14" fmla="*/ 241674 w 3551389"/>
              <a:gd name="connsiteY14" fmla="*/ 3371975 h 4768732"/>
              <a:gd name="connsiteX15" fmla="*/ 499904 w 3551389"/>
              <a:gd name="connsiteY15" fmla="*/ 3067879 h 4768732"/>
              <a:gd name="connsiteX16" fmla="*/ 2623565 w 3551389"/>
              <a:gd name="connsiteY16" fmla="*/ 944218 h 4768732"/>
              <a:gd name="connsiteX17" fmla="*/ 2456678 w 3551389"/>
              <a:gd name="connsiteY17" fmla="*/ 117593 h 4768732"/>
              <a:gd name="connsiteX18" fmla="*/ 2400030 w 3551389"/>
              <a:gd name="connsiteY18" fmla="*/ 0 h 4768732"/>
              <a:gd name="connsiteX19" fmla="*/ 744402 w 3551389"/>
              <a:gd name="connsiteY19" fmla="*/ 0 h 4768732"/>
              <a:gd name="connsiteX20" fmla="*/ 1767336 w 3551389"/>
              <a:gd name="connsiteY20" fmla="*/ 0 h 4768732"/>
              <a:gd name="connsiteX21" fmla="*/ 1825033 w 3551389"/>
              <a:gd name="connsiteY21" fmla="*/ 77157 h 4768732"/>
              <a:gd name="connsiteX22" fmla="*/ 2093931 w 3551389"/>
              <a:gd name="connsiteY22" fmla="*/ 957470 h 4768732"/>
              <a:gd name="connsiteX23" fmla="*/ 519439 w 3551389"/>
              <a:gd name="connsiteY23" fmla="*/ 2531962 h 4768732"/>
              <a:gd name="connsiteX24" fmla="*/ 242318 w 3551389"/>
              <a:gd name="connsiteY24" fmla="*/ 2245150 h 4768732"/>
              <a:gd name="connsiteX25" fmla="*/ 519954 w 3551389"/>
              <a:gd name="connsiteY25" fmla="*/ 1954696 h 4768732"/>
              <a:gd name="connsiteX26" fmla="*/ 1510554 w 3551389"/>
              <a:gd name="connsiteY26" fmla="*/ 964096 h 4768732"/>
              <a:gd name="connsiteX27" fmla="*/ 814528 w 3551389"/>
              <a:gd name="connsiteY27" fmla="*/ 18032 h 4768732"/>
              <a:gd name="connsiteX28" fmla="*/ 744402 w 3551389"/>
              <a:gd name="connsiteY28" fmla="*/ 0 h 4768732"/>
              <a:gd name="connsiteX0" fmla="*/ 3345255 w 3345255"/>
              <a:gd name="connsiteY0" fmla="*/ 1992970 h 4768732"/>
              <a:gd name="connsiteX1" fmla="*/ 3345255 w 3345255"/>
              <a:gd name="connsiteY1" fmla="*/ 3300726 h 4768732"/>
              <a:gd name="connsiteX2" fmla="*/ 3263839 w 3345255"/>
              <a:gd name="connsiteY2" fmla="*/ 3409602 h 4768732"/>
              <a:gd name="connsiteX3" fmla="*/ 381864 w 3345255"/>
              <a:gd name="connsiteY3" fmla="*/ 4768732 h 4768732"/>
              <a:gd name="connsiteX4" fmla="*/ 0 w 3345255"/>
              <a:gd name="connsiteY4" fmla="*/ 4749450 h 4768732"/>
              <a:gd name="connsiteX5" fmla="*/ 73563 w 3345255"/>
              <a:gd name="connsiteY5" fmla="*/ 4151665 h 4768732"/>
              <a:gd name="connsiteX6" fmla="*/ 389937 w 3345255"/>
              <a:gd name="connsiteY6" fmla="*/ 4167640 h 4768732"/>
              <a:gd name="connsiteX7" fmla="*/ 3345121 w 3345255"/>
              <a:gd name="connsiteY7" fmla="*/ 1993493 h 4768732"/>
              <a:gd name="connsiteX8" fmla="*/ 3345255 w 3345255"/>
              <a:gd name="connsiteY8" fmla="*/ 1992970 h 4768732"/>
              <a:gd name="connsiteX9" fmla="*/ 2193896 w 3345255"/>
              <a:gd name="connsiteY9" fmla="*/ 0 h 4768732"/>
              <a:gd name="connsiteX10" fmla="*/ 2801104 w 3345255"/>
              <a:gd name="connsiteY10" fmla="*/ 0 h 4768732"/>
              <a:gd name="connsiteX11" fmla="*/ 2993900 w 3345255"/>
              <a:gd name="connsiteY11" fmla="*/ 986092 h 4768732"/>
              <a:gd name="connsiteX12" fmla="*/ 358290 w 3345255"/>
              <a:gd name="connsiteY12" fmla="*/ 3640994 h 4768732"/>
              <a:gd name="connsiteX13" fmla="*/ 35540 w 3345255"/>
              <a:gd name="connsiteY13" fmla="*/ 3371975 h 4768732"/>
              <a:gd name="connsiteX14" fmla="*/ 293770 w 3345255"/>
              <a:gd name="connsiteY14" fmla="*/ 3067879 h 4768732"/>
              <a:gd name="connsiteX15" fmla="*/ 2417431 w 3345255"/>
              <a:gd name="connsiteY15" fmla="*/ 944218 h 4768732"/>
              <a:gd name="connsiteX16" fmla="*/ 2250544 w 3345255"/>
              <a:gd name="connsiteY16" fmla="*/ 117593 h 4768732"/>
              <a:gd name="connsiteX17" fmla="*/ 2193896 w 3345255"/>
              <a:gd name="connsiteY17" fmla="*/ 0 h 4768732"/>
              <a:gd name="connsiteX18" fmla="*/ 538268 w 3345255"/>
              <a:gd name="connsiteY18" fmla="*/ 0 h 4768732"/>
              <a:gd name="connsiteX19" fmla="*/ 1561202 w 3345255"/>
              <a:gd name="connsiteY19" fmla="*/ 0 h 4768732"/>
              <a:gd name="connsiteX20" fmla="*/ 1618899 w 3345255"/>
              <a:gd name="connsiteY20" fmla="*/ 77157 h 4768732"/>
              <a:gd name="connsiteX21" fmla="*/ 1887797 w 3345255"/>
              <a:gd name="connsiteY21" fmla="*/ 957470 h 4768732"/>
              <a:gd name="connsiteX22" fmla="*/ 313305 w 3345255"/>
              <a:gd name="connsiteY22" fmla="*/ 2531962 h 4768732"/>
              <a:gd name="connsiteX23" fmla="*/ 36184 w 3345255"/>
              <a:gd name="connsiteY23" fmla="*/ 2245150 h 4768732"/>
              <a:gd name="connsiteX24" fmla="*/ 313820 w 3345255"/>
              <a:gd name="connsiteY24" fmla="*/ 1954696 h 4768732"/>
              <a:gd name="connsiteX25" fmla="*/ 1304420 w 3345255"/>
              <a:gd name="connsiteY25" fmla="*/ 964096 h 4768732"/>
              <a:gd name="connsiteX26" fmla="*/ 608394 w 3345255"/>
              <a:gd name="connsiteY26" fmla="*/ 18032 h 4768732"/>
              <a:gd name="connsiteX27" fmla="*/ 538268 w 3345255"/>
              <a:gd name="connsiteY27" fmla="*/ 0 h 4768732"/>
              <a:gd name="connsiteX0" fmla="*/ 3318819 w 3318819"/>
              <a:gd name="connsiteY0" fmla="*/ 1992970 h 4784517"/>
              <a:gd name="connsiteX1" fmla="*/ 3318819 w 3318819"/>
              <a:gd name="connsiteY1" fmla="*/ 3300726 h 4784517"/>
              <a:gd name="connsiteX2" fmla="*/ 3237403 w 3318819"/>
              <a:gd name="connsiteY2" fmla="*/ 3409602 h 4784517"/>
              <a:gd name="connsiteX3" fmla="*/ 355428 w 3318819"/>
              <a:gd name="connsiteY3" fmla="*/ 4768732 h 4784517"/>
              <a:gd name="connsiteX4" fmla="*/ 47127 w 3318819"/>
              <a:gd name="connsiteY4" fmla="*/ 4151665 h 4784517"/>
              <a:gd name="connsiteX5" fmla="*/ 363501 w 3318819"/>
              <a:gd name="connsiteY5" fmla="*/ 4167640 h 4784517"/>
              <a:gd name="connsiteX6" fmla="*/ 3318685 w 3318819"/>
              <a:gd name="connsiteY6" fmla="*/ 1993493 h 4784517"/>
              <a:gd name="connsiteX7" fmla="*/ 3318819 w 3318819"/>
              <a:gd name="connsiteY7" fmla="*/ 1992970 h 4784517"/>
              <a:gd name="connsiteX8" fmla="*/ 2167460 w 3318819"/>
              <a:gd name="connsiteY8" fmla="*/ 0 h 4784517"/>
              <a:gd name="connsiteX9" fmla="*/ 2774668 w 3318819"/>
              <a:gd name="connsiteY9" fmla="*/ 0 h 4784517"/>
              <a:gd name="connsiteX10" fmla="*/ 2967464 w 3318819"/>
              <a:gd name="connsiteY10" fmla="*/ 986092 h 4784517"/>
              <a:gd name="connsiteX11" fmla="*/ 331854 w 3318819"/>
              <a:gd name="connsiteY11" fmla="*/ 3640994 h 4784517"/>
              <a:gd name="connsiteX12" fmla="*/ 9104 w 3318819"/>
              <a:gd name="connsiteY12" fmla="*/ 3371975 h 4784517"/>
              <a:gd name="connsiteX13" fmla="*/ 267334 w 3318819"/>
              <a:gd name="connsiteY13" fmla="*/ 3067879 h 4784517"/>
              <a:gd name="connsiteX14" fmla="*/ 2390995 w 3318819"/>
              <a:gd name="connsiteY14" fmla="*/ 944218 h 4784517"/>
              <a:gd name="connsiteX15" fmla="*/ 2224108 w 3318819"/>
              <a:gd name="connsiteY15" fmla="*/ 117593 h 4784517"/>
              <a:gd name="connsiteX16" fmla="*/ 2167460 w 3318819"/>
              <a:gd name="connsiteY16" fmla="*/ 0 h 4784517"/>
              <a:gd name="connsiteX17" fmla="*/ 511832 w 3318819"/>
              <a:gd name="connsiteY17" fmla="*/ 0 h 4784517"/>
              <a:gd name="connsiteX18" fmla="*/ 1534766 w 3318819"/>
              <a:gd name="connsiteY18" fmla="*/ 0 h 4784517"/>
              <a:gd name="connsiteX19" fmla="*/ 1592463 w 3318819"/>
              <a:gd name="connsiteY19" fmla="*/ 77157 h 4784517"/>
              <a:gd name="connsiteX20" fmla="*/ 1861361 w 3318819"/>
              <a:gd name="connsiteY20" fmla="*/ 957470 h 4784517"/>
              <a:gd name="connsiteX21" fmla="*/ 286869 w 3318819"/>
              <a:gd name="connsiteY21" fmla="*/ 2531962 h 4784517"/>
              <a:gd name="connsiteX22" fmla="*/ 9748 w 3318819"/>
              <a:gd name="connsiteY22" fmla="*/ 2245150 h 4784517"/>
              <a:gd name="connsiteX23" fmla="*/ 287384 w 3318819"/>
              <a:gd name="connsiteY23" fmla="*/ 1954696 h 4784517"/>
              <a:gd name="connsiteX24" fmla="*/ 1277984 w 3318819"/>
              <a:gd name="connsiteY24" fmla="*/ 964096 h 4784517"/>
              <a:gd name="connsiteX25" fmla="*/ 581958 w 3318819"/>
              <a:gd name="connsiteY25" fmla="*/ 18032 h 4784517"/>
              <a:gd name="connsiteX26" fmla="*/ 511832 w 3318819"/>
              <a:gd name="connsiteY26" fmla="*/ 0 h 4784517"/>
              <a:gd name="connsiteX0" fmla="*/ 3336053 w 3336053"/>
              <a:gd name="connsiteY0" fmla="*/ 1992970 h 4812068"/>
              <a:gd name="connsiteX1" fmla="*/ 3336053 w 3336053"/>
              <a:gd name="connsiteY1" fmla="*/ 3300726 h 4812068"/>
              <a:gd name="connsiteX2" fmla="*/ 3254637 w 3336053"/>
              <a:gd name="connsiteY2" fmla="*/ 3409602 h 4812068"/>
              <a:gd name="connsiteX3" fmla="*/ 372662 w 3336053"/>
              <a:gd name="connsiteY3" fmla="*/ 4768732 h 4812068"/>
              <a:gd name="connsiteX4" fmla="*/ 37467 w 3336053"/>
              <a:gd name="connsiteY4" fmla="*/ 4447500 h 4812068"/>
              <a:gd name="connsiteX5" fmla="*/ 380735 w 3336053"/>
              <a:gd name="connsiteY5" fmla="*/ 4167640 h 4812068"/>
              <a:gd name="connsiteX6" fmla="*/ 3335919 w 3336053"/>
              <a:gd name="connsiteY6" fmla="*/ 1993493 h 4812068"/>
              <a:gd name="connsiteX7" fmla="*/ 3336053 w 3336053"/>
              <a:gd name="connsiteY7" fmla="*/ 1992970 h 4812068"/>
              <a:gd name="connsiteX8" fmla="*/ 2184694 w 3336053"/>
              <a:gd name="connsiteY8" fmla="*/ 0 h 4812068"/>
              <a:gd name="connsiteX9" fmla="*/ 2791902 w 3336053"/>
              <a:gd name="connsiteY9" fmla="*/ 0 h 4812068"/>
              <a:gd name="connsiteX10" fmla="*/ 2984698 w 3336053"/>
              <a:gd name="connsiteY10" fmla="*/ 986092 h 4812068"/>
              <a:gd name="connsiteX11" fmla="*/ 349088 w 3336053"/>
              <a:gd name="connsiteY11" fmla="*/ 3640994 h 4812068"/>
              <a:gd name="connsiteX12" fmla="*/ 26338 w 3336053"/>
              <a:gd name="connsiteY12" fmla="*/ 3371975 h 4812068"/>
              <a:gd name="connsiteX13" fmla="*/ 284568 w 3336053"/>
              <a:gd name="connsiteY13" fmla="*/ 3067879 h 4812068"/>
              <a:gd name="connsiteX14" fmla="*/ 2408229 w 3336053"/>
              <a:gd name="connsiteY14" fmla="*/ 944218 h 4812068"/>
              <a:gd name="connsiteX15" fmla="*/ 2241342 w 3336053"/>
              <a:gd name="connsiteY15" fmla="*/ 117593 h 4812068"/>
              <a:gd name="connsiteX16" fmla="*/ 2184694 w 3336053"/>
              <a:gd name="connsiteY16" fmla="*/ 0 h 4812068"/>
              <a:gd name="connsiteX17" fmla="*/ 529066 w 3336053"/>
              <a:gd name="connsiteY17" fmla="*/ 0 h 4812068"/>
              <a:gd name="connsiteX18" fmla="*/ 1552000 w 3336053"/>
              <a:gd name="connsiteY18" fmla="*/ 0 h 4812068"/>
              <a:gd name="connsiteX19" fmla="*/ 1609697 w 3336053"/>
              <a:gd name="connsiteY19" fmla="*/ 77157 h 4812068"/>
              <a:gd name="connsiteX20" fmla="*/ 1878595 w 3336053"/>
              <a:gd name="connsiteY20" fmla="*/ 957470 h 4812068"/>
              <a:gd name="connsiteX21" fmla="*/ 304103 w 3336053"/>
              <a:gd name="connsiteY21" fmla="*/ 2531962 h 4812068"/>
              <a:gd name="connsiteX22" fmla="*/ 26982 w 3336053"/>
              <a:gd name="connsiteY22" fmla="*/ 2245150 h 4812068"/>
              <a:gd name="connsiteX23" fmla="*/ 304618 w 3336053"/>
              <a:gd name="connsiteY23" fmla="*/ 1954696 h 4812068"/>
              <a:gd name="connsiteX24" fmla="*/ 1295218 w 3336053"/>
              <a:gd name="connsiteY24" fmla="*/ 964096 h 4812068"/>
              <a:gd name="connsiteX25" fmla="*/ 599192 w 3336053"/>
              <a:gd name="connsiteY25" fmla="*/ 18032 h 4812068"/>
              <a:gd name="connsiteX26" fmla="*/ 529066 w 3336053"/>
              <a:gd name="connsiteY26" fmla="*/ 0 h 4812068"/>
              <a:gd name="connsiteX0" fmla="*/ 3378087 w 3378087"/>
              <a:gd name="connsiteY0" fmla="*/ 1992970 h 4804894"/>
              <a:gd name="connsiteX1" fmla="*/ 3378087 w 3378087"/>
              <a:gd name="connsiteY1" fmla="*/ 3300726 h 4804894"/>
              <a:gd name="connsiteX2" fmla="*/ 3296671 w 3378087"/>
              <a:gd name="connsiteY2" fmla="*/ 3409602 h 4804894"/>
              <a:gd name="connsiteX3" fmla="*/ 414696 w 3378087"/>
              <a:gd name="connsiteY3" fmla="*/ 4768732 h 4804894"/>
              <a:gd name="connsiteX4" fmla="*/ 79501 w 3378087"/>
              <a:gd name="connsiteY4" fmla="*/ 4447500 h 4804894"/>
              <a:gd name="connsiteX5" fmla="*/ 422769 w 3378087"/>
              <a:gd name="connsiteY5" fmla="*/ 4167640 h 4804894"/>
              <a:gd name="connsiteX6" fmla="*/ 3377953 w 3378087"/>
              <a:gd name="connsiteY6" fmla="*/ 1993493 h 4804894"/>
              <a:gd name="connsiteX7" fmla="*/ 3378087 w 3378087"/>
              <a:gd name="connsiteY7" fmla="*/ 1992970 h 4804894"/>
              <a:gd name="connsiteX8" fmla="*/ 2226728 w 3378087"/>
              <a:gd name="connsiteY8" fmla="*/ 0 h 4804894"/>
              <a:gd name="connsiteX9" fmla="*/ 2833936 w 3378087"/>
              <a:gd name="connsiteY9" fmla="*/ 0 h 4804894"/>
              <a:gd name="connsiteX10" fmla="*/ 3026732 w 3378087"/>
              <a:gd name="connsiteY10" fmla="*/ 986092 h 4804894"/>
              <a:gd name="connsiteX11" fmla="*/ 391122 w 3378087"/>
              <a:gd name="connsiteY11" fmla="*/ 3640994 h 4804894"/>
              <a:gd name="connsiteX12" fmla="*/ 68372 w 3378087"/>
              <a:gd name="connsiteY12" fmla="*/ 3371975 h 4804894"/>
              <a:gd name="connsiteX13" fmla="*/ 326602 w 3378087"/>
              <a:gd name="connsiteY13" fmla="*/ 3067879 h 4804894"/>
              <a:gd name="connsiteX14" fmla="*/ 2450263 w 3378087"/>
              <a:gd name="connsiteY14" fmla="*/ 944218 h 4804894"/>
              <a:gd name="connsiteX15" fmla="*/ 2283376 w 3378087"/>
              <a:gd name="connsiteY15" fmla="*/ 117593 h 4804894"/>
              <a:gd name="connsiteX16" fmla="*/ 2226728 w 3378087"/>
              <a:gd name="connsiteY16" fmla="*/ 0 h 4804894"/>
              <a:gd name="connsiteX17" fmla="*/ 571100 w 3378087"/>
              <a:gd name="connsiteY17" fmla="*/ 0 h 4804894"/>
              <a:gd name="connsiteX18" fmla="*/ 1594034 w 3378087"/>
              <a:gd name="connsiteY18" fmla="*/ 0 h 4804894"/>
              <a:gd name="connsiteX19" fmla="*/ 1651731 w 3378087"/>
              <a:gd name="connsiteY19" fmla="*/ 77157 h 4804894"/>
              <a:gd name="connsiteX20" fmla="*/ 1920629 w 3378087"/>
              <a:gd name="connsiteY20" fmla="*/ 957470 h 4804894"/>
              <a:gd name="connsiteX21" fmla="*/ 346137 w 3378087"/>
              <a:gd name="connsiteY21" fmla="*/ 2531962 h 4804894"/>
              <a:gd name="connsiteX22" fmla="*/ 69016 w 3378087"/>
              <a:gd name="connsiteY22" fmla="*/ 2245150 h 4804894"/>
              <a:gd name="connsiteX23" fmla="*/ 346652 w 3378087"/>
              <a:gd name="connsiteY23" fmla="*/ 1954696 h 4804894"/>
              <a:gd name="connsiteX24" fmla="*/ 1337252 w 3378087"/>
              <a:gd name="connsiteY24" fmla="*/ 964096 h 4804894"/>
              <a:gd name="connsiteX25" fmla="*/ 641226 w 3378087"/>
              <a:gd name="connsiteY25" fmla="*/ 18032 h 4804894"/>
              <a:gd name="connsiteX26" fmla="*/ 571100 w 3378087"/>
              <a:gd name="connsiteY26" fmla="*/ 0 h 4804894"/>
              <a:gd name="connsiteX0" fmla="*/ 3339248 w 3339248"/>
              <a:gd name="connsiteY0" fmla="*/ 1992970 h 4814442"/>
              <a:gd name="connsiteX1" fmla="*/ 3339248 w 3339248"/>
              <a:gd name="connsiteY1" fmla="*/ 3300726 h 4814442"/>
              <a:gd name="connsiteX2" fmla="*/ 3257832 w 3339248"/>
              <a:gd name="connsiteY2" fmla="*/ 3409602 h 4814442"/>
              <a:gd name="connsiteX3" fmla="*/ 375857 w 3339248"/>
              <a:gd name="connsiteY3" fmla="*/ 4768732 h 4814442"/>
              <a:gd name="connsiteX4" fmla="*/ 40662 w 3339248"/>
              <a:gd name="connsiteY4" fmla="*/ 4447500 h 4814442"/>
              <a:gd name="connsiteX5" fmla="*/ 383930 w 3339248"/>
              <a:gd name="connsiteY5" fmla="*/ 4167640 h 4814442"/>
              <a:gd name="connsiteX6" fmla="*/ 3339114 w 3339248"/>
              <a:gd name="connsiteY6" fmla="*/ 1993493 h 4814442"/>
              <a:gd name="connsiteX7" fmla="*/ 3339248 w 3339248"/>
              <a:gd name="connsiteY7" fmla="*/ 1992970 h 4814442"/>
              <a:gd name="connsiteX8" fmla="*/ 2187889 w 3339248"/>
              <a:gd name="connsiteY8" fmla="*/ 0 h 4814442"/>
              <a:gd name="connsiteX9" fmla="*/ 2795097 w 3339248"/>
              <a:gd name="connsiteY9" fmla="*/ 0 h 4814442"/>
              <a:gd name="connsiteX10" fmla="*/ 2987893 w 3339248"/>
              <a:gd name="connsiteY10" fmla="*/ 986092 h 4814442"/>
              <a:gd name="connsiteX11" fmla="*/ 352283 w 3339248"/>
              <a:gd name="connsiteY11" fmla="*/ 3640994 h 4814442"/>
              <a:gd name="connsiteX12" fmla="*/ 29533 w 3339248"/>
              <a:gd name="connsiteY12" fmla="*/ 3371975 h 4814442"/>
              <a:gd name="connsiteX13" fmla="*/ 287763 w 3339248"/>
              <a:gd name="connsiteY13" fmla="*/ 3067879 h 4814442"/>
              <a:gd name="connsiteX14" fmla="*/ 2411424 w 3339248"/>
              <a:gd name="connsiteY14" fmla="*/ 944218 h 4814442"/>
              <a:gd name="connsiteX15" fmla="*/ 2244537 w 3339248"/>
              <a:gd name="connsiteY15" fmla="*/ 117593 h 4814442"/>
              <a:gd name="connsiteX16" fmla="*/ 2187889 w 3339248"/>
              <a:gd name="connsiteY16" fmla="*/ 0 h 4814442"/>
              <a:gd name="connsiteX17" fmla="*/ 532261 w 3339248"/>
              <a:gd name="connsiteY17" fmla="*/ 0 h 4814442"/>
              <a:gd name="connsiteX18" fmla="*/ 1555195 w 3339248"/>
              <a:gd name="connsiteY18" fmla="*/ 0 h 4814442"/>
              <a:gd name="connsiteX19" fmla="*/ 1612892 w 3339248"/>
              <a:gd name="connsiteY19" fmla="*/ 77157 h 4814442"/>
              <a:gd name="connsiteX20" fmla="*/ 1881790 w 3339248"/>
              <a:gd name="connsiteY20" fmla="*/ 957470 h 4814442"/>
              <a:gd name="connsiteX21" fmla="*/ 307298 w 3339248"/>
              <a:gd name="connsiteY21" fmla="*/ 2531962 h 4814442"/>
              <a:gd name="connsiteX22" fmla="*/ 30177 w 3339248"/>
              <a:gd name="connsiteY22" fmla="*/ 2245150 h 4814442"/>
              <a:gd name="connsiteX23" fmla="*/ 307813 w 3339248"/>
              <a:gd name="connsiteY23" fmla="*/ 1954696 h 4814442"/>
              <a:gd name="connsiteX24" fmla="*/ 1298413 w 3339248"/>
              <a:gd name="connsiteY24" fmla="*/ 964096 h 4814442"/>
              <a:gd name="connsiteX25" fmla="*/ 602387 w 3339248"/>
              <a:gd name="connsiteY25" fmla="*/ 18032 h 4814442"/>
              <a:gd name="connsiteX26" fmla="*/ 532261 w 3339248"/>
              <a:gd name="connsiteY26" fmla="*/ 0 h 4814442"/>
              <a:gd name="connsiteX0" fmla="*/ 3339248 w 3339248"/>
              <a:gd name="connsiteY0" fmla="*/ 1992970 h 4814442"/>
              <a:gd name="connsiteX1" fmla="*/ 3339248 w 3339248"/>
              <a:gd name="connsiteY1" fmla="*/ 3300726 h 4814442"/>
              <a:gd name="connsiteX2" fmla="*/ 3257832 w 3339248"/>
              <a:gd name="connsiteY2" fmla="*/ 3409602 h 4814442"/>
              <a:gd name="connsiteX3" fmla="*/ 375857 w 3339248"/>
              <a:gd name="connsiteY3" fmla="*/ 4768732 h 4814442"/>
              <a:gd name="connsiteX4" fmla="*/ 40662 w 3339248"/>
              <a:gd name="connsiteY4" fmla="*/ 4447500 h 4814442"/>
              <a:gd name="connsiteX5" fmla="*/ 383930 w 3339248"/>
              <a:gd name="connsiteY5" fmla="*/ 4167640 h 4814442"/>
              <a:gd name="connsiteX6" fmla="*/ 3339114 w 3339248"/>
              <a:gd name="connsiteY6" fmla="*/ 1993493 h 4814442"/>
              <a:gd name="connsiteX7" fmla="*/ 3339248 w 3339248"/>
              <a:gd name="connsiteY7" fmla="*/ 1992970 h 4814442"/>
              <a:gd name="connsiteX8" fmla="*/ 2187889 w 3339248"/>
              <a:gd name="connsiteY8" fmla="*/ 0 h 4814442"/>
              <a:gd name="connsiteX9" fmla="*/ 2795097 w 3339248"/>
              <a:gd name="connsiteY9" fmla="*/ 0 h 4814442"/>
              <a:gd name="connsiteX10" fmla="*/ 2987893 w 3339248"/>
              <a:gd name="connsiteY10" fmla="*/ 986092 h 4814442"/>
              <a:gd name="connsiteX11" fmla="*/ 352283 w 3339248"/>
              <a:gd name="connsiteY11" fmla="*/ 3640994 h 4814442"/>
              <a:gd name="connsiteX12" fmla="*/ 29533 w 3339248"/>
              <a:gd name="connsiteY12" fmla="*/ 3371975 h 4814442"/>
              <a:gd name="connsiteX13" fmla="*/ 287763 w 3339248"/>
              <a:gd name="connsiteY13" fmla="*/ 3067879 h 4814442"/>
              <a:gd name="connsiteX14" fmla="*/ 2411424 w 3339248"/>
              <a:gd name="connsiteY14" fmla="*/ 944218 h 4814442"/>
              <a:gd name="connsiteX15" fmla="*/ 2244537 w 3339248"/>
              <a:gd name="connsiteY15" fmla="*/ 117593 h 4814442"/>
              <a:gd name="connsiteX16" fmla="*/ 2187889 w 3339248"/>
              <a:gd name="connsiteY16" fmla="*/ 0 h 4814442"/>
              <a:gd name="connsiteX17" fmla="*/ 532261 w 3339248"/>
              <a:gd name="connsiteY17" fmla="*/ 0 h 4814442"/>
              <a:gd name="connsiteX18" fmla="*/ 1555195 w 3339248"/>
              <a:gd name="connsiteY18" fmla="*/ 0 h 4814442"/>
              <a:gd name="connsiteX19" fmla="*/ 1612892 w 3339248"/>
              <a:gd name="connsiteY19" fmla="*/ 77157 h 4814442"/>
              <a:gd name="connsiteX20" fmla="*/ 1881790 w 3339248"/>
              <a:gd name="connsiteY20" fmla="*/ 957470 h 4814442"/>
              <a:gd name="connsiteX21" fmla="*/ 307298 w 3339248"/>
              <a:gd name="connsiteY21" fmla="*/ 2531962 h 4814442"/>
              <a:gd name="connsiteX22" fmla="*/ 30177 w 3339248"/>
              <a:gd name="connsiteY22" fmla="*/ 2245150 h 4814442"/>
              <a:gd name="connsiteX23" fmla="*/ 307813 w 3339248"/>
              <a:gd name="connsiteY23" fmla="*/ 1954696 h 4814442"/>
              <a:gd name="connsiteX24" fmla="*/ 1298413 w 3339248"/>
              <a:gd name="connsiteY24" fmla="*/ 964096 h 4814442"/>
              <a:gd name="connsiteX25" fmla="*/ 602387 w 3339248"/>
              <a:gd name="connsiteY25" fmla="*/ 18032 h 4814442"/>
              <a:gd name="connsiteX26" fmla="*/ 532261 w 3339248"/>
              <a:gd name="connsiteY26" fmla="*/ 0 h 4814442"/>
              <a:gd name="connsiteX0" fmla="*/ 3332179 w 3332179"/>
              <a:gd name="connsiteY0" fmla="*/ 1992970 h 4814442"/>
              <a:gd name="connsiteX1" fmla="*/ 3332179 w 3332179"/>
              <a:gd name="connsiteY1" fmla="*/ 3300726 h 4814442"/>
              <a:gd name="connsiteX2" fmla="*/ 3250763 w 3332179"/>
              <a:gd name="connsiteY2" fmla="*/ 3409602 h 4814442"/>
              <a:gd name="connsiteX3" fmla="*/ 368788 w 3332179"/>
              <a:gd name="connsiteY3" fmla="*/ 4768732 h 4814442"/>
              <a:gd name="connsiteX4" fmla="*/ 33593 w 3332179"/>
              <a:gd name="connsiteY4" fmla="*/ 4447500 h 4814442"/>
              <a:gd name="connsiteX5" fmla="*/ 376861 w 3332179"/>
              <a:gd name="connsiteY5" fmla="*/ 4167640 h 4814442"/>
              <a:gd name="connsiteX6" fmla="*/ 3332045 w 3332179"/>
              <a:gd name="connsiteY6" fmla="*/ 1993493 h 4814442"/>
              <a:gd name="connsiteX7" fmla="*/ 3332179 w 3332179"/>
              <a:gd name="connsiteY7" fmla="*/ 1992970 h 4814442"/>
              <a:gd name="connsiteX8" fmla="*/ 2180820 w 3332179"/>
              <a:gd name="connsiteY8" fmla="*/ 0 h 4814442"/>
              <a:gd name="connsiteX9" fmla="*/ 2788028 w 3332179"/>
              <a:gd name="connsiteY9" fmla="*/ 0 h 4814442"/>
              <a:gd name="connsiteX10" fmla="*/ 2980824 w 3332179"/>
              <a:gd name="connsiteY10" fmla="*/ 986092 h 4814442"/>
              <a:gd name="connsiteX11" fmla="*/ 345214 w 3332179"/>
              <a:gd name="connsiteY11" fmla="*/ 3640994 h 4814442"/>
              <a:gd name="connsiteX12" fmla="*/ 22464 w 3332179"/>
              <a:gd name="connsiteY12" fmla="*/ 3371975 h 4814442"/>
              <a:gd name="connsiteX13" fmla="*/ 280694 w 3332179"/>
              <a:gd name="connsiteY13" fmla="*/ 3067879 h 4814442"/>
              <a:gd name="connsiteX14" fmla="*/ 2404355 w 3332179"/>
              <a:gd name="connsiteY14" fmla="*/ 944218 h 4814442"/>
              <a:gd name="connsiteX15" fmla="*/ 2237468 w 3332179"/>
              <a:gd name="connsiteY15" fmla="*/ 117593 h 4814442"/>
              <a:gd name="connsiteX16" fmla="*/ 2180820 w 3332179"/>
              <a:gd name="connsiteY16" fmla="*/ 0 h 4814442"/>
              <a:gd name="connsiteX17" fmla="*/ 525192 w 3332179"/>
              <a:gd name="connsiteY17" fmla="*/ 0 h 4814442"/>
              <a:gd name="connsiteX18" fmla="*/ 1548126 w 3332179"/>
              <a:gd name="connsiteY18" fmla="*/ 0 h 4814442"/>
              <a:gd name="connsiteX19" fmla="*/ 1605823 w 3332179"/>
              <a:gd name="connsiteY19" fmla="*/ 77157 h 4814442"/>
              <a:gd name="connsiteX20" fmla="*/ 1874721 w 3332179"/>
              <a:gd name="connsiteY20" fmla="*/ 957470 h 4814442"/>
              <a:gd name="connsiteX21" fmla="*/ 300229 w 3332179"/>
              <a:gd name="connsiteY21" fmla="*/ 2531962 h 4814442"/>
              <a:gd name="connsiteX22" fmla="*/ 23108 w 3332179"/>
              <a:gd name="connsiteY22" fmla="*/ 2245150 h 4814442"/>
              <a:gd name="connsiteX23" fmla="*/ 300744 w 3332179"/>
              <a:gd name="connsiteY23" fmla="*/ 1954696 h 4814442"/>
              <a:gd name="connsiteX24" fmla="*/ 1291344 w 3332179"/>
              <a:gd name="connsiteY24" fmla="*/ 964096 h 4814442"/>
              <a:gd name="connsiteX25" fmla="*/ 595318 w 3332179"/>
              <a:gd name="connsiteY25" fmla="*/ 18032 h 4814442"/>
              <a:gd name="connsiteX26" fmla="*/ 525192 w 3332179"/>
              <a:gd name="connsiteY26" fmla="*/ 0 h 4814442"/>
              <a:gd name="connsiteX0" fmla="*/ 3332179 w 3332179"/>
              <a:gd name="connsiteY0" fmla="*/ 1992970 h 4814442"/>
              <a:gd name="connsiteX1" fmla="*/ 3332179 w 3332179"/>
              <a:gd name="connsiteY1" fmla="*/ 3300726 h 4814442"/>
              <a:gd name="connsiteX2" fmla="*/ 3250763 w 3332179"/>
              <a:gd name="connsiteY2" fmla="*/ 3409602 h 4814442"/>
              <a:gd name="connsiteX3" fmla="*/ 368788 w 3332179"/>
              <a:gd name="connsiteY3" fmla="*/ 4768732 h 4814442"/>
              <a:gd name="connsiteX4" fmla="*/ 33593 w 3332179"/>
              <a:gd name="connsiteY4" fmla="*/ 4447500 h 4814442"/>
              <a:gd name="connsiteX5" fmla="*/ 376861 w 3332179"/>
              <a:gd name="connsiteY5" fmla="*/ 4167640 h 4814442"/>
              <a:gd name="connsiteX6" fmla="*/ 3332045 w 3332179"/>
              <a:gd name="connsiteY6" fmla="*/ 1993493 h 4814442"/>
              <a:gd name="connsiteX7" fmla="*/ 3332179 w 3332179"/>
              <a:gd name="connsiteY7" fmla="*/ 1992970 h 4814442"/>
              <a:gd name="connsiteX8" fmla="*/ 2180820 w 3332179"/>
              <a:gd name="connsiteY8" fmla="*/ 0 h 4814442"/>
              <a:gd name="connsiteX9" fmla="*/ 2788028 w 3332179"/>
              <a:gd name="connsiteY9" fmla="*/ 0 h 4814442"/>
              <a:gd name="connsiteX10" fmla="*/ 2980824 w 3332179"/>
              <a:gd name="connsiteY10" fmla="*/ 986092 h 4814442"/>
              <a:gd name="connsiteX11" fmla="*/ 345214 w 3332179"/>
              <a:gd name="connsiteY11" fmla="*/ 3640994 h 4814442"/>
              <a:gd name="connsiteX12" fmla="*/ 22464 w 3332179"/>
              <a:gd name="connsiteY12" fmla="*/ 3371975 h 4814442"/>
              <a:gd name="connsiteX13" fmla="*/ 280694 w 3332179"/>
              <a:gd name="connsiteY13" fmla="*/ 3067879 h 4814442"/>
              <a:gd name="connsiteX14" fmla="*/ 2404355 w 3332179"/>
              <a:gd name="connsiteY14" fmla="*/ 944218 h 4814442"/>
              <a:gd name="connsiteX15" fmla="*/ 2237468 w 3332179"/>
              <a:gd name="connsiteY15" fmla="*/ 117593 h 4814442"/>
              <a:gd name="connsiteX16" fmla="*/ 2180820 w 3332179"/>
              <a:gd name="connsiteY16" fmla="*/ 0 h 4814442"/>
              <a:gd name="connsiteX17" fmla="*/ 525192 w 3332179"/>
              <a:gd name="connsiteY17" fmla="*/ 0 h 4814442"/>
              <a:gd name="connsiteX18" fmla="*/ 1548126 w 3332179"/>
              <a:gd name="connsiteY18" fmla="*/ 0 h 4814442"/>
              <a:gd name="connsiteX19" fmla="*/ 1605823 w 3332179"/>
              <a:gd name="connsiteY19" fmla="*/ 77157 h 4814442"/>
              <a:gd name="connsiteX20" fmla="*/ 1874721 w 3332179"/>
              <a:gd name="connsiteY20" fmla="*/ 957470 h 4814442"/>
              <a:gd name="connsiteX21" fmla="*/ 300229 w 3332179"/>
              <a:gd name="connsiteY21" fmla="*/ 2531962 h 4814442"/>
              <a:gd name="connsiteX22" fmla="*/ 23108 w 3332179"/>
              <a:gd name="connsiteY22" fmla="*/ 2245150 h 4814442"/>
              <a:gd name="connsiteX23" fmla="*/ 300744 w 3332179"/>
              <a:gd name="connsiteY23" fmla="*/ 1954696 h 4814442"/>
              <a:gd name="connsiteX24" fmla="*/ 1291344 w 3332179"/>
              <a:gd name="connsiteY24" fmla="*/ 964096 h 4814442"/>
              <a:gd name="connsiteX25" fmla="*/ 595318 w 3332179"/>
              <a:gd name="connsiteY25" fmla="*/ 18032 h 4814442"/>
              <a:gd name="connsiteX26" fmla="*/ 525192 w 3332179"/>
              <a:gd name="connsiteY26" fmla="*/ 0 h 4814442"/>
              <a:gd name="connsiteX0" fmla="*/ 3341060 w 3341060"/>
              <a:gd name="connsiteY0" fmla="*/ 1992970 h 4768822"/>
              <a:gd name="connsiteX1" fmla="*/ 3341060 w 3341060"/>
              <a:gd name="connsiteY1" fmla="*/ 3300726 h 4768822"/>
              <a:gd name="connsiteX2" fmla="*/ 3259644 w 3341060"/>
              <a:gd name="connsiteY2" fmla="*/ 3409602 h 4768822"/>
              <a:gd name="connsiteX3" fmla="*/ 377669 w 3341060"/>
              <a:gd name="connsiteY3" fmla="*/ 4768732 h 4768822"/>
              <a:gd name="connsiteX4" fmla="*/ 42474 w 3341060"/>
              <a:gd name="connsiteY4" fmla="*/ 4447500 h 4768822"/>
              <a:gd name="connsiteX5" fmla="*/ 385742 w 3341060"/>
              <a:gd name="connsiteY5" fmla="*/ 4167640 h 4768822"/>
              <a:gd name="connsiteX6" fmla="*/ 3340926 w 3341060"/>
              <a:gd name="connsiteY6" fmla="*/ 1993493 h 4768822"/>
              <a:gd name="connsiteX7" fmla="*/ 3341060 w 3341060"/>
              <a:gd name="connsiteY7" fmla="*/ 1992970 h 4768822"/>
              <a:gd name="connsiteX8" fmla="*/ 2189701 w 3341060"/>
              <a:gd name="connsiteY8" fmla="*/ 0 h 4768822"/>
              <a:gd name="connsiteX9" fmla="*/ 2796909 w 3341060"/>
              <a:gd name="connsiteY9" fmla="*/ 0 h 4768822"/>
              <a:gd name="connsiteX10" fmla="*/ 2989705 w 3341060"/>
              <a:gd name="connsiteY10" fmla="*/ 986092 h 4768822"/>
              <a:gd name="connsiteX11" fmla="*/ 354095 w 3341060"/>
              <a:gd name="connsiteY11" fmla="*/ 3640994 h 4768822"/>
              <a:gd name="connsiteX12" fmla="*/ 31345 w 3341060"/>
              <a:gd name="connsiteY12" fmla="*/ 3371975 h 4768822"/>
              <a:gd name="connsiteX13" fmla="*/ 289575 w 3341060"/>
              <a:gd name="connsiteY13" fmla="*/ 3067879 h 4768822"/>
              <a:gd name="connsiteX14" fmla="*/ 2413236 w 3341060"/>
              <a:gd name="connsiteY14" fmla="*/ 944218 h 4768822"/>
              <a:gd name="connsiteX15" fmla="*/ 2246349 w 3341060"/>
              <a:gd name="connsiteY15" fmla="*/ 117593 h 4768822"/>
              <a:gd name="connsiteX16" fmla="*/ 2189701 w 3341060"/>
              <a:gd name="connsiteY16" fmla="*/ 0 h 4768822"/>
              <a:gd name="connsiteX17" fmla="*/ 534073 w 3341060"/>
              <a:gd name="connsiteY17" fmla="*/ 0 h 4768822"/>
              <a:gd name="connsiteX18" fmla="*/ 1557007 w 3341060"/>
              <a:gd name="connsiteY18" fmla="*/ 0 h 4768822"/>
              <a:gd name="connsiteX19" fmla="*/ 1614704 w 3341060"/>
              <a:gd name="connsiteY19" fmla="*/ 77157 h 4768822"/>
              <a:gd name="connsiteX20" fmla="*/ 1883602 w 3341060"/>
              <a:gd name="connsiteY20" fmla="*/ 957470 h 4768822"/>
              <a:gd name="connsiteX21" fmla="*/ 309110 w 3341060"/>
              <a:gd name="connsiteY21" fmla="*/ 2531962 h 4768822"/>
              <a:gd name="connsiteX22" fmla="*/ 31989 w 3341060"/>
              <a:gd name="connsiteY22" fmla="*/ 2245150 h 4768822"/>
              <a:gd name="connsiteX23" fmla="*/ 309625 w 3341060"/>
              <a:gd name="connsiteY23" fmla="*/ 1954696 h 4768822"/>
              <a:gd name="connsiteX24" fmla="*/ 1300225 w 3341060"/>
              <a:gd name="connsiteY24" fmla="*/ 964096 h 4768822"/>
              <a:gd name="connsiteX25" fmla="*/ 604199 w 3341060"/>
              <a:gd name="connsiteY25" fmla="*/ 18032 h 4768822"/>
              <a:gd name="connsiteX26" fmla="*/ 534073 w 3341060"/>
              <a:gd name="connsiteY26" fmla="*/ 0 h 4768822"/>
              <a:gd name="connsiteX0" fmla="*/ 3311075 w 3311075"/>
              <a:gd name="connsiteY0" fmla="*/ 1992970 h 4768822"/>
              <a:gd name="connsiteX1" fmla="*/ 3311075 w 3311075"/>
              <a:gd name="connsiteY1" fmla="*/ 3300726 h 4768822"/>
              <a:gd name="connsiteX2" fmla="*/ 3229659 w 3311075"/>
              <a:gd name="connsiteY2" fmla="*/ 3409602 h 4768822"/>
              <a:gd name="connsiteX3" fmla="*/ 347684 w 3311075"/>
              <a:gd name="connsiteY3" fmla="*/ 4768732 h 4768822"/>
              <a:gd name="connsiteX4" fmla="*/ 12489 w 3311075"/>
              <a:gd name="connsiteY4" fmla="*/ 4447500 h 4768822"/>
              <a:gd name="connsiteX5" fmla="*/ 355757 w 3311075"/>
              <a:gd name="connsiteY5" fmla="*/ 4167640 h 4768822"/>
              <a:gd name="connsiteX6" fmla="*/ 3310941 w 3311075"/>
              <a:gd name="connsiteY6" fmla="*/ 1993493 h 4768822"/>
              <a:gd name="connsiteX7" fmla="*/ 3311075 w 3311075"/>
              <a:gd name="connsiteY7" fmla="*/ 1992970 h 4768822"/>
              <a:gd name="connsiteX8" fmla="*/ 2159716 w 3311075"/>
              <a:gd name="connsiteY8" fmla="*/ 0 h 4768822"/>
              <a:gd name="connsiteX9" fmla="*/ 2766924 w 3311075"/>
              <a:gd name="connsiteY9" fmla="*/ 0 h 4768822"/>
              <a:gd name="connsiteX10" fmla="*/ 2959720 w 3311075"/>
              <a:gd name="connsiteY10" fmla="*/ 986092 h 4768822"/>
              <a:gd name="connsiteX11" fmla="*/ 324110 w 3311075"/>
              <a:gd name="connsiteY11" fmla="*/ 3640994 h 4768822"/>
              <a:gd name="connsiteX12" fmla="*/ 1360 w 3311075"/>
              <a:gd name="connsiteY12" fmla="*/ 3371975 h 4768822"/>
              <a:gd name="connsiteX13" fmla="*/ 259590 w 3311075"/>
              <a:gd name="connsiteY13" fmla="*/ 3067879 h 4768822"/>
              <a:gd name="connsiteX14" fmla="*/ 2383251 w 3311075"/>
              <a:gd name="connsiteY14" fmla="*/ 944218 h 4768822"/>
              <a:gd name="connsiteX15" fmla="*/ 2216364 w 3311075"/>
              <a:gd name="connsiteY15" fmla="*/ 117593 h 4768822"/>
              <a:gd name="connsiteX16" fmla="*/ 2159716 w 3311075"/>
              <a:gd name="connsiteY16" fmla="*/ 0 h 4768822"/>
              <a:gd name="connsiteX17" fmla="*/ 504088 w 3311075"/>
              <a:gd name="connsiteY17" fmla="*/ 0 h 4768822"/>
              <a:gd name="connsiteX18" fmla="*/ 1527022 w 3311075"/>
              <a:gd name="connsiteY18" fmla="*/ 0 h 4768822"/>
              <a:gd name="connsiteX19" fmla="*/ 1584719 w 3311075"/>
              <a:gd name="connsiteY19" fmla="*/ 77157 h 4768822"/>
              <a:gd name="connsiteX20" fmla="*/ 1853617 w 3311075"/>
              <a:gd name="connsiteY20" fmla="*/ 957470 h 4768822"/>
              <a:gd name="connsiteX21" fmla="*/ 279125 w 3311075"/>
              <a:gd name="connsiteY21" fmla="*/ 2531962 h 4768822"/>
              <a:gd name="connsiteX22" fmla="*/ 2004 w 3311075"/>
              <a:gd name="connsiteY22" fmla="*/ 2245150 h 4768822"/>
              <a:gd name="connsiteX23" fmla="*/ 279640 w 3311075"/>
              <a:gd name="connsiteY23" fmla="*/ 1954696 h 4768822"/>
              <a:gd name="connsiteX24" fmla="*/ 1270240 w 3311075"/>
              <a:gd name="connsiteY24" fmla="*/ 964096 h 4768822"/>
              <a:gd name="connsiteX25" fmla="*/ 574214 w 3311075"/>
              <a:gd name="connsiteY25" fmla="*/ 18032 h 4768822"/>
              <a:gd name="connsiteX26" fmla="*/ 504088 w 3311075"/>
              <a:gd name="connsiteY26" fmla="*/ 0 h 4768822"/>
              <a:gd name="connsiteX0" fmla="*/ 3342827 w 3342827"/>
              <a:gd name="connsiteY0" fmla="*/ 1992970 h 4816965"/>
              <a:gd name="connsiteX1" fmla="*/ 3342827 w 3342827"/>
              <a:gd name="connsiteY1" fmla="*/ 3300726 h 4816965"/>
              <a:gd name="connsiteX2" fmla="*/ 3261411 w 3342827"/>
              <a:gd name="connsiteY2" fmla="*/ 3409602 h 4816965"/>
              <a:gd name="connsiteX3" fmla="*/ 379436 w 3342827"/>
              <a:gd name="connsiteY3" fmla="*/ 4768732 h 4816965"/>
              <a:gd name="connsiteX4" fmla="*/ 38862 w 3342827"/>
              <a:gd name="connsiteY4" fmla="*/ 4463637 h 4816965"/>
              <a:gd name="connsiteX5" fmla="*/ 387509 w 3342827"/>
              <a:gd name="connsiteY5" fmla="*/ 4167640 h 4816965"/>
              <a:gd name="connsiteX6" fmla="*/ 3342693 w 3342827"/>
              <a:gd name="connsiteY6" fmla="*/ 1993493 h 4816965"/>
              <a:gd name="connsiteX7" fmla="*/ 3342827 w 3342827"/>
              <a:gd name="connsiteY7" fmla="*/ 1992970 h 4816965"/>
              <a:gd name="connsiteX8" fmla="*/ 2191468 w 3342827"/>
              <a:gd name="connsiteY8" fmla="*/ 0 h 4816965"/>
              <a:gd name="connsiteX9" fmla="*/ 2798676 w 3342827"/>
              <a:gd name="connsiteY9" fmla="*/ 0 h 4816965"/>
              <a:gd name="connsiteX10" fmla="*/ 2991472 w 3342827"/>
              <a:gd name="connsiteY10" fmla="*/ 986092 h 4816965"/>
              <a:gd name="connsiteX11" fmla="*/ 355862 w 3342827"/>
              <a:gd name="connsiteY11" fmla="*/ 3640994 h 4816965"/>
              <a:gd name="connsiteX12" fmla="*/ 33112 w 3342827"/>
              <a:gd name="connsiteY12" fmla="*/ 3371975 h 4816965"/>
              <a:gd name="connsiteX13" fmla="*/ 291342 w 3342827"/>
              <a:gd name="connsiteY13" fmla="*/ 3067879 h 4816965"/>
              <a:gd name="connsiteX14" fmla="*/ 2415003 w 3342827"/>
              <a:gd name="connsiteY14" fmla="*/ 944218 h 4816965"/>
              <a:gd name="connsiteX15" fmla="*/ 2248116 w 3342827"/>
              <a:gd name="connsiteY15" fmla="*/ 117593 h 4816965"/>
              <a:gd name="connsiteX16" fmla="*/ 2191468 w 3342827"/>
              <a:gd name="connsiteY16" fmla="*/ 0 h 4816965"/>
              <a:gd name="connsiteX17" fmla="*/ 535840 w 3342827"/>
              <a:gd name="connsiteY17" fmla="*/ 0 h 4816965"/>
              <a:gd name="connsiteX18" fmla="*/ 1558774 w 3342827"/>
              <a:gd name="connsiteY18" fmla="*/ 0 h 4816965"/>
              <a:gd name="connsiteX19" fmla="*/ 1616471 w 3342827"/>
              <a:gd name="connsiteY19" fmla="*/ 77157 h 4816965"/>
              <a:gd name="connsiteX20" fmla="*/ 1885369 w 3342827"/>
              <a:gd name="connsiteY20" fmla="*/ 957470 h 4816965"/>
              <a:gd name="connsiteX21" fmla="*/ 310877 w 3342827"/>
              <a:gd name="connsiteY21" fmla="*/ 2531962 h 4816965"/>
              <a:gd name="connsiteX22" fmla="*/ 33756 w 3342827"/>
              <a:gd name="connsiteY22" fmla="*/ 2245150 h 4816965"/>
              <a:gd name="connsiteX23" fmla="*/ 311392 w 3342827"/>
              <a:gd name="connsiteY23" fmla="*/ 1954696 h 4816965"/>
              <a:gd name="connsiteX24" fmla="*/ 1301992 w 3342827"/>
              <a:gd name="connsiteY24" fmla="*/ 964096 h 4816965"/>
              <a:gd name="connsiteX25" fmla="*/ 605966 w 3342827"/>
              <a:gd name="connsiteY25" fmla="*/ 18032 h 4816965"/>
              <a:gd name="connsiteX26" fmla="*/ 535840 w 3342827"/>
              <a:gd name="connsiteY26" fmla="*/ 0 h 4816965"/>
              <a:gd name="connsiteX0" fmla="*/ 3389840 w 3389840"/>
              <a:gd name="connsiteY0" fmla="*/ 1992970 h 4816965"/>
              <a:gd name="connsiteX1" fmla="*/ 3389840 w 3389840"/>
              <a:gd name="connsiteY1" fmla="*/ 3300726 h 4816965"/>
              <a:gd name="connsiteX2" fmla="*/ 3308424 w 3389840"/>
              <a:gd name="connsiteY2" fmla="*/ 3409602 h 4816965"/>
              <a:gd name="connsiteX3" fmla="*/ 426449 w 3389840"/>
              <a:gd name="connsiteY3" fmla="*/ 4768732 h 4816965"/>
              <a:gd name="connsiteX4" fmla="*/ 85875 w 3389840"/>
              <a:gd name="connsiteY4" fmla="*/ 4463637 h 4816965"/>
              <a:gd name="connsiteX5" fmla="*/ 434522 w 3389840"/>
              <a:gd name="connsiteY5" fmla="*/ 4167640 h 4816965"/>
              <a:gd name="connsiteX6" fmla="*/ 3389706 w 3389840"/>
              <a:gd name="connsiteY6" fmla="*/ 1993493 h 4816965"/>
              <a:gd name="connsiteX7" fmla="*/ 3389840 w 3389840"/>
              <a:gd name="connsiteY7" fmla="*/ 1992970 h 4816965"/>
              <a:gd name="connsiteX8" fmla="*/ 2238481 w 3389840"/>
              <a:gd name="connsiteY8" fmla="*/ 0 h 4816965"/>
              <a:gd name="connsiteX9" fmla="*/ 2845689 w 3389840"/>
              <a:gd name="connsiteY9" fmla="*/ 0 h 4816965"/>
              <a:gd name="connsiteX10" fmla="*/ 3038485 w 3389840"/>
              <a:gd name="connsiteY10" fmla="*/ 986092 h 4816965"/>
              <a:gd name="connsiteX11" fmla="*/ 402875 w 3389840"/>
              <a:gd name="connsiteY11" fmla="*/ 3640994 h 4816965"/>
              <a:gd name="connsiteX12" fmla="*/ 80125 w 3389840"/>
              <a:gd name="connsiteY12" fmla="*/ 3371975 h 4816965"/>
              <a:gd name="connsiteX13" fmla="*/ 338355 w 3389840"/>
              <a:gd name="connsiteY13" fmla="*/ 3067879 h 4816965"/>
              <a:gd name="connsiteX14" fmla="*/ 2462016 w 3389840"/>
              <a:gd name="connsiteY14" fmla="*/ 944218 h 4816965"/>
              <a:gd name="connsiteX15" fmla="*/ 2295129 w 3389840"/>
              <a:gd name="connsiteY15" fmla="*/ 117593 h 4816965"/>
              <a:gd name="connsiteX16" fmla="*/ 2238481 w 3389840"/>
              <a:gd name="connsiteY16" fmla="*/ 0 h 4816965"/>
              <a:gd name="connsiteX17" fmla="*/ 582853 w 3389840"/>
              <a:gd name="connsiteY17" fmla="*/ 0 h 4816965"/>
              <a:gd name="connsiteX18" fmla="*/ 1605787 w 3389840"/>
              <a:gd name="connsiteY18" fmla="*/ 0 h 4816965"/>
              <a:gd name="connsiteX19" fmla="*/ 1663484 w 3389840"/>
              <a:gd name="connsiteY19" fmla="*/ 77157 h 4816965"/>
              <a:gd name="connsiteX20" fmla="*/ 1932382 w 3389840"/>
              <a:gd name="connsiteY20" fmla="*/ 957470 h 4816965"/>
              <a:gd name="connsiteX21" fmla="*/ 357890 w 3389840"/>
              <a:gd name="connsiteY21" fmla="*/ 2531962 h 4816965"/>
              <a:gd name="connsiteX22" fmla="*/ 80769 w 3389840"/>
              <a:gd name="connsiteY22" fmla="*/ 2245150 h 4816965"/>
              <a:gd name="connsiteX23" fmla="*/ 358405 w 3389840"/>
              <a:gd name="connsiteY23" fmla="*/ 1954696 h 4816965"/>
              <a:gd name="connsiteX24" fmla="*/ 1349005 w 3389840"/>
              <a:gd name="connsiteY24" fmla="*/ 964096 h 4816965"/>
              <a:gd name="connsiteX25" fmla="*/ 652979 w 3389840"/>
              <a:gd name="connsiteY25" fmla="*/ 18032 h 4816965"/>
              <a:gd name="connsiteX26" fmla="*/ 582853 w 3389840"/>
              <a:gd name="connsiteY26" fmla="*/ 0 h 4816965"/>
              <a:gd name="connsiteX0" fmla="*/ 3335722 w 3335722"/>
              <a:gd name="connsiteY0" fmla="*/ 1992970 h 4816965"/>
              <a:gd name="connsiteX1" fmla="*/ 3335722 w 3335722"/>
              <a:gd name="connsiteY1" fmla="*/ 3300726 h 4816965"/>
              <a:gd name="connsiteX2" fmla="*/ 3254306 w 3335722"/>
              <a:gd name="connsiteY2" fmla="*/ 3409602 h 4816965"/>
              <a:gd name="connsiteX3" fmla="*/ 372331 w 3335722"/>
              <a:gd name="connsiteY3" fmla="*/ 4768732 h 4816965"/>
              <a:gd name="connsiteX4" fmla="*/ 31757 w 3335722"/>
              <a:gd name="connsiteY4" fmla="*/ 4463637 h 4816965"/>
              <a:gd name="connsiteX5" fmla="*/ 380404 w 3335722"/>
              <a:gd name="connsiteY5" fmla="*/ 4167640 h 4816965"/>
              <a:gd name="connsiteX6" fmla="*/ 3335588 w 3335722"/>
              <a:gd name="connsiteY6" fmla="*/ 1993493 h 4816965"/>
              <a:gd name="connsiteX7" fmla="*/ 3335722 w 3335722"/>
              <a:gd name="connsiteY7" fmla="*/ 1992970 h 4816965"/>
              <a:gd name="connsiteX8" fmla="*/ 2184363 w 3335722"/>
              <a:gd name="connsiteY8" fmla="*/ 0 h 4816965"/>
              <a:gd name="connsiteX9" fmla="*/ 2791571 w 3335722"/>
              <a:gd name="connsiteY9" fmla="*/ 0 h 4816965"/>
              <a:gd name="connsiteX10" fmla="*/ 2984367 w 3335722"/>
              <a:gd name="connsiteY10" fmla="*/ 986092 h 4816965"/>
              <a:gd name="connsiteX11" fmla="*/ 348757 w 3335722"/>
              <a:gd name="connsiteY11" fmla="*/ 3640994 h 4816965"/>
              <a:gd name="connsiteX12" fmla="*/ 26007 w 3335722"/>
              <a:gd name="connsiteY12" fmla="*/ 3371975 h 4816965"/>
              <a:gd name="connsiteX13" fmla="*/ 284237 w 3335722"/>
              <a:gd name="connsiteY13" fmla="*/ 3067879 h 4816965"/>
              <a:gd name="connsiteX14" fmla="*/ 2407898 w 3335722"/>
              <a:gd name="connsiteY14" fmla="*/ 944218 h 4816965"/>
              <a:gd name="connsiteX15" fmla="*/ 2241011 w 3335722"/>
              <a:gd name="connsiteY15" fmla="*/ 117593 h 4816965"/>
              <a:gd name="connsiteX16" fmla="*/ 2184363 w 3335722"/>
              <a:gd name="connsiteY16" fmla="*/ 0 h 4816965"/>
              <a:gd name="connsiteX17" fmla="*/ 528735 w 3335722"/>
              <a:gd name="connsiteY17" fmla="*/ 0 h 4816965"/>
              <a:gd name="connsiteX18" fmla="*/ 1551669 w 3335722"/>
              <a:gd name="connsiteY18" fmla="*/ 0 h 4816965"/>
              <a:gd name="connsiteX19" fmla="*/ 1609366 w 3335722"/>
              <a:gd name="connsiteY19" fmla="*/ 77157 h 4816965"/>
              <a:gd name="connsiteX20" fmla="*/ 1878264 w 3335722"/>
              <a:gd name="connsiteY20" fmla="*/ 957470 h 4816965"/>
              <a:gd name="connsiteX21" fmla="*/ 303772 w 3335722"/>
              <a:gd name="connsiteY21" fmla="*/ 2531962 h 4816965"/>
              <a:gd name="connsiteX22" fmla="*/ 26651 w 3335722"/>
              <a:gd name="connsiteY22" fmla="*/ 2245150 h 4816965"/>
              <a:gd name="connsiteX23" fmla="*/ 304287 w 3335722"/>
              <a:gd name="connsiteY23" fmla="*/ 1954696 h 4816965"/>
              <a:gd name="connsiteX24" fmla="*/ 1294887 w 3335722"/>
              <a:gd name="connsiteY24" fmla="*/ 964096 h 4816965"/>
              <a:gd name="connsiteX25" fmla="*/ 598861 w 3335722"/>
              <a:gd name="connsiteY25" fmla="*/ 18032 h 4816965"/>
              <a:gd name="connsiteX26" fmla="*/ 528735 w 3335722"/>
              <a:gd name="connsiteY26" fmla="*/ 0 h 4816965"/>
              <a:gd name="connsiteX0" fmla="*/ 3344573 w 3344573"/>
              <a:gd name="connsiteY0" fmla="*/ 1992970 h 4770606"/>
              <a:gd name="connsiteX1" fmla="*/ 3344573 w 3344573"/>
              <a:gd name="connsiteY1" fmla="*/ 3300726 h 4770606"/>
              <a:gd name="connsiteX2" fmla="*/ 3263157 w 3344573"/>
              <a:gd name="connsiteY2" fmla="*/ 3409602 h 4770606"/>
              <a:gd name="connsiteX3" fmla="*/ 381182 w 3344573"/>
              <a:gd name="connsiteY3" fmla="*/ 4768732 h 4770606"/>
              <a:gd name="connsiteX4" fmla="*/ 40608 w 3344573"/>
              <a:gd name="connsiteY4" fmla="*/ 4463637 h 4770606"/>
              <a:gd name="connsiteX5" fmla="*/ 389255 w 3344573"/>
              <a:gd name="connsiteY5" fmla="*/ 4167640 h 4770606"/>
              <a:gd name="connsiteX6" fmla="*/ 3344439 w 3344573"/>
              <a:gd name="connsiteY6" fmla="*/ 1993493 h 4770606"/>
              <a:gd name="connsiteX7" fmla="*/ 3344573 w 3344573"/>
              <a:gd name="connsiteY7" fmla="*/ 1992970 h 4770606"/>
              <a:gd name="connsiteX8" fmla="*/ 2193214 w 3344573"/>
              <a:gd name="connsiteY8" fmla="*/ 0 h 4770606"/>
              <a:gd name="connsiteX9" fmla="*/ 2800422 w 3344573"/>
              <a:gd name="connsiteY9" fmla="*/ 0 h 4770606"/>
              <a:gd name="connsiteX10" fmla="*/ 2993218 w 3344573"/>
              <a:gd name="connsiteY10" fmla="*/ 986092 h 4770606"/>
              <a:gd name="connsiteX11" fmla="*/ 357608 w 3344573"/>
              <a:gd name="connsiteY11" fmla="*/ 3640994 h 4770606"/>
              <a:gd name="connsiteX12" fmla="*/ 34858 w 3344573"/>
              <a:gd name="connsiteY12" fmla="*/ 3371975 h 4770606"/>
              <a:gd name="connsiteX13" fmla="*/ 293088 w 3344573"/>
              <a:gd name="connsiteY13" fmla="*/ 3067879 h 4770606"/>
              <a:gd name="connsiteX14" fmla="*/ 2416749 w 3344573"/>
              <a:gd name="connsiteY14" fmla="*/ 944218 h 4770606"/>
              <a:gd name="connsiteX15" fmla="*/ 2249862 w 3344573"/>
              <a:gd name="connsiteY15" fmla="*/ 117593 h 4770606"/>
              <a:gd name="connsiteX16" fmla="*/ 2193214 w 3344573"/>
              <a:gd name="connsiteY16" fmla="*/ 0 h 4770606"/>
              <a:gd name="connsiteX17" fmla="*/ 537586 w 3344573"/>
              <a:gd name="connsiteY17" fmla="*/ 0 h 4770606"/>
              <a:gd name="connsiteX18" fmla="*/ 1560520 w 3344573"/>
              <a:gd name="connsiteY18" fmla="*/ 0 h 4770606"/>
              <a:gd name="connsiteX19" fmla="*/ 1618217 w 3344573"/>
              <a:gd name="connsiteY19" fmla="*/ 77157 h 4770606"/>
              <a:gd name="connsiteX20" fmla="*/ 1887115 w 3344573"/>
              <a:gd name="connsiteY20" fmla="*/ 957470 h 4770606"/>
              <a:gd name="connsiteX21" fmla="*/ 312623 w 3344573"/>
              <a:gd name="connsiteY21" fmla="*/ 2531962 h 4770606"/>
              <a:gd name="connsiteX22" fmla="*/ 35502 w 3344573"/>
              <a:gd name="connsiteY22" fmla="*/ 2245150 h 4770606"/>
              <a:gd name="connsiteX23" fmla="*/ 313138 w 3344573"/>
              <a:gd name="connsiteY23" fmla="*/ 1954696 h 4770606"/>
              <a:gd name="connsiteX24" fmla="*/ 1303738 w 3344573"/>
              <a:gd name="connsiteY24" fmla="*/ 964096 h 4770606"/>
              <a:gd name="connsiteX25" fmla="*/ 607712 w 3344573"/>
              <a:gd name="connsiteY25" fmla="*/ 18032 h 4770606"/>
              <a:gd name="connsiteX26" fmla="*/ 537586 w 3344573"/>
              <a:gd name="connsiteY26" fmla="*/ 0 h 4770606"/>
              <a:gd name="connsiteX0" fmla="*/ 3311075 w 3311075"/>
              <a:gd name="connsiteY0" fmla="*/ 1992970 h 4768934"/>
              <a:gd name="connsiteX1" fmla="*/ 3311075 w 3311075"/>
              <a:gd name="connsiteY1" fmla="*/ 3300726 h 4768934"/>
              <a:gd name="connsiteX2" fmla="*/ 3229659 w 3311075"/>
              <a:gd name="connsiteY2" fmla="*/ 3409602 h 4768934"/>
              <a:gd name="connsiteX3" fmla="*/ 347684 w 3311075"/>
              <a:gd name="connsiteY3" fmla="*/ 4768732 h 4768934"/>
              <a:gd name="connsiteX4" fmla="*/ 7110 w 3311075"/>
              <a:gd name="connsiteY4" fmla="*/ 4463637 h 4768934"/>
              <a:gd name="connsiteX5" fmla="*/ 355757 w 3311075"/>
              <a:gd name="connsiteY5" fmla="*/ 4167640 h 4768934"/>
              <a:gd name="connsiteX6" fmla="*/ 3310941 w 3311075"/>
              <a:gd name="connsiteY6" fmla="*/ 1993493 h 4768934"/>
              <a:gd name="connsiteX7" fmla="*/ 3311075 w 3311075"/>
              <a:gd name="connsiteY7" fmla="*/ 1992970 h 4768934"/>
              <a:gd name="connsiteX8" fmla="*/ 2159716 w 3311075"/>
              <a:gd name="connsiteY8" fmla="*/ 0 h 4768934"/>
              <a:gd name="connsiteX9" fmla="*/ 2766924 w 3311075"/>
              <a:gd name="connsiteY9" fmla="*/ 0 h 4768934"/>
              <a:gd name="connsiteX10" fmla="*/ 2959720 w 3311075"/>
              <a:gd name="connsiteY10" fmla="*/ 986092 h 4768934"/>
              <a:gd name="connsiteX11" fmla="*/ 324110 w 3311075"/>
              <a:gd name="connsiteY11" fmla="*/ 3640994 h 4768934"/>
              <a:gd name="connsiteX12" fmla="*/ 1360 w 3311075"/>
              <a:gd name="connsiteY12" fmla="*/ 3371975 h 4768934"/>
              <a:gd name="connsiteX13" fmla="*/ 259590 w 3311075"/>
              <a:gd name="connsiteY13" fmla="*/ 3067879 h 4768934"/>
              <a:gd name="connsiteX14" fmla="*/ 2383251 w 3311075"/>
              <a:gd name="connsiteY14" fmla="*/ 944218 h 4768934"/>
              <a:gd name="connsiteX15" fmla="*/ 2216364 w 3311075"/>
              <a:gd name="connsiteY15" fmla="*/ 117593 h 4768934"/>
              <a:gd name="connsiteX16" fmla="*/ 2159716 w 3311075"/>
              <a:gd name="connsiteY16" fmla="*/ 0 h 4768934"/>
              <a:gd name="connsiteX17" fmla="*/ 504088 w 3311075"/>
              <a:gd name="connsiteY17" fmla="*/ 0 h 4768934"/>
              <a:gd name="connsiteX18" fmla="*/ 1527022 w 3311075"/>
              <a:gd name="connsiteY18" fmla="*/ 0 h 4768934"/>
              <a:gd name="connsiteX19" fmla="*/ 1584719 w 3311075"/>
              <a:gd name="connsiteY19" fmla="*/ 77157 h 4768934"/>
              <a:gd name="connsiteX20" fmla="*/ 1853617 w 3311075"/>
              <a:gd name="connsiteY20" fmla="*/ 957470 h 4768934"/>
              <a:gd name="connsiteX21" fmla="*/ 279125 w 3311075"/>
              <a:gd name="connsiteY21" fmla="*/ 2531962 h 4768934"/>
              <a:gd name="connsiteX22" fmla="*/ 2004 w 3311075"/>
              <a:gd name="connsiteY22" fmla="*/ 2245150 h 4768934"/>
              <a:gd name="connsiteX23" fmla="*/ 279640 w 3311075"/>
              <a:gd name="connsiteY23" fmla="*/ 1954696 h 4768934"/>
              <a:gd name="connsiteX24" fmla="*/ 1270240 w 3311075"/>
              <a:gd name="connsiteY24" fmla="*/ 964096 h 4768934"/>
              <a:gd name="connsiteX25" fmla="*/ 574214 w 3311075"/>
              <a:gd name="connsiteY25" fmla="*/ 18032 h 4768934"/>
              <a:gd name="connsiteX26" fmla="*/ 504088 w 3311075"/>
              <a:gd name="connsiteY26" fmla="*/ 0 h 4768934"/>
              <a:gd name="connsiteX0" fmla="*/ 3311075 w 3311075"/>
              <a:gd name="connsiteY0" fmla="*/ 1992970 h 4768934"/>
              <a:gd name="connsiteX1" fmla="*/ 3311075 w 3311075"/>
              <a:gd name="connsiteY1" fmla="*/ 3300726 h 4768934"/>
              <a:gd name="connsiteX2" fmla="*/ 3229659 w 3311075"/>
              <a:gd name="connsiteY2" fmla="*/ 3409602 h 4768934"/>
              <a:gd name="connsiteX3" fmla="*/ 347684 w 3311075"/>
              <a:gd name="connsiteY3" fmla="*/ 4768732 h 4768934"/>
              <a:gd name="connsiteX4" fmla="*/ 7110 w 3311075"/>
              <a:gd name="connsiteY4" fmla="*/ 4463637 h 4768934"/>
              <a:gd name="connsiteX5" fmla="*/ 355757 w 3311075"/>
              <a:gd name="connsiteY5" fmla="*/ 4167640 h 4768934"/>
              <a:gd name="connsiteX6" fmla="*/ 3310941 w 3311075"/>
              <a:gd name="connsiteY6" fmla="*/ 1993493 h 4768934"/>
              <a:gd name="connsiteX7" fmla="*/ 3311075 w 3311075"/>
              <a:gd name="connsiteY7" fmla="*/ 1992970 h 4768934"/>
              <a:gd name="connsiteX8" fmla="*/ 2159716 w 3311075"/>
              <a:gd name="connsiteY8" fmla="*/ 0 h 4768934"/>
              <a:gd name="connsiteX9" fmla="*/ 2766924 w 3311075"/>
              <a:gd name="connsiteY9" fmla="*/ 0 h 4768934"/>
              <a:gd name="connsiteX10" fmla="*/ 2959720 w 3311075"/>
              <a:gd name="connsiteY10" fmla="*/ 986092 h 4768934"/>
              <a:gd name="connsiteX11" fmla="*/ 324110 w 3311075"/>
              <a:gd name="connsiteY11" fmla="*/ 3640994 h 4768934"/>
              <a:gd name="connsiteX12" fmla="*/ 1360 w 3311075"/>
              <a:gd name="connsiteY12" fmla="*/ 3371975 h 4768934"/>
              <a:gd name="connsiteX13" fmla="*/ 259590 w 3311075"/>
              <a:gd name="connsiteY13" fmla="*/ 3067879 h 4768934"/>
              <a:gd name="connsiteX14" fmla="*/ 2383251 w 3311075"/>
              <a:gd name="connsiteY14" fmla="*/ 944218 h 4768934"/>
              <a:gd name="connsiteX15" fmla="*/ 2216364 w 3311075"/>
              <a:gd name="connsiteY15" fmla="*/ 117593 h 4768934"/>
              <a:gd name="connsiteX16" fmla="*/ 2159716 w 3311075"/>
              <a:gd name="connsiteY16" fmla="*/ 0 h 4768934"/>
              <a:gd name="connsiteX17" fmla="*/ 504088 w 3311075"/>
              <a:gd name="connsiteY17" fmla="*/ 0 h 4768934"/>
              <a:gd name="connsiteX18" fmla="*/ 1527022 w 3311075"/>
              <a:gd name="connsiteY18" fmla="*/ 0 h 4768934"/>
              <a:gd name="connsiteX19" fmla="*/ 1584719 w 3311075"/>
              <a:gd name="connsiteY19" fmla="*/ 77157 h 4768934"/>
              <a:gd name="connsiteX20" fmla="*/ 1853617 w 3311075"/>
              <a:gd name="connsiteY20" fmla="*/ 957470 h 4768934"/>
              <a:gd name="connsiteX21" fmla="*/ 279125 w 3311075"/>
              <a:gd name="connsiteY21" fmla="*/ 2531962 h 4768934"/>
              <a:gd name="connsiteX22" fmla="*/ 2004 w 3311075"/>
              <a:gd name="connsiteY22" fmla="*/ 2245150 h 4768934"/>
              <a:gd name="connsiteX23" fmla="*/ 279640 w 3311075"/>
              <a:gd name="connsiteY23" fmla="*/ 1954696 h 4768934"/>
              <a:gd name="connsiteX24" fmla="*/ 1270240 w 3311075"/>
              <a:gd name="connsiteY24" fmla="*/ 964096 h 4768934"/>
              <a:gd name="connsiteX25" fmla="*/ 574214 w 3311075"/>
              <a:gd name="connsiteY25" fmla="*/ 18032 h 4768934"/>
              <a:gd name="connsiteX26" fmla="*/ 504088 w 3311075"/>
              <a:gd name="connsiteY26" fmla="*/ 0 h 4768934"/>
              <a:gd name="connsiteX0" fmla="*/ 3311075 w 3311075"/>
              <a:gd name="connsiteY0" fmla="*/ 1992970 h 4758158"/>
              <a:gd name="connsiteX1" fmla="*/ 3311075 w 3311075"/>
              <a:gd name="connsiteY1" fmla="*/ 3300726 h 4758158"/>
              <a:gd name="connsiteX2" fmla="*/ 3229659 w 3311075"/>
              <a:gd name="connsiteY2" fmla="*/ 3409602 h 4758158"/>
              <a:gd name="connsiteX3" fmla="*/ 363821 w 3311075"/>
              <a:gd name="connsiteY3" fmla="*/ 4757975 h 4758158"/>
              <a:gd name="connsiteX4" fmla="*/ 7110 w 3311075"/>
              <a:gd name="connsiteY4" fmla="*/ 4463637 h 4758158"/>
              <a:gd name="connsiteX5" fmla="*/ 355757 w 3311075"/>
              <a:gd name="connsiteY5" fmla="*/ 4167640 h 4758158"/>
              <a:gd name="connsiteX6" fmla="*/ 3310941 w 3311075"/>
              <a:gd name="connsiteY6" fmla="*/ 1993493 h 4758158"/>
              <a:gd name="connsiteX7" fmla="*/ 3311075 w 3311075"/>
              <a:gd name="connsiteY7" fmla="*/ 1992970 h 4758158"/>
              <a:gd name="connsiteX8" fmla="*/ 2159716 w 3311075"/>
              <a:gd name="connsiteY8" fmla="*/ 0 h 4758158"/>
              <a:gd name="connsiteX9" fmla="*/ 2766924 w 3311075"/>
              <a:gd name="connsiteY9" fmla="*/ 0 h 4758158"/>
              <a:gd name="connsiteX10" fmla="*/ 2959720 w 3311075"/>
              <a:gd name="connsiteY10" fmla="*/ 986092 h 4758158"/>
              <a:gd name="connsiteX11" fmla="*/ 324110 w 3311075"/>
              <a:gd name="connsiteY11" fmla="*/ 3640994 h 4758158"/>
              <a:gd name="connsiteX12" fmla="*/ 1360 w 3311075"/>
              <a:gd name="connsiteY12" fmla="*/ 3371975 h 4758158"/>
              <a:gd name="connsiteX13" fmla="*/ 259590 w 3311075"/>
              <a:gd name="connsiteY13" fmla="*/ 3067879 h 4758158"/>
              <a:gd name="connsiteX14" fmla="*/ 2383251 w 3311075"/>
              <a:gd name="connsiteY14" fmla="*/ 944218 h 4758158"/>
              <a:gd name="connsiteX15" fmla="*/ 2216364 w 3311075"/>
              <a:gd name="connsiteY15" fmla="*/ 117593 h 4758158"/>
              <a:gd name="connsiteX16" fmla="*/ 2159716 w 3311075"/>
              <a:gd name="connsiteY16" fmla="*/ 0 h 4758158"/>
              <a:gd name="connsiteX17" fmla="*/ 504088 w 3311075"/>
              <a:gd name="connsiteY17" fmla="*/ 0 h 4758158"/>
              <a:gd name="connsiteX18" fmla="*/ 1527022 w 3311075"/>
              <a:gd name="connsiteY18" fmla="*/ 0 h 4758158"/>
              <a:gd name="connsiteX19" fmla="*/ 1584719 w 3311075"/>
              <a:gd name="connsiteY19" fmla="*/ 77157 h 4758158"/>
              <a:gd name="connsiteX20" fmla="*/ 1853617 w 3311075"/>
              <a:gd name="connsiteY20" fmla="*/ 957470 h 4758158"/>
              <a:gd name="connsiteX21" fmla="*/ 279125 w 3311075"/>
              <a:gd name="connsiteY21" fmla="*/ 2531962 h 4758158"/>
              <a:gd name="connsiteX22" fmla="*/ 2004 w 3311075"/>
              <a:gd name="connsiteY22" fmla="*/ 2245150 h 4758158"/>
              <a:gd name="connsiteX23" fmla="*/ 279640 w 3311075"/>
              <a:gd name="connsiteY23" fmla="*/ 1954696 h 4758158"/>
              <a:gd name="connsiteX24" fmla="*/ 1270240 w 3311075"/>
              <a:gd name="connsiteY24" fmla="*/ 964096 h 4758158"/>
              <a:gd name="connsiteX25" fmla="*/ 574214 w 3311075"/>
              <a:gd name="connsiteY25" fmla="*/ 18032 h 4758158"/>
              <a:gd name="connsiteX26" fmla="*/ 504088 w 3311075"/>
              <a:gd name="connsiteY26" fmla="*/ 0 h 4758158"/>
              <a:gd name="connsiteX0" fmla="*/ 3311075 w 3311075"/>
              <a:gd name="connsiteY0" fmla="*/ 1992970 h 4758158"/>
              <a:gd name="connsiteX1" fmla="*/ 3311075 w 3311075"/>
              <a:gd name="connsiteY1" fmla="*/ 3300726 h 4758158"/>
              <a:gd name="connsiteX2" fmla="*/ 3229659 w 3311075"/>
              <a:gd name="connsiteY2" fmla="*/ 3409602 h 4758158"/>
              <a:gd name="connsiteX3" fmla="*/ 363821 w 3311075"/>
              <a:gd name="connsiteY3" fmla="*/ 4757975 h 4758158"/>
              <a:gd name="connsiteX4" fmla="*/ 7110 w 3311075"/>
              <a:gd name="connsiteY4" fmla="*/ 4463637 h 4758158"/>
              <a:gd name="connsiteX5" fmla="*/ 355757 w 3311075"/>
              <a:gd name="connsiteY5" fmla="*/ 4167640 h 4758158"/>
              <a:gd name="connsiteX6" fmla="*/ 3310941 w 3311075"/>
              <a:gd name="connsiteY6" fmla="*/ 1993493 h 4758158"/>
              <a:gd name="connsiteX7" fmla="*/ 3311075 w 3311075"/>
              <a:gd name="connsiteY7" fmla="*/ 1992970 h 4758158"/>
              <a:gd name="connsiteX8" fmla="*/ 2159716 w 3311075"/>
              <a:gd name="connsiteY8" fmla="*/ 0 h 4758158"/>
              <a:gd name="connsiteX9" fmla="*/ 2766924 w 3311075"/>
              <a:gd name="connsiteY9" fmla="*/ 0 h 4758158"/>
              <a:gd name="connsiteX10" fmla="*/ 2959720 w 3311075"/>
              <a:gd name="connsiteY10" fmla="*/ 986092 h 4758158"/>
              <a:gd name="connsiteX11" fmla="*/ 324110 w 3311075"/>
              <a:gd name="connsiteY11" fmla="*/ 3640994 h 4758158"/>
              <a:gd name="connsiteX12" fmla="*/ 1360 w 3311075"/>
              <a:gd name="connsiteY12" fmla="*/ 3371975 h 4758158"/>
              <a:gd name="connsiteX13" fmla="*/ 259590 w 3311075"/>
              <a:gd name="connsiteY13" fmla="*/ 3067879 h 4758158"/>
              <a:gd name="connsiteX14" fmla="*/ 2383251 w 3311075"/>
              <a:gd name="connsiteY14" fmla="*/ 944218 h 4758158"/>
              <a:gd name="connsiteX15" fmla="*/ 2216364 w 3311075"/>
              <a:gd name="connsiteY15" fmla="*/ 117593 h 4758158"/>
              <a:gd name="connsiteX16" fmla="*/ 2159716 w 3311075"/>
              <a:gd name="connsiteY16" fmla="*/ 0 h 4758158"/>
              <a:gd name="connsiteX17" fmla="*/ 504088 w 3311075"/>
              <a:gd name="connsiteY17" fmla="*/ 0 h 4758158"/>
              <a:gd name="connsiteX18" fmla="*/ 1527022 w 3311075"/>
              <a:gd name="connsiteY18" fmla="*/ 0 h 4758158"/>
              <a:gd name="connsiteX19" fmla="*/ 1584719 w 3311075"/>
              <a:gd name="connsiteY19" fmla="*/ 77157 h 4758158"/>
              <a:gd name="connsiteX20" fmla="*/ 1853617 w 3311075"/>
              <a:gd name="connsiteY20" fmla="*/ 957470 h 4758158"/>
              <a:gd name="connsiteX21" fmla="*/ 279125 w 3311075"/>
              <a:gd name="connsiteY21" fmla="*/ 2531962 h 4758158"/>
              <a:gd name="connsiteX22" fmla="*/ 2004 w 3311075"/>
              <a:gd name="connsiteY22" fmla="*/ 2245150 h 4758158"/>
              <a:gd name="connsiteX23" fmla="*/ 279640 w 3311075"/>
              <a:gd name="connsiteY23" fmla="*/ 1954696 h 4758158"/>
              <a:gd name="connsiteX24" fmla="*/ 1270240 w 3311075"/>
              <a:gd name="connsiteY24" fmla="*/ 964096 h 4758158"/>
              <a:gd name="connsiteX25" fmla="*/ 574214 w 3311075"/>
              <a:gd name="connsiteY25" fmla="*/ 18032 h 4758158"/>
              <a:gd name="connsiteX26" fmla="*/ 504088 w 3311075"/>
              <a:gd name="connsiteY26" fmla="*/ 0 h 4758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311075" h="4758158">
                <a:moveTo>
                  <a:pt x="3311075" y="1992970"/>
                </a:moveTo>
                <a:lnTo>
                  <a:pt x="3311075" y="3300726"/>
                </a:lnTo>
                <a:lnTo>
                  <a:pt x="3229659" y="3409602"/>
                </a:lnTo>
                <a:cubicBezTo>
                  <a:pt x="2544637" y="4239657"/>
                  <a:pt x="1363988" y="4731428"/>
                  <a:pt x="363821" y="4757975"/>
                </a:cubicBezTo>
                <a:cubicBezTo>
                  <a:pt x="95045" y="4765109"/>
                  <a:pt x="8454" y="4562026"/>
                  <a:pt x="7110" y="4463637"/>
                </a:cubicBezTo>
                <a:cubicBezTo>
                  <a:pt x="5766" y="4365248"/>
                  <a:pt x="50240" y="4174774"/>
                  <a:pt x="355757" y="4167640"/>
                </a:cubicBezTo>
                <a:cubicBezTo>
                  <a:pt x="1696940" y="4136323"/>
                  <a:pt x="2919167" y="3253084"/>
                  <a:pt x="3310941" y="1993493"/>
                </a:cubicBezTo>
                <a:cubicBezTo>
                  <a:pt x="3310986" y="1993319"/>
                  <a:pt x="3311030" y="1993144"/>
                  <a:pt x="3311075" y="1992970"/>
                </a:cubicBezTo>
                <a:close/>
                <a:moveTo>
                  <a:pt x="2159716" y="0"/>
                </a:moveTo>
                <a:lnTo>
                  <a:pt x="2766924" y="0"/>
                </a:lnTo>
                <a:cubicBezTo>
                  <a:pt x="2857228" y="250410"/>
                  <a:pt x="2936911" y="467189"/>
                  <a:pt x="2959720" y="986092"/>
                </a:cubicBezTo>
                <a:cubicBezTo>
                  <a:pt x="2998288" y="1863516"/>
                  <a:pt x="2261502" y="3622639"/>
                  <a:pt x="324110" y="3640994"/>
                </a:cubicBezTo>
                <a:cubicBezTo>
                  <a:pt x="54011" y="3643553"/>
                  <a:pt x="12113" y="3467494"/>
                  <a:pt x="1360" y="3371975"/>
                </a:cubicBezTo>
                <a:cubicBezTo>
                  <a:pt x="-9393" y="3276456"/>
                  <a:pt x="40629" y="3083384"/>
                  <a:pt x="259590" y="3067879"/>
                </a:cubicBezTo>
                <a:cubicBezTo>
                  <a:pt x="1538368" y="2977327"/>
                  <a:pt x="2383251" y="2117084"/>
                  <a:pt x="2383251" y="944218"/>
                </a:cubicBezTo>
                <a:cubicBezTo>
                  <a:pt x="2383251" y="651002"/>
                  <a:pt x="2323827" y="371665"/>
                  <a:pt x="2216364" y="117593"/>
                </a:cubicBezTo>
                <a:lnTo>
                  <a:pt x="2159716" y="0"/>
                </a:lnTo>
                <a:close/>
                <a:moveTo>
                  <a:pt x="504088" y="0"/>
                </a:moveTo>
                <a:lnTo>
                  <a:pt x="1527022" y="0"/>
                </a:lnTo>
                <a:lnTo>
                  <a:pt x="1584719" y="77157"/>
                </a:lnTo>
                <a:cubicBezTo>
                  <a:pt x="1754487" y="328447"/>
                  <a:pt x="1853617" y="631382"/>
                  <a:pt x="1853617" y="957470"/>
                </a:cubicBezTo>
                <a:cubicBezTo>
                  <a:pt x="1853617" y="1827038"/>
                  <a:pt x="1082820" y="2575364"/>
                  <a:pt x="279125" y="2531962"/>
                </a:cubicBezTo>
                <a:cubicBezTo>
                  <a:pt x="56084" y="2519917"/>
                  <a:pt x="8643" y="2328321"/>
                  <a:pt x="2004" y="2245150"/>
                </a:cubicBezTo>
                <a:cubicBezTo>
                  <a:pt x="-8235" y="2116879"/>
                  <a:pt x="114292" y="1954696"/>
                  <a:pt x="279640" y="1954696"/>
                </a:cubicBezTo>
                <a:cubicBezTo>
                  <a:pt x="826733" y="1954696"/>
                  <a:pt x="1270240" y="1511189"/>
                  <a:pt x="1270240" y="964096"/>
                </a:cubicBezTo>
                <a:cubicBezTo>
                  <a:pt x="1270240" y="519583"/>
                  <a:pt x="977456" y="143453"/>
                  <a:pt x="574214" y="18032"/>
                </a:cubicBezTo>
                <a:lnTo>
                  <a:pt x="504088" y="0"/>
                </a:lnTo>
                <a:close/>
              </a:path>
            </a:pathLst>
          </a:custGeom>
        </p:spPr>
        <p:txBody>
          <a:bodyPr/>
          <a:lstStyle/>
          <a:p>
            <a:endParaRPr lang="fr-FR"/>
          </a:p>
        </p:txBody>
      </p:sp>
      <p:sp>
        <p:nvSpPr>
          <p:cNvPr id="2" name="Titre 1">
            <a:extLst>
              <a:ext uri="{FF2B5EF4-FFF2-40B4-BE49-F238E27FC236}">
                <a16:creationId xmlns:a16="http://schemas.microsoft.com/office/drawing/2014/main" id="{6640DC5E-64C9-5D76-0653-818E40E0CD30}"/>
              </a:ext>
            </a:extLst>
          </p:cNvPr>
          <p:cNvSpPr>
            <a:spLocks noGrp="1"/>
          </p:cNvSpPr>
          <p:nvPr>
            <p:ph type="ctrTitle" idx="4294967295"/>
          </p:nvPr>
        </p:nvSpPr>
        <p:spPr>
          <a:xfrm>
            <a:off x="764210" y="549718"/>
            <a:ext cx="8574156" cy="1225353"/>
          </a:xfrm>
          <a:prstGeom prst="rect">
            <a:avLst/>
          </a:prstGeom>
        </p:spPr>
        <p:txBody>
          <a:bodyPr>
            <a:normAutofit/>
          </a:bodyPr>
          <a:lstStyle/>
          <a:p>
            <a:r>
              <a:rPr lang="fr-FR" dirty="0"/>
              <a:t>L’AI AU DIFFERENTES ETAPES DU processus </a:t>
            </a:r>
          </a:p>
        </p:txBody>
      </p:sp>
      <p:sp>
        <p:nvSpPr>
          <p:cNvPr id="3" name="Sous-titre 2">
            <a:extLst>
              <a:ext uri="{FF2B5EF4-FFF2-40B4-BE49-F238E27FC236}">
                <a16:creationId xmlns:a16="http://schemas.microsoft.com/office/drawing/2014/main" id="{38E20058-4E08-30AE-FA2E-47FAAEF2D13F}"/>
              </a:ext>
            </a:extLst>
          </p:cNvPr>
          <p:cNvSpPr>
            <a:spLocks noGrp="1"/>
          </p:cNvSpPr>
          <p:nvPr>
            <p:ph type="subTitle" idx="4294967295"/>
          </p:nvPr>
        </p:nvSpPr>
        <p:spPr>
          <a:xfrm>
            <a:off x="764209" y="2206509"/>
            <a:ext cx="6640107" cy="977519"/>
          </a:xfrm>
          <a:prstGeom prst="rect">
            <a:avLst/>
          </a:prstGeom>
        </p:spPr>
        <p:txBody>
          <a:bodyPr/>
          <a:lstStyle/>
          <a:p>
            <a:endParaRPr lang="fr-FR"/>
          </a:p>
        </p:txBody>
      </p:sp>
      <p:sp>
        <p:nvSpPr>
          <p:cNvPr id="5" name="Espace réservé de la date 4">
            <a:extLst>
              <a:ext uri="{FF2B5EF4-FFF2-40B4-BE49-F238E27FC236}">
                <a16:creationId xmlns:a16="http://schemas.microsoft.com/office/drawing/2014/main" id="{307C08B7-8CDB-D8F7-21B5-5822347973EE}"/>
              </a:ext>
            </a:extLst>
          </p:cNvPr>
          <p:cNvSpPr>
            <a:spLocks noGrp="1"/>
          </p:cNvSpPr>
          <p:nvPr>
            <p:ph type="dt" sz="half" idx="4294967295"/>
          </p:nvPr>
        </p:nvSpPr>
        <p:spPr>
          <a:xfrm>
            <a:off x="764209" y="6031474"/>
            <a:ext cx="2743200" cy="365125"/>
          </a:xfrm>
          <a:prstGeom prst="rect">
            <a:avLst/>
          </a:prstGeom>
        </p:spPr>
        <p:txBody>
          <a:bodyPr/>
          <a:lstStyle/>
          <a:p>
            <a:endParaRPr lang="fr-FR"/>
          </a:p>
        </p:txBody>
      </p:sp>
    </p:spTree>
    <p:extLst>
      <p:ext uri="{BB962C8B-B14F-4D97-AF65-F5344CB8AC3E}">
        <p14:creationId xmlns:p14="http://schemas.microsoft.com/office/powerpoint/2010/main" val="3444132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grpSp>
        <p:nvGrpSpPr>
          <p:cNvPr id="8" name="Groupe 7">
            <a:extLst>
              <a:ext uri="{FF2B5EF4-FFF2-40B4-BE49-F238E27FC236}">
                <a16:creationId xmlns:a16="http://schemas.microsoft.com/office/drawing/2014/main" id="{A405605D-B3F7-32E6-9ED1-AE7F5CFEF08C}"/>
              </a:ext>
            </a:extLst>
          </p:cNvPr>
          <p:cNvGrpSpPr/>
          <p:nvPr/>
        </p:nvGrpSpPr>
        <p:grpSpPr>
          <a:xfrm>
            <a:off x="661895" y="362118"/>
            <a:ext cx="2676618" cy="2526949"/>
            <a:chOff x="604744" y="749651"/>
            <a:chExt cx="2696429" cy="2443546"/>
          </a:xfrm>
        </p:grpSpPr>
        <p:sp>
          <p:nvSpPr>
            <p:cNvPr id="22" name="Freeform 4">
              <a:extLst>
                <a:ext uri="{FF2B5EF4-FFF2-40B4-BE49-F238E27FC236}">
                  <a16:creationId xmlns:a16="http://schemas.microsoft.com/office/drawing/2014/main" id="{8000D584-550E-5E4A-A5C7-88DCFF5EAAFE}"/>
                </a:ext>
              </a:extLst>
            </p:cNvPr>
            <p:cNvSpPr>
              <a:spLocks noChangeArrowheads="1"/>
            </p:cNvSpPr>
            <p:nvPr/>
          </p:nvSpPr>
          <p:spPr bwMode="auto">
            <a:xfrm>
              <a:off x="604744" y="749651"/>
              <a:ext cx="1863092" cy="1167111"/>
            </a:xfrm>
            <a:custGeom>
              <a:avLst/>
              <a:gdLst>
                <a:gd name="T0" fmla="*/ 0 w 2300"/>
                <a:gd name="T1" fmla="*/ 1119 h 1443"/>
                <a:gd name="T2" fmla="*/ 0 w 2300"/>
                <a:gd name="T3" fmla="*/ 326 h 1443"/>
                <a:gd name="T4" fmla="*/ 0 w 2300"/>
                <a:gd name="T5" fmla="*/ 326 h 1443"/>
                <a:gd name="T6" fmla="*/ 71 w 2300"/>
                <a:gd name="T7" fmla="*/ 255 h 1443"/>
                <a:gd name="T8" fmla="*/ 1151 w 2300"/>
                <a:gd name="T9" fmla="*/ 255 h 1443"/>
                <a:gd name="T10" fmla="*/ 1151 w 2300"/>
                <a:gd name="T11" fmla="*/ 255 h 1443"/>
                <a:gd name="T12" fmla="*/ 1223 w 2300"/>
                <a:gd name="T13" fmla="*/ 184 h 1443"/>
                <a:gd name="T14" fmla="*/ 1223 w 2300"/>
                <a:gd name="T15" fmla="*/ 91 h 1443"/>
                <a:gd name="T16" fmla="*/ 1223 w 2300"/>
                <a:gd name="T17" fmla="*/ 91 h 1443"/>
                <a:gd name="T18" fmla="*/ 1334 w 2300"/>
                <a:gd name="T19" fmla="*/ 33 h 1443"/>
                <a:gd name="T20" fmla="*/ 2257 w 2300"/>
                <a:gd name="T21" fmla="*/ 662 h 1443"/>
                <a:gd name="T22" fmla="*/ 2257 w 2300"/>
                <a:gd name="T23" fmla="*/ 662 h 1443"/>
                <a:gd name="T24" fmla="*/ 2257 w 2300"/>
                <a:gd name="T25" fmla="*/ 780 h 1443"/>
                <a:gd name="T26" fmla="*/ 1334 w 2300"/>
                <a:gd name="T27" fmla="*/ 1409 h 1443"/>
                <a:gd name="T28" fmla="*/ 1334 w 2300"/>
                <a:gd name="T29" fmla="*/ 1409 h 1443"/>
                <a:gd name="T30" fmla="*/ 1223 w 2300"/>
                <a:gd name="T31" fmla="*/ 1350 h 1443"/>
                <a:gd name="T32" fmla="*/ 1223 w 2300"/>
                <a:gd name="T33" fmla="*/ 1261 h 1443"/>
                <a:gd name="T34" fmla="*/ 1223 w 2300"/>
                <a:gd name="T35" fmla="*/ 1261 h 1443"/>
                <a:gd name="T36" fmla="*/ 1151 w 2300"/>
                <a:gd name="T37" fmla="*/ 1190 h 1443"/>
                <a:gd name="T38" fmla="*/ 71 w 2300"/>
                <a:gd name="T39" fmla="*/ 1190 h 1443"/>
                <a:gd name="T40" fmla="*/ 71 w 2300"/>
                <a:gd name="T41" fmla="*/ 1190 h 1443"/>
                <a:gd name="T42" fmla="*/ 0 w 2300"/>
                <a:gd name="T43" fmla="*/ 1119 h 1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00" h="1443">
                  <a:moveTo>
                    <a:pt x="0" y="1119"/>
                  </a:moveTo>
                  <a:lnTo>
                    <a:pt x="0" y="326"/>
                  </a:lnTo>
                  <a:lnTo>
                    <a:pt x="0" y="326"/>
                  </a:lnTo>
                  <a:cubicBezTo>
                    <a:pt x="0" y="287"/>
                    <a:pt x="33" y="255"/>
                    <a:pt x="71" y="255"/>
                  </a:cubicBezTo>
                  <a:lnTo>
                    <a:pt x="1151" y="255"/>
                  </a:lnTo>
                  <a:lnTo>
                    <a:pt x="1151" y="255"/>
                  </a:lnTo>
                  <a:cubicBezTo>
                    <a:pt x="1190" y="255"/>
                    <a:pt x="1223" y="223"/>
                    <a:pt x="1223" y="184"/>
                  </a:cubicBezTo>
                  <a:lnTo>
                    <a:pt x="1223" y="91"/>
                  </a:lnTo>
                  <a:lnTo>
                    <a:pt x="1223" y="91"/>
                  </a:lnTo>
                  <a:cubicBezTo>
                    <a:pt x="1223" y="34"/>
                    <a:pt x="1287" y="0"/>
                    <a:pt x="1334" y="33"/>
                  </a:cubicBezTo>
                  <a:lnTo>
                    <a:pt x="2257" y="662"/>
                  </a:lnTo>
                  <a:lnTo>
                    <a:pt x="2257" y="662"/>
                  </a:lnTo>
                  <a:cubicBezTo>
                    <a:pt x="2299" y="690"/>
                    <a:pt x="2299" y="751"/>
                    <a:pt x="2257" y="780"/>
                  </a:cubicBezTo>
                  <a:lnTo>
                    <a:pt x="1334" y="1409"/>
                  </a:lnTo>
                  <a:lnTo>
                    <a:pt x="1334" y="1409"/>
                  </a:lnTo>
                  <a:cubicBezTo>
                    <a:pt x="1287" y="1442"/>
                    <a:pt x="1223" y="1407"/>
                    <a:pt x="1223" y="1350"/>
                  </a:cubicBezTo>
                  <a:lnTo>
                    <a:pt x="1223" y="1261"/>
                  </a:lnTo>
                  <a:lnTo>
                    <a:pt x="1223" y="1261"/>
                  </a:lnTo>
                  <a:cubicBezTo>
                    <a:pt x="1223" y="1221"/>
                    <a:pt x="1190" y="1190"/>
                    <a:pt x="1151" y="1190"/>
                  </a:cubicBezTo>
                  <a:lnTo>
                    <a:pt x="71" y="1190"/>
                  </a:lnTo>
                  <a:lnTo>
                    <a:pt x="71" y="1190"/>
                  </a:lnTo>
                  <a:cubicBezTo>
                    <a:pt x="33" y="1190"/>
                    <a:pt x="0" y="1158"/>
                    <a:pt x="0" y="1119"/>
                  </a:cubicBezTo>
                </a:path>
              </a:pathLst>
            </a:custGeom>
            <a:solidFill>
              <a:schemeClr val="accent1"/>
            </a:solidFill>
            <a:ln>
              <a:noFill/>
            </a:ln>
            <a:effectLst/>
          </p:spPr>
          <p:txBody>
            <a:bodyPr wrap="none" anchor="ctr"/>
            <a:lstStyle/>
            <a:p>
              <a:endParaRPr lang="en-US" sz="3266"/>
            </a:p>
          </p:txBody>
        </p:sp>
        <p:sp>
          <p:nvSpPr>
            <p:cNvPr id="23" name="Freeform 5">
              <a:extLst>
                <a:ext uri="{FF2B5EF4-FFF2-40B4-BE49-F238E27FC236}">
                  <a16:creationId xmlns:a16="http://schemas.microsoft.com/office/drawing/2014/main" id="{8D03D583-4840-E148-8D5C-5553119036F5}"/>
                </a:ext>
              </a:extLst>
            </p:cNvPr>
            <p:cNvSpPr>
              <a:spLocks noChangeArrowheads="1"/>
            </p:cNvSpPr>
            <p:nvPr/>
          </p:nvSpPr>
          <p:spPr bwMode="auto">
            <a:xfrm>
              <a:off x="996629" y="1399728"/>
              <a:ext cx="1863092" cy="1167111"/>
            </a:xfrm>
            <a:custGeom>
              <a:avLst/>
              <a:gdLst>
                <a:gd name="T0" fmla="*/ 0 w 2300"/>
                <a:gd name="T1" fmla="*/ 1117 h 1441"/>
                <a:gd name="T2" fmla="*/ 0 w 2300"/>
                <a:gd name="T3" fmla="*/ 326 h 1441"/>
                <a:gd name="T4" fmla="*/ 0 w 2300"/>
                <a:gd name="T5" fmla="*/ 326 h 1441"/>
                <a:gd name="T6" fmla="*/ 71 w 2300"/>
                <a:gd name="T7" fmla="*/ 254 h 1441"/>
                <a:gd name="T8" fmla="*/ 1152 w 2300"/>
                <a:gd name="T9" fmla="*/ 254 h 1441"/>
                <a:gd name="T10" fmla="*/ 1152 w 2300"/>
                <a:gd name="T11" fmla="*/ 254 h 1441"/>
                <a:gd name="T12" fmla="*/ 1223 w 2300"/>
                <a:gd name="T13" fmla="*/ 183 h 1441"/>
                <a:gd name="T14" fmla="*/ 1223 w 2300"/>
                <a:gd name="T15" fmla="*/ 91 h 1441"/>
                <a:gd name="T16" fmla="*/ 1223 w 2300"/>
                <a:gd name="T17" fmla="*/ 91 h 1441"/>
                <a:gd name="T18" fmla="*/ 1335 w 2300"/>
                <a:gd name="T19" fmla="*/ 32 h 1441"/>
                <a:gd name="T20" fmla="*/ 2258 w 2300"/>
                <a:gd name="T21" fmla="*/ 662 h 1441"/>
                <a:gd name="T22" fmla="*/ 2258 w 2300"/>
                <a:gd name="T23" fmla="*/ 662 h 1441"/>
                <a:gd name="T24" fmla="*/ 2258 w 2300"/>
                <a:gd name="T25" fmla="*/ 779 h 1441"/>
                <a:gd name="T26" fmla="*/ 1335 w 2300"/>
                <a:gd name="T27" fmla="*/ 1408 h 1441"/>
                <a:gd name="T28" fmla="*/ 1335 w 2300"/>
                <a:gd name="T29" fmla="*/ 1408 h 1441"/>
                <a:gd name="T30" fmla="*/ 1223 w 2300"/>
                <a:gd name="T31" fmla="*/ 1349 h 1441"/>
                <a:gd name="T32" fmla="*/ 1223 w 2300"/>
                <a:gd name="T33" fmla="*/ 1260 h 1441"/>
                <a:gd name="T34" fmla="*/ 1223 w 2300"/>
                <a:gd name="T35" fmla="*/ 1260 h 1441"/>
                <a:gd name="T36" fmla="*/ 1152 w 2300"/>
                <a:gd name="T37" fmla="*/ 1189 h 1441"/>
                <a:gd name="T38" fmla="*/ 71 w 2300"/>
                <a:gd name="T39" fmla="*/ 1189 h 1441"/>
                <a:gd name="T40" fmla="*/ 71 w 2300"/>
                <a:gd name="T41" fmla="*/ 1189 h 1441"/>
                <a:gd name="T42" fmla="*/ 0 w 2300"/>
                <a:gd name="T43" fmla="*/ 1117 h 1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00" h="1441">
                  <a:moveTo>
                    <a:pt x="0" y="1117"/>
                  </a:moveTo>
                  <a:lnTo>
                    <a:pt x="0" y="326"/>
                  </a:lnTo>
                  <a:lnTo>
                    <a:pt x="0" y="326"/>
                  </a:lnTo>
                  <a:cubicBezTo>
                    <a:pt x="0" y="286"/>
                    <a:pt x="31" y="254"/>
                    <a:pt x="71" y="254"/>
                  </a:cubicBezTo>
                  <a:lnTo>
                    <a:pt x="1152" y="254"/>
                  </a:lnTo>
                  <a:lnTo>
                    <a:pt x="1152" y="254"/>
                  </a:lnTo>
                  <a:cubicBezTo>
                    <a:pt x="1191" y="254"/>
                    <a:pt x="1223" y="223"/>
                    <a:pt x="1223" y="183"/>
                  </a:cubicBezTo>
                  <a:lnTo>
                    <a:pt x="1223" y="91"/>
                  </a:lnTo>
                  <a:lnTo>
                    <a:pt x="1223" y="91"/>
                  </a:lnTo>
                  <a:cubicBezTo>
                    <a:pt x="1223" y="34"/>
                    <a:pt x="1287" y="0"/>
                    <a:pt x="1335" y="32"/>
                  </a:cubicBezTo>
                  <a:lnTo>
                    <a:pt x="2258" y="662"/>
                  </a:lnTo>
                  <a:lnTo>
                    <a:pt x="2258" y="662"/>
                  </a:lnTo>
                  <a:cubicBezTo>
                    <a:pt x="2299" y="690"/>
                    <a:pt x="2299" y="751"/>
                    <a:pt x="2258" y="779"/>
                  </a:cubicBezTo>
                  <a:lnTo>
                    <a:pt x="1335" y="1408"/>
                  </a:lnTo>
                  <a:lnTo>
                    <a:pt x="1335" y="1408"/>
                  </a:lnTo>
                  <a:cubicBezTo>
                    <a:pt x="1287" y="1440"/>
                    <a:pt x="1223" y="1406"/>
                    <a:pt x="1223" y="1349"/>
                  </a:cubicBezTo>
                  <a:lnTo>
                    <a:pt x="1223" y="1260"/>
                  </a:lnTo>
                  <a:lnTo>
                    <a:pt x="1223" y="1260"/>
                  </a:lnTo>
                  <a:cubicBezTo>
                    <a:pt x="1223" y="1221"/>
                    <a:pt x="1191" y="1189"/>
                    <a:pt x="1152" y="1189"/>
                  </a:cubicBezTo>
                  <a:lnTo>
                    <a:pt x="71" y="1189"/>
                  </a:lnTo>
                  <a:lnTo>
                    <a:pt x="71" y="1189"/>
                  </a:lnTo>
                  <a:cubicBezTo>
                    <a:pt x="31" y="1189"/>
                    <a:pt x="0" y="1157"/>
                    <a:pt x="0" y="1117"/>
                  </a:cubicBezTo>
                </a:path>
              </a:pathLst>
            </a:custGeom>
            <a:solidFill>
              <a:schemeClr val="accent2"/>
            </a:solidFill>
            <a:ln>
              <a:noFill/>
            </a:ln>
            <a:effectLst/>
          </p:spPr>
          <p:txBody>
            <a:bodyPr wrap="none" anchor="ctr"/>
            <a:lstStyle/>
            <a:p>
              <a:endParaRPr lang="en-US" sz="3266"/>
            </a:p>
          </p:txBody>
        </p:sp>
        <p:sp>
          <p:nvSpPr>
            <p:cNvPr id="24" name="Freeform 6">
              <a:extLst>
                <a:ext uri="{FF2B5EF4-FFF2-40B4-BE49-F238E27FC236}">
                  <a16:creationId xmlns:a16="http://schemas.microsoft.com/office/drawing/2014/main" id="{B36DC836-815B-7B49-BE71-53FEF16239A9}"/>
                </a:ext>
              </a:extLst>
            </p:cNvPr>
            <p:cNvSpPr>
              <a:spLocks noChangeArrowheads="1"/>
            </p:cNvSpPr>
            <p:nvPr/>
          </p:nvSpPr>
          <p:spPr bwMode="auto">
            <a:xfrm>
              <a:off x="1438081" y="2026086"/>
              <a:ext cx="1863092" cy="1167111"/>
            </a:xfrm>
            <a:custGeom>
              <a:avLst/>
              <a:gdLst>
                <a:gd name="T0" fmla="*/ 0 w 2300"/>
                <a:gd name="T1" fmla="*/ 1118 h 1442"/>
                <a:gd name="T2" fmla="*/ 0 w 2300"/>
                <a:gd name="T3" fmla="*/ 326 h 1442"/>
                <a:gd name="T4" fmla="*/ 0 w 2300"/>
                <a:gd name="T5" fmla="*/ 326 h 1442"/>
                <a:gd name="T6" fmla="*/ 71 w 2300"/>
                <a:gd name="T7" fmla="*/ 254 h 1442"/>
                <a:gd name="T8" fmla="*/ 1152 w 2300"/>
                <a:gd name="T9" fmla="*/ 254 h 1442"/>
                <a:gd name="T10" fmla="*/ 1152 w 2300"/>
                <a:gd name="T11" fmla="*/ 254 h 1442"/>
                <a:gd name="T12" fmla="*/ 1223 w 2300"/>
                <a:gd name="T13" fmla="*/ 183 h 1442"/>
                <a:gd name="T14" fmla="*/ 1223 w 2300"/>
                <a:gd name="T15" fmla="*/ 91 h 1442"/>
                <a:gd name="T16" fmla="*/ 1223 w 2300"/>
                <a:gd name="T17" fmla="*/ 91 h 1442"/>
                <a:gd name="T18" fmla="*/ 1334 w 2300"/>
                <a:gd name="T19" fmla="*/ 32 h 1442"/>
                <a:gd name="T20" fmla="*/ 2258 w 2300"/>
                <a:gd name="T21" fmla="*/ 662 h 1442"/>
                <a:gd name="T22" fmla="*/ 2258 w 2300"/>
                <a:gd name="T23" fmla="*/ 662 h 1442"/>
                <a:gd name="T24" fmla="*/ 2258 w 2300"/>
                <a:gd name="T25" fmla="*/ 779 h 1442"/>
                <a:gd name="T26" fmla="*/ 1334 w 2300"/>
                <a:gd name="T27" fmla="*/ 1409 h 1442"/>
                <a:gd name="T28" fmla="*/ 1334 w 2300"/>
                <a:gd name="T29" fmla="*/ 1409 h 1442"/>
                <a:gd name="T30" fmla="*/ 1223 w 2300"/>
                <a:gd name="T31" fmla="*/ 1350 h 1442"/>
                <a:gd name="T32" fmla="*/ 1223 w 2300"/>
                <a:gd name="T33" fmla="*/ 1260 h 1442"/>
                <a:gd name="T34" fmla="*/ 1223 w 2300"/>
                <a:gd name="T35" fmla="*/ 1260 h 1442"/>
                <a:gd name="T36" fmla="*/ 1152 w 2300"/>
                <a:gd name="T37" fmla="*/ 1189 h 1442"/>
                <a:gd name="T38" fmla="*/ 71 w 2300"/>
                <a:gd name="T39" fmla="*/ 1189 h 1442"/>
                <a:gd name="T40" fmla="*/ 71 w 2300"/>
                <a:gd name="T41" fmla="*/ 1189 h 1442"/>
                <a:gd name="T42" fmla="*/ 0 w 2300"/>
                <a:gd name="T43" fmla="*/ 1118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00" h="1442">
                  <a:moveTo>
                    <a:pt x="0" y="1118"/>
                  </a:moveTo>
                  <a:lnTo>
                    <a:pt x="0" y="326"/>
                  </a:lnTo>
                  <a:lnTo>
                    <a:pt x="0" y="326"/>
                  </a:lnTo>
                  <a:cubicBezTo>
                    <a:pt x="0" y="286"/>
                    <a:pt x="32" y="254"/>
                    <a:pt x="71" y="254"/>
                  </a:cubicBezTo>
                  <a:lnTo>
                    <a:pt x="1152" y="254"/>
                  </a:lnTo>
                  <a:lnTo>
                    <a:pt x="1152" y="254"/>
                  </a:lnTo>
                  <a:cubicBezTo>
                    <a:pt x="1191" y="254"/>
                    <a:pt x="1223" y="223"/>
                    <a:pt x="1223" y="183"/>
                  </a:cubicBezTo>
                  <a:lnTo>
                    <a:pt x="1223" y="91"/>
                  </a:lnTo>
                  <a:lnTo>
                    <a:pt x="1223" y="91"/>
                  </a:lnTo>
                  <a:cubicBezTo>
                    <a:pt x="1223" y="34"/>
                    <a:pt x="1287" y="0"/>
                    <a:pt x="1334" y="32"/>
                  </a:cubicBezTo>
                  <a:lnTo>
                    <a:pt x="2258" y="662"/>
                  </a:lnTo>
                  <a:lnTo>
                    <a:pt x="2258" y="662"/>
                  </a:lnTo>
                  <a:cubicBezTo>
                    <a:pt x="2299" y="690"/>
                    <a:pt x="2299" y="751"/>
                    <a:pt x="2258" y="779"/>
                  </a:cubicBezTo>
                  <a:lnTo>
                    <a:pt x="1334" y="1409"/>
                  </a:lnTo>
                  <a:lnTo>
                    <a:pt x="1334" y="1409"/>
                  </a:lnTo>
                  <a:cubicBezTo>
                    <a:pt x="1287" y="1441"/>
                    <a:pt x="1223" y="1407"/>
                    <a:pt x="1223" y="1350"/>
                  </a:cubicBezTo>
                  <a:lnTo>
                    <a:pt x="1223" y="1260"/>
                  </a:lnTo>
                  <a:lnTo>
                    <a:pt x="1223" y="1260"/>
                  </a:lnTo>
                  <a:cubicBezTo>
                    <a:pt x="1223" y="1221"/>
                    <a:pt x="1191" y="1189"/>
                    <a:pt x="1152" y="1189"/>
                  </a:cubicBezTo>
                  <a:lnTo>
                    <a:pt x="71" y="1189"/>
                  </a:lnTo>
                  <a:lnTo>
                    <a:pt x="71" y="1189"/>
                  </a:lnTo>
                  <a:cubicBezTo>
                    <a:pt x="32" y="1189"/>
                    <a:pt x="0" y="1158"/>
                    <a:pt x="0" y="1118"/>
                  </a:cubicBezTo>
                </a:path>
              </a:pathLst>
            </a:custGeom>
            <a:solidFill>
              <a:schemeClr val="accent3"/>
            </a:solidFill>
            <a:ln>
              <a:noFill/>
            </a:ln>
            <a:effectLst/>
          </p:spPr>
          <p:txBody>
            <a:bodyPr wrap="none" anchor="ctr"/>
            <a:lstStyle/>
            <a:p>
              <a:endParaRPr lang="en-US" sz="3266"/>
            </a:p>
          </p:txBody>
        </p:sp>
        <p:sp>
          <p:nvSpPr>
            <p:cNvPr id="39" name="TextBox 38">
              <a:extLst>
                <a:ext uri="{FF2B5EF4-FFF2-40B4-BE49-F238E27FC236}">
                  <a16:creationId xmlns:a16="http://schemas.microsoft.com/office/drawing/2014/main" id="{E0D9AD38-A339-3543-BB3E-3490E91ED80C}"/>
                </a:ext>
              </a:extLst>
            </p:cNvPr>
            <p:cNvSpPr txBox="1"/>
            <p:nvPr/>
          </p:nvSpPr>
          <p:spPr>
            <a:xfrm>
              <a:off x="670581" y="1040819"/>
              <a:ext cx="1402949" cy="584775"/>
            </a:xfrm>
            <a:prstGeom prst="rect">
              <a:avLst/>
            </a:prstGeom>
            <a:noFill/>
          </p:spPr>
          <p:txBody>
            <a:bodyPr wrap="none" rtlCol="0" anchor="ctr">
              <a:spAutoFit/>
            </a:bodyPr>
            <a:lstStyle/>
            <a:p>
              <a:pPr algn="r"/>
              <a:r>
                <a:rPr lang="fr-FR" sz="3200" b="1">
                  <a:solidFill>
                    <a:schemeClr val="bg1"/>
                  </a:solidFill>
                  <a:latin typeface="Poppins" pitchFamily="2" charset="77"/>
                  <a:cs typeface="Poppins" pitchFamily="2" charset="77"/>
                </a:rPr>
                <a:t>INPUT</a:t>
              </a:r>
              <a:endParaRPr lang="fr-FR" sz="3200" b="1" dirty="0">
                <a:solidFill>
                  <a:schemeClr val="bg1"/>
                </a:solidFill>
                <a:latin typeface="Poppins" pitchFamily="2" charset="77"/>
                <a:cs typeface="Poppins" pitchFamily="2" charset="77"/>
              </a:endParaRPr>
            </a:p>
          </p:txBody>
        </p:sp>
        <p:sp>
          <p:nvSpPr>
            <p:cNvPr id="40" name="TextBox 39">
              <a:extLst>
                <a:ext uri="{FF2B5EF4-FFF2-40B4-BE49-F238E27FC236}">
                  <a16:creationId xmlns:a16="http://schemas.microsoft.com/office/drawing/2014/main" id="{EE33AF07-9AFA-FB44-859C-9473A5992ED8}"/>
                </a:ext>
              </a:extLst>
            </p:cNvPr>
            <p:cNvSpPr txBox="1"/>
            <p:nvPr/>
          </p:nvSpPr>
          <p:spPr>
            <a:xfrm>
              <a:off x="1760165" y="1657438"/>
              <a:ext cx="609462" cy="584775"/>
            </a:xfrm>
            <a:prstGeom prst="rect">
              <a:avLst/>
            </a:prstGeom>
            <a:noFill/>
          </p:spPr>
          <p:txBody>
            <a:bodyPr wrap="none" rtlCol="0" anchor="ctr">
              <a:spAutoFit/>
            </a:bodyPr>
            <a:lstStyle/>
            <a:p>
              <a:pPr algn="r"/>
              <a:r>
                <a:rPr lang="fr-FR" sz="3200" b="1">
                  <a:solidFill>
                    <a:schemeClr val="bg1"/>
                  </a:solidFill>
                  <a:latin typeface="Poppins" pitchFamily="2" charset="77"/>
                  <a:cs typeface="Poppins" pitchFamily="2" charset="77"/>
                </a:rPr>
                <a:t>AI</a:t>
              </a:r>
              <a:endParaRPr lang="fr-FR" sz="3200" b="1" dirty="0">
                <a:solidFill>
                  <a:schemeClr val="bg1"/>
                </a:solidFill>
                <a:latin typeface="Poppins" pitchFamily="2" charset="77"/>
                <a:cs typeface="Poppins" pitchFamily="2" charset="77"/>
              </a:endParaRPr>
            </a:p>
          </p:txBody>
        </p:sp>
        <p:sp>
          <p:nvSpPr>
            <p:cNvPr id="41" name="TextBox 40">
              <a:extLst>
                <a:ext uri="{FF2B5EF4-FFF2-40B4-BE49-F238E27FC236}">
                  <a16:creationId xmlns:a16="http://schemas.microsoft.com/office/drawing/2014/main" id="{866DED9F-819C-904C-8058-D1463A190AA4}"/>
                </a:ext>
              </a:extLst>
            </p:cNvPr>
            <p:cNvSpPr txBox="1"/>
            <p:nvPr/>
          </p:nvSpPr>
          <p:spPr>
            <a:xfrm>
              <a:off x="1389726" y="2337033"/>
              <a:ext cx="1486305" cy="584775"/>
            </a:xfrm>
            <a:prstGeom prst="rect">
              <a:avLst/>
            </a:prstGeom>
            <a:noFill/>
          </p:spPr>
          <p:txBody>
            <a:bodyPr wrap="none" rtlCol="0" anchor="ctr">
              <a:spAutoFit/>
            </a:bodyPr>
            <a:lstStyle/>
            <a:p>
              <a:pPr algn="r"/>
              <a:r>
                <a:rPr lang="fr-FR" sz="3200" b="1">
                  <a:solidFill>
                    <a:schemeClr val="bg1"/>
                  </a:solidFill>
                  <a:latin typeface="Poppins" pitchFamily="2" charset="77"/>
                  <a:cs typeface="Poppins" pitchFamily="2" charset="77"/>
                </a:rPr>
                <a:t>SKILLS</a:t>
              </a:r>
              <a:endParaRPr lang="fr-FR" sz="3200" b="1" dirty="0">
                <a:solidFill>
                  <a:schemeClr val="bg1"/>
                </a:solidFill>
                <a:latin typeface="Poppins" pitchFamily="2" charset="77"/>
                <a:cs typeface="Poppins" pitchFamily="2" charset="77"/>
              </a:endParaRPr>
            </a:p>
          </p:txBody>
        </p:sp>
      </p:grpSp>
      <p:pic>
        <p:nvPicPr>
          <p:cNvPr id="5" name="Image 4">
            <a:extLst>
              <a:ext uri="{FF2B5EF4-FFF2-40B4-BE49-F238E27FC236}">
                <a16:creationId xmlns:a16="http://schemas.microsoft.com/office/drawing/2014/main" id="{F109F233-F1D3-33E0-8E5B-8A1C4FB7FC78}"/>
              </a:ext>
            </a:extLst>
          </p:cNvPr>
          <p:cNvPicPr>
            <a:picLocks noChangeAspect="1"/>
          </p:cNvPicPr>
          <p:nvPr/>
        </p:nvPicPr>
        <p:blipFill>
          <a:blip r:embed="rId3"/>
          <a:stretch>
            <a:fillRect/>
          </a:stretch>
        </p:blipFill>
        <p:spPr>
          <a:xfrm>
            <a:off x="4591150" y="1625593"/>
            <a:ext cx="1209866" cy="1094929"/>
          </a:xfrm>
          <a:prstGeom prst="rect">
            <a:avLst/>
          </a:prstGeom>
        </p:spPr>
      </p:pic>
      <p:pic>
        <p:nvPicPr>
          <p:cNvPr id="6" name="Image 5">
            <a:extLst>
              <a:ext uri="{FF2B5EF4-FFF2-40B4-BE49-F238E27FC236}">
                <a16:creationId xmlns:a16="http://schemas.microsoft.com/office/drawing/2014/main" id="{12DEAA69-33CC-29FD-6A5A-7401B78D3CC4}"/>
              </a:ext>
            </a:extLst>
          </p:cNvPr>
          <p:cNvPicPr>
            <a:picLocks noChangeAspect="1"/>
          </p:cNvPicPr>
          <p:nvPr/>
        </p:nvPicPr>
        <p:blipFill>
          <a:blip r:embed="rId3"/>
          <a:stretch>
            <a:fillRect/>
          </a:stretch>
        </p:blipFill>
        <p:spPr>
          <a:xfrm>
            <a:off x="3659604" y="1576388"/>
            <a:ext cx="496904" cy="449698"/>
          </a:xfrm>
          <a:prstGeom prst="rect">
            <a:avLst/>
          </a:prstGeom>
          <a:effectLst>
            <a:softEdge rad="12700"/>
          </a:effectLst>
          <a:scene3d>
            <a:camera prst="orthographicFront"/>
            <a:lightRig rig="threePt" dir="t"/>
          </a:scene3d>
          <a:sp3d prstMaterial="dkEdge"/>
        </p:spPr>
      </p:pic>
      <p:pic>
        <p:nvPicPr>
          <p:cNvPr id="26" name="Image 25">
            <a:extLst>
              <a:ext uri="{FF2B5EF4-FFF2-40B4-BE49-F238E27FC236}">
                <a16:creationId xmlns:a16="http://schemas.microsoft.com/office/drawing/2014/main" id="{8B9A04B2-40B0-B927-4B1F-BE35A782EF07}"/>
              </a:ext>
            </a:extLst>
          </p:cNvPr>
          <p:cNvPicPr>
            <a:picLocks noChangeAspect="1"/>
          </p:cNvPicPr>
          <p:nvPr/>
        </p:nvPicPr>
        <p:blipFill>
          <a:blip r:embed="rId4"/>
          <a:stretch>
            <a:fillRect/>
          </a:stretch>
        </p:blipFill>
        <p:spPr>
          <a:xfrm>
            <a:off x="1489109" y="3323682"/>
            <a:ext cx="876422" cy="838317"/>
          </a:xfrm>
          <a:prstGeom prst="rect">
            <a:avLst/>
          </a:prstGeom>
        </p:spPr>
      </p:pic>
      <p:pic>
        <p:nvPicPr>
          <p:cNvPr id="27" name="Image 26">
            <a:extLst>
              <a:ext uri="{FF2B5EF4-FFF2-40B4-BE49-F238E27FC236}">
                <a16:creationId xmlns:a16="http://schemas.microsoft.com/office/drawing/2014/main" id="{B5FD0CF4-BFAF-1D83-C267-E33A65A00944}"/>
              </a:ext>
            </a:extLst>
          </p:cNvPr>
          <p:cNvPicPr>
            <a:picLocks noChangeAspect="1"/>
          </p:cNvPicPr>
          <p:nvPr/>
        </p:nvPicPr>
        <p:blipFill>
          <a:blip r:embed="rId4"/>
          <a:stretch>
            <a:fillRect/>
          </a:stretch>
        </p:blipFill>
        <p:spPr>
          <a:xfrm>
            <a:off x="11490547" y="0"/>
            <a:ext cx="701453" cy="670956"/>
          </a:xfrm>
          <a:prstGeom prst="rect">
            <a:avLst/>
          </a:prstGeom>
        </p:spPr>
      </p:pic>
    </p:spTree>
    <p:extLst>
      <p:ext uri="{BB962C8B-B14F-4D97-AF65-F5344CB8AC3E}">
        <p14:creationId xmlns:p14="http://schemas.microsoft.com/office/powerpoint/2010/main" val="300922656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1517BBE-3EC7-5F03-9782-AA057C4DE5AD}"/>
              </a:ext>
            </a:extLst>
          </p:cNvPr>
          <p:cNvSpPr>
            <a:spLocks noGrp="1"/>
          </p:cNvSpPr>
          <p:nvPr>
            <p:ph type="ctrTitle" idx="4294967295"/>
          </p:nvPr>
        </p:nvSpPr>
        <p:spPr>
          <a:xfrm>
            <a:off x="469798" y="185738"/>
            <a:ext cx="10822675" cy="742310"/>
          </a:xfrm>
          <a:prstGeom prst="rect">
            <a:avLst/>
          </a:prstGeom>
        </p:spPr>
        <p:txBody>
          <a:bodyPr>
            <a:normAutofit/>
          </a:bodyPr>
          <a:lstStyle/>
          <a:p>
            <a:r>
              <a:rPr lang="fr-FR" sz="4000" b="1" dirty="0"/>
              <a:t>Rex sur projet réponses au DICT </a:t>
            </a:r>
          </a:p>
        </p:txBody>
      </p:sp>
      <p:sp>
        <p:nvSpPr>
          <p:cNvPr id="3" name="Espace réservé du pied de page 2">
            <a:extLst>
              <a:ext uri="{FF2B5EF4-FFF2-40B4-BE49-F238E27FC236}">
                <a16:creationId xmlns:a16="http://schemas.microsoft.com/office/drawing/2014/main" id="{9D673EFC-20DE-1933-0AC2-9D107F024733}"/>
              </a:ext>
            </a:extLst>
          </p:cNvPr>
          <p:cNvSpPr>
            <a:spLocks noGrp="1"/>
          </p:cNvSpPr>
          <p:nvPr>
            <p:ph type="ftr" sz="quarter" idx="4294967295"/>
          </p:nvPr>
        </p:nvSpPr>
        <p:spPr>
          <a:xfrm>
            <a:off x="0" y="6372225"/>
            <a:ext cx="3276600" cy="365125"/>
          </a:xfrm>
          <a:prstGeom prst="rect">
            <a:avLst/>
          </a:prstGeom>
        </p:spPr>
        <p:txBody>
          <a:bodyPr/>
          <a:lstStyle/>
          <a:p>
            <a:r>
              <a:rPr lang="fr-FR"/>
              <a:t>CNL - Solutions intelligentes</a:t>
            </a:r>
          </a:p>
        </p:txBody>
      </p:sp>
      <p:sp>
        <p:nvSpPr>
          <p:cNvPr id="8" name="Espace réservé du numéro de diapositive 7">
            <a:extLst>
              <a:ext uri="{FF2B5EF4-FFF2-40B4-BE49-F238E27FC236}">
                <a16:creationId xmlns:a16="http://schemas.microsoft.com/office/drawing/2014/main" id="{1032A5A0-D3BA-5F1D-A4FE-B0244228A2A9}"/>
              </a:ext>
            </a:extLst>
          </p:cNvPr>
          <p:cNvSpPr>
            <a:spLocks noGrp="1"/>
          </p:cNvSpPr>
          <p:nvPr>
            <p:ph type="sldNum" sz="quarter" idx="4294967295"/>
          </p:nvPr>
        </p:nvSpPr>
        <p:spPr>
          <a:xfrm>
            <a:off x="11709400" y="6459538"/>
            <a:ext cx="482600" cy="190500"/>
          </a:xfrm>
          <a:prstGeom prst="rect">
            <a:avLst/>
          </a:prstGeom>
        </p:spPr>
        <p:txBody>
          <a:bodyPr/>
          <a:lstStyle/>
          <a:p>
            <a:fld id="{FF147DA2-A1D6-4C4D-A3EA-F156A51132D3}" type="slidenum">
              <a:rPr lang="fr-FR" smtClean="0"/>
              <a:t>48</a:t>
            </a:fld>
            <a:endParaRPr lang="fr-FR"/>
          </a:p>
        </p:txBody>
      </p:sp>
      <p:sp>
        <p:nvSpPr>
          <p:cNvPr id="4" name="Sous-titre 2">
            <a:extLst>
              <a:ext uri="{FF2B5EF4-FFF2-40B4-BE49-F238E27FC236}">
                <a16:creationId xmlns:a16="http://schemas.microsoft.com/office/drawing/2014/main" id="{5798905E-3748-2E15-7282-FF02A9F6433B}"/>
              </a:ext>
            </a:extLst>
          </p:cNvPr>
          <p:cNvSpPr txBox="1">
            <a:spLocks/>
          </p:cNvSpPr>
          <p:nvPr/>
        </p:nvSpPr>
        <p:spPr>
          <a:xfrm>
            <a:off x="1309135" y="2974732"/>
            <a:ext cx="9144000" cy="1655762"/>
          </a:xfrm>
          <a:prstGeom prst="rect">
            <a:avLst/>
          </a:prstGeom>
        </p:spPr>
        <p:txBody>
          <a:bodyPr vert="horz" lIns="91440" tIns="45720" rIns="91440" bIns="45720" rtlCol="0">
            <a:normAutofit fontScale="77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FR" b="1" dirty="0"/>
              <a:t>Aujourd’hui</a:t>
            </a:r>
          </a:p>
          <a:p>
            <a:r>
              <a:rPr lang="fr-FR" dirty="0"/>
              <a:t>90% des réponses sont traités automatiquement par un automate</a:t>
            </a:r>
          </a:p>
          <a:p>
            <a:r>
              <a:rPr lang="fr-FR" dirty="0"/>
              <a:t>Les 10% restants sont traités par une ESAT</a:t>
            </a:r>
          </a:p>
          <a:p>
            <a:r>
              <a:rPr lang="fr-FR" dirty="0"/>
              <a:t>Entre 1500 et 2000 documents traités par jour</a:t>
            </a:r>
          </a:p>
          <a:p>
            <a:r>
              <a:rPr lang="fr-FR" dirty="0"/>
              <a:t>Un délais de réponse moyen inférieur à 1 journée </a:t>
            </a:r>
          </a:p>
        </p:txBody>
      </p:sp>
      <p:sp>
        <p:nvSpPr>
          <p:cNvPr id="5" name="Sous-titre 2">
            <a:extLst>
              <a:ext uri="{FF2B5EF4-FFF2-40B4-BE49-F238E27FC236}">
                <a16:creationId xmlns:a16="http://schemas.microsoft.com/office/drawing/2014/main" id="{0734FD99-153B-A400-D2C0-82A240B78F10}"/>
              </a:ext>
            </a:extLst>
          </p:cNvPr>
          <p:cNvSpPr txBox="1">
            <a:spLocks/>
          </p:cNvSpPr>
          <p:nvPr/>
        </p:nvSpPr>
        <p:spPr>
          <a:xfrm>
            <a:off x="122830" y="4790364"/>
            <a:ext cx="11900847" cy="2067636"/>
          </a:xfrm>
          <a:prstGeom prst="rect">
            <a:avLst/>
          </a:prstGeom>
        </p:spPr>
        <p:txBody>
          <a:bodyPr vert="horz" lIns="91440" tIns="45720" rIns="91440" bIns="45720" rtlCol="0">
            <a:normAutofit fontScale="47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FR" sz="4000" b="1" dirty="0"/>
              <a:t>La </a:t>
            </a:r>
            <a:r>
              <a:rPr lang="fr-FR" sz="4000" b="1" dirty="0" err="1"/>
              <a:t>transtition</a:t>
            </a:r>
            <a:r>
              <a:rPr lang="fr-FR" sz="4000" b="1" dirty="0"/>
              <a:t> entre les deux périodes </a:t>
            </a:r>
          </a:p>
          <a:p>
            <a:r>
              <a:rPr lang="fr-FR" sz="4500" dirty="0"/>
              <a:t>Plusieurs phases métiers et techniques, du courriers, fax dématérialisés (30 au siège) puis email dématérialisé</a:t>
            </a:r>
          </a:p>
          <a:p>
            <a:r>
              <a:rPr lang="fr-FR" sz="4500" dirty="0"/>
              <a:t>Concentration progressive des flux, service évolutif auprès des régions</a:t>
            </a:r>
          </a:p>
          <a:p>
            <a:r>
              <a:rPr lang="fr-FR" sz="4500" dirty="0"/>
              <a:t>Mise place de le l’automate et déploiement. </a:t>
            </a:r>
          </a:p>
          <a:p>
            <a:r>
              <a:rPr lang="fr-FR" sz="4500" dirty="0"/>
              <a:t>Augmentation progressive du taux d’automatisation </a:t>
            </a:r>
          </a:p>
          <a:p>
            <a:endParaRPr lang="fr-FR" dirty="0"/>
          </a:p>
        </p:txBody>
      </p:sp>
      <p:sp>
        <p:nvSpPr>
          <p:cNvPr id="6" name="Sous-titre 2">
            <a:extLst>
              <a:ext uri="{FF2B5EF4-FFF2-40B4-BE49-F238E27FC236}">
                <a16:creationId xmlns:a16="http://schemas.microsoft.com/office/drawing/2014/main" id="{EFAB9C45-5215-BDE9-7DD7-7F8244201722}"/>
              </a:ext>
            </a:extLst>
          </p:cNvPr>
          <p:cNvSpPr txBox="1">
            <a:spLocks/>
          </p:cNvSpPr>
          <p:nvPr/>
        </p:nvSpPr>
        <p:spPr>
          <a:xfrm>
            <a:off x="1309136" y="1159100"/>
            <a:ext cx="9144000" cy="1655762"/>
          </a:xfrm>
          <a:prstGeom prst="rect">
            <a:avLst/>
          </a:prstGeom>
        </p:spPr>
        <p:txBody>
          <a:bodyPr vert="horz" lIns="91440" tIns="45720" rIns="91440" bIns="45720" rtlCol="0">
            <a:normAutofit fontScale="77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FR" b="1" dirty="0"/>
              <a:t>Historiquement</a:t>
            </a:r>
          </a:p>
          <a:p>
            <a:r>
              <a:rPr lang="fr-FR" dirty="0"/>
              <a:t>60 personnes intervenants sur le processus </a:t>
            </a:r>
            <a:r>
              <a:rPr lang="fr-FR" dirty="0" err="1"/>
              <a:t>dipersées</a:t>
            </a:r>
            <a:r>
              <a:rPr lang="fr-FR" dirty="0"/>
              <a:t> sur toute la France</a:t>
            </a:r>
          </a:p>
          <a:p>
            <a:r>
              <a:rPr lang="fr-FR" dirty="0"/>
              <a:t>Des réception papier des déclarations</a:t>
            </a:r>
          </a:p>
          <a:p>
            <a:r>
              <a:rPr lang="fr-FR" dirty="0"/>
              <a:t>Aucune maitrise des délais de réponse</a:t>
            </a:r>
          </a:p>
          <a:p>
            <a:r>
              <a:rPr lang="fr-FR" dirty="0"/>
              <a:t>Pas de chiffre sur la volumétrie réelle  </a:t>
            </a:r>
          </a:p>
        </p:txBody>
      </p:sp>
    </p:spTree>
    <p:extLst>
      <p:ext uri="{BB962C8B-B14F-4D97-AF65-F5344CB8AC3E}">
        <p14:creationId xmlns:p14="http://schemas.microsoft.com/office/powerpoint/2010/main" val="97443151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32" name="Groupe 31">
            <a:extLst>
              <a:ext uri="{FF2B5EF4-FFF2-40B4-BE49-F238E27FC236}">
                <a16:creationId xmlns:a16="http://schemas.microsoft.com/office/drawing/2014/main" id="{77572626-81B8-11D7-E0BD-1A3517841E82}"/>
              </a:ext>
            </a:extLst>
          </p:cNvPr>
          <p:cNvGrpSpPr/>
          <p:nvPr/>
        </p:nvGrpSpPr>
        <p:grpSpPr>
          <a:xfrm>
            <a:off x="892035" y="2008504"/>
            <a:ext cx="2986638" cy="4033471"/>
            <a:chOff x="892035" y="2008504"/>
            <a:chExt cx="2986638" cy="4033471"/>
          </a:xfrm>
          <a:solidFill>
            <a:srgbClr val="7030A0"/>
          </a:solidFill>
        </p:grpSpPr>
        <p:sp>
          <p:nvSpPr>
            <p:cNvPr id="5" name="Freeform 15">
              <a:extLst>
                <a:ext uri="{FF2B5EF4-FFF2-40B4-BE49-F238E27FC236}">
                  <a16:creationId xmlns:a16="http://schemas.microsoft.com/office/drawing/2014/main" id="{9FAE9025-2802-9CD1-71FE-FD9BDD072533}"/>
                </a:ext>
              </a:extLst>
            </p:cNvPr>
            <p:cNvSpPr>
              <a:spLocks noChangeArrowheads="1"/>
            </p:cNvSpPr>
            <p:nvPr/>
          </p:nvSpPr>
          <p:spPr bwMode="auto">
            <a:xfrm>
              <a:off x="892035" y="2008504"/>
              <a:ext cx="2986638" cy="4033471"/>
            </a:xfrm>
            <a:prstGeom prst="roundRect">
              <a:avLst>
                <a:gd name="adj" fmla="val 8806"/>
              </a:avLst>
            </a:prstGeom>
            <a:grpFill/>
            <a:ln>
              <a:solidFill>
                <a:schemeClr val="accent2"/>
              </a:solidFill>
            </a:ln>
            <a:effectLst/>
          </p:spPr>
          <p:txBody>
            <a:bodyPr wrap="none" anchor="ctr"/>
            <a:lstStyle/>
            <a:p>
              <a:endParaRPr lang="en-US" sz="3266"/>
            </a:p>
          </p:txBody>
        </p:sp>
        <p:sp>
          <p:nvSpPr>
            <p:cNvPr id="6" name="Freeform 19">
              <a:extLst>
                <a:ext uri="{FF2B5EF4-FFF2-40B4-BE49-F238E27FC236}">
                  <a16:creationId xmlns:a16="http://schemas.microsoft.com/office/drawing/2014/main" id="{152116CC-A3A5-8F5E-7CE7-F4F70A14EFB3}"/>
                </a:ext>
              </a:extLst>
            </p:cNvPr>
            <p:cNvSpPr>
              <a:spLocks noChangeArrowheads="1"/>
            </p:cNvSpPr>
            <p:nvPr/>
          </p:nvSpPr>
          <p:spPr bwMode="auto">
            <a:xfrm>
              <a:off x="1674488" y="2371895"/>
              <a:ext cx="1223942" cy="1220071"/>
            </a:xfrm>
            <a:prstGeom prst="chord">
              <a:avLst>
                <a:gd name="adj1" fmla="val 21387126"/>
                <a:gd name="adj2" fmla="val 16200000"/>
              </a:avLst>
            </a:prstGeom>
            <a:solidFill>
              <a:schemeClr val="bg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266"/>
            </a:p>
          </p:txBody>
        </p:sp>
        <p:sp>
          <p:nvSpPr>
            <p:cNvPr id="7" name="Freeform 997">
              <a:extLst>
                <a:ext uri="{FF2B5EF4-FFF2-40B4-BE49-F238E27FC236}">
                  <a16:creationId xmlns:a16="http://schemas.microsoft.com/office/drawing/2014/main" id="{61E7552A-2A36-B30F-098E-8614CB2971D9}"/>
                </a:ext>
              </a:extLst>
            </p:cNvPr>
            <p:cNvSpPr>
              <a:spLocks noChangeAspect="1" noChangeArrowheads="1"/>
            </p:cNvSpPr>
            <p:nvPr/>
          </p:nvSpPr>
          <p:spPr bwMode="auto">
            <a:xfrm>
              <a:off x="2050674" y="2746145"/>
              <a:ext cx="471571" cy="471571"/>
            </a:xfrm>
            <a:custGeom>
              <a:avLst/>
              <a:gdLst>
                <a:gd name="T0" fmla="*/ 29870442 w 290153"/>
                <a:gd name="T1" fmla="*/ 56806930 h 290151"/>
                <a:gd name="T2" fmla="*/ 28202015 w 290153"/>
                <a:gd name="T3" fmla="*/ 57521799 h 290151"/>
                <a:gd name="T4" fmla="*/ 10657933 w 290153"/>
                <a:gd name="T5" fmla="*/ 56091716 h 290151"/>
                <a:gd name="T6" fmla="*/ 12062423 w 290153"/>
                <a:gd name="T7" fmla="*/ 57521799 h 290151"/>
                <a:gd name="T8" fmla="*/ 10327256 w 290153"/>
                <a:gd name="T9" fmla="*/ 56806930 h 290151"/>
                <a:gd name="T10" fmla="*/ 49179747 w 290153"/>
                <a:gd name="T11" fmla="*/ 55773792 h 290151"/>
                <a:gd name="T12" fmla="*/ 42925367 w 290153"/>
                <a:gd name="T13" fmla="*/ 57756839 h 290151"/>
                <a:gd name="T14" fmla="*/ 20269834 w 290153"/>
                <a:gd name="T15" fmla="*/ 55773792 h 290151"/>
                <a:gd name="T16" fmla="*/ 19277898 w 290153"/>
                <a:gd name="T17" fmla="*/ 56765300 h 290151"/>
                <a:gd name="T18" fmla="*/ 1873102 w 290153"/>
                <a:gd name="T19" fmla="*/ 55568498 h 290151"/>
                <a:gd name="T20" fmla="*/ 38000911 w 290153"/>
                <a:gd name="T21" fmla="*/ 55568498 h 290151"/>
                <a:gd name="T22" fmla="*/ 4759464 w 290153"/>
                <a:gd name="T23" fmla="*/ 52750984 h 290151"/>
                <a:gd name="T24" fmla="*/ 47768401 w 290153"/>
                <a:gd name="T25" fmla="*/ 31288501 h 290151"/>
                <a:gd name="T26" fmla="*/ 46776723 w 290153"/>
                <a:gd name="T27" fmla="*/ 30296926 h 290151"/>
                <a:gd name="T28" fmla="*/ 31591486 w 290153"/>
                <a:gd name="T29" fmla="*/ 32279869 h 290151"/>
                <a:gd name="T30" fmla="*/ 14223922 w 290153"/>
                <a:gd name="T31" fmla="*/ 22800442 h 290151"/>
                <a:gd name="T32" fmla="*/ 22738072 w 290153"/>
                <a:gd name="T33" fmla="*/ 26539331 h 290151"/>
                <a:gd name="T34" fmla="*/ 13833752 w 290153"/>
                <a:gd name="T35" fmla="*/ 28486496 h 290151"/>
                <a:gd name="T36" fmla="*/ 7506947 w 290153"/>
                <a:gd name="T37" fmla="*/ 31290828 h 290151"/>
                <a:gd name="T38" fmla="*/ 13833752 w 290153"/>
                <a:gd name="T39" fmla="*/ 34095106 h 290151"/>
                <a:gd name="T40" fmla="*/ 22738072 w 290153"/>
                <a:gd name="T41" fmla="*/ 36042294 h 290151"/>
                <a:gd name="T42" fmla="*/ 14223922 w 290153"/>
                <a:gd name="T43" fmla="*/ 39781188 h 290151"/>
                <a:gd name="T44" fmla="*/ 5554396 w 290153"/>
                <a:gd name="T45" fmla="*/ 31991970 h 290151"/>
                <a:gd name="T46" fmla="*/ 14223922 w 290153"/>
                <a:gd name="T47" fmla="*/ 22800442 h 290151"/>
                <a:gd name="T48" fmla="*/ 39985892 w 290153"/>
                <a:gd name="T49" fmla="*/ 23916769 h 290151"/>
                <a:gd name="T50" fmla="*/ 41495626 w 290153"/>
                <a:gd name="T51" fmla="*/ 27211355 h 290151"/>
                <a:gd name="T52" fmla="*/ 39032750 w 290153"/>
                <a:gd name="T53" fmla="*/ 30349196 h 290151"/>
                <a:gd name="T54" fmla="*/ 39985892 w 290153"/>
                <a:gd name="T55" fmla="*/ 39605514 h 290151"/>
                <a:gd name="T56" fmla="*/ 38000043 w 290153"/>
                <a:gd name="T57" fmla="*/ 38585832 h 290151"/>
                <a:gd name="T58" fmla="*/ 36490563 w 290153"/>
                <a:gd name="T59" fmla="*/ 35291046 h 290151"/>
                <a:gd name="T60" fmla="*/ 39032750 w 290153"/>
                <a:gd name="T61" fmla="*/ 32231855 h 290151"/>
                <a:gd name="T62" fmla="*/ 38000043 w 290153"/>
                <a:gd name="T63" fmla="*/ 22975513 h 290151"/>
                <a:gd name="T64" fmla="*/ 27232767 w 290153"/>
                <a:gd name="T65" fmla="*/ 31462967 h 290151"/>
                <a:gd name="T66" fmla="*/ 39014989 w 290153"/>
                <a:gd name="T67" fmla="*/ 19722891 h 290151"/>
                <a:gd name="T68" fmla="*/ 1873102 w 290153"/>
                <a:gd name="T69" fmla="*/ 47976725 h 290151"/>
                <a:gd name="T70" fmla="*/ 38000911 w 290153"/>
                <a:gd name="T71" fmla="*/ 47976725 h 290151"/>
                <a:gd name="T72" fmla="*/ 38000911 w 290153"/>
                <a:gd name="T73" fmla="*/ 17844823 h 290151"/>
                <a:gd name="T74" fmla="*/ 4759464 w 290153"/>
                <a:gd name="T75" fmla="*/ 12052572 h 290151"/>
                <a:gd name="T76" fmla="*/ 50183398 w 290153"/>
                <a:gd name="T77" fmla="*/ 5811353 h 290151"/>
                <a:gd name="T78" fmla="*/ 41998630 w 290153"/>
                <a:gd name="T79" fmla="*/ 5811353 h 290151"/>
                <a:gd name="T80" fmla="*/ 21260772 w 290153"/>
                <a:gd name="T81" fmla="*/ 5811353 h 290151"/>
                <a:gd name="T82" fmla="*/ 20269834 w 290153"/>
                <a:gd name="T83" fmla="*/ 4820301 h 290151"/>
                <a:gd name="T84" fmla="*/ 1873102 w 290153"/>
                <a:gd name="T85" fmla="*/ 11113527 h 290151"/>
                <a:gd name="T86" fmla="*/ 38000911 w 290153"/>
                <a:gd name="T87" fmla="*/ 11113527 h 290151"/>
                <a:gd name="T88" fmla="*/ 7334709 w 290153"/>
                <a:gd name="T89" fmla="*/ 1878520 h 290151"/>
                <a:gd name="T90" fmla="*/ 62919786 w 290153"/>
                <a:gd name="T91" fmla="*/ 2191952 h 290151"/>
                <a:gd name="T92" fmla="*/ 40521848 w 290153"/>
                <a:gd name="T93" fmla="*/ 62925261 h 290151"/>
                <a:gd name="T94" fmla="*/ 60742645 w 290153"/>
                <a:gd name="T95" fmla="*/ 61047011 h 290151"/>
                <a:gd name="T96" fmla="*/ 43010599 w 290153"/>
                <a:gd name="T97" fmla="*/ 52750984 h 290151"/>
                <a:gd name="T98" fmla="*/ 61053395 w 290153"/>
                <a:gd name="T99" fmla="*/ 50872609 h 290151"/>
                <a:gd name="T100" fmla="*/ 42077475 w 290153"/>
                <a:gd name="T101" fmla="*/ 11113527 h 290151"/>
                <a:gd name="T102" fmla="*/ 61053395 w 290153"/>
                <a:gd name="T103" fmla="*/ 2191952 h 290151"/>
                <a:gd name="T104" fmla="*/ 39588733 w 290153"/>
                <a:gd name="T105" fmla="*/ 938509 h 290151"/>
                <a:gd name="T106" fmla="*/ 32694731 w 290153"/>
                <a:gd name="T107" fmla="*/ 0 h 290151"/>
                <a:gd name="T108" fmla="*/ 52591978 w 290153"/>
                <a:gd name="T109" fmla="*/ 31462967 h 290151"/>
                <a:gd name="T110" fmla="*/ 32694731 w 290153"/>
                <a:gd name="T111" fmla="*/ 62925261 h 290151"/>
                <a:gd name="T112" fmla="*/ 0 w 290153"/>
                <a:gd name="T113" fmla="*/ 7278798 h 290151"/>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90153" h="290151">
                  <a:moveTo>
                    <a:pt x="130053" y="258641"/>
                  </a:moveTo>
                  <a:cubicBezTo>
                    <a:pt x="131884" y="257175"/>
                    <a:pt x="134815" y="257175"/>
                    <a:pt x="136647" y="258641"/>
                  </a:cubicBezTo>
                  <a:cubicBezTo>
                    <a:pt x="137013" y="259373"/>
                    <a:pt x="137746" y="260839"/>
                    <a:pt x="137746" y="261938"/>
                  </a:cubicBezTo>
                  <a:cubicBezTo>
                    <a:pt x="137746" y="263037"/>
                    <a:pt x="137013" y="264136"/>
                    <a:pt x="136647" y="265235"/>
                  </a:cubicBezTo>
                  <a:cubicBezTo>
                    <a:pt x="135548" y="265968"/>
                    <a:pt x="134449" y="266334"/>
                    <a:pt x="133350" y="266334"/>
                  </a:cubicBezTo>
                  <a:cubicBezTo>
                    <a:pt x="131884" y="266334"/>
                    <a:pt x="130785" y="265968"/>
                    <a:pt x="130053" y="265235"/>
                  </a:cubicBezTo>
                  <a:cubicBezTo>
                    <a:pt x="129320" y="264136"/>
                    <a:pt x="128587" y="263037"/>
                    <a:pt x="128587" y="261938"/>
                  </a:cubicBezTo>
                  <a:cubicBezTo>
                    <a:pt x="128587" y="260839"/>
                    <a:pt x="129320" y="259373"/>
                    <a:pt x="130053" y="258641"/>
                  </a:cubicBezTo>
                  <a:close/>
                  <a:moveTo>
                    <a:pt x="49149" y="258641"/>
                  </a:moveTo>
                  <a:cubicBezTo>
                    <a:pt x="51054" y="257175"/>
                    <a:pt x="53721" y="257175"/>
                    <a:pt x="55626" y="258641"/>
                  </a:cubicBezTo>
                  <a:cubicBezTo>
                    <a:pt x="56388" y="259373"/>
                    <a:pt x="56769" y="260839"/>
                    <a:pt x="56769" y="261938"/>
                  </a:cubicBezTo>
                  <a:cubicBezTo>
                    <a:pt x="56769" y="263037"/>
                    <a:pt x="56388" y="264136"/>
                    <a:pt x="55626" y="265235"/>
                  </a:cubicBezTo>
                  <a:cubicBezTo>
                    <a:pt x="54864" y="265968"/>
                    <a:pt x="53340" y="266334"/>
                    <a:pt x="52578" y="266334"/>
                  </a:cubicBezTo>
                  <a:cubicBezTo>
                    <a:pt x="51054" y="266334"/>
                    <a:pt x="49911" y="265968"/>
                    <a:pt x="49149" y="265235"/>
                  </a:cubicBezTo>
                  <a:cubicBezTo>
                    <a:pt x="48006" y="264136"/>
                    <a:pt x="47625" y="263037"/>
                    <a:pt x="47625" y="261938"/>
                  </a:cubicBezTo>
                  <a:cubicBezTo>
                    <a:pt x="47625" y="260839"/>
                    <a:pt x="48006" y="259373"/>
                    <a:pt x="49149" y="258641"/>
                  </a:cubicBezTo>
                  <a:close/>
                  <a:moveTo>
                    <a:pt x="197948" y="257175"/>
                  </a:moveTo>
                  <a:lnTo>
                    <a:pt x="226790" y="257175"/>
                  </a:lnTo>
                  <a:cubicBezTo>
                    <a:pt x="229639" y="257175"/>
                    <a:pt x="231419" y="259080"/>
                    <a:pt x="231419" y="261747"/>
                  </a:cubicBezTo>
                  <a:cubicBezTo>
                    <a:pt x="231419" y="264033"/>
                    <a:pt x="229639" y="266319"/>
                    <a:pt x="226790" y="266319"/>
                  </a:cubicBezTo>
                  <a:lnTo>
                    <a:pt x="197948" y="266319"/>
                  </a:lnTo>
                  <a:cubicBezTo>
                    <a:pt x="195812" y="266319"/>
                    <a:pt x="193675" y="264033"/>
                    <a:pt x="193675" y="261747"/>
                  </a:cubicBezTo>
                  <a:cubicBezTo>
                    <a:pt x="193675" y="259080"/>
                    <a:pt x="195812" y="257175"/>
                    <a:pt x="197948" y="257175"/>
                  </a:cubicBezTo>
                  <a:close/>
                  <a:moveTo>
                    <a:pt x="93472" y="257175"/>
                  </a:moveTo>
                  <a:cubicBezTo>
                    <a:pt x="96139" y="257175"/>
                    <a:pt x="98044" y="259080"/>
                    <a:pt x="98044" y="261747"/>
                  </a:cubicBezTo>
                  <a:cubicBezTo>
                    <a:pt x="98044" y="264033"/>
                    <a:pt x="96139" y="266319"/>
                    <a:pt x="93472" y="266319"/>
                  </a:cubicBezTo>
                  <a:cubicBezTo>
                    <a:pt x="91186" y="266319"/>
                    <a:pt x="88900" y="264033"/>
                    <a:pt x="88900" y="261747"/>
                  </a:cubicBezTo>
                  <a:cubicBezTo>
                    <a:pt x="88900" y="259080"/>
                    <a:pt x="91186" y="257175"/>
                    <a:pt x="93472" y="257175"/>
                  </a:cubicBezTo>
                  <a:close/>
                  <a:moveTo>
                    <a:pt x="8636" y="238906"/>
                  </a:moveTo>
                  <a:lnTo>
                    <a:pt x="8636" y="256228"/>
                  </a:lnTo>
                  <a:cubicBezTo>
                    <a:pt x="8636" y="269942"/>
                    <a:pt x="20150" y="281490"/>
                    <a:pt x="33824" y="281490"/>
                  </a:cubicBezTo>
                  <a:lnTo>
                    <a:pt x="150770" y="281490"/>
                  </a:lnTo>
                  <a:cubicBezTo>
                    <a:pt x="164444" y="281490"/>
                    <a:pt x="175239" y="269942"/>
                    <a:pt x="175239" y="256228"/>
                  </a:cubicBezTo>
                  <a:lnTo>
                    <a:pt x="175239" y="238906"/>
                  </a:lnTo>
                  <a:cubicBezTo>
                    <a:pt x="171640" y="241432"/>
                    <a:pt x="167322" y="243236"/>
                    <a:pt x="162285" y="243236"/>
                  </a:cubicBezTo>
                  <a:lnTo>
                    <a:pt x="21950" y="243236"/>
                  </a:lnTo>
                  <a:cubicBezTo>
                    <a:pt x="17272" y="243236"/>
                    <a:pt x="12594" y="241432"/>
                    <a:pt x="8636" y="238906"/>
                  </a:cubicBezTo>
                  <a:close/>
                  <a:moveTo>
                    <a:pt x="215709" y="139700"/>
                  </a:moveTo>
                  <a:cubicBezTo>
                    <a:pt x="218376" y="139700"/>
                    <a:pt x="220281" y="141605"/>
                    <a:pt x="220281" y="144272"/>
                  </a:cubicBezTo>
                  <a:cubicBezTo>
                    <a:pt x="220281" y="146939"/>
                    <a:pt x="218376" y="148844"/>
                    <a:pt x="215709" y="148844"/>
                  </a:cubicBezTo>
                  <a:cubicBezTo>
                    <a:pt x="213423" y="148844"/>
                    <a:pt x="211137" y="146939"/>
                    <a:pt x="211137" y="144272"/>
                  </a:cubicBezTo>
                  <a:cubicBezTo>
                    <a:pt x="211137" y="141605"/>
                    <a:pt x="213423" y="139700"/>
                    <a:pt x="215709" y="139700"/>
                  </a:cubicBezTo>
                  <a:close/>
                  <a:moveTo>
                    <a:pt x="145683" y="139700"/>
                  </a:moveTo>
                  <a:cubicBezTo>
                    <a:pt x="148248" y="139700"/>
                    <a:pt x="150446" y="141605"/>
                    <a:pt x="150446" y="144272"/>
                  </a:cubicBezTo>
                  <a:cubicBezTo>
                    <a:pt x="150446" y="146939"/>
                    <a:pt x="148248" y="148844"/>
                    <a:pt x="145683" y="148844"/>
                  </a:cubicBezTo>
                  <a:cubicBezTo>
                    <a:pt x="143485" y="148844"/>
                    <a:pt x="141287" y="146939"/>
                    <a:pt x="141287" y="144272"/>
                  </a:cubicBezTo>
                  <a:cubicBezTo>
                    <a:pt x="141287" y="141605"/>
                    <a:pt x="143485" y="139700"/>
                    <a:pt x="145683" y="139700"/>
                  </a:cubicBezTo>
                  <a:close/>
                  <a:moveTo>
                    <a:pt x="65594" y="105134"/>
                  </a:moveTo>
                  <a:cubicBezTo>
                    <a:pt x="67035" y="105853"/>
                    <a:pt x="68115" y="107648"/>
                    <a:pt x="68115" y="109085"/>
                  </a:cubicBezTo>
                  <a:lnTo>
                    <a:pt x="68115" y="122374"/>
                  </a:lnTo>
                  <a:lnTo>
                    <a:pt x="104855" y="122374"/>
                  </a:lnTo>
                  <a:cubicBezTo>
                    <a:pt x="107016" y="122374"/>
                    <a:pt x="109177" y="124170"/>
                    <a:pt x="109177" y="126684"/>
                  </a:cubicBezTo>
                  <a:cubicBezTo>
                    <a:pt x="109177" y="129198"/>
                    <a:pt x="107016" y="131353"/>
                    <a:pt x="104855" y="131353"/>
                  </a:cubicBezTo>
                  <a:lnTo>
                    <a:pt x="63793" y="131353"/>
                  </a:lnTo>
                  <a:cubicBezTo>
                    <a:pt x="61632" y="131353"/>
                    <a:pt x="59471" y="129198"/>
                    <a:pt x="59471" y="126684"/>
                  </a:cubicBezTo>
                  <a:lnTo>
                    <a:pt x="59471" y="119860"/>
                  </a:lnTo>
                  <a:lnTo>
                    <a:pt x="34618" y="144283"/>
                  </a:lnTo>
                  <a:lnTo>
                    <a:pt x="59471" y="168706"/>
                  </a:lnTo>
                  <a:lnTo>
                    <a:pt x="59471" y="161882"/>
                  </a:lnTo>
                  <a:cubicBezTo>
                    <a:pt x="59471" y="159368"/>
                    <a:pt x="61632" y="157213"/>
                    <a:pt x="63793" y="157213"/>
                  </a:cubicBezTo>
                  <a:lnTo>
                    <a:pt x="104855" y="157213"/>
                  </a:lnTo>
                  <a:cubicBezTo>
                    <a:pt x="107016" y="157213"/>
                    <a:pt x="109177" y="159368"/>
                    <a:pt x="109177" y="161882"/>
                  </a:cubicBezTo>
                  <a:cubicBezTo>
                    <a:pt x="109177" y="164037"/>
                    <a:pt x="107016" y="166192"/>
                    <a:pt x="104855" y="166192"/>
                  </a:cubicBezTo>
                  <a:lnTo>
                    <a:pt x="68115" y="166192"/>
                  </a:lnTo>
                  <a:lnTo>
                    <a:pt x="68115" y="179481"/>
                  </a:lnTo>
                  <a:cubicBezTo>
                    <a:pt x="68115" y="180918"/>
                    <a:pt x="67035" y="182714"/>
                    <a:pt x="65594" y="183432"/>
                  </a:cubicBezTo>
                  <a:cubicBezTo>
                    <a:pt x="64874" y="183432"/>
                    <a:pt x="64513" y="183791"/>
                    <a:pt x="63793" y="183791"/>
                  </a:cubicBezTo>
                  <a:cubicBezTo>
                    <a:pt x="62713" y="183791"/>
                    <a:pt x="61632" y="183073"/>
                    <a:pt x="60551" y="182354"/>
                  </a:cubicBezTo>
                  <a:lnTo>
                    <a:pt x="25613" y="147516"/>
                  </a:lnTo>
                  <a:cubicBezTo>
                    <a:pt x="23812" y="145361"/>
                    <a:pt x="23812" y="142847"/>
                    <a:pt x="25613" y="141051"/>
                  </a:cubicBezTo>
                  <a:lnTo>
                    <a:pt x="60551" y="106212"/>
                  </a:lnTo>
                  <a:cubicBezTo>
                    <a:pt x="61992" y="104775"/>
                    <a:pt x="63793" y="104775"/>
                    <a:pt x="65594" y="105134"/>
                  </a:cubicBezTo>
                  <a:close/>
                  <a:moveTo>
                    <a:pt x="179998" y="101600"/>
                  </a:moveTo>
                  <a:cubicBezTo>
                    <a:pt x="182196" y="101600"/>
                    <a:pt x="184394" y="103770"/>
                    <a:pt x="184394" y="105941"/>
                  </a:cubicBezTo>
                  <a:lnTo>
                    <a:pt x="184394" y="110281"/>
                  </a:lnTo>
                  <a:cubicBezTo>
                    <a:pt x="191355" y="111728"/>
                    <a:pt x="196850" y="116068"/>
                    <a:pt x="199780" y="122218"/>
                  </a:cubicBezTo>
                  <a:cubicBezTo>
                    <a:pt x="200513" y="124388"/>
                    <a:pt x="199414" y="126920"/>
                    <a:pt x="197216" y="128005"/>
                  </a:cubicBezTo>
                  <a:cubicBezTo>
                    <a:pt x="195018" y="129090"/>
                    <a:pt x="192454" y="128005"/>
                    <a:pt x="191355" y="125473"/>
                  </a:cubicBezTo>
                  <a:cubicBezTo>
                    <a:pt x="189523" y="121494"/>
                    <a:pt x="185127" y="118962"/>
                    <a:pt x="179998" y="118962"/>
                  </a:cubicBezTo>
                  <a:cubicBezTo>
                    <a:pt x="173037" y="118962"/>
                    <a:pt x="167542" y="123303"/>
                    <a:pt x="167542" y="129090"/>
                  </a:cubicBezTo>
                  <a:cubicBezTo>
                    <a:pt x="167542" y="136324"/>
                    <a:pt x="171572" y="139941"/>
                    <a:pt x="179998" y="139941"/>
                  </a:cubicBezTo>
                  <a:cubicBezTo>
                    <a:pt x="195751" y="139941"/>
                    <a:pt x="201246" y="149708"/>
                    <a:pt x="201246" y="159112"/>
                  </a:cubicBezTo>
                  <a:cubicBezTo>
                    <a:pt x="201246" y="168516"/>
                    <a:pt x="193919" y="176474"/>
                    <a:pt x="184394" y="178283"/>
                  </a:cubicBezTo>
                  <a:lnTo>
                    <a:pt x="184394" y="182623"/>
                  </a:lnTo>
                  <a:cubicBezTo>
                    <a:pt x="184394" y="184793"/>
                    <a:pt x="182196" y="186964"/>
                    <a:pt x="179998" y="186964"/>
                  </a:cubicBezTo>
                  <a:cubicBezTo>
                    <a:pt x="177434" y="186964"/>
                    <a:pt x="175236" y="184793"/>
                    <a:pt x="175236" y="182623"/>
                  </a:cubicBezTo>
                  <a:lnTo>
                    <a:pt x="175236" y="177921"/>
                  </a:lnTo>
                  <a:cubicBezTo>
                    <a:pt x="168275" y="176836"/>
                    <a:pt x="162780" y="172495"/>
                    <a:pt x="160215" y="166346"/>
                  </a:cubicBezTo>
                  <a:cubicBezTo>
                    <a:pt x="159116" y="164176"/>
                    <a:pt x="160215" y="161644"/>
                    <a:pt x="162780" y="160559"/>
                  </a:cubicBezTo>
                  <a:cubicBezTo>
                    <a:pt x="164612" y="159474"/>
                    <a:pt x="167542" y="160559"/>
                    <a:pt x="168275" y="162729"/>
                  </a:cubicBezTo>
                  <a:cubicBezTo>
                    <a:pt x="170107" y="167070"/>
                    <a:pt x="174869" y="169963"/>
                    <a:pt x="179998" y="169963"/>
                  </a:cubicBezTo>
                  <a:cubicBezTo>
                    <a:pt x="186592" y="169963"/>
                    <a:pt x="192087" y="165261"/>
                    <a:pt x="192087" y="159112"/>
                  </a:cubicBezTo>
                  <a:cubicBezTo>
                    <a:pt x="192087" y="152239"/>
                    <a:pt x="188057" y="148622"/>
                    <a:pt x="179998" y="148622"/>
                  </a:cubicBezTo>
                  <a:cubicBezTo>
                    <a:pt x="164245" y="148622"/>
                    <a:pt x="158750" y="138856"/>
                    <a:pt x="158750" y="129090"/>
                  </a:cubicBezTo>
                  <a:cubicBezTo>
                    <a:pt x="158750" y="120047"/>
                    <a:pt x="166077" y="112090"/>
                    <a:pt x="175236" y="110281"/>
                  </a:cubicBezTo>
                  <a:lnTo>
                    <a:pt x="175236" y="105941"/>
                  </a:lnTo>
                  <a:cubicBezTo>
                    <a:pt x="175236" y="103770"/>
                    <a:pt x="177434" y="101600"/>
                    <a:pt x="179998" y="101600"/>
                  </a:cubicBezTo>
                  <a:close/>
                  <a:moveTo>
                    <a:pt x="179916" y="90943"/>
                  </a:moveTo>
                  <a:cubicBezTo>
                    <a:pt x="150050" y="90943"/>
                    <a:pt x="125582" y="115122"/>
                    <a:pt x="125582" y="145076"/>
                  </a:cubicBezTo>
                  <a:cubicBezTo>
                    <a:pt x="125582" y="175029"/>
                    <a:pt x="150050" y="199569"/>
                    <a:pt x="179916" y="199569"/>
                  </a:cubicBezTo>
                  <a:cubicBezTo>
                    <a:pt x="209783" y="199569"/>
                    <a:pt x="233891" y="175029"/>
                    <a:pt x="233891" y="145076"/>
                  </a:cubicBezTo>
                  <a:cubicBezTo>
                    <a:pt x="233891" y="115122"/>
                    <a:pt x="209783" y="90943"/>
                    <a:pt x="179916" y="90943"/>
                  </a:cubicBezTo>
                  <a:close/>
                  <a:moveTo>
                    <a:pt x="21950" y="55576"/>
                  </a:moveTo>
                  <a:cubicBezTo>
                    <a:pt x="14753" y="55576"/>
                    <a:pt x="8636" y="61711"/>
                    <a:pt x="8636" y="68929"/>
                  </a:cubicBezTo>
                  <a:lnTo>
                    <a:pt x="8636" y="221222"/>
                  </a:lnTo>
                  <a:cubicBezTo>
                    <a:pt x="8636" y="228801"/>
                    <a:pt x="14753" y="234575"/>
                    <a:pt x="21950" y="234575"/>
                  </a:cubicBezTo>
                  <a:lnTo>
                    <a:pt x="162285" y="234575"/>
                  </a:lnTo>
                  <a:cubicBezTo>
                    <a:pt x="169481" y="234575"/>
                    <a:pt x="175239" y="228801"/>
                    <a:pt x="175239" y="221222"/>
                  </a:cubicBezTo>
                  <a:lnTo>
                    <a:pt x="175239" y="207870"/>
                  </a:lnTo>
                  <a:cubicBezTo>
                    <a:pt x="142854" y="205344"/>
                    <a:pt x="116946" y="178277"/>
                    <a:pt x="116946" y="145076"/>
                  </a:cubicBezTo>
                  <a:cubicBezTo>
                    <a:pt x="116946" y="111874"/>
                    <a:pt x="142854" y="84447"/>
                    <a:pt x="175239" y="82282"/>
                  </a:cubicBezTo>
                  <a:lnTo>
                    <a:pt x="175239" y="68929"/>
                  </a:lnTo>
                  <a:cubicBezTo>
                    <a:pt x="175239" y="61711"/>
                    <a:pt x="169481" y="55576"/>
                    <a:pt x="162285" y="55576"/>
                  </a:cubicBezTo>
                  <a:lnTo>
                    <a:pt x="21950" y="55576"/>
                  </a:lnTo>
                  <a:close/>
                  <a:moveTo>
                    <a:pt x="197948" y="22225"/>
                  </a:moveTo>
                  <a:lnTo>
                    <a:pt x="226790" y="22225"/>
                  </a:lnTo>
                  <a:cubicBezTo>
                    <a:pt x="229639" y="22225"/>
                    <a:pt x="231419" y="24130"/>
                    <a:pt x="231419" y="26797"/>
                  </a:cubicBezTo>
                  <a:cubicBezTo>
                    <a:pt x="231419" y="29464"/>
                    <a:pt x="229639" y="31369"/>
                    <a:pt x="226790" y="31369"/>
                  </a:cubicBezTo>
                  <a:lnTo>
                    <a:pt x="197948" y="31369"/>
                  </a:lnTo>
                  <a:cubicBezTo>
                    <a:pt x="195812" y="31369"/>
                    <a:pt x="193675" y="29464"/>
                    <a:pt x="193675" y="26797"/>
                  </a:cubicBezTo>
                  <a:cubicBezTo>
                    <a:pt x="193675" y="24130"/>
                    <a:pt x="195812" y="22225"/>
                    <a:pt x="197948" y="22225"/>
                  </a:cubicBezTo>
                  <a:close/>
                  <a:moveTo>
                    <a:pt x="93472" y="22225"/>
                  </a:moveTo>
                  <a:cubicBezTo>
                    <a:pt x="96139" y="22225"/>
                    <a:pt x="98044" y="24130"/>
                    <a:pt x="98044" y="26797"/>
                  </a:cubicBezTo>
                  <a:cubicBezTo>
                    <a:pt x="98044" y="29464"/>
                    <a:pt x="96139" y="31369"/>
                    <a:pt x="93472" y="31369"/>
                  </a:cubicBezTo>
                  <a:cubicBezTo>
                    <a:pt x="91186" y="31369"/>
                    <a:pt x="88900" y="29464"/>
                    <a:pt x="88900" y="26797"/>
                  </a:cubicBezTo>
                  <a:cubicBezTo>
                    <a:pt x="88900" y="24130"/>
                    <a:pt x="91186" y="22225"/>
                    <a:pt x="93472" y="22225"/>
                  </a:cubicBezTo>
                  <a:close/>
                  <a:moveTo>
                    <a:pt x="33824" y="8661"/>
                  </a:moveTo>
                  <a:cubicBezTo>
                    <a:pt x="20150" y="8661"/>
                    <a:pt x="8636" y="20209"/>
                    <a:pt x="8636" y="33562"/>
                  </a:cubicBezTo>
                  <a:lnTo>
                    <a:pt x="8636" y="51245"/>
                  </a:lnTo>
                  <a:cubicBezTo>
                    <a:pt x="12594" y="48719"/>
                    <a:pt x="17272" y="46915"/>
                    <a:pt x="21950" y="46915"/>
                  </a:cubicBezTo>
                  <a:lnTo>
                    <a:pt x="162285" y="46915"/>
                  </a:lnTo>
                  <a:cubicBezTo>
                    <a:pt x="167322" y="46915"/>
                    <a:pt x="171640" y="48719"/>
                    <a:pt x="175239" y="51245"/>
                  </a:cubicBezTo>
                  <a:lnTo>
                    <a:pt x="175239" y="33562"/>
                  </a:lnTo>
                  <a:cubicBezTo>
                    <a:pt x="175239" y="20209"/>
                    <a:pt x="164444" y="8661"/>
                    <a:pt x="150770" y="8661"/>
                  </a:cubicBezTo>
                  <a:lnTo>
                    <a:pt x="33824" y="8661"/>
                  </a:lnTo>
                  <a:close/>
                  <a:moveTo>
                    <a:pt x="186866" y="0"/>
                  </a:moveTo>
                  <a:lnTo>
                    <a:pt x="280112" y="0"/>
                  </a:lnTo>
                  <a:cubicBezTo>
                    <a:pt x="285491" y="0"/>
                    <a:pt x="290153" y="4691"/>
                    <a:pt x="290153" y="10105"/>
                  </a:cubicBezTo>
                  <a:lnTo>
                    <a:pt x="290153" y="280047"/>
                  </a:lnTo>
                  <a:cubicBezTo>
                    <a:pt x="290153" y="285460"/>
                    <a:pt x="285491" y="290151"/>
                    <a:pt x="280112" y="290151"/>
                  </a:cubicBezTo>
                  <a:lnTo>
                    <a:pt x="186866" y="290151"/>
                  </a:lnTo>
                  <a:cubicBezTo>
                    <a:pt x="184355" y="290151"/>
                    <a:pt x="182562" y="287986"/>
                    <a:pt x="182562" y="285821"/>
                  </a:cubicBezTo>
                  <a:cubicBezTo>
                    <a:pt x="182562" y="283295"/>
                    <a:pt x="184355" y="281490"/>
                    <a:pt x="186866" y="281490"/>
                  </a:cubicBezTo>
                  <a:lnTo>
                    <a:pt x="280112" y="281490"/>
                  </a:lnTo>
                  <a:cubicBezTo>
                    <a:pt x="280829" y="281490"/>
                    <a:pt x="281546" y="280768"/>
                    <a:pt x="281546" y="280047"/>
                  </a:cubicBezTo>
                  <a:lnTo>
                    <a:pt x="281546" y="243236"/>
                  </a:lnTo>
                  <a:lnTo>
                    <a:pt x="198342" y="243236"/>
                  </a:lnTo>
                  <a:cubicBezTo>
                    <a:pt x="196190" y="243236"/>
                    <a:pt x="194039" y="241432"/>
                    <a:pt x="194039" y="238906"/>
                  </a:cubicBezTo>
                  <a:cubicBezTo>
                    <a:pt x="194039" y="236380"/>
                    <a:pt x="196190" y="234575"/>
                    <a:pt x="198342" y="234575"/>
                  </a:cubicBezTo>
                  <a:lnTo>
                    <a:pt x="281546" y="234575"/>
                  </a:lnTo>
                  <a:lnTo>
                    <a:pt x="281546" y="55576"/>
                  </a:lnTo>
                  <a:lnTo>
                    <a:pt x="198342" y="55576"/>
                  </a:lnTo>
                  <a:cubicBezTo>
                    <a:pt x="196190" y="55576"/>
                    <a:pt x="194039" y="53772"/>
                    <a:pt x="194039" y="51245"/>
                  </a:cubicBezTo>
                  <a:cubicBezTo>
                    <a:pt x="194039" y="48719"/>
                    <a:pt x="196190" y="46915"/>
                    <a:pt x="198342" y="46915"/>
                  </a:cubicBezTo>
                  <a:lnTo>
                    <a:pt x="281546" y="46915"/>
                  </a:lnTo>
                  <a:lnTo>
                    <a:pt x="281546" y="10105"/>
                  </a:lnTo>
                  <a:cubicBezTo>
                    <a:pt x="281546" y="9383"/>
                    <a:pt x="280829" y="8661"/>
                    <a:pt x="280112" y="8661"/>
                  </a:cubicBezTo>
                  <a:lnTo>
                    <a:pt x="186866" y="8661"/>
                  </a:lnTo>
                  <a:cubicBezTo>
                    <a:pt x="184355" y="8661"/>
                    <a:pt x="182562" y="6857"/>
                    <a:pt x="182562" y="4330"/>
                  </a:cubicBezTo>
                  <a:cubicBezTo>
                    <a:pt x="182562" y="2165"/>
                    <a:pt x="184355" y="0"/>
                    <a:pt x="186866" y="0"/>
                  </a:cubicBezTo>
                  <a:close/>
                  <a:moveTo>
                    <a:pt x="33824" y="0"/>
                  </a:moveTo>
                  <a:lnTo>
                    <a:pt x="150770" y="0"/>
                  </a:lnTo>
                  <a:cubicBezTo>
                    <a:pt x="169121" y="0"/>
                    <a:pt x="184234" y="15157"/>
                    <a:pt x="184234" y="33562"/>
                  </a:cubicBezTo>
                  <a:lnTo>
                    <a:pt x="184234" y="82282"/>
                  </a:lnTo>
                  <a:cubicBezTo>
                    <a:pt x="216619" y="84447"/>
                    <a:pt x="242527" y="111874"/>
                    <a:pt x="242527" y="145076"/>
                  </a:cubicBezTo>
                  <a:cubicBezTo>
                    <a:pt x="242527" y="178277"/>
                    <a:pt x="216619" y="205344"/>
                    <a:pt x="184234" y="207870"/>
                  </a:cubicBezTo>
                  <a:lnTo>
                    <a:pt x="184234" y="256228"/>
                  </a:lnTo>
                  <a:cubicBezTo>
                    <a:pt x="184234" y="274994"/>
                    <a:pt x="169121" y="290151"/>
                    <a:pt x="150770" y="290151"/>
                  </a:cubicBezTo>
                  <a:lnTo>
                    <a:pt x="33824" y="290151"/>
                  </a:lnTo>
                  <a:cubicBezTo>
                    <a:pt x="15113" y="290151"/>
                    <a:pt x="0" y="274994"/>
                    <a:pt x="0" y="256228"/>
                  </a:cubicBezTo>
                  <a:lnTo>
                    <a:pt x="0" y="33562"/>
                  </a:lnTo>
                  <a:cubicBezTo>
                    <a:pt x="0" y="15157"/>
                    <a:pt x="15113" y="0"/>
                    <a:pt x="33824" y="0"/>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en-US" sz="900"/>
            </a:p>
          </p:txBody>
        </p:sp>
        <p:sp>
          <p:nvSpPr>
            <p:cNvPr id="8" name="Subtitle 2">
              <a:extLst>
                <a:ext uri="{FF2B5EF4-FFF2-40B4-BE49-F238E27FC236}">
                  <a16:creationId xmlns:a16="http://schemas.microsoft.com/office/drawing/2014/main" id="{D5DB8DE9-9CA0-1C4A-6D4C-7601DF91B897}"/>
                </a:ext>
              </a:extLst>
            </p:cNvPr>
            <p:cNvSpPr txBox="1">
              <a:spLocks/>
            </p:cNvSpPr>
            <p:nvPr/>
          </p:nvSpPr>
          <p:spPr>
            <a:xfrm>
              <a:off x="1001934" y="4858341"/>
              <a:ext cx="2424634" cy="993092"/>
            </a:xfrm>
            <a:prstGeom prst="rect">
              <a:avLst/>
            </a:prstGeom>
            <a:grpFill/>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750"/>
                </a:lnSpc>
              </a:pPr>
              <a:r>
                <a:rPr lang="fr-FR" sz="1400" b="1">
                  <a:solidFill>
                    <a:schemeClr val="bg1"/>
                  </a:solidFill>
                  <a:latin typeface="Lato Light" panose="020F0502020204030203" pitchFamily="34" charset="0"/>
                  <a:ea typeface="Lato Light" panose="020F0502020204030203" pitchFamily="34" charset="0"/>
                  <a:cs typeface="Mukta ExtraLight" panose="020B0000000000000000" pitchFamily="34" charset="77"/>
                </a:rPr>
                <a:t>Diminution du coût global de gestion des intervention</a:t>
              </a:r>
            </a:p>
            <a:p>
              <a:pPr>
                <a:lnSpc>
                  <a:spcPts val="1750"/>
                </a:lnSpc>
              </a:pPr>
              <a:r>
                <a:rPr lang="fr-FR" sz="1400" b="1">
                  <a:solidFill>
                    <a:schemeClr val="bg1"/>
                  </a:solidFill>
                  <a:latin typeface="Lato Light" panose="020F0502020204030203" pitchFamily="34" charset="0"/>
                  <a:ea typeface="Lato Light" panose="020F0502020204030203" pitchFamily="34" charset="0"/>
                  <a:cs typeface="Mukta ExtraLight" panose="020B0000000000000000" pitchFamily="34" charset="77"/>
                </a:rPr>
                <a:t>Performance Opérationnelle terrain </a:t>
              </a:r>
              <a:endParaRPr lang="fr-FR" sz="1400" b="1" dirty="0">
                <a:solidFill>
                  <a:schemeClr val="bg1"/>
                </a:solidFill>
                <a:latin typeface="Lato Light" panose="020F0502020204030203" pitchFamily="34" charset="0"/>
                <a:ea typeface="Lato Light" panose="020F0502020204030203" pitchFamily="34" charset="0"/>
                <a:cs typeface="Mukta ExtraLight" panose="020B0000000000000000" pitchFamily="34" charset="77"/>
              </a:endParaRPr>
            </a:p>
          </p:txBody>
        </p:sp>
        <p:sp>
          <p:nvSpPr>
            <p:cNvPr id="9" name="TextBox 33">
              <a:extLst>
                <a:ext uri="{FF2B5EF4-FFF2-40B4-BE49-F238E27FC236}">
                  <a16:creationId xmlns:a16="http://schemas.microsoft.com/office/drawing/2014/main" id="{7D3EF081-F376-15F3-4A1C-23562050DF78}"/>
                </a:ext>
              </a:extLst>
            </p:cNvPr>
            <p:cNvSpPr txBox="1"/>
            <p:nvPr/>
          </p:nvSpPr>
          <p:spPr>
            <a:xfrm>
              <a:off x="1257974" y="4533917"/>
              <a:ext cx="2056973" cy="338554"/>
            </a:xfrm>
            <a:prstGeom prst="rect">
              <a:avLst/>
            </a:prstGeom>
            <a:grpFill/>
          </p:spPr>
          <p:txBody>
            <a:bodyPr wrap="none" rtlCol="0" anchor="b" anchorCtr="0">
              <a:spAutoFit/>
            </a:bodyPr>
            <a:lstStyle/>
            <a:p>
              <a:pPr algn="ctr"/>
              <a:r>
                <a:rPr lang="fr-FR" sz="1600" b="1">
                  <a:solidFill>
                    <a:schemeClr val="bg1"/>
                  </a:solidFill>
                  <a:latin typeface="Poppins" pitchFamily="2" charset="77"/>
                  <a:ea typeface="League Spartan" charset="0"/>
                  <a:cs typeface="Poppins" pitchFamily="2" charset="77"/>
                </a:rPr>
                <a:t>Gain économique</a:t>
              </a:r>
              <a:endParaRPr lang="fr-FR" sz="1600" b="1" dirty="0">
                <a:solidFill>
                  <a:schemeClr val="bg1"/>
                </a:solidFill>
                <a:latin typeface="Poppins" pitchFamily="2" charset="77"/>
                <a:ea typeface="League Spartan" charset="0"/>
                <a:cs typeface="Poppins" pitchFamily="2" charset="77"/>
              </a:endParaRPr>
            </a:p>
          </p:txBody>
        </p:sp>
        <p:sp>
          <p:nvSpPr>
            <p:cNvPr id="10" name="TextBox 35">
              <a:extLst>
                <a:ext uri="{FF2B5EF4-FFF2-40B4-BE49-F238E27FC236}">
                  <a16:creationId xmlns:a16="http://schemas.microsoft.com/office/drawing/2014/main" id="{445A1CF8-0845-71A9-F170-7ECB241BC12B}"/>
                </a:ext>
              </a:extLst>
            </p:cNvPr>
            <p:cNvSpPr txBox="1"/>
            <p:nvPr/>
          </p:nvSpPr>
          <p:spPr>
            <a:xfrm>
              <a:off x="1898944" y="3693611"/>
              <a:ext cx="777777" cy="784830"/>
            </a:xfrm>
            <a:prstGeom prst="rect">
              <a:avLst/>
            </a:prstGeom>
            <a:grpFill/>
          </p:spPr>
          <p:txBody>
            <a:bodyPr wrap="none" rtlCol="0" anchor="ctr">
              <a:spAutoFit/>
            </a:bodyPr>
            <a:lstStyle/>
            <a:p>
              <a:pPr algn="ctr"/>
              <a:r>
                <a:rPr lang="fr-FR" sz="4500" b="1">
                  <a:solidFill>
                    <a:schemeClr val="bg1"/>
                  </a:solidFill>
                  <a:latin typeface="Poppins" pitchFamily="2" charset="77"/>
                  <a:cs typeface="Poppins" pitchFamily="2" charset="77"/>
                </a:rPr>
                <a:t>01</a:t>
              </a:r>
              <a:endParaRPr lang="fr-FR" sz="4500" b="1" dirty="0">
                <a:solidFill>
                  <a:schemeClr val="bg1"/>
                </a:solidFill>
                <a:latin typeface="Poppins" pitchFamily="2" charset="77"/>
                <a:cs typeface="Poppins" pitchFamily="2" charset="77"/>
              </a:endParaRPr>
            </a:p>
          </p:txBody>
        </p:sp>
      </p:grpSp>
      <p:grpSp>
        <p:nvGrpSpPr>
          <p:cNvPr id="33" name="Groupe 32">
            <a:extLst>
              <a:ext uri="{FF2B5EF4-FFF2-40B4-BE49-F238E27FC236}">
                <a16:creationId xmlns:a16="http://schemas.microsoft.com/office/drawing/2014/main" id="{DF527BB5-1676-60B1-F908-2C4667EE7C5F}"/>
              </a:ext>
            </a:extLst>
          </p:cNvPr>
          <p:cNvGrpSpPr/>
          <p:nvPr/>
        </p:nvGrpSpPr>
        <p:grpSpPr>
          <a:xfrm>
            <a:off x="3527403" y="2019076"/>
            <a:ext cx="2986638" cy="4033471"/>
            <a:chOff x="4564741" y="2019076"/>
            <a:chExt cx="2986638" cy="4033471"/>
          </a:xfrm>
          <a:solidFill>
            <a:srgbClr val="00B0F0"/>
          </a:solidFill>
        </p:grpSpPr>
        <p:sp>
          <p:nvSpPr>
            <p:cNvPr id="19" name="Freeform 15">
              <a:extLst>
                <a:ext uri="{FF2B5EF4-FFF2-40B4-BE49-F238E27FC236}">
                  <a16:creationId xmlns:a16="http://schemas.microsoft.com/office/drawing/2014/main" id="{315A2E3D-2AB1-0402-8BEF-8E17904AB143}"/>
                </a:ext>
              </a:extLst>
            </p:cNvPr>
            <p:cNvSpPr>
              <a:spLocks noChangeArrowheads="1"/>
            </p:cNvSpPr>
            <p:nvPr/>
          </p:nvSpPr>
          <p:spPr bwMode="auto">
            <a:xfrm>
              <a:off x="4564741" y="2019076"/>
              <a:ext cx="2986638" cy="4033471"/>
            </a:xfrm>
            <a:prstGeom prst="roundRect">
              <a:avLst>
                <a:gd name="adj" fmla="val 8806"/>
              </a:avLst>
            </a:prstGeom>
            <a:grpFill/>
            <a:ln>
              <a:solidFill>
                <a:schemeClr val="accent2"/>
              </a:solidFill>
            </a:ln>
            <a:effectLst/>
          </p:spPr>
          <p:txBody>
            <a:bodyPr wrap="none" anchor="ctr"/>
            <a:lstStyle/>
            <a:p>
              <a:endParaRPr lang="en-US" sz="3266"/>
            </a:p>
          </p:txBody>
        </p:sp>
        <p:sp>
          <p:nvSpPr>
            <p:cNvPr id="22" name="Subtitle 2">
              <a:extLst>
                <a:ext uri="{FF2B5EF4-FFF2-40B4-BE49-F238E27FC236}">
                  <a16:creationId xmlns:a16="http://schemas.microsoft.com/office/drawing/2014/main" id="{2ABDA914-5A7D-57CD-DF85-1C7CDB53FA82}"/>
                </a:ext>
              </a:extLst>
            </p:cNvPr>
            <p:cNvSpPr txBox="1">
              <a:spLocks/>
            </p:cNvSpPr>
            <p:nvPr/>
          </p:nvSpPr>
          <p:spPr>
            <a:xfrm>
              <a:off x="4803000" y="4959090"/>
              <a:ext cx="2356192" cy="950004"/>
            </a:xfrm>
            <a:prstGeom prst="rect">
              <a:avLst/>
            </a:prstGeom>
            <a:grpFill/>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750"/>
                </a:lnSpc>
              </a:pPr>
              <a:r>
                <a:rPr lang="fr-FR" sz="1400" b="1">
                  <a:solidFill>
                    <a:schemeClr val="bg1"/>
                  </a:solidFill>
                  <a:latin typeface="Lato Light" panose="020F0502020204030203" pitchFamily="34" charset="0"/>
                  <a:ea typeface="Lato Light" panose="020F0502020204030203" pitchFamily="34" charset="0"/>
                </a:rPr>
                <a:t>Utiliser la competence juste nécessaire tout en professionalisant certaines taches   </a:t>
              </a:r>
              <a:endParaRPr lang="fr-FR" sz="1400" b="1" dirty="0">
                <a:solidFill>
                  <a:schemeClr val="bg1"/>
                </a:solidFill>
                <a:latin typeface="Lato Light" panose="020F0502020204030203" pitchFamily="34" charset="0"/>
                <a:ea typeface="Lato Light" panose="020F0502020204030203" pitchFamily="34" charset="0"/>
              </a:endParaRPr>
            </a:p>
          </p:txBody>
        </p:sp>
        <p:sp>
          <p:nvSpPr>
            <p:cNvPr id="23" name="TextBox 38">
              <a:extLst>
                <a:ext uri="{FF2B5EF4-FFF2-40B4-BE49-F238E27FC236}">
                  <a16:creationId xmlns:a16="http://schemas.microsoft.com/office/drawing/2014/main" id="{2F012902-36D8-7344-4E11-83745AC8863B}"/>
                </a:ext>
              </a:extLst>
            </p:cNvPr>
            <p:cNvSpPr txBox="1"/>
            <p:nvPr/>
          </p:nvSpPr>
          <p:spPr>
            <a:xfrm>
              <a:off x="4914903" y="4441788"/>
              <a:ext cx="2211942" cy="584775"/>
            </a:xfrm>
            <a:prstGeom prst="rect">
              <a:avLst/>
            </a:prstGeom>
            <a:grpFill/>
          </p:spPr>
          <p:txBody>
            <a:bodyPr wrap="square" rtlCol="0" anchor="b" anchorCtr="0">
              <a:spAutoFit/>
            </a:bodyPr>
            <a:lstStyle/>
            <a:p>
              <a:pPr algn="ctr"/>
              <a:r>
                <a:rPr lang="fr-FR" sz="1600" b="1">
                  <a:solidFill>
                    <a:schemeClr val="bg1"/>
                  </a:solidFill>
                  <a:latin typeface="Poppins" pitchFamily="2" charset="77"/>
                  <a:ea typeface="League Spartan" charset="0"/>
                  <a:cs typeface="Poppins" pitchFamily="2" charset="77"/>
                </a:rPr>
                <a:t>Gain Organisationnel </a:t>
              </a:r>
              <a:endParaRPr lang="fr-FR" sz="1600" b="1" dirty="0">
                <a:solidFill>
                  <a:schemeClr val="bg1"/>
                </a:solidFill>
                <a:latin typeface="Poppins" pitchFamily="2" charset="77"/>
                <a:ea typeface="League Spartan" charset="0"/>
                <a:cs typeface="Poppins" pitchFamily="2" charset="77"/>
              </a:endParaRPr>
            </a:p>
          </p:txBody>
        </p:sp>
        <p:sp>
          <p:nvSpPr>
            <p:cNvPr id="24" name="TextBox 39">
              <a:extLst>
                <a:ext uri="{FF2B5EF4-FFF2-40B4-BE49-F238E27FC236}">
                  <a16:creationId xmlns:a16="http://schemas.microsoft.com/office/drawing/2014/main" id="{617DA7C5-9C98-1F63-1745-50CBF8978FAF}"/>
                </a:ext>
              </a:extLst>
            </p:cNvPr>
            <p:cNvSpPr txBox="1"/>
            <p:nvPr/>
          </p:nvSpPr>
          <p:spPr>
            <a:xfrm>
              <a:off x="5576453" y="3724431"/>
              <a:ext cx="891591" cy="784830"/>
            </a:xfrm>
            <a:prstGeom prst="rect">
              <a:avLst/>
            </a:prstGeom>
            <a:grpFill/>
          </p:spPr>
          <p:txBody>
            <a:bodyPr wrap="none" rtlCol="0" anchor="ctr">
              <a:spAutoFit/>
            </a:bodyPr>
            <a:lstStyle/>
            <a:p>
              <a:pPr algn="ctr"/>
              <a:r>
                <a:rPr lang="fr-FR" sz="4500" b="1">
                  <a:solidFill>
                    <a:schemeClr val="bg1"/>
                  </a:solidFill>
                  <a:latin typeface="Poppins" pitchFamily="2" charset="77"/>
                  <a:cs typeface="Poppins" pitchFamily="2" charset="77"/>
                </a:rPr>
                <a:t>02</a:t>
              </a:r>
              <a:endParaRPr lang="fr-FR" sz="4500" b="1" dirty="0">
                <a:solidFill>
                  <a:schemeClr val="bg1"/>
                </a:solidFill>
                <a:latin typeface="Poppins" pitchFamily="2" charset="77"/>
                <a:cs typeface="Poppins" pitchFamily="2" charset="77"/>
              </a:endParaRPr>
            </a:p>
          </p:txBody>
        </p:sp>
        <p:sp>
          <p:nvSpPr>
            <p:cNvPr id="20" name="Freeform 19">
              <a:extLst>
                <a:ext uri="{FF2B5EF4-FFF2-40B4-BE49-F238E27FC236}">
                  <a16:creationId xmlns:a16="http://schemas.microsoft.com/office/drawing/2014/main" id="{8AFAFB10-71C1-4248-565E-B0F147B68780}"/>
                </a:ext>
              </a:extLst>
            </p:cNvPr>
            <p:cNvSpPr>
              <a:spLocks noChangeArrowheads="1"/>
            </p:cNvSpPr>
            <p:nvPr/>
          </p:nvSpPr>
          <p:spPr bwMode="auto">
            <a:xfrm>
              <a:off x="5408903" y="2402715"/>
              <a:ext cx="1223942" cy="1220071"/>
            </a:xfrm>
            <a:prstGeom prst="chord">
              <a:avLst>
                <a:gd name="adj1" fmla="val 21387126"/>
                <a:gd name="adj2" fmla="val 16200000"/>
              </a:avLst>
            </a:prstGeom>
            <a:solidFill>
              <a:schemeClr val="bg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266"/>
            </a:p>
          </p:txBody>
        </p:sp>
        <p:sp>
          <p:nvSpPr>
            <p:cNvPr id="21" name="Freeform 996">
              <a:extLst>
                <a:ext uri="{FF2B5EF4-FFF2-40B4-BE49-F238E27FC236}">
                  <a16:creationId xmlns:a16="http://schemas.microsoft.com/office/drawing/2014/main" id="{C4D2348F-8653-C497-35FF-33C0BCDA9023}"/>
                </a:ext>
              </a:extLst>
            </p:cNvPr>
            <p:cNvSpPr>
              <a:spLocks noChangeAspect="1" noChangeArrowheads="1"/>
            </p:cNvSpPr>
            <p:nvPr/>
          </p:nvSpPr>
          <p:spPr bwMode="auto">
            <a:xfrm>
              <a:off x="5804974" y="2776965"/>
              <a:ext cx="431800" cy="471571"/>
            </a:xfrm>
            <a:custGeom>
              <a:avLst/>
              <a:gdLst>
                <a:gd name="T0" fmla="*/ 32437331 w 267017"/>
                <a:gd name="T1" fmla="*/ 25862517 h 290151"/>
                <a:gd name="T2" fmla="*/ 30564467 w 267017"/>
                <a:gd name="T3" fmla="*/ 25862517 h 290151"/>
                <a:gd name="T4" fmla="*/ 17158302 w 267017"/>
                <a:gd name="T5" fmla="*/ 24788421 h 290151"/>
                <a:gd name="T6" fmla="*/ 17158302 w 267017"/>
                <a:gd name="T7" fmla="*/ 26771477 h 290151"/>
                <a:gd name="T8" fmla="*/ 17158302 w 267017"/>
                <a:gd name="T9" fmla="*/ 24788421 h 290151"/>
                <a:gd name="T10" fmla="*/ 32813845 w 267017"/>
                <a:gd name="T11" fmla="*/ 16839060 h 290151"/>
                <a:gd name="T12" fmla="*/ 32159665 w 267017"/>
                <a:gd name="T13" fmla="*/ 34694181 h 290151"/>
                <a:gd name="T14" fmla="*/ 31505516 w 267017"/>
                <a:gd name="T15" fmla="*/ 33049854 h 290151"/>
                <a:gd name="T16" fmla="*/ 31505516 w 267017"/>
                <a:gd name="T17" fmla="*/ 16839060 h 290151"/>
                <a:gd name="T18" fmla="*/ 17447095 w 267017"/>
                <a:gd name="T19" fmla="*/ 16839060 h 290151"/>
                <a:gd name="T20" fmla="*/ 17447095 w 267017"/>
                <a:gd name="T21" fmla="*/ 33049854 h 290151"/>
                <a:gd name="T22" fmla="*/ 16793147 w 267017"/>
                <a:gd name="T23" fmla="*/ 34694181 h 290151"/>
                <a:gd name="T24" fmla="*/ 16211645 w 267017"/>
                <a:gd name="T25" fmla="*/ 16839060 h 290151"/>
                <a:gd name="T26" fmla="*/ 25237751 w 267017"/>
                <a:gd name="T27" fmla="*/ 16845466 h 290151"/>
                <a:gd name="T28" fmla="*/ 28568437 w 267017"/>
                <a:gd name="T29" fmla="*/ 20568435 h 290151"/>
                <a:gd name="T30" fmla="*/ 26865911 w 267017"/>
                <a:gd name="T31" fmla="*/ 21344211 h 290151"/>
                <a:gd name="T32" fmla="*/ 21610640 w 267017"/>
                <a:gd name="T33" fmla="*/ 22197506 h 290151"/>
                <a:gd name="T34" fmla="*/ 28864728 w 267017"/>
                <a:gd name="T35" fmla="*/ 29100700 h 290151"/>
                <a:gd name="T36" fmla="*/ 25237751 w 267017"/>
                <a:gd name="T37" fmla="*/ 34452837 h 290151"/>
                <a:gd name="T38" fmla="*/ 23387158 w 267017"/>
                <a:gd name="T39" fmla="*/ 34452837 h 290151"/>
                <a:gd name="T40" fmla="*/ 20130491 w 267017"/>
                <a:gd name="T41" fmla="*/ 30729527 h 290151"/>
                <a:gd name="T42" fmla="*/ 21758669 w 267017"/>
                <a:gd name="T43" fmla="*/ 29954018 h 290151"/>
                <a:gd name="T44" fmla="*/ 27088321 w 267017"/>
                <a:gd name="T45" fmla="*/ 29100700 h 290151"/>
                <a:gd name="T46" fmla="*/ 19834217 w 267017"/>
                <a:gd name="T47" fmla="*/ 22197506 h 290151"/>
                <a:gd name="T48" fmla="*/ 23387158 w 267017"/>
                <a:gd name="T49" fmla="*/ 16845466 h 290151"/>
                <a:gd name="T50" fmla="*/ 24549105 w 267017"/>
                <a:gd name="T51" fmla="*/ 9442289 h 290151"/>
                <a:gd name="T52" fmla="*/ 24549105 w 267017"/>
                <a:gd name="T53" fmla="*/ 41672391 h 290151"/>
                <a:gd name="T54" fmla="*/ 32422264 w 267017"/>
                <a:gd name="T55" fmla="*/ 39570416 h 290151"/>
                <a:gd name="T56" fmla="*/ 39780314 w 267017"/>
                <a:gd name="T57" fmla="*/ 44630506 h 290151"/>
                <a:gd name="T58" fmla="*/ 24549105 w 267017"/>
                <a:gd name="T59" fmla="*/ 9442289 h 290151"/>
                <a:gd name="T60" fmla="*/ 41546062 w 267017"/>
                <a:gd name="T61" fmla="*/ 25635193 h 290151"/>
                <a:gd name="T62" fmla="*/ 41104640 w 267017"/>
                <a:gd name="T63" fmla="*/ 47277601 h 290151"/>
                <a:gd name="T64" fmla="*/ 40148157 w 267017"/>
                <a:gd name="T65" fmla="*/ 47199355 h 290151"/>
                <a:gd name="T66" fmla="*/ 24549105 w 267017"/>
                <a:gd name="T67" fmla="*/ 43618655 h 290151"/>
                <a:gd name="T68" fmla="*/ 24549105 w 267017"/>
                <a:gd name="T69" fmla="*/ 7574506 h 290151"/>
                <a:gd name="T70" fmla="*/ 48681605 w 267017"/>
                <a:gd name="T71" fmla="*/ 25749313 h 290151"/>
                <a:gd name="T72" fmla="*/ 54656085 w 267017"/>
                <a:gd name="T73" fmla="*/ 37802068 h 290151"/>
                <a:gd name="T74" fmla="*/ 48607725 w 267017"/>
                <a:gd name="T75" fmla="*/ 42341729 h 290151"/>
                <a:gd name="T76" fmla="*/ 39240207 w 267017"/>
                <a:gd name="T77" fmla="*/ 55177407 h 290151"/>
                <a:gd name="T78" fmla="*/ 37027412 w 267017"/>
                <a:gd name="T79" fmla="*/ 61986269 h 290151"/>
                <a:gd name="T80" fmla="*/ 35257229 w 267017"/>
                <a:gd name="T81" fmla="*/ 61986269 h 290151"/>
                <a:gd name="T82" fmla="*/ 39240207 w 267017"/>
                <a:gd name="T83" fmla="*/ 53298983 h 290151"/>
                <a:gd name="T84" fmla="*/ 46689949 w 267017"/>
                <a:gd name="T85" fmla="*/ 41793867 h 290151"/>
                <a:gd name="T86" fmla="*/ 52148241 w 267017"/>
                <a:gd name="T87" fmla="*/ 38350213 h 290151"/>
                <a:gd name="T88" fmla="*/ 52148241 w 267017"/>
                <a:gd name="T89" fmla="*/ 35532628 h 290151"/>
                <a:gd name="T90" fmla="*/ 46837368 w 267017"/>
                <a:gd name="T91" fmla="*/ 25827662 h 290151"/>
                <a:gd name="T92" fmla="*/ 1770592 w 267017"/>
                <a:gd name="T93" fmla="*/ 25827662 h 290151"/>
                <a:gd name="T94" fmla="*/ 4720939 w 267017"/>
                <a:gd name="T95" fmla="*/ 37724109 h 290151"/>
                <a:gd name="T96" fmla="*/ 10547663 w 267017"/>
                <a:gd name="T97" fmla="*/ 48289704 h 290151"/>
                <a:gd name="T98" fmla="*/ 11727545 w 267017"/>
                <a:gd name="T99" fmla="*/ 62925261 h 290151"/>
                <a:gd name="T100" fmla="*/ 8998688 w 267017"/>
                <a:gd name="T101" fmla="*/ 49072616 h 290151"/>
                <a:gd name="T102" fmla="*/ 3245112 w 267017"/>
                <a:gd name="T103" fmla="*/ 38741449 h 290151"/>
                <a:gd name="T104" fmla="*/ 0 w 267017"/>
                <a:gd name="T105" fmla="*/ 25827662 h 290151"/>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267017" h="290151">
                  <a:moveTo>
                    <a:pt x="153797" y="114300"/>
                  </a:moveTo>
                  <a:cubicBezTo>
                    <a:pt x="156464" y="114300"/>
                    <a:pt x="158369" y="116205"/>
                    <a:pt x="158369" y="119253"/>
                  </a:cubicBezTo>
                  <a:cubicBezTo>
                    <a:pt x="158369" y="121539"/>
                    <a:pt x="156464" y="123444"/>
                    <a:pt x="153797" y="123444"/>
                  </a:cubicBezTo>
                  <a:cubicBezTo>
                    <a:pt x="151130" y="123444"/>
                    <a:pt x="149225" y="121539"/>
                    <a:pt x="149225" y="119253"/>
                  </a:cubicBezTo>
                  <a:cubicBezTo>
                    <a:pt x="149225" y="116205"/>
                    <a:pt x="151130" y="114300"/>
                    <a:pt x="153797" y="114300"/>
                  </a:cubicBezTo>
                  <a:close/>
                  <a:moveTo>
                    <a:pt x="83771" y="114300"/>
                  </a:moveTo>
                  <a:cubicBezTo>
                    <a:pt x="86336" y="114300"/>
                    <a:pt x="88534" y="116205"/>
                    <a:pt x="88534" y="119253"/>
                  </a:cubicBezTo>
                  <a:cubicBezTo>
                    <a:pt x="88534" y="121539"/>
                    <a:pt x="86336" y="123444"/>
                    <a:pt x="83771" y="123444"/>
                  </a:cubicBezTo>
                  <a:cubicBezTo>
                    <a:pt x="81207" y="123444"/>
                    <a:pt x="79375" y="121539"/>
                    <a:pt x="79375" y="119253"/>
                  </a:cubicBezTo>
                  <a:cubicBezTo>
                    <a:pt x="79375" y="116205"/>
                    <a:pt x="81207" y="114300"/>
                    <a:pt x="83771" y="114300"/>
                  </a:cubicBezTo>
                  <a:close/>
                  <a:moveTo>
                    <a:pt x="153820" y="77645"/>
                  </a:moveTo>
                  <a:cubicBezTo>
                    <a:pt x="155594" y="76200"/>
                    <a:pt x="158433" y="76200"/>
                    <a:pt x="160207" y="77645"/>
                  </a:cubicBezTo>
                  <a:cubicBezTo>
                    <a:pt x="182207" y="100033"/>
                    <a:pt x="182207" y="136504"/>
                    <a:pt x="160207" y="158532"/>
                  </a:cubicBezTo>
                  <a:cubicBezTo>
                    <a:pt x="159142" y="159254"/>
                    <a:pt x="158078" y="159976"/>
                    <a:pt x="157013" y="159976"/>
                  </a:cubicBezTo>
                  <a:cubicBezTo>
                    <a:pt x="155949" y="159976"/>
                    <a:pt x="154884" y="159254"/>
                    <a:pt x="153820" y="158532"/>
                  </a:cubicBezTo>
                  <a:cubicBezTo>
                    <a:pt x="152400" y="156726"/>
                    <a:pt x="152400" y="154198"/>
                    <a:pt x="153820" y="152393"/>
                  </a:cubicBezTo>
                  <a:cubicBezTo>
                    <a:pt x="172626" y="133616"/>
                    <a:pt x="172626" y="102922"/>
                    <a:pt x="153820" y="83783"/>
                  </a:cubicBezTo>
                  <a:cubicBezTo>
                    <a:pt x="152400" y="82339"/>
                    <a:pt x="152400" y="79450"/>
                    <a:pt x="153820" y="77645"/>
                  </a:cubicBezTo>
                  <a:close/>
                  <a:moveTo>
                    <a:pt x="79151" y="77645"/>
                  </a:moveTo>
                  <a:cubicBezTo>
                    <a:pt x="80570" y="76200"/>
                    <a:pt x="83409" y="76200"/>
                    <a:pt x="85183" y="77645"/>
                  </a:cubicBezTo>
                  <a:cubicBezTo>
                    <a:pt x="86957" y="79450"/>
                    <a:pt x="86957" y="82339"/>
                    <a:pt x="85183" y="83783"/>
                  </a:cubicBezTo>
                  <a:cubicBezTo>
                    <a:pt x="66731" y="102922"/>
                    <a:pt x="66731" y="133616"/>
                    <a:pt x="85183" y="152393"/>
                  </a:cubicBezTo>
                  <a:cubicBezTo>
                    <a:pt x="86957" y="154198"/>
                    <a:pt x="86957" y="156726"/>
                    <a:pt x="85183" y="158532"/>
                  </a:cubicBezTo>
                  <a:cubicBezTo>
                    <a:pt x="84473" y="159254"/>
                    <a:pt x="83054" y="159976"/>
                    <a:pt x="81989" y="159976"/>
                  </a:cubicBezTo>
                  <a:cubicBezTo>
                    <a:pt x="80925" y="159976"/>
                    <a:pt x="79860" y="159254"/>
                    <a:pt x="79151" y="158532"/>
                  </a:cubicBezTo>
                  <a:cubicBezTo>
                    <a:pt x="57150" y="136504"/>
                    <a:pt x="57150" y="100033"/>
                    <a:pt x="79151" y="77645"/>
                  </a:cubicBezTo>
                  <a:close/>
                  <a:moveTo>
                    <a:pt x="118881" y="73025"/>
                  </a:moveTo>
                  <a:cubicBezTo>
                    <a:pt x="121050" y="73025"/>
                    <a:pt x="123218" y="75171"/>
                    <a:pt x="123218" y="77675"/>
                  </a:cubicBezTo>
                  <a:lnTo>
                    <a:pt x="123218" y="82324"/>
                  </a:lnTo>
                  <a:cubicBezTo>
                    <a:pt x="130446" y="83755"/>
                    <a:pt x="136589" y="88404"/>
                    <a:pt x="139480" y="94842"/>
                  </a:cubicBezTo>
                  <a:cubicBezTo>
                    <a:pt x="140203" y="96988"/>
                    <a:pt x="139119" y="99492"/>
                    <a:pt x="136951" y="100565"/>
                  </a:cubicBezTo>
                  <a:cubicBezTo>
                    <a:pt x="134782" y="101280"/>
                    <a:pt x="132253" y="100565"/>
                    <a:pt x="131168" y="98419"/>
                  </a:cubicBezTo>
                  <a:cubicBezTo>
                    <a:pt x="129362" y="93769"/>
                    <a:pt x="124302" y="90550"/>
                    <a:pt x="118881" y="90550"/>
                  </a:cubicBezTo>
                  <a:cubicBezTo>
                    <a:pt x="111292" y="90550"/>
                    <a:pt x="105510" y="95915"/>
                    <a:pt x="105510" y="102353"/>
                  </a:cubicBezTo>
                  <a:cubicBezTo>
                    <a:pt x="105510" y="109864"/>
                    <a:pt x="110208" y="113798"/>
                    <a:pt x="118881" y="113798"/>
                  </a:cubicBezTo>
                  <a:cubicBezTo>
                    <a:pt x="135144" y="113798"/>
                    <a:pt x="140926" y="124528"/>
                    <a:pt x="140926" y="134184"/>
                  </a:cubicBezTo>
                  <a:cubicBezTo>
                    <a:pt x="140926" y="143841"/>
                    <a:pt x="133337" y="152067"/>
                    <a:pt x="123218" y="153856"/>
                  </a:cubicBezTo>
                  <a:lnTo>
                    <a:pt x="123218" y="158863"/>
                  </a:lnTo>
                  <a:cubicBezTo>
                    <a:pt x="123218" y="161366"/>
                    <a:pt x="121050" y="163155"/>
                    <a:pt x="118881" y="163155"/>
                  </a:cubicBezTo>
                  <a:cubicBezTo>
                    <a:pt x="116352" y="163155"/>
                    <a:pt x="114183" y="161366"/>
                    <a:pt x="114183" y="158863"/>
                  </a:cubicBezTo>
                  <a:lnTo>
                    <a:pt x="114183" y="153856"/>
                  </a:lnTo>
                  <a:cubicBezTo>
                    <a:pt x="106956" y="152425"/>
                    <a:pt x="100812" y="148133"/>
                    <a:pt x="98283" y="141695"/>
                  </a:cubicBezTo>
                  <a:cubicBezTo>
                    <a:pt x="97199" y="139192"/>
                    <a:pt x="98283" y="136688"/>
                    <a:pt x="100451" y="135615"/>
                  </a:cubicBezTo>
                  <a:cubicBezTo>
                    <a:pt x="102981" y="134900"/>
                    <a:pt x="105510" y="135973"/>
                    <a:pt x="106233" y="138119"/>
                  </a:cubicBezTo>
                  <a:cubicBezTo>
                    <a:pt x="108040" y="142768"/>
                    <a:pt x="113099" y="145987"/>
                    <a:pt x="118881" y="145987"/>
                  </a:cubicBezTo>
                  <a:cubicBezTo>
                    <a:pt x="126109" y="145987"/>
                    <a:pt x="132253" y="140622"/>
                    <a:pt x="132253" y="134184"/>
                  </a:cubicBezTo>
                  <a:cubicBezTo>
                    <a:pt x="132253" y="126316"/>
                    <a:pt x="127555" y="122382"/>
                    <a:pt x="118881" y="122382"/>
                  </a:cubicBezTo>
                  <a:cubicBezTo>
                    <a:pt x="102619" y="122382"/>
                    <a:pt x="96837" y="112010"/>
                    <a:pt x="96837" y="102353"/>
                  </a:cubicBezTo>
                  <a:cubicBezTo>
                    <a:pt x="96837" y="92339"/>
                    <a:pt x="104065" y="84112"/>
                    <a:pt x="114183" y="82324"/>
                  </a:cubicBezTo>
                  <a:lnTo>
                    <a:pt x="114183" y="77675"/>
                  </a:lnTo>
                  <a:cubicBezTo>
                    <a:pt x="114183" y="75171"/>
                    <a:pt x="116352" y="73025"/>
                    <a:pt x="118881" y="73025"/>
                  </a:cubicBezTo>
                  <a:close/>
                  <a:moveTo>
                    <a:pt x="119856" y="43540"/>
                  </a:moveTo>
                  <a:cubicBezTo>
                    <a:pt x="78903" y="43540"/>
                    <a:pt x="45134" y="76924"/>
                    <a:pt x="45134" y="118205"/>
                  </a:cubicBezTo>
                  <a:cubicBezTo>
                    <a:pt x="45134" y="158769"/>
                    <a:pt x="78903" y="192153"/>
                    <a:pt x="119856" y="192153"/>
                  </a:cubicBezTo>
                  <a:cubicBezTo>
                    <a:pt x="132430" y="192153"/>
                    <a:pt x="145003" y="189281"/>
                    <a:pt x="156140" y="182820"/>
                  </a:cubicBezTo>
                  <a:cubicBezTo>
                    <a:pt x="156858" y="182461"/>
                    <a:pt x="157217" y="182461"/>
                    <a:pt x="158295" y="182461"/>
                  </a:cubicBezTo>
                  <a:cubicBezTo>
                    <a:pt x="159013" y="182461"/>
                    <a:pt x="159732" y="182461"/>
                    <a:pt x="160450" y="183179"/>
                  </a:cubicBezTo>
                  <a:lnTo>
                    <a:pt x="194219" y="205793"/>
                  </a:lnTo>
                  <a:lnTo>
                    <a:pt x="194219" y="118205"/>
                  </a:lnTo>
                  <a:cubicBezTo>
                    <a:pt x="194219" y="76924"/>
                    <a:pt x="160810" y="43540"/>
                    <a:pt x="119856" y="43540"/>
                  </a:cubicBezTo>
                  <a:close/>
                  <a:moveTo>
                    <a:pt x="119856" y="34925"/>
                  </a:moveTo>
                  <a:cubicBezTo>
                    <a:pt x="165480" y="34925"/>
                    <a:pt x="202841" y="71899"/>
                    <a:pt x="202841" y="118205"/>
                  </a:cubicBezTo>
                  <a:lnTo>
                    <a:pt x="202841" y="214050"/>
                  </a:lnTo>
                  <a:cubicBezTo>
                    <a:pt x="202841" y="215845"/>
                    <a:pt x="202122" y="217280"/>
                    <a:pt x="200685" y="217998"/>
                  </a:cubicBezTo>
                  <a:cubicBezTo>
                    <a:pt x="199967" y="218357"/>
                    <a:pt x="199248" y="218716"/>
                    <a:pt x="198530" y="218716"/>
                  </a:cubicBezTo>
                  <a:cubicBezTo>
                    <a:pt x="197812" y="218716"/>
                    <a:pt x="196734" y="218357"/>
                    <a:pt x="196015" y="217639"/>
                  </a:cubicBezTo>
                  <a:lnTo>
                    <a:pt x="157936" y="191794"/>
                  </a:lnTo>
                  <a:cubicBezTo>
                    <a:pt x="146081" y="197896"/>
                    <a:pt x="133148" y="201127"/>
                    <a:pt x="119856" y="201127"/>
                  </a:cubicBezTo>
                  <a:cubicBezTo>
                    <a:pt x="73873" y="201127"/>
                    <a:pt x="36512" y="163794"/>
                    <a:pt x="36512" y="118205"/>
                  </a:cubicBezTo>
                  <a:cubicBezTo>
                    <a:pt x="36512" y="71899"/>
                    <a:pt x="73873" y="34925"/>
                    <a:pt x="119856" y="34925"/>
                  </a:cubicBezTo>
                  <a:close/>
                  <a:moveTo>
                    <a:pt x="118479" y="0"/>
                  </a:moveTo>
                  <a:cubicBezTo>
                    <a:pt x="184020" y="0"/>
                    <a:pt x="237317" y="53050"/>
                    <a:pt x="237677" y="118731"/>
                  </a:cubicBezTo>
                  <a:cubicBezTo>
                    <a:pt x="238037" y="120897"/>
                    <a:pt x="242719" y="136054"/>
                    <a:pt x="261085" y="158068"/>
                  </a:cubicBezTo>
                  <a:cubicBezTo>
                    <a:pt x="263606" y="161316"/>
                    <a:pt x="267927" y="167451"/>
                    <a:pt x="266847" y="174307"/>
                  </a:cubicBezTo>
                  <a:cubicBezTo>
                    <a:pt x="266487" y="177195"/>
                    <a:pt x="264686" y="181164"/>
                    <a:pt x="258924" y="184412"/>
                  </a:cubicBezTo>
                  <a:cubicBezTo>
                    <a:pt x="251002" y="189104"/>
                    <a:pt x="241638" y="193073"/>
                    <a:pt x="237317" y="195239"/>
                  </a:cubicBezTo>
                  <a:cubicBezTo>
                    <a:pt x="238037" y="203178"/>
                    <a:pt x="239838" y="222666"/>
                    <a:pt x="237317" y="236380"/>
                  </a:cubicBezTo>
                  <a:cubicBezTo>
                    <a:pt x="234076" y="252258"/>
                    <a:pt x="207427" y="254424"/>
                    <a:pt x="191582" y="254424"/>
                  </a:cubicBezTo>
                  <a:cubicBezTo>
                    <a:pt x="187621" y="254424"/>
                    <a:pt x="180779" y="255867"/>
                    <a:pt x="180779" y="264529"/>
                  </a:cubicBezTo>
                  <a:lnTo>
                    <a:pt x="180779" y="285821"/>
                  </a:lnTo>
                  <a:cubicBezTo>
                    <a:pt x="180779" y="287986"/>
                    <a:pt x="178978" y="290151"/>
                    <a:pt x="176457" y="290151"/>
                  </a:cubicBezTo>
                  <a:cubicBezTo>
                    <a:pt x="173937" y="290151"/>
                    <a:pt x="172136" y="287986"/>
                    <a:pt x="172136" y="285821"/>
                  </a:cubicBezTo>
                  <a:lnTo>
                    <a:pt x="172136" y="264529"/>
                  </a:lnTo>
                  <a:cubicBezTo>
                    <a:pt x="172136" y="252980"/>
                    <a:pt x="179698" y="245763"/>
                    <a:pt x="191582" y="245763"/>
                  </a:cubicBezTo>
                  <a:cubicBezTo>
                    <a:pt x="212469" y="245763"/>
                    <a:pt x="227234" y="241432"/>
                    <a:pt x="228314" y="234575"/>
                  </a:cubicBezTo>
                  <a:cubicBezTo>
                    <a:pt x="231195" y="219057"/>
                    <a:pt x="227954" y="193073"/>
                    <a:pt x="227954" y="192713"/>
                  </a:cubicBezTo>
                  <a:cubicBezTo>
                    <a:pt x="227954" y="190908"/>
                    <a:pt x="229034" y="189104"/>
                    <a:pt x="230835" y="188021"/>
                  </a:cubicBezTo>
                  <a:cubicBezTo>
                    <a:pt x="230835" y="188021"/>
                    <a:pt x="243799" y="182969"/>
                    <a:pt x="254603" y="176834"/>
                  </a:cubicBezTo>
                  <a:cubicBezTo>
                    <a:pt x="257844" y="175029"/>
                    <a:pt x="258204" y="173225"/>
                    <a:pt x="258204" y="172503"/>
                  </a:cubicBezTo>
                  <a:cubicBezTo>
                    <a:pt x="258564" y="169977"/>
                    <a:pt x="256403" y="166368"/>
                    <a:pt x="254603" y="163842"/>
                  </a:cubicBezTo>
                  <a:cubicBezTo>
                    <a:pt x="232636" y="137858"/>
                    <a:pt x="229034" y="120536"/>
                    <a:pt x="229034" y="119814"/>
                  </a:cubicBezTo>
                  <a:cubicBezTo>
                    <a:pt x="228674" y="119814"/>
                    <a:pt x="228674" y="119453"/>
                    <a:pt x="228674" y="119092"/>
                  </a:cubicBezTo>
                  <a:cubicBezTo>
                    <a:pt x="228674" y="58103"/>
                    <a:pt x="179338" y="8661"/>
                    <a:pt x="118479" y="8661"/>
                  </a:cubicBezTo>
                  <a:cubicBezTo>
                    <a:pt x="57979" y="8661"/>
                    <a:pt x="8643" y="58103"/>
                    <a:pt x="8643" y="119092"/>
                  </a:cubicBezTo>
                  <a:cubicBezTo>
                    <a:pt x="8643" y="138219"/>
                    <a:pt x="13684" y="156985"/>
                    <a:pt x="23047" y="173586"/>
                  </a:cubicBezTo>
                  <a:lnTo>
                    <a:pt x="23047" y="173947"/>
                  </a:lnTo>
                  <a:cubicBezTo>
                    <a:pt x="26649" y="180082"/>
                    <a:pt x="30610" y="186217"/>
                    <a:pt x="34571" y="192713"/>
                  </a:cubicBezTo>
                  <a:cubicBezTo>
                    <a:pt x="41414" y="203539"/>
                    <a:pt x="47896" y="214005"/>
                    <a:pt x="51497" y="222666"/>
                  </a:cubicBezTo>
                  <a:cubicBezTo>
                    <a:pt x="60860" y="243236"/>
                    <a:pt x="61580" y="284016"/>
                    <a:pt x="61580" y="285460"/>
                  </a:cubicBezTo>
                  <a:cubicBezTo>
                    <a:pt x="61580" y="287986"/>
                    <a:pt x="59419" y="290151"/>
                    <a:pt x="57259" y="290151"/>
                  </a:cubicBezTo>
                  <a:cubicBezTo>
                    <a:pt x="54738" y="290151"/>
                    <a:pt x="52577" y="287986"/>
                    <a:pt x="52577" y="285821"/>
                  </a:cubicBezTo>
                  <a:cubicBezTo>
                    <a:pt x="52577" y="285460"/>
                    <a:pt x="52217" y="245041"/>
                    <a:pt x="43934" y="226275"/>
                  </a:cubicBezTo>
                  <a:cubicBezTo>
                    <a:pt x="39973" y="218335"/>
                    <a:pt x="33491" y="207870"/>
                    <a:pt x="27009" y="197043"/>
                  </a:cubicBezTo>
                  <a:cubicBezTo>
                    <a:pt x="23047" y="191269"/>
                    <a:pt x="19086" y="184773"/>
                    <a:pt x="15845" y="178638"/>
                  </a:cubicBezTo>
                  <a:lnTo>
                    <a:pt x="15485" y="178277"/>
                  </a:lnTo>
                  <a:cubicBezTo>
                    <a:pt x="5402" y="160233"/>
                    <a:pt x="0" y="140023"/>
                    <a:pt x="0" y="119092"/>
                  </a:cubicBezTo>
                  <a:cubicBezTo>
                    <a:pt x="0" y="53411"/>
                    <a:pt x="52937" y="0"/>
                    <a:pt x="118479" y="0"/>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en-US" sz="900"/>
            </a:p>
          </p:txBody>
        </p:sp>
      </p:grpSp>
      <p:grpSp>
        <p:nvGrpSpPr>
          <p:cNvPr id="34" name="Groupe 33">
            <a:extLst>
              <a:ext uri="{FF2B5EF4-FFF2-40B4-BE49-F238E27FC236}">
                <a16:creationId xmlns:a16="http://schemas.microsoft.com/office/drawing/2014/main" id="{A7C00F5D-3548-6409-BA26-1F0C2042AB1D}"/>
              </a:ext>
            </a:extLst>
          </p:cNvPr>
          <p:cNvGrpSpPr/>
          <p:nvPr/>
        </p:nvGrpSpPr>
        <p:grpSpPr>
          <a:xfrm>
            <a:off x="6049597" y="2008504"/>
            <a:ext cx="2986638" cy="4033471"/>
            <a:chOff x="8410849" y="1977684"/>
            <a:chExt cx="2986638" cy="4033471"/>
          </a:xfrm>
        </p:grpSpPr>
        <p:sp>
          <p:nvSpPr>
            <p:cNvPr id="26" name="Freeform 15">
              <a:extLst>
                <a:ext uri="{FF2B5EF4-FFF2-40B4-BE49-F238E27FC236}">
                  <a16:creationId xmlns:a16="http://schemas.microsoft.com/office/drawing/2014/main" id="{37AD22D2-D98E-A081-45A5-C62F8299A699}"/>
                </a:ext>
              </a:extLst>
            </p:cNvPr>
            <p:cNvSpPr>
              <a:spLocks noChangeArrowheads="1"/>
            </p:cNvSpPr>
            <p:nvPr/>
          </p:nvSpPr>
          <p:spPr bwMode="auto">
            <a:xfrm>
              <a:off x="8410849" y="1977684"/>
              <a:ext cx="2986638" cy="4033471"/>
            </a:xfrm>
            <a:prstGeom prst="roundRect">
              <a:avLst>
                <a:gd name="adj" fmla="val 8806"/>
              </a:avLst>
            </a:prstGeom>
            <a:solidFill>
              <a:srgbClr val="0070C0"/>
            </a:solidFill>
            <a:ln>
              <a:solidFill>
                <a:schemeClr val="accent2"/>
              </a:solidFill>
            </a:ln>
            <a:effectLst/>
          </p:spPr>
          <p:txBody>
            <a:bodyPr wrap="none" anchor="ctr"/>
            <a:lstStyle/>
            <a:p>
              <a:endParaRPr lang="en-US" sz="3266"/>
            </a:p>
          </p:txBody>
        </p:sp>
        <p:sp>
          <p:nvSpPr>
            <p:cNvPr id="27" name="Freeform 19">
              <a:extLst>
                <a:ext uri="{FF2B5EF4-FFF2-40B4-BE49-F238E27FC236}">
                  <a16:creationId xmlns:a16="http://schemas.microsoft.com/office/drawing/2014/main" id="{42816EE1-F650-77FE-B8CD-8781BF863A82}"/>
                </a:ext>
              </a:extLst>
            </p:cNvPr>
            <p:cNvSpPr>
              <a:spLocks noChangeArrowheads="1"/>
            </p:cNvSpPr>
            <p:nvPr/>
          </p:nvSpPr>
          <p:spPr bwMode="auto">
            <a:xfrm>
              <a:off x="9292197" y="2371895"/>
              <a:ext cx="1223942" cy="1220071"/>
            </a:xfrm>
            <a:prstGeom prst="chord">
              <a:avLst>
                <a:gd name="adj1" fmla="val 21387126"/>
                <a:gd name="adj2" fmla="val 16200000"/>
              </a:avLst>
            </a:prstGeom>
            <a:solidFill>
              <a:schemeClr val="bg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266"/>
            </a:p>
          </p:txBody>
        </p:sp>
        <p:sp>
          <p:nvSpPr>
            <p:cNvPr id="28" name="Freeform 995">
              <a:extLst>
                <a:ext uri="{FF2B5EF4-FFF2-40B4-BE49-F238E27FC236}">
                  <a16:creationId xmlns:a16="http://schemas.microsoft.com/office/drawing/2014/main" id="{9F67A263-14D0-DB11-17C4-13B27343E0DC}"/>
                </a:ext>
              </a:extLst>
            </p:cNvPr>
            <p:cNvSpPr>
              <a:spLocks noChangeAspect="1" noChangeArrowheads="1"/>
            </p:cNvSpPr>
            <p:nvPr/>
          </p:nvSpPr>
          <p:spPr bwMode="auto">
            <a:xfrm>
              <a:off x="9668382" y="2746145"/>
              <a:ext cx="471571" cy="471571"/>
            </a:xfrm>
            <a:custGeom>
              <a:avLst/>
              <a:gdLst>
                <a:gd name="T0" fmla="*/ 47661876 w 290152"/>
                <a:gd name="T1" fmla="*/ 60029751 h 290151"/>
                <a:gd name="T2" fmla="*/ 61045022 w 290152"/>
                <a:gd name="T3" fmla="*/ 60029751 h 290151"/>
                <a:gd name="T4" fmla="*/ 48679279 w 290152"/>
                <a:gd name="T5" fmla="*/ 56586007 h 290151"/>
                <a:gd name="T6" fmla="*/ 32400700 w 290152"/>
                <a:gd name="T7" fmla="*/ 60029751 h 290151"/>
                <a:gd name="T8" fmla="*/ 45783705 w 290152"/>
                <a:gd name="T9" fmla="*/ 60029751 h 290151"/>
                <a:gd name="T10" fmla="*/ 33339978 w 290152"/>
                <a:gd name="T11" fmla="*/ 56586007 h 290151"/>
                <a:gd name="T12" fmla="*/ 17139670 w 290152"/>
                <a:gd name="T13" fmla="*/ 60029751 h 290151"/>
                <a:gd name="T14" fmla="*/ 30522351 w 290152"/>
                <a:gd name="T15" fmla="*/ 60029751 h 290151"/>
                <a:gd name="T16" fmla="*/ 18156714 w 290152"/>
                <a:gd name="T17" fmla="*/ 56586007 h 290151"/>
                <a:gd name="T18" fmla="*/ 1878494 w 290152"/>
                <a:gd name="T19" fmla="*/ 60029751 h 290151"/>
                <a:gd name="T20" fmla="*/ 15261361 w 290152"/>
                <a:gd name="T21" fmla="*/ 60029751 h 290151"/>
                <a:gd name="T22" fmla="*/ 2896270 w 290152"/>
                <a:gd name="T23" fmla="*/ 56586007 h 290151"/>
                <a:gd name="T24" fmla="*/ 47661876 w 290152"/>
                <a:gd name="T25" fmla="*/ 53690116 h 290151"/>
                <a:gd name="T26" fmla="*/ 61045022 w 290152"/>
                <a:gd name="T27" fmla="*/ 53690116 h 290151"/>
                <a:gd name="T28" fmla="*/ 48679279 w 290152"/>
                <a:gd name="T29" fmla="*/ 50246387 h 290151"/>
                <a:gd name="T30" fmla="*/ 32400700 w 290152"/>
                <a:gd name="T31" fmla="*/ 53690116 h 290151"/>
                <a:gd name="T32" fmla="*/ 45783705 w 290152"/>
                <a:gd name="T33" fmla="*/ 53690116 h 290151"/>
                <a:gd name="T34" fmla="*/ 33339978 w 290152"/>
                <a:gd name="T35" fmla="*/ 50246387 h 290151"/>
                <a:gd name="T36" fmla="*/ 17139670 w 290152"/>
                <a:gd name="T37" fmla="*/ 53690116 h 290151"/>
                <a:gd name="T38" fmla="*/ 30522351 w 290152"/>
                <a:gd name="T39" fmla="*/ 53690116 h 290151"/>
                <a:gd name="T40" fmla="*/ 18156714 w 290152"/>
                <a:gd name="T41" fmla="*/ 50246387 h 290151"/>
                <a:gd name="T42" fmla="*/ 32400700 w 290152"/>
                <a:gd name="T43" fmla="*/ 47350476 h 290151"/>
                <a:gd name="T44" fmla="*/ 45783705 w 290152"/>
                <a:gd name="T45" fmla="*/ 47350476 h 290151"/>
                <a:gd name="T46" fmla="*/ 33339978 w 290152"/>
                <a:gd name="T47" fmla="*/ 43906797 h 290151"/>
                <a:gd name="T48" fmla="*/ 30443975 w 290152"/>
                <a:gd name="T49" fmla="*/ 41950360 h 290151"/>
                <a:gd name="T50" fmla="*/ 39053271 w 290152"/>
                <a:gd name="T51" fmla="*/ 29897570 h 290151"/>
                <a:gd name="T52" fmla="*/ 45705352 w 290152"/>
                <a:gd name="T53" fmla="*/ 29897570 h 290151"/>
                <a:gd name="T54" fmla="*/ 39167323 w 290152"/>
                <a:gd name="T55" fmla="*/ 12314754 h 290151"/>
                <a:gd name="T56" fmla="*/ 38214277 w 290152"/>
                <a:gd name="T57" fmla="*/ 11361183 h 290151"/>
                <a:gd name="T58" fmla="*/ 24401711 w 290152"/>
                <a:gd name="T59" fmla="*/ 13347819 h 290151"/>
                <a:gd name="T60" fmla="*/ 31118145 w 290152"/>
                <a:gd name="T61" fmla="*/ 4475824 h 290151"/>
                <a:gd name="T62" fmla="*/ 34807811 w 290152"/>
                <a:gd name="T63" fmla="*/ 8279701 h 290151"/>
                <a:gd name="T64" fmla="*/ 31118145 w 290152"/>
                <a:gd name="T65" fmla="*/ 7813757 h 290151"/>
                <a:gd name="T66" fmla="*/ 35038615 w 290152"/>
                <a:gd name="T67" fmla="*/ 15033561 h 290151"/>
                <a:gd name="T68" fmla="*/ 31118145 w 290152"/>
                <a:gd name="T69" fmla="*/ 20235077 h 290151"/>
                <a:gd name="T70" fmla="*/ 27504780 w 290152"/>
                <a:gd name="T71" fmla="*/ 16430983 h 290151"/>
                <a:gd name="T72" fmla="*/ 31118145 w 290152"/>
                <a:gd name="T73" fmla="*/ 16896818 h 290151"/>
                <a:gd name="T74" fmla="*/ 27197320 w 290152"/>
                <a:gd name="T75" fmla="*/ 9599021 h 290151"/>
                <a:gd name="T76" fmla="*/ 31118145 w 290152"/>
                <a:gd name="T77" fmla="*/ 4475824 h 290151"/>
                <a:gd name="T78" fmla="*/ 31461767 w 290152"/>
                <a:gd name="T79" fmla="*/ 22853420 h 290151"/>
                <a:gd name="T80" fmla="*/ 31461767 w 290152"/>
                <a:gd name="T81" fmla="*/ 0 h 290151"/>
                <a:gd name="T82" fmla="*/ 32400700 w 290152"/>
                <a:gd name="T83" fmla="*/ 31149692 h 290151"/>
                <a:gd name="T84" fmla="*/ 47661876 w 290152"/>
                <a:gd name="T85" fmla="*/ 28958180 h 290151"/>
                <a:gd name="T86" fmla="*/ 32400700 w 290152"/>
                <a:gd name="T87" fmla="*/ 42106830 h 290151"/>
                <a:gd name="T88" fmla="*/ 47661876 w 290152"/>
                <a:gd name="T89" fmla="*/ 44767693 h 290151"/>
                <a:gd name="T90" fmla="*/ 48679279 w 290152"/>
                <a:gd name="T91" fmla="*/ 48289704 h 290151"/>
                <a:gd name="T92" fmla="*/ 62923024 w 290152"/>
                <a:gd name="T93" fmla="*/ 53690116 h 290151"/>
                <a:gd name="T94" fmla="*/ 62923024 w 290152"/>
                <a:gd name="T95" fmla="*/ 60029751 h 290151"/>
                <a:gd name="T96" fmla="*/ 46722914 w 290152"/>
                <a:gd name="T97" fmla="*/ 62220851 h 290151"/>
                <a:gd name="T98" fmla="*/ 31461767 w 290152"/>
                <a:gd name="T99" fmla="*/ 62220851 h 290151"/>
                <a:gd name="T100" fmla="*/ 16278939 w 290152"/>
                <a:gd name="T101" fmla="*/ 62220851 h 290151"/>
                <a:gd name="T102" fmla="*/ 0 w 290152"/>
                <a:gd name="T103" fmla="*/ 60029751 h 290151"/>
                <a:gd name="T104" fmla="*/ 14321644 w 290152"/>
                <a:gd name="T105" fmla="*/ 54707449 h 290151"/>
                <a:gd name="T106" fmla="*/ 15261361 w 290152"/>
                <a:gd name="T107" fmla="*/ 51185595 h 290151"/>
                <a:gd name="T108" fmla="*/ 30522351 w 290152"/>
                <a:gd name="T109" fmla="*/ 48446400 h 290151"/>
                <a:gd name="T110" fmla="*/ 15261361 w 290152"/>
                <a:gd name="T111" fmla="*/ 35297993 h 290151"/>
                <a:gd name="T112" fmla="*/ 30522351 w 290152"/>
                <a:gd name="T113" fmla="*/ 37567638 h 290151"/>
                <a:gd name="T114" fmla="*/ 31461767 w 290152"/>
                <a:gd name="T115" fmla="*/ 0 h 290151"/>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90152" h="290151">
                  <a:moveTo>
                    <a:pt x="224471" y="260920"/>
                  </a:moveTo>
                  <a:cubicBezTo>
                    <a:pt x="221945" y="260920"/>
                    <a:pt x="219780" y="262724"/>
                    <a:pt x="219780" y="265250"/>
                  </a:cubicBezTo>
                  <a:lnTo>
                    <a:pt x="219780" y="276799"/>
                  </a:lnTo>
                  <a:cubicBezTo>
                    <a:pt x="219780" y="279686"/>
                    <a:pt x="221945" y="281490"/>
                    <a:pt x="224471" y="281490"/>
                  </a:cubicBezTo>
                  <a:lnTo>
                    <a:pt x="277160" y="281490"/>
                  </a:lnTo>
                  <a:cubicBezTo>
                    <a:pt x="279326" y="281490"/>
                    <a:pt x="281491" y="279686"/>
                    <a:pt x="281491" y="276799"/>
                  </a:cubicBezTo>
                  <a:lnTo>
                    <a:pt x="281491" y="265250"/>
                  </a:lnTo>
                  <a:cubicBezTo>
                    <a:pt x="281491" y="262724"/>
                    <a:pt x="279326" y="260920"/>
                    <a:pt x="277160" y="260920"/>
                  </a:cubicBezTo>
                  <a:lnTo>
                    <a:pt x="224471" y="260920"/>
                  </a:lnTo>
                  <a:close/>
                  <a:moveTo>
                    <a:pt x="153737" y="260920"/>
                  </a:moveTo>
                  <a:cubicBezTo>
                    <a:pt x="151572" y="260920"/>
                    <a:pt x="149406" y="262724"/>
                    <a:pt x="149406" y="265250"/>
                  </a:cubicBezTo>
                  <a:lnTo>
                    <a:pt x="149406" y="276799"/>
                  </a:lnTo>
                  <a:cubicBezTo>
                    <a:pt x="149406" y="279686"/>
                    <a:pt x="151572" y="281490"/>
                    <a:pt x="153737" y="281490"/>
                  </a:cubicBezTo>
                  <a:lnTo>
                    <a:pt x="206788" y="281490"/>
                  </a:lnTo>
                  <a:cubicBezTo>
                    <a:pt x="208953" y="281490"/>
                    <a:pt x="211118" y="279686"/>
                    <a:pt x="211118" y="276799"/>
                  </a:cubicBezTo>
                  <a:lnTo>
                    <a:pt x="211118" y="265250"/>
                  </a:lnTo>
                  <a:cubicBezTo>
                    <a:pt x="211118" y="262724"/>
                    <a:pt x="208953" y="260920"/>
                    <a:pt x="206788" y="260920"/>
                  </a:cubicBezTo>
                  <a:lnTo>
                    <a:pt x="153737" y="260920"/>
                  </a:lnTo>
                  <a:close/>
                  <a:moveTo>
                    <a:pt x="83725" y="260920"/>
                  </a:moveTo>
                  <a:cubicBezTo>
                    <a:pt x="81199" y="260920"/>
                    <a:pt x="79034" y="262724"/>
                    <a:pt x="79034" y="265250"/>
                  </a:cubicBezTo>
                  <a:lnTo>
                    <a:pt x="79034" y="276799"/>
                  </a:lnTo>
                  <a:cubicBezTo>
                    <a:pt x="79034" y="279686"/>
                    <a:pt x="81199" y="281490"/>
                    <a:pt x="83725" y="281490"/>
                  </a:cubicBezTo>
                  <a:lnTo>
                    <a:pt x="136415" y="281490"/>
                  </a:lnTo>
                  <a:cubicBezTo>
                    <a:pt x="138580" y="281490"/>
                    <a:pt x="140745" y="279686"/>
                    <a:pt x="140745" y="276799"/>
                  </a:cubicBezTo>
                  <a:lnTo>
                    <a:pt x="140745" y="265250"/>
                  </a:lnTo>
                  <a:cubicBezTo>
                    <a:pt x="140745" y="262724"/>
                    <a:pt x="138580" y="260920"/>
                    <a:pt x="136415" y="260920"/>
                  </a:cubicBezTo>
                  <a:lnTo>
                    <a:pt x="83725" y="260920"/>
                  </a:lnTo>
                  <a:close/>
                  <a:moveTo>
                    <a:pt x="13353" y="260920"/>
                  </a:moveTo>
                  <a:cubicBezTo>
                    <a:pt x="10826" y="260920"/>
                    <a:pt x="8661" y="262724"/>
                    <a:pt x="8661" y="265250"/>
                  </a:cubicBezTo>
                  <a:lnTo>
                    <a:pt x="8661" y="276799"/>
                  </a:lnTo>
                  <a:cubicBezTo>
                    <a:pt x="8661" y="279686"/>
                    <a:pt x="10826" y="281490"/>
                    <a:pt x="13353" y="281490"/>
                  </a:cubicBezTo>
                  <a:lnTo>
                    <a:pt x="66042" y="281490"/>
                  </a:lnTo>
                  <a:cubicBezTo>
                    <a:pt x="68568" y="281490"/>
                    <a:pt x="70372" y="279686"/>
                    <a:pt x="70372" y="276799"/>
                  </a:cubicBezTo>
                  <a:lnTo>
                    <a:pt x="70372" y="265250"/>
                  </a:lnTo>
                  <a:cubicBezTo>
                    <a:pt x="70372" y="262724"/>
                    <a:pt x="68568" y="260920"/>
                    <a:pt x="66042" y="260920"/>
                  </a:cubicBezTo>
                  <a:lnTo>
                    <a:pt x="13353" y="260920"/>
                  </a:lnTo>
                  <a:close/>
                  <a:moveTo>
                    <a:pt x="224471" y="231688"/>
                  </a:moveTo>
                  <a:cubicBezTo>
                    <a:pt x="221945" y="231688"/>
                    <a:pt x="219780" y="233492"/>
                    <a:pt x="219780" y="236019"/>
                  </a:cubicBezTo>
                  <a:lnTo>
                    <a:pt x="219780" y="247567"/>
                  </a:lnTo>
                  <a:cubicBezTo>
                    <a:pt x="219780" y="250093"/>
                    <a:pt x="221945" y="252258"/>
                    <a:pt x="224471" y="252258"/>
                  </a:cubicBezTo>
                  <a:lnTo>
                    <a:pt x="277160" y="252258"/>
                  </a:lnTo>
                  <a:cubicBezTo>
                    <a:pt x="279326" y="252258"/>
                    <a:pt x="281491" y="250093"/>
                    <a:pt x="281491" y="247567"/>
                  </a:cubicBezTo>
                  <a:lnTo>
                    <a:pt x="281491" y="236019"/>
                  </a:lnTo>
                  <a:cubicBezTo>
                    <a:pt x="281491" y="233492"/>
                    <a:pt x="279326" y="231688"/>
                    <a:pt x="277160" y="231688"/>
                  </a:cubicBezTo>
                  <a:lnTo>
                    <a:pt x="224471" y="231688"/>
                  </a:lnTo>
                  <a:close/>
                  <a:moveTo>
                    <a:pt x="153737" y="231688"/>
                  </a:moveTo>
                  <a:cubicBezTo>
                    <a:pt x="151572" y="231688"/>
                    <a:pt x="149406" y="233492"/>
                    <a:pt x="149406" y="236019"/>
                  </a:cubicBezTo>
                  <a:lnTo>
                    <a:pt x="149406" y="247567"/>
                  </a:lnTo>
                  <a:cubicBezTo>
                    <a:pt x="149406" y="250093"/>
                    <a:pt x="151572" y="252258"/>
                    <a:pt x="153737" y="252258"/>
                  </a:cubicBezTo>
                  <a:lnTo>
                    <a:pt x="206788" y="252258"/>
                  </a:lnTo>
                  <a:cubicBezTo>
                    <a:pt x="208953" y="252258"/>
                    <a:pt x="211118" y="250093"/>
                    <a:pt x="211118" y="247567"/>
                  </a:cubicBezTo>
                  <a:lnTo>
                    <a:pt x="211118" y="236019"/>
                  </a:lnTo>
                  <a:cubicBezTo>
                    <a:pt x="211118" y="233492"/>
                    <a:pt x="208953" y="231688"/>
                    <a:pt x="206788" y="231688"/>
                  </a:cubicBezTo>
                  <a:lnTo>
                    <a:pt x="153737" y="231688"/>
                  </a:lnTo>
                  <a:close/>
                  <a:moveTo>
                    <a:pt x="83725" y="231688"/>
                  </a:moveTo>
                  <a:cubicBezTo>
                    <a:pt x="81199" y="231688"/>
                    <a:pt x="79034" y="233492"/>
                    <a:pt x="79034" y="236019"/>
                  </a:cubicBezTo>
                  <a:lnTo>
                    <a:pt x="79034" y="247567"/>
                  </a:lnTo>
                  <a:cubicBezTo>
                    <a:pt x="79034" y="250093"/>
                    <a:pt x="81199" y="252258"/>
                    <a:pt x="83725" y="252258"/>
                  </a:cubicBezTo>
                  <a:lnTo>
                    <a:pt x="136415" y="252258"/>
                  </a:lnTo>
                  <a:cubicBezTo>
                    <a:pt x="138580" y="252258"/>
                    <a:pt x="140745" y="250093"/>
                    <a:pt x="140745" y="247567"/>
                  </a:cubicBezTo>
                  <a:lnTo>
                    <a:pt x="140745" y="236019"/>
                  </a:lnTo>
                  <a:cubicBezTo>
                    <a:pt x="140745" y="233492"/>
                    <a:pt x="138580" y="231688"/>
                    <a:pt x="136415" y="231688"/>
                  </a:cubicBezTo>
                  <a:lnTo>
                    <a:pt x="83725" y="231688"/>
                  </a:lnTo>
                  <a:close/>
                  <a:moveTo>
                    <a:pt x="153737" y="202456"/>
                  </a:moveTo>
                  <a:cubicBezTo>
                    <a:pt x="151572" y="202456"/>
                    <a:pt x="149406" y="204261"/>
                    <a:pt x="149406" y="206426"/>
                  </a:cubicBezTo>
                  <a:lnTo>
                    <a:pt x="149406" y="218335"/>
                  </a:lnTo>
                  <a:cubicBezTo>
                    <a:pt x="149406" y="220862"/>
                    <a:pt x="151572" y="222666"/>
                    <a:pt x="153737" y="222666"/>
                  </a:cubicBezTo>
                  <a:lnTo>
                    <a:pt x="206788" y="222666"/>
                  </a:lnTo>
                  <a:cubicBezTo>
                    <a:pt x="208953" y="222666"/>
                    <a:pt x="211118" y="220862"/>
                    <a:pt x="211118" y="218335"/>
                  </a:cubicBezTo>
                  <a:lnTo>
                    <a:pt x="211118" y="206426"/>
                  </a:lnTo>
                  <a:cubicBezTo>
                    <a:pt x="211118" y="204261"/>
                    <a:pt x="208953" y="202456"/>
                    <a:pt x="206788" y="202456"/>
                  </a:cubicBezTo>
                  <a:lnTo>
                    <a:pt x="153737" y="202456"/>
                  </a:lnTo>
                  <a:close/>
                  <a:moveTo>
                    <a:pt x="79395" y="167090"/>
                  </a:moveTo>
                  <a:cubicBezTo>
                    <a:pt x="81560" y="181886"/>
                    <a:pt x="94552" y="193434"/>
                    <a:pt x="110070" y="193434"/>
                  </a:cubicBezTo>
                  <a:lnTo>
                    <a:pt x="140384" y="193434"/>
                  </a:lnTo>
                  <a:cubicBezTo>
                    <a:pt x="138219" y="178638"/>
                    <a:pt x="125588" y="167090"/>
                    <a:pt x="110070" y="167090"/>
                  </a:cubicBezTo>
                  <a:lnTo>
                    <a:pt x="79395" y="167090"/>
                  </a:lnTo>
                  <a:close/>
                  <a:moveTo>
                    <a:pt x="180082" y="137858"/>
                  </a:moveTo>
                  <a:cubicBezTo>
                    <a:pt x="164564" y="137858"/>
                    <a:pt x="151933" y="149046"/>
                    <a:pt x="149767" y="164203"/>
                  </a:cubicBezTo>
                  <a:lnTo>
                    <a:pt x="180082" y="164203"/>
                  </a:lnTo>
                  <a:cubicBezTo>
                    <a:pt x="195600" y="164203"/>
                    <a:pt x="208592" y="152654"/>
                    <a:pt x="210757" y="137858"/>
                  </a:cubicBezTo>
                  <a:lnTo>
                    <a:pt x="180082" y="137858"/>
                  </a:lnTo>
                  <a:close/>
                  <a:moveTo>
                    <a:pt x="176213" y="52387"/>
                  </a:moveTo>
                  <a:cubicBezTo>
                    <a:pt x="178411" y="52387"/>
                    <a:pt x="180609" y="54585"/>
                    <a:pt x="180609" y="56783"/>
                  </a:cubicBezTo>
                  <a:cubicBezTo>
                    <a:pt x="180609" y="59348"/>
                    <a:pt x="178411" y="61546"/>
                    <a:pt x="176213" y="61546"/>
                  </a:cubicBezTo>
                  <a:cubicBezTo>
                    <a:pt x="173648" y="61546"/>
                    <a:pt x="171450" y="59348"/>
                    <a:pt x="171450" y="56783"/>
                  </a:cubicBezTo>
                  <a:cubicBezTo>
                    <a:pt x="171450" y="54585"/>
                    <a:pt x="173648" y="52387"/>
                    <a:pt x="176213" y="52387"/>
                  </a:cubicBezTo>
                  <a:close/>
                  <a:moveTo>
                    <a:pt x="112522" y="52387"/>
                  </a:moveTo>
                  <a:cubicBezTo>
                    <a:pt x="115189" y="52387"/>
                    <a:pt x="117094" y="54585"/>
                    <a:pt x="117094" y="56783"/>
                  </a:cubicBezTo>
                  <a:cubicBezTo>
                    <a:pt x="117094" y="59348"/>
                    <a:pt x="115189" y="61546"/>
                    <a:pt x="112522" y="61546"/>
                  </a:cubicBezTo>
                  <a:cubicBezTo>
                    <a:pt x="109855" y="61546"/>
                    <a:pt x="107950" y="59348"/>
                    <a:pt x="107950" y="56783"/>
                  </a:cubicBezTo>
                  <a:cubicBezTo>
                    <a:pt x="107950" y="54585"/>
                    <a:pt x="109855" y="52387"/>
                    <a:pt x="112522" y="52387"/>
                  </a:cubicBezTo>
                  <a:close/>
                  <a:moveTo>
                    <a:pt x="143492" y="20637"/>
                  </a:moveTo>
                  <a:cubicBezTo>
                    <a:pt x="145973" y="20637"/>
                    <a:pt x="147745" y="22427"/>
                    <a:pt x="147745" y="24932"/>
                  </a:cubicBezTo>
                  <a:lnTo>
                    <a:pt x="147745" y="27796"/>
                  </a:lnTo>
                  <a:cubicBezTo>
                    <a:pt x="153417" y="29228"/>
                    <a:pt x="158025" y="32808"/>
                    <a:pt x="160507" y="38177"/>
                  </a:cubicBezTo>
                  <a:cubicBezTo>
                    <a:pt x="161216" y="40325"/>
                    <a:pt x="160152" y="43189"/>
                    <a:pt x="158025" y="43905"/>
                  </a:cubicBezTo>
                  <a:cubicBezTo>
                    <a:pt x="155544" y="44979"/>
                    <a:pt x="153417" y="43905"/>
                    <a:pt x="152354" y="41757"/>
                  </a:cubicBezTo>
                  <a:cubicBezTo>
                    <a:pt x="150936" y="38535"/>
                    <a:pt x="147391" y="36029"/>
                    <a:pt x="143492" y="36029"/>
                  </a:cubicBezTo>
                  <a:cubicBezTo>
                    <a:pt x="138529" y="36029"/>
                    <a:pt x="133920" y="39967"/>
                    <a:pt x="133920" y="44263"/>
                  </a:cubicBezTo>
                  <a:cubicBezTo>
                    <a:pt x="133920" y="49990"/>
                    <a:pt x="137111" y="52496"/>
                    <a:pt x="143492" y="52496"/>
                  </a:cubicBezTo>
                  <a:cubicBezTo>
                    <a:pt x="154481" y="52496"/>
                    <a:pt x="161570" y="59297"/>
                    <a:pt x="161570" y="69320"/>
                  </a:cubicBezTo>
                  <a:cubicBezTo>
                    <a:pt x="161570" y="77196"/>
                    <a:pt x="155544" y="83997"/>
                    <a:pt x="147745" y="85787"/>
                  </a:cubicBezTo>
                  <a:lnTo>
                    <a:pt x="147745" y="89009"/>
                  </a:lnTo>
                  <a:cubicBezTo>
                    <a:pt x="147745" y="91514"/>
                    <a:pt x="145973" y="93304"/>
                    <a:pt x="143492" y="93304"/>
                  </a:cubicBezTo>
                  <a:cubicBezTo>
                    <a:pt x="141010" y="93304"/>
                    <a:pt x="139238" y="91514"/>
                    <a:pt x="139238" y="89009"/>
                  </a:cubicBezTo>
                  <a:lnTo>
                    <a:pt x="139238" y="85787"/>
                  </a:lnTo>
                  <a:cubicBezTo>
                    <a:pt x="133566" y="84355"/>
                    <a:pt x="128958" y="80775"/>
                    <a:pt x="126831" y="75764"/>
                  </a:cubicBezTo>
                  <a:cubicBezTo>
                    <a:pt x="126122" y="73258"/>
                    <a:pt x="126831" y="70752"/>
                    <a:pt x="128958" y="70036"/>
                  </a:cubicBezTo>
                  <a:cubicBezTo>
                    <a:pt x="131439" y="68962"/>
                    <a:pt x="133920" y="70036"/>
                    <a:pt x="134629" y="72184"/>
                  </a:cubicBezTo>
                  <a:cubicBezTo>
                    <a:pt x="136047" y="75406"/>
                    <a:pt x="139592" y="77912"/>
                    <a:pt x="143492" y="77912"/>
                  </a:cubicBezTo>
                  <a:cubicBezTo>
                    <a:pt x="148454" y="77912"/>
                    <a:pt x="153063" y="73974"/>
                    <a:pt x="153063" y="69320"/>
                  </a:cubicBezTo>
                  <a:cubicBezTo>
                    <a:pt x="153063" y="63951"/>
                    <a:pt x="149872" y="61445"/>
                    <a:pt x="143492" y="61445"/>
                  </a:cubicBezTo>
                  <a:cubicBezTo>
                    <a:pt x="130376" y="61445"/>
                    <a:pt x="125413" y="52496"/>
                    <a:pt x="125413" y="44263"/>
                  </a:cubicBezTo>
                  <a:cubicBezTo>
                    <a:pt x="125413" y="36387"/>
                    <a:pt x="131439" y="29586"/>
                    <a:pt x="139238" y="28154"/>
                  </a:cubicBezTo>
                  <a:lnTo>
                    <a:pt x="139238" y="24932"/>
                  </a:lnTo>
                  <a:cubicBezTo>
                    <a:pt x="139238" y="22427"/>
                    <a:pt x="141010" y="20637"/>
                    <a:pt x="143492" y="20637"/>
                  </a:cubicBezTo>
                  <a:close/>
                  <a:moveTo>
                    <a:pt x="145076" y="8661"/>
                  </a:moveTo>
                  <a:cubicBezTo>
                    <a:pt x="118731" y="8661"/>
                    <a:pt x="96717" y="30314"/>
                    <a:pt x="96717" y="57020"/>
                  </a:cubicBezTo>
                  <a:cubicBezTo>
                    <a:pt x="96717" y="83725"/>
                    <a:pt x="118731" y="105378"/>
                    <a:pt x="145076" y="105378"/>
                  </a:cubicBezTo>
                  <a:cubicBezTo>
                    <a:pt x="171782" y="105378"/>
                    <a:pt x="193435" y="83725"/>
                    <a:pt x="193435" y="57020"/>
                  </a:cubicBezTo>
                  <a:cubicBezTo>
                    <a:pt x="193435" y="30314"/>
                    <a:pt x="171782" y="8661"/>
                    <a:pt x="145076" y="8661"/>
                  </a:cubicBezTo>
                  <a:close/>
                  <a:moveTo>
                    <a:pt x="145076" y="0"/>
                  </a:moveTo>
                  <a:cubicBezTo>
                    <a:pt x="176473" y="0"/>
                    <a:pt x="202457" y="25623"/>
                    <a:pt x="202457" y="57020"/>
                  </a:cubicBezTo>
                  <a:cubicBezTo>
                    <a:pt x="202457" y="87334"/>
                    <a:pt x="179000" y="111874"/>
                    <a:pt x="149406" y="114040"/>
                  </a:cubicBezTo>
                  <a:lnTo>
                    <a:pt x="149406" y="143632"/>
                  </a:lnTo>
                  <a:cubicBezTo>
                    <a:pt x="156624" y="134610"/>
                    <a:pt x="167812" y="128836"/>
                    <a:pt x="180082" y="128836"/>
                  </a:cubicBezTo>
                  <a:lnTo>
                    <a:pt x="215449" y="128836"/>
                  </a:lnTo>
                  <a:cubicBezTo>
                    <a:pt x="217975" y="128836"/>
                    <a:pt x="219780" y="131001"/>
                    <a:pt x="219780" y="133527"/>
                  </a:cubicBezTo>
                  <a:cubicBezTo>
                    <a:pt x="219780" y="155181"/>
                    <a:pt x="202096" y="172864"/>
                    <a:pt x="180082" y="172864"/>
                  </a:cubicBezTo>
                  <a:lnTo>
                    <a:pt x="149406" y="172864"/>
                  </a:lnTo>
                  <a:lnTo>
                    <a:pt x="149406" y="194156"/>
                  </a:lnTo>
                  <a:cubicBezTo>
                    <a:pt x="150850" y="193795"/>
                    <a:pt x="152294" y="193434"/>
                    <a:pt x="153737" y="193434"/>
                  </a:cubicBezTo>
                  <a:lnTo>
                    <a:pt x="206788" y="193434"/>
                  </a:lnTo>
                  <a:cubicBezTo>
                    <a:pt x="214005" y="193434"/>
                    <a:pt x="219780" y="199569"/>
                    <a:pt x="219780" y="206426"/>
                  </a:cubicBezTo>
                  <a:lnTo>
                    <a:pt x="219780" y="218335"/>
                  </a:lnTo>
                  <a:cubicBezTo>
                    <a:pt x="219780" y="220501"/>
                    <a:pt x="219419" y="222305"/>
                    <a:pt x="218697" y="224109"/>
                  </a:cubicBezTo>
                  <a:cubicBezTo>
                    <a:pt x="220141" y="223388"/>
                    <a:pt x="222306" y="222666"/>
                    <a:pt x="224471" y="222666"/>
                  </a:cubicBezTo>
                  <a:lnTo>
                    <a:pt x="277160" y="222666"/>
                  </a:lnTo>
                  <a:cubicBezTo>
                    <a:pt x="284378" y="222666"/>
                    <a:pt x="290152" y="228801"/>
                    <a:pt x="290152" y="236019"/>
                  </a:cubicBezTo>
                  <a:lnTo>
                    <a:pt x="290152" y="247567"/>
                  </a:lnTo>
                  <a:cubicBezTo>
                    <a:pt x="290152" y="251176"/>
                    <a:pt x="289070" y="254063"/>
                    <a:pt x="286904" y="256228"/>
                  </a:cubicBezTo>
                  <a:cubicBezTo>
                    <a:pt x="289070" y="258754"/>
                    <a:pt x="290152" y="262002"/>
                    <a:pt x="290152" y="265250"/>
                  </a:cubicBezTo>
                  <a:lnTo>
                    <a:pt x="290152" y="276799"/>
                  </a:lnTo>
                  <a:cubicBezTo>
                    <a:pt x="290152" y="284016"/>
                    <a:pt x="284378" y="290151"/>
                    <a:pt x="277160" y="290151"/>
                  </a:cubicBezTo>
                  <a:lnTo>
                    <a:pt x="224471" y="290151"/>
                  </a:lnTo>
                  <a:cubicBezTo>
                    <a:pt x="220862" y="290151"/>
                    <a:pt x="217614" y="288708"/>
                    <a:pt x="215449" y="286903"/>
                  </a:cubicBezTo>
                  <a:cubicBezTo>
                    <a:pt x="212923" y="288708"/>
                    <a:pt x="210036" y="290151"/>
                    <a:pt x="206788" y="290151"/>
                  </a:cubicBezTo>
                  <a:lnTo>
                    <a:pt x="153737" y="290151"/>
                  </a:lnTo>
                  <a:cubicBezTo>
                    <a:pt x="150489" y="290151"/>
                    <a:pt x="147602" y="288708"/>
                    <a:pt x="145076" y="286903"/>
                  </a:cubicBezTo>
                  <a:cubicBezTo>
                    <a:pt x="142550" y="288708"/>
                    <a:pt x="139663" y="290151"/>
                    <a:pt x="136415" y="290151"/>
                  </a:cubicBezTo>
                  <a:lnTo>
                    <a:pt x="83725" y="290151"/>
                  </a:lnTo>
                  <a:cubicBezTo>
                    <a:pt x="80116" y="290151"/>
                    <a:pt x="77229" y="288708"/>
                    <a:pt x="75064" y="286903"/>
                  </a:cubicBezTo>
                  <a:cubicBezTo>
                    <a:pt x="72538" y="288708"/>
                    <a:pt x="69290" y="290151"/>
                    <a:pt x="66042" y="290151"/>
                  </a:cubicBezTo>
                  <a:lnTo>
                    <a:pt x="13353" y="290151"/>
                  </a:lnTo>
                  <a:cubicBezTo>
                    <a:pt x="6135" y="290151"/>
                    <a:pt x="0" y="284016"/>
                    <a:pt x="0" y="276799"/>
                  </a:cubicBezTo>
                  <a:lnTo>
                    <a:pt x="0" y="265250"/>
                  </a:lnTo>
                  <a:cubicBezTo>
                    <a:pt x="0" y="258033"/>
                    <a:pt x="6135" y="252258"/>
                    <a:pt x="13353" y="252258"/>
                  </a:cubicBezTo>
                  <a:lnTo>
                    <a:pt x="66042" y="252258"/>
                  </a:lnTo>
                  <a:cubicBezTo>
                    <a:pt x="68207" y="252258"/>
                    <a:pt x="70012" y="252619"/>
                    <a:pt x="71816" y="253341"/>
                  </a:cubicBezTo>
                  <a:cubicBezTo>
                    <a:pt x="70733" y="251537"/>
                    <a:pt x="70372" y="249732"/>
                    <a:pt x="70372" y="247567"/>
                  </a:cubicBezTo>
                  <a:lnTo>
                    <a:pt x="70372" y="236019"/>
                  </a:lnTo>
                  <a:cubicBezTo>
                    <a:pt x="70372" y="228801"/>
                    <a:pt x="76508" y="222666"/>
                    <a:pt x="83725" y="222666"/>
                  </a:cubicBezTo>
                  <a:lnTo>
                    <a:pt x="136415" y="222666"/>
                  </a:lnTo>
                  <a:cubicBezTo>
                    <a:pt x="137858" y="222666"/>
                    <a:pt x="139302" y="223027"/>
                    <a:pt x="140745" y="223388"/>
                  </a:cubicBezTo>
                  <a:lnTo>
                    <a:pt x="140745" y="202456"/>
                  </a:lnTo>
                  <a:lnTo>
                    <a:pt x="110070" y="202456"/>
                  </a:lnTo>
                  <a:cubicBezTo>
                    <a:pt x="88056" y="202456"/>
                    <a:pt x="70372" y="184412"/>
                    <a:pt x="70372" y="162759"/>
                  </a:cubicBezTo>
                  <a:cubicBezTo>
                    <a:pt x="70372" y="160233"/>
                    <a:pt x="72177" y="158068"/>
                    <a:pt x="75064" y="158068"/>
                  </a:cubicBezTo>
                  <a:lnTo>
                    <a:pt x="110070" y="158068"/>
                  </a:lnTo>
                  <a:cubicBezTo>
                    <a:pt x="122340" y="158068"/>
                    <a:pt x="133527" y="163842"/>
                    <a:pt x="140745" y="173225"/>
                  </a:cubicBezTo>
                  <a:lnTo>
                    <a:pt x="140745" y="114040"/>
                  </a:lnTo>
                  <a:cubicBezTo>
                    <a:pt x="111513" y="111874"/>
                    <a:pt x="88056" y="87334"/>
                    <a:pt x="88056" y="57020"/>
                  </a:cubicBezTo>
                  <a:cubicBezTo>
                    <a:pt x="88056" y="25623"/>
                    <a:pt x="113679" y="0"/>
                    <a:pt x="145076" y="0"/>
                  </a:cubicBezTo>
                  <a:close/>
                </a:path>
              </a:pathLst>
            </a:custGeom>
            <a:solidFill>
              <a:srgbClr val="1A171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en-US" sz="900"/>
            </a:p>
          </p:txBody>
        </p:sp>
        <p:sp>
          <p:nvSpPr>
            <p:cNvPr id="29" name="Subtitle 2">
              <a:extLst>
                <a:ext uri="{FF2B5EF4-FFF2-40B4-BE49-F238E27FC236}">
                  <a16:creationId xmlns:a16="http://schemas.microsoft.com/office/drawing/2014/main" id="{A7506A8E-B9A5-A629-75CD-1B62D5D640C4}"/>
                </a:ext>
              </a:extLst>
            </p:cNvPr>
            <p:cNvSpPr txBox="1">
              <a:spLocks/>
            </p:cNvSpPr>
            <p:nvPr/>
          </p:nvSpPr>
          <p:spPr>
            <a:xfrm>
              <a:off x="8829729" y="4816731"/>
              <a:ext cx="2150854" cy="1180836"/>
            </a:xfrm>
            <a:prstGeom prst="rect">
              <a:avLst/>
            </a:prstGeom>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750"/>
                </a:lnSpc>
              </a:pPr>
              <a:r>
                <a:rPr lang="fr-FR" sz="1400" b="1">
                  <a:solidFill>
                    <a:schemeClr val="bg1"/>
                  </a:solidFill>
                  <a:latin typeface="Lato Light" panose="020F0502020204030203" pitchFamily="34" charset="0"/>
                  <a:ea typeface="Lato Light" panose="020F0502020204030203" pitchFamily="34" charset="0"/>
                </a:rPr>
                <a:t>Maîtrise des délais et de la qualité du service fourni par la maîtrise des processus et le recueil de données qualitatives </a:t>
              </a:r>
              <a:endParaRPr lang="fr-FR" sz="1400" b="1" dirty="0">
                <a:solidFill>
                  <a:schemeClr val="bg1"/>
                </a:solidFill>
                <a:latin typeface="Lato Light" panose="020F0502020204030203" pitchFamily="34" charset="0"/>
                <a:ea typeface="Lato Light" panose="020F0502020204030203" pitchFamily="34" charset="0"/>
              </a:endParaRPr>
            </a:p>
          </p:txBody>
        </p:sp>
        <p:sp>
          <p:nvSpPr>
            <p:cNvPr id="30" name="TextBox 42">
              <a:extLst>
                <a:ext uri="{FF2B5EF4-FFF2-40B4-BE49-F238E27FC236}">
                  <a16:creationId xmlns:a16="http://schemas.microsoft.com/office/drawing/2014/main" id="{B8908CA7-0B2E-8256-8923-89A40D1B2E14}"/>
                </a:ext>
              </a:extLst>
            </p:cNvPr>
            <p:cNvSpPr txBox="1"/>
            <p:nvPr/>
          </p:nvSpPr>
          <p:spPr>
            <a:xfrm>
              <a:off x="9054191" y="4533917"/>
              <a:ext cx="1702710" cy="338554"/>
            </a:xfrm>
            <a:prstGeom prst="rect">
              <a:avLst/>
            </a:prstGeom>
            <a:noFill/>
          </p:spPr>
          <p:txBody>
            <a:bodyPr wrap="none" rtlCol="0" anchor="b" anchorCtr="0">
              <a:spAutoFit/>
            </a:bodyPr>
            <a:lstStyle/>
            <a:p>
              <a:pPr algn="ctr"/>
              <a:r>
                <a:rPr lang="fr-FR" sz="1600" b="1">
                  <a:solidFill>
                    <a:schemeClr val="bg1"/>
                  </a:solidFill>
                  <a:latin typeface="Poppins" pitchFamily="2" charset="77"/>
                  <a:ea typeface="League Spartan" charset="0"/>
                  <a:cs typeface="Poppins" pitchFamily="2" charset="77"/>
                </a:rPr>
                <a:t>Gain qualitatif</a:t>
              </a:r>
              <a:endParaRPr lang="fr-FR" sz="1600" b="1" dirty="0">
                <a:solidFill>
                  <a:schemeClr val="bg1"/>
                </a:solidFill>
                <a:latin typeface="Poppins" pitchFamily="2" charset="77"/>
                <a:ea typeface="League Spartan" charset="0"/>
                <a:cs typeface="Poppins" pitchFamily="2" charset="77"/>
              </a:endParaRPr>
            </a:p>
          </p:txBody>
        </p:sp>
        <p:sp>
          <p:nvSpPr>
            <p:cNvPr id="31" name="TextBox 43">
              <a:extLst>
                <a:ext uri="{FF2B5EF4-FFF2-40B4-BE49-F238E27FC236}">
                  <a16:creationId xmlns:a16="http://schemas.microsoft.com/office/drawing/2014/main" id="{9948B07A-AEEA-0802-06E1-DD59DFF6D9BB}"/>
                </a:ext>
              </a:extLst>
            </p:cNvPr>
            <p:cNvSpPr txBox="1"/>
            <p:nvPr/>
          </p:nvSpPr>
          <p:spPr>
            <a:xfrm>
              <a:off x="9451502" y="3693611"/>
              <a:ext cx="910827" cy="784830"/>
            </a:xfrm>
            <a:prstGeom prst="rect">
              <a:avLst/>
            </a:prstGeom>
            <a:noFill/>
          </p:spPr>
          <p:txBody>
            <a:bodyPr wrap="none" rtlCol="0" anchor="ctr">
              <a:spAutoFit/>
            </a:bodyPr>
            <a:lstStyle/>
            <a:p>
              <a:pPr algn="ctr"/>
              <a:r>
                <a:rPr lang="fr-FR" sz="4500" b="1">
                  <a:solidFill>
                    <a:schemeClr val="bg1"/>
                  </a:solidFill>
                  <a:latin typeface="Poppins" pitchFamily="2" charset="77"/>
                  <a:cs typeface="Poppins" pitchFamily="2" charset="77"/>
                </a:rPr>
                <a:t>03</a:t>
              </a:r>
              <a:endParaRPr lang="fr-FR" sz="4500" b="1" dirty="0">
                <a:solidFill>
                  <a:schemeClr val="bg1"/>
                </a:solidFill>
                <a:latin typeface="Poppins" pitchFamily="2" charset="77"/>
                <a:cs typeface="Poppins" pitchFamily="2" charset="77"/>
              </a:endParaRPr>
            </a:p>
          </p:txBody>
        </p:sp>
      </p:grpSp>
    </p:spTree>
    <p:extLst>
      <p:ext uri="{BB962C8B-B14F-4D97-AF65-F5344CB8AC3E}">
        <p14:creationId xmlns:p14="http://schemas.microsoft.com/office/powerpoint/2010/main" val="278540326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3|1.5|0.6|0.7"/>
</p:tagLst>
</file>

<file path=ppt/tags/tag2.xml><?xml version="1.0" encoding="utf-8"?>
<p:tagLst xmlns:a="http://schemas.openxmlformats.org/drawingml/2006/main" xmlns:r="http://schemas.openxmlformats.org/officeDocument/2006/relationships" xmlns:p="http://schemas.openxmlformats.org/presentationml/2006/main">
  <p:tag name="TIMING" val="|0.4|0.8|0.7|0.3"/>
</p:tagLst>
</file>

<file path=ppt/tags/tag3.xml><?xml version="1.0" encoding="utf-8"?>
<p:tagLst xmlns:a="http://schemas.openxmlformats.org/drawingml/2006/main" xmlns:r="http://schemas.openxmlformats.org/officeDocument/2006/relationships" xmlns:p="http://schemas.openxmlformats.org/presentationml/2006/main">
  <p:tag name="TIMING" val="|3|1.5|0.6|0.7"/>
</p:tagLst>
</file>

<file path=ppt/theme/theme1.xml><?xml version="1.0" encoding="utf-8"?>
<a:theme xmlns:a="http://schemas.openxmlformats.org/drawingml/2006/main" name="raison etre SUEZ">
  <a:themeElements>
    <a:clrScheme name="Personnalisé 260">
      <a:dk1>
        <a:srgbClr val="000000"/>
      </a:dk1>
      <a:lt1>
        <a:srgbClr val="FFFFFF"/>
      </a:lt1>
      <a:dk2>
        <a:srgbClr val="171D56"/>
      </a:dk2>
      <a:lt2>
        <a:srgbClr val="76B6FB"/>
      </a:lt2>
      <a:accent1>
        <a:srgbClr val="FAC02E"/>
      </a:accent1>
      <a:accent2>
        <a:srgbClr val="F67536"/>
      </a:accent2>
      <a:accent3>
        <a:srgbClr val="9FC315"/>
      </a:accent3>
      <a:accent4>
        <a:srgbClr val="FDFFFD"/>
      </a:accent4>
      <a:accent5>
        <a:srgbClr val="FEFFFE"/>
      </a:accent5>
      <a:accent6>
        <a:srgbClr val="FEFFFE"/>
      </a:accent6>
      <a:hlink>
        <a:srgbClr val="000000"/>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aison etre SUEZ" id="{C5C75813-4F08-4F51-811D-5980C742E4D1}" vid="{E2CCE760-05F5-4300-85E0-62E539F0A7A3}"/>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mso-contentType ?>
<SharedContentType xmlns="Microsoft.SharePoint.Taxonomy.ContentTypeSync" SourceId="0ace10e6-8c8a-46b5-9435-807f619c65c5" ContentTypeId="0x0101" PreviousValue="true"/>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4.xml><?xml version="1.0" encoding="utf-8"?>
<ct:contentTypeSchema xmlns:ct="http://schemas.microsoft.com/office/2006/metadata/contentType" xmlns:ma="http://schemas.microsoft.com/office/2006/metadata/properties/metaAttributes" ct:_="" ma:_="" ma:contentTypeName="Document" ma:contentTypeID="0x01010054974C4516A13340B80EFB084DC74DF2" ma:contentTypeVersion="17" ma:contentTypeDescription="Crée un document." ma:contentTypeScope="" ma:versionID="397dfc97affd7ec30b1972885c628479">
  <xsd:schema xmlns:xsd="http://www.w3.org/2001/XMLSchema" xmlns:xs="http://www.w3.org/2001/XMLSchema" xmlns:p="http://schemas.microsoft.com/office/2006/metadata/properties" xmlns:ns2="a1c41917-7211-473f-9c89-1840bac6c7e8" targetNamespace="http://schemas.microsoft.com/office/2006/metadata/properties" ma:root="true" ma:fieldsID="d716608d2fa79ae36050bfe88b3e83d4" ns2:_="">
    <xsd:import namespace="a1c41917-7211-473f-9c89-1840bac6c7e8"/>
    <xsd:element name="properties">
      <xsd:complexType>
        <xsd:sequence>
          <xsd:element name="documentManagement">
            <xsd:complexType>
              <xsd:all>
                <xsd:element ref="ns2:MediaServiceFastMetadata" minOccurs="0"/>
                <xsd:element ref="ns2:MediaServiceDateTaken" minOccurs="0"/>
                <xsd:element ref="ns2:MediaServiceAutoTags" minOccurs="0"/>
                <xsd:element ref="ns2:MediaService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c41917-7211-473f-9c89-1840bac6c7e8" elementFormDefault="qualified">
    <xsd:import namespace="http://schemas.microsoft.com/office/2006/documentManagement/types"/>
    <xsd:import namespace="http://schemas.microsoft.com/office/infopath/2007/PartnerControls"/>
    <xsd:element name="MediaServiceFastMetadata" ma:index="8" nillable="true" ma:displayName="MediaServiceFastMetadata" ma:description="" ma:hidden="true" ma:internalName="MediaServiceFastMetadata" ma:readOnly="true">
      <xsd:simpleType>
        <xsd:restriction base="dms:Note"/>
      </xsd:simpleType>
    </xsd:element>
    <xsd:element name="MediaServiceDateTaken" ma:index="9" nillable="true" ma:displayName="MediaServiceDateTaken" ma:description="" ma:hidden="true" ma:internalName="MediaServiceDateTaken" ma:readOnly="true">
      <xsd:simpleType>
        <xsd:restriction base="dms:Text"/>
      </xsd:simpleType>
    </xsd:element>
    <xsd:element name="MediaServiceAutoTags" ma:index="10" nillable="true" ma:displayName="MediaServiceAutoTags" ma:description="" ma:internalName="MediaServiceAutoTags" ma:readOnly="true">
      <xsd:simpleType>
        <xsd:restriction base="dms:Text"/>
      </xsd:simpleType>
    </xsd:element>
    <xsd:element name="MediaServiceMetadata" ma:index="11" nillable="true" ma:displayName="MediaServiceMetadata" ma:description="" ma:hidden="true" ma:internalName="MediaService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87288CE-C5C3-42CF-A250-C18204D46CDC}">
  <ds:schemaRefs>
    <ds:schemaRef ds:uri="http://schemas.microsoft.com/sharepoint/v3/contenttype/forms"/>
  </ds:schemaRefs>
</ds:datastoreItem>
</file>

<file path=customXml/itemProps2.xml><?xml version="1.0" encoding="utf-8"?>
<ds:datastoreItem xmlns:ds="http://schemas.openxmlformats.org/officeDocument/2006/customXml" ds:itemID="{DE11EEBF-3A51-4F19-ABE9-597344C4DF38}">
  <ds:schemaRefs>
    <ds:schemaRef ds:uri="Microsoft.SharePoint.Taxonomy.ContentTypeSync"/>
  </ds:schemaRefs>
</ds:datastoreItem>
</file>

<file path=customXml/itemProps3.xml><?xml version="1.0" encoding="utf-8"?>
<ds:datastoreItem xmlns:ds="http://schemas.openxmlformats.org/officeDocument/2006/customXml" ds:itemID="{473F4118-8C7A-4876-88F5-2EFA51081205}">
  <ds:schemaRefs>
    <ds:schemaRef ds:uri="http://purl.org/dc/elements/1.1/"/>
    <ds:schemaRef ds:uri="http://schemas.microsoft.com/office/2006/documentManagement/types"/>
    <ds:schemaRef ds:uri="http://purl.org/dc/dcmitype/"/>
    <ds:schemaRef ds:uri="a1c41917-7211-473f-9c89-1840bac6c7e8"/>
    <ds:schemaRef ds:uri="http://www.w3.org/XML/1998/namespace"/>
    <ds:schemaRef ds:uri="http://schemas.microsoft.com/office/infopath/2007/PartnerControls"/>
    <ds:schemaRef ds:uri="http://schemas.openxmlformats.org/package/2006/metadata/core-properties"/>
    <ds:schemaRef ds:uri="http://schemas.microsoft.com/office/2006/metadata/properties"/>
    <ds:schemaRef ds:uri="http://purl.org/dc/terms/"/>
  </ds:schemaRefs>
</ds:datastoreItem>
</file>

<file path=customXml/itemProps4.xml><?xml version="1.0" encoding="utf-8"?>
<ds:datastoreItem xmlns:ds="http://schemas.openxmlformats.org/officeDocument/2006/customXml" ds:itemID="{BDF7C5D2-2FAA-4D86-AB3B-3C0084823ADE}">
  <ds:schemaRefs>
    <ds:schemaRef ds:uri="a1c41917-7211-473f-9c89-1840bac6c7e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04d09258-035b-4e4f-ae3e-d79ff3d418d8}" enabled="1" method="Standard" siteId="{f4a12867-922d-4b9d-bb85-9ee7898512a0}" removed="0"/>
</clbl:labelList>
</file>

<file path=docProps/app.xml><?xml version="1.0" encoding="utf-8"?>
<Properties xmlns="http://schemas.openxmlformats.org/officeDocument/2006/extended-properties" xmlns:vt="http://schemas.openxmlformats.org/officeDocument/2006/docPropsVTypes">
  <Template/>
  <TotalTime>12470</TotalTime>
  <Words>3509</Words>
  <Application>Microsoft Office PowerPoint</Application>
  <PresentationFormat>Grand écran</PresentationFormat>
  <Paragraphs>665</Paragraphs>
  <Slides>49</Slides>
  <Notes>43</Notes>
  <HiddenSlides>14</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49</vt:i4>
      </vt:variant>
    </vt:vector>
  </HeadingPairs>
  <TitlesOfParts>
    <vt:vector size="59" baseType="lpstr">
      <vt:lpstr>Aptos</vt:lpstr>
      <vt:lpstr>Arial</vt:lpstr>
      <vt:lpstr>Arial Black</vt:lpstr>
      <vt:lpstr>Calibri</vt:lpstr>
      <vt:lpstr>Courier New</vt:lpstr>
      <vt:lpstr>Lato Light</vt:lpstr>
      <vt:lpstr>Police système Courant</vt:lpstr>
      <vt:lpstr>Poppins</vt:lpstr>
      <vt:lpstr>Poppins Light</vt:lpstr>
      <vt:lpstr>raison etre SUEZ</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 proJET é-volution</vt:lpstr>
      <vt:lpstr>Les bénéfices :</vt:lpstr>
      <vt:lpstr>Présentation PowerPoint</vt:lpstr>
      <vt:lpstr>Suez EAU FRANCE proJET é-volution</vt:lpstr>
      <vt:lpstr>Présentation PowerPoint</vt:lpstr>
      <vt:lpstr>Présentation PowerPoint</vt:lpstr>
      <vt:lpstr>Présentation PowerPoint</vt:lpstr>
      <vt:lpstr>Présentation PowerPoint</vt:lpstr>
      <vt:lpstr>Présentation PowerPoint</vt:lpstr>
      <vt:lpstr>Les moyens</vt:lpstr>
      <vt:lpstr>Le planning</vt:lpstr>
      <vt:lpstr>A retenir</vt:lpstr>
      <vt:lpstr>Présentation PowerPoint</vt:lpstr>
      <vt:lpstr>Présentation PowerPoint</vt:lpstr>
      <vt:lpstr>Suez EAU FRANCE programme évolution</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Suppression des débuts et fins d’interventions dans SAMI</vt:lpstr>
      <vt:lpstr>Présentation PowerPoint</vt:lpstr>
      <vt:lpstr>Présentation PowerPoint</vt:lpstr>
      <vt:lpstr>Présentation PowerPoint</vt:lpstr>
      <vt:lpstr>La politique digitale déclinée sur le processus gestion des interventions actuel</vt:lpstr>
      <vt:lpstr>Nos ambitions</vt:lpstr>
      <vt:lpstr>Présentation PowerPoint</vt:lpstr>
      <vt:lpstr>Présentation PowerPoint</vt:lpstr>
      <vt:lpstr>L’AI AU DIFFERENTES ETAPES DU processus </vt:lpstr>
      <vt:lpstr>Présentation PowerPoint</vt:lpstr>
      <vt:lpstr>Rex sur projet réponses au DICT </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Suez programme e-volution</dc:title>
  <dc:subject/>
  <dc:creator>Rueff, Patrick</dc:creator>
  <cp:keywords/>
  <dc:description/>
  <cp:lastModifiedBy>Rueff, Patrick</cp:lastModifiedBy>
  <cp:revision>65</cp:revision>
  <dcterms:created xsi:type="dcterms:W3CDTF">2020-05-14T08:27:06Z</dcterms:created>
  <dcterms:modified xsi:type="dcterms:W3CDTF">2025-11-09T21:44:07Z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0x01010054974C4516A13340B80EFB084DC74DF2</vt:lpwstr>
  </property>
</Properties>
</file>